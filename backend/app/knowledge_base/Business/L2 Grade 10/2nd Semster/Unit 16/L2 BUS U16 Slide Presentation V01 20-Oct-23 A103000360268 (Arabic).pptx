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3"/>
  </p:notesMasterIdLst>
  <p:sldIdLst>
    <p:sldId id="256" r:id="rId14"/>
    <p:sldId id="257" r:id="rId15"/>
    <p:sldId id="258" r:id="rId16"/>
    <p:sldId id="305" r:id="rId17"/>
    <p:sldId id="272" r:id="rId18"/>
    <p:sldId id="310" r:id="rId19"/>
    <p:sldId id="336" r:id="rId20"/>
    <p:sldId id="334" r:id="rId21"/>
    <p:sldId id="341" r:id="rId22"/>
    <p:sldId id="337" r:id="rId23"/>
    <p:sldId id="335" r:id="rId24"/>
    <p:sldId id="331" r:id="rId25"/>
    <p:sldId id="333" r:id="rId26"/>
    <p:sldId id="332" r:id="rId27"/>
    <p:sldId id="328" r:id="rId28"/>
    <p:sldId id="329" r:id="rId29"/>
    <p:sldId id="338" r:id="rId30"/>
    <p:sldId id="330" r:id="rId31"/>
    <p:sldId id="326" r:id="rId32"/>
    <p:sldId id="327" r:id="rId33"/>
    <p:sldId id="306" r:id="rId34"/>
    <p:sldId id="307" r:id="rId35"/>
    <p:sldId id="321" r:id="rId36"/>
    <p:sldId id="323" r:id="rId37"/>
    <p:sldId id="339" r:id="rId38"/>
    <p:sldId id="325" r:id="rId39"/>
    <p:sldId id="308" r:id="rId40"/>
    <p:sldId id="309" r:id="rId41"/>
    <p:sldId id="312" r:id="rId42"/>
    <p:sldId id="315" r:id="rId43"/>
    <p:sldId id="313" r:id="rId44"/>
    <p:sldId id="314" r:id="rId45"/>
    <p:sldId id="316" r:id="rId46"/>
    <p:sldId id="342" r:id="rId47"/>
    <p:sldId id="317" r:id="rId48"/>
    <p:sldId id="318" r:id="rId49"/>
    <p:sldId id="319" r:id="rId50"/>
    <p:sldId id="320" r:id="rId51"/>
    <p:sldId id="343" r:id="rId52"/>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DBFC67-9819-D7C1-F866-0642AC86B9FF}" name="Sarah Langley" initials="SL" userId="S::Sarah.Langley@pearson.com::239c5547-87b3-47be-8ff1-783a9a4cc887" providerId="AD"/>
  <p188:author id="{94FBCBA3-2AB7-5503-9116-F1CD2AB7C3E3}" name="Lynn" initials="L" userId="S::111355@newdur.ac.uk::e829a39a-4f15-4263-9019-247011b7539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DE6106-5A68-4C71-5904-9B5B8AFCCD6A}" v="3" dt="2023-10-20T16:52:54.136"/>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65" autoAdjust="0"/>
    <p:restoredTop sz="96327" autoAdjust="0"/>
  </p:normalViewPr>
  <p:slideViewPr>
    <p:cSldViewPr>
      <p:cViewPr varScale="1">
        <p:scale>
          <a:sx n="162" d="100"/>
          <a:sy n="162" d="100"/>
        </p:scale>
        <p:origin x="1776"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Langley" userId="S::sarah.langley@pearson.com::239c5547-87b3-47be-8ff1-783a9a4cc887" providerId="AD" clId="Web-{58DE6106-5A68-4C71-5904-9B5B8AFCCD6A}"/>
    <pc:docChg chg="modSld sldOrd">
      <pc:chgData name="Sarah Langley" userId="S::sarah.langley@pearson.com::239c5547-87b3-47be-8ff1-783a9a4cc887" providerId="AD" clId="Web-{58DE6106-5A68-4C71-5904-9B5B8AFCCD6A}" dt="2023-10-20T16:52:54.136" v="2" actId="1076"/>
      <pc:docMkLst>
        <pc:docMk/>
      </pc:docMkLst>
      <pc:sldChg chg="ord">
        <pc:chgData name="Sarah Langley" userId="S::sarah.langley@pearson.com::239c5547-87b3-47be-8ff1-783a9a4cc887" providerId="AD" clId="Web-{58DE6106-5A68-4C71-5904-9B5B8AFCCD6A}" dt="2023-10-20T16:51:56.368" v="0"/>
        <pc:sldMkLst>
          <pc:docMk/>
          <pc:sldMk cId="0" sldId="272"/>
        </pc:sldMkLst>
      </pc:sldChg>
      <pc:sldChg chg="modSp">
        <pc:chgData name="Sarah Langley" userId="S::sarah.langley@pearson.com::239c5547-87b3-47be-8ff1-783a9a4cc887" providerId="AD" clId="Web-{58DE6106-5A68-4C71-5904-9B5B8AFCCD6A}" dt="2023-10-20T16:52:54.136" v="2" actId="1076"/>
        <pc:sldMkLst>
          <pc:docMk/>
          <pc:sldMk cId="2005355495" sldId="308"/>
        </pc:sldMkLst>
        <pc:spChg chg="mod">
          <ac:chgData name="Sarah Langley" userId="S::sarah.langley@pearson.com::239c5547-87b3-47be-8ff1-783a9a4cc887" providerId="AD" clId="Web-{58DE6106-5A68-4C71-5904-9B5B8AFCCD6A}" dt="2023-10-20T16:52:54.136" v="2" actId="1076"/>
          <ac:spMkLst>
            <pc:docMk/>
            <pc:sldMk cId="2005355495" sldId="308"/>
            <ac:spMk id="34820" creationId="{8DCD7CE1-603D-4D59-3DBB-C13C0B6505F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BC641B-5560-4512-89E9-6D1FD4C8995B}" type="doc">
      <dgm:prSet loTypeId="urn:microsoft.com/office/officeart/2005/8/layout/vProcess5" loCatId="process" qsTypeId="urn:microsoft.com/office/officeart/2005/8/quickstyle/simple1" qsCatId="simple" csTypeId="urn:microsoft.com/office/officeart/2005/8/colors/accent2_2" csCatId="accent2" phldr="1"/>
      <dgm:spPr/>
      <dgm:t>
        <a:bodyPr rtlCol="1"/>
        <a:lstStyle/>
        <a:p>
          <a:pPr rtl="1"/>
          <a:endParaRPr lang="en-US"/>
        </a:p>
      </dgm:t>
    </dgm:pt>
    <dgm:pt modelId="{8E2814E2-42A1-44E0-8AAF-2ECD82352D8A}">
      <dgm:prSet/>
      <dgm:spPr/>
      <dgm:t>
        <a:bodyPr rtlCol="1"/>
        <a:lstStyle/>
        <a:p>
          <a:pPr algn="r" rtl="1"/>
          <a:r>
            <a:rPr lang="ar" b="1" dirty="0"/>
            <a:t>أ	استكشاف كيفية العمل </a:t>
          </a:r>
        </a:p>
        <a:p>
          <a:pPr algn="ctr" rtl="1"/>
          <a:r>
            <a:rPr lang="ar" b="1" dirty="0"/>
            <a:t>يمكن للفرق أن تكون ناجحة</a:t>
          </a:r>
          <a:endParaRPr lang="en-US" dirty="0"/>
        </a:p>
      </dgm:t>
    </dgm:pt>
    <dgm:pt modelId="{0C2A2B94-8226-4FA4-9FA3-63C827FF2B06}" type="parTrans" cxnId="{F2799893-3FF9-4F12-86DC-80989A7D64E6}">
      <dgm:prSet/>
      <dgm:spPr/>
      <dgm:t>
        <a:bodyPr rtlCol="1"/>
        <a:lstStyle/>
        <a:p>
          <a:pPr rtl="1"/>
          <a:endParaRPr lang="en-US"/>
        </a:p>
      </dgm:t>
    </dgm:pt>
    <dgm:pt modelId="{2CACEEF1-73E0-4999-B723-86EC610895D0}" type="sibTrans" cxnId="{F2799893-3FF9-4F12-86DC-80989A7D64E6}">
      <dgm:prSet/>
      <dgm:spPr/>
      <dgm:t>
        <a:bodyPr rtlCol="1"/>
        <a:lstStyle/>
        <a:p>
          <a:pPr rtl="1"/>
          <a:endParaRPr lang="en-US"/>
        </a:p>
      </dgm:t>
    </dgm:pt>
    <dgm:pt modelId="{464AF7D4-9FFD-46DA-A24A-2C7236D537AA}">
      <dgm:prSet/>
      <dgm:spPr/>
      <dgm:t>
        <a:bodyPr rtlCol="1"/>
        <a:lstStyle/>
        <a:p>
          <a:pPr algn="r" rtl="1"/>
          <a:r>
            <a:rPr lang="ar" b="1" dirty="0"/>
            <a:t>ب	إظهار كيفية العمل</a:t>
          </a:r>
        </a:p>
        <a:p>
          <a:pPr algn="ctr" rtl="1"/>
          <a:r>
            <a:rPr lang="ar" b="1" dirty="0"/>
            <a:t>          العمل بفاعلية ضمن أعضاء الفريق</a:t>
          </a:r>
          <a:endParaRPr lang="en-US" dirty="0"/>
        </a:p>
      </dgm:t>
    </dgm:pt>
    <dgm:pt modelId="{412586F6-E744-4DCB-A2E7-A5B9363FA3F5}" type="parTrans" cxnId="{5F398E31-9144-4840-A64D-4A743DCDCD3A}">
      <dgm:prSet/>
      <dgm:spPr/>
      <dgm:t>
        <a:bodyPr rtlCol="1"/>
        <a:lstStyle/>
        <a:p>
          <a:pPr rtl="1"/>
          <a:endParaRPr lang="en-US"/>
        </a:p>
      </dgm:t>
    </dgm:pt>
    <dgm:pt modelId="{245D3FEA-89CE-4769-9E65-72DE1E05716F}" type="sibTrans" cxnId="{5F398E31-9144-4840-A64D-4A743DCDCD3A}">
      <dgm:prSet/>
      <dgm:spPr/>
      <dgm:t>
        <a:bodyPr rtlCol="1"/>
        <a:lstStyle/>
        <a:p>
          <a:pPr rtl="1"/>
          <a:endParaRPr lang="en-US"/>
        </a:p>
      </dgm:t>
    </dgm:pt>
    <dgm:pt modelId="{016F37D1-38D0-470C-8BE0-15355167D9A6}">
      <dgm:prSet/>
      <dgm:spPr/>
      <dgm:t>
        <a:bodyPr rtlCol="1"/>
        <a:lstStyle/>
        <a:p>
          <a:pPr algn="r" rtl="1"/>
          <a:r>
            <a:rPr lang="ar" b="1" dirty="0"/>
            <a:t>ج	التحقيق في دور </a:t>
          </a:r>
        </a:p>
        <a:p>
          <a:pPr algn="r" rtl="1"/>
          <a:r>
            <a:rPr lang="ar" b="1" dirty="0"/>
            <a:t>         </a:t>
          </a:r>
          <a:r>
            <a:rPr lang="ar-EG" b="1" dirty="0"/>
            <a:t>   </a:t>
          </a:r>
          <a:r>
            <a:rPr lang="ar" b="1" dirty="0"/>
            <a:t> قائد الفريق </a:t>
          </a:r>
          <a:endParaRPr lang="en-US" dirty="0"/>
        </a:p>
      </dgm:t>
    </dgm:pt>
    <dgm:pt modelId="{E7D19769-CA2E-47CF-B7BD-02EF7823B4B6}" type="parTrans" cxnId="{215B8BD0-26B5-4420-8C75-80D566393144}">
      <dgm:prSet/>
      <dgm:spPr/>
      <dgm:t>
        <a:bodyPr rtlCol="1"/>
        <a:lstStyle/>
        <a:p>
          <a:pPr rtl="1"/>
          <a:endParaRPr lang="en-US"/>
        </a:p>
      </dgm:t>
    </dgm:pt>
    <dgm:pt modelId="{34BE6210-6B34-42D3-B815-CD6E3727068F}" type="sibTrans" cxnId="{215B8BD0-26B5-4420-8C75-80D566393144}">
      <dgm:prSet/>
      <dgm:spPr/>
      <dgm:t>
        <a:bodyPr rtlCol="1"/>
        <a:lstStyle/>
        <a:p>
          <a:pPr rtl="1"/>
          <a:endParaRPr lang="en-US"/>
        </a:p>
      </dgm:t>
    </dgm:pt>
    <dgm:pt modelId="{50824737-935A-4B61-A013-C93BCE48A5D4}" type="pres">
      <dgm:prSet presAssocID="{B9BC641B-5560-4512-89E9-6D1FD4C8995B}" presName="outerComposite" presStyleCnt="0">
        <dgm:presLayoutVars>
          <dgm:chMax val="5"/>
          <dgm:dir val="rev"/>
          <dgm:resizeHandles val="exact"/>
        </dgm:presLayoutVars>
      </dgm:prSet>
      <dgm:spPr/>
    </dgm:pt>
    <dgm:pt modelId="{C2A32FD9-2A12-4F60-98D1-BEA017504FBF}" type="pres">
      <dgm:prSet presAssocID="{B9BC641B-5560-4512-89E9-6D1FD4C8995B}" presName="dummyMaxCanvas" presStyleCnt="0">
        <dgm:presLayoutVars/>
      </dgm:prSet>
      <dgm:spPr/>
    </dgm:pt>
    <dgm:pt modelId="{9CD6981C-951B-46D6-AE82-C29BDDC8D132}" type="pres">
      <dgm:prSet presAssocID="{B9BC641B-5560-4512-89E9-6D1FD4C8995B}" presName="ThreeNodes_1" presStyleLbl="node1" presStyleIdx="0" presStyleCnt="3">
        <dgm:presLayoutVars>
          <dgm:bulletEnabled val="1"/>
        </dgm:presLayoutVars>
      </dgm:prSet>
      <dgm:spPr/>
    </dgm:pt>
    <dgm:pt modelId="{2605508B-5DB9-4830-8829-6A850BAB7D0C}" type="pres">
      <dgm:prSet presAssocID="{B9BC641B-5560-4512-89E9-6D1FD4C8995B}" presName="ThreeNodes_2" presStyleLbl="node1" presStyleIdx="1" presStyleCnt="3">
        <dgm:presLayoutVars>
          <dgm:bulletEnabled val="1"/>
        </dgm:presLayoutVars>
      </dgm:prSet>
      <dgm:spPr/>
    </dgm:pt>
    <dgm:pt modelId="{71F5DFA3-B937-4878-B360-020D61B947F9}" type="pres">
      <dgm:prSet presAssocID="{B9BC641B-5560-4512-89E9-6D1FD4C8995B}" presName="ThreeNodes_3" presStyleLbl="node1" presStyleIdx="2" presStyleCnt="3">
        <dgm:presLayoutVars>
          <dgm:bulletEnabled val="1"/>
        </dgm:presLayoutVars>
      </dgm:prSet>
      <dgm:spPr/>
    </dgm:pt>
    <dgm:pt modelId="{AFDD323D-44DB-4DFE-A8BE-6BA9F6CEE5F6}" type="pres">
      <dgm:prSet presAssocID="{B9BC641B-5560-4512-89E9-6D1FD4C8995B}" presName="ThreeConn_1-2" presStyleLbl="fgAccFollowNode1" presStyleIdx="0" presStyleCnt="2">
        <dgm:presLayoutVars>
          <dgm:bulletEnabled val="1"/>
        </dgm:presLayoutVars>
      </dgm:prSet>
      <dgm:spPr/>
    </dgm:pt>
    <dgm:pt modelId="{7EEAF39D-FC73-4624-83D7-7CBFE040D21F}" type="pres">
      <dgm:prSet presAssocID="{B9BC641B-5560-4512-89E9-6D1FD4C8995B}" presName="ThreeConn_2-3" presStyleLbl="fgAccFollowNode1" presStyleIdx="1" presStyleCnt="2">
        <dgm:presLayoutVars>
          <dgm:bulletEnabled val="1"/>
        </dgm:presLayoutVars>
      </dgm:prSet>
      <dgm:spPr/>
    </dgm:pt>
    <dgm:pt modelId="{F5A9D30B-772E-476A-ACD6-8358F318110A}" type="pres">
      <dgm:prSet presAssocID="{B9BC641B-5560-4512-89E9-6D1FD4C8995B}" presName="ThreeNodes_1_text" presStyleLbl="node1" presStyleIdx="2" presStyleCnt="3">
        <dgm:presLayoutVars>
          <dgm:bulletEnabled val="1"/>
        </dgm:presLayoutVars>
      </dgm:prSet>
      <dgm:spPr/>
    </dgm:pt>
    <dgm:pt modelId="{87A05124-27D5-4AF0-A1C8-402DD605C829}" type="pres">
      <dgm:prSet presAssocID="{B9BC641B-5560-4512-89E9-6D1FD4C8995B}" presName="ThreeNodes_2_text" presStyleLbl="node1" presStyleIdx="2" presStyleCnt="3">
        <dgm:presLayoutVars>
          <dgm:bulletEnabled val="1"/>
        </dgm:presLayoutVars>
      </dgm:prSet>
      <dgm:spPr/>
    </dgm:pt>
    <dgm:pt modelId="{EF4F8282-0C26-4D21-81FE-A3FC952FA4F6}" type="pres">
      <dgm:prSet presAssocID="{B9BC641B-5560-4512-89E9-6D1FD4C8995B}" presName="ThreeNodes_3_text" presStyleLbl="node1" presStyleIdx="2" presStyleCnt="3">
        <dgm:presLayoutVars>
          <dgm:bulletEnabled val="1"/>
        </dgm:presLayoutVars>
      </dgm:prSet>
      <dgm:spPr/>
    </dgm:pt>
  </dgm:ptLst>
  <dgm:cxnLst>
    <dgm:cxn modelId="{59245F0B-3C46-434D-827F-764260C1E46E}" type="presOf" srcId="{464AF7D4-9FFD-46DA-A24A-2C7236D537AA}" destId="{87A05124-27D5-4AF0-A1C8-402DD605C829}" srcOrd="1" destOrd="0" presId="urn:microsoft.com/office/officeart/2005/8/layout/vProcess5"/>
    <dgm:cxn modelId="{B50AD11A-3473-4D20-9DFA-F1D6004E03B0}" type="presOf" srcId="{016F37D1-38D0-470C-8BE0-15355167D9A6}" destId="{EF4F8282-0C26-4D21-81FE-A3FC952FA4F6}" srcOrd="1" destOrd="0" presId="urn:microsoft.com/office/officeart/2005/8/layout/vProcess5"/>
    <dgm:cxn modelId="{5F398E31-9144-4840-A64D-4A743DCDCD3A}" srcId="{B9BC641B-5560-4512-89E9-6D1FD4C8995B}" destId="{464AF7D4-9FFD-46DA-A24A-2C7236D537AA}" srcOrd="1" destOrd="0" parTransId="{412586F6-E744-4DCB-A2E7-A5B9363FA3F5}" sibTransId="{245D3FEA-89CE-4769-9E65-72DE1E05716F}"/>
    <dgm:cxn modelId="{1F93765C-7738-4F6B-98F6-E371D4C8CB4E}" type="presOf" srcId="{464AF7D4-9FFD-46DA-A24A-2C7236D537AA}" destId="{2605508B-5DB9-4830-8829-6A850BAB7D0C}" srcOrd="0" destOrd="0" presId="urn:microsoft.com/office/officeart/2005/8/layout/vProcess5"/>
    <dgm:cxn modelId="{64D86F71-B4E6-4C36-9384-970C76AF8DB7}" type="presOf" srcId="{8E2814E2-42A1-44E0-8AAF-2ECD82352D8A}" destId="{9CD6981C-951B-46D6-AE82-C29BDDC8D132}" srcOrd="0" destOrd="0" presId="urn:microsoft.com/office/officeart/2005/8/layout/vProcess5"/>
    <dgm:cxn modelId="{F2799893-3FF9-4F12-86DC-80989A7D64E6}" srcId="{B9BC641B-5560-4512-89E9-6D1FD4C8995B}" destId="{8E2814E2-42A1-44E0-8AAF-2ECD82352D8A}" srcOrd="0" destOrd="0" parTransId="{0C2A2B94-8226-4FA4-9FA3-63C827FF2B06}" sibTransId="{2CACEEF1-73E0-4999-B723-86EC610895D0}"/>
    <dgm:cxn modelId="{1792729C-7997-4EA7-A6BD-688ABD884DF9}" type="presOf" srcId="{B9BC641B-5560-4512-89E9-6D1FD4C8995B}" destId="{50824737-935A-4B61-A013-C93BCE48A5D4}" srcOrd="0" destOrd="0" presId="urn:microsoft.com/office/officeart/2005/8/layout/vProcess5"/>
    <dgm:cxn modelId="{452EAFA3-D9DE-4FB4-9EDE-E3AE64637022}" type="presOf" srcId="{016F37D1-38D0-470C-8BE0-15355167D9A6}" destId="{71F5DFA3-B937-4878-B360-020D61B947F9}" srcOrd="0" destOrd="0" presId="urn:microsoft.com/office/officeart/2005/8/layout/vProcess5"/>
    <dgm:cxn modelId="{62E5A7B5-E2D6-4964-81D8-8B013742A264}" type="presOf" srcId="{245D3FEA-89CE-4769-9E65-72DE1E05716F}" destId="{7EEAF39D-FC73-4624-83D7-7CBFE040D21F}" srcOrd="0" destOrd="0" presId="urn:microsoft.com/office/officeart/2005/8/layout/vProcess5"/>
    <dgm:cxn modelId="{28BDFABD-A766-46FC-80DA-C88736E954CA}" type="presOf" srcId="{2CACEEF1-73E0-4999-B723-86EC610895D0}" destId="{AFDD323D-44DB-4DFE-A8BE-6BA9F6CEE5F6}" srcOrd="0" destOrd="0" presId="urn:microsoft.com/office/officeart/2005/8/layout/vProcess5"/>
    <dgm:cxn modelId="{215B8BD0-26B5-4420-8C75-80D566393144}" srcId="{B9BC641B-5560-4512-89E9-6D1FD4C8995B}" destId="{016F37D1-38D0-470C-8BE0-15355167D9A6}" srcOrd="2" destOrd="0" parTransId="{E7D19769-CA2E-47CF-B7BD-02EF7823B4B6}" sibTransId="{34BE6210-6B34-42D3-B815-CD6E3727068F}"/>
    <dgm:cxn modelId="{4D4C64E0-ACBD-413A-89DD-C3B630C5174A}" type="presOf" srcId="{8E2814E2-42A1-44E0-8AAF-2ECD82352D8A}" destId="{F5A9D30B-772E-476A-ACD6-8358F318110A}" srcOrd="1" destOrd="0" presId="urn:microsoft.com/office/officeart/2005/8/layout/vProcess5"/>
    <dgm:cxn modelId="{675FADF9-93E6-4F24-A09E-84A29E995741}" type="presParOf" srcId="{50824737-935A-4B61-A013-C93BCE48A5D4}" destId="{C2A32FD9-2A12-4F60-98D1-BEA017504FBF}" srcOrd="0" destOrd="0" presId="urn:microsoft.com/office/officeart/2005/8/layout/vProcess5"/>
    <dgm:cxn modelId="{327AEB22-B424-4CA0-A59F-4BB68CA33DAC}" type="presParOf" srcId="{50824737-935A-4B61-A013-C93BCE48A5D4}" destId="{9CD6981C-951B-46D6-AE82-C29BDDC8D132}" srcOrd="1" destOrd="0" presId="urn:microsoft.com/office/officeart/2005/8/layout/vProcess5"/>
    <dgm:cxn modelId="{B73D2CBD-2AAB-441F-A3CF-883F76C8696F}" type="presParOf" srcId="{50824737-935A-4B61-A013-C93BCE48A5D4}" destId="{2605508B-5DB9-4830-8829-6A850BAB7D0C}" srcOrd="2" destOrd="0" presId="urn:microsoft.com/office/officeart/2005/8/layout/vProcess5"/>
    <dgm:cxn modelId="{B6C78B42-9A9A-432F-BB78-48F3A69DEF7A}" type="presParOf" srcId="{50824737-935A-4B61-A013-C93BCE48A5D4}" destId="{71F5DFA3-B937-4878-B360-020D61B947F9}" srcOrd="3" destOrd="0" presId="urn:microsoft.com/office/officeart/2005/8/layout/vProcess5"/>
    <dgm:cxn modelId="{C63C7B95-B4DB-4D24-A71E-BE8CE8D174D2}" type="presParOf" srcId="{50824737-935A-4B61-A013-C93BCE48A5D4}" destId="{AFDD323D-44DB-4DFE-A8BE-6BA9F6CEE5F6}" srcOrd="4" destOrd="0" presId="urn:microsoft.com/office/officeart/2005/8/layout/vProcess5"/>
    <dgm:cxn modelId="{9E5F1365-0828-422A-8879-A598186E2B22}" type="presParOf" srcId="{50824737-935A-4B61-A013-C93BCE48A5D4}" destId="{7EEAF39D-FC73-4624-83D7-7CBFE040D21F}" srcOrd="5" destOrd="0" presId="urn:microsoft.com/office/officeart/2005/8/layout/vProcess5"/>
    <dgm:cxn modelId="{BA993167-3BC0-4772-BB59-4C09CF6A37DD}" type="presParOf" srcId="{50824737-935A-4B61-A013-C93BCE48A5D4}" destId="{F5A9D30B-772E-476A-ACD6-8358F318110A}" srcOrd="6" destOrd="0" presId="urn:microsoft.com/office/officeart/2005/8/layout/vProcess5"/>
    <dgm:cxn modelId="{B12D76DB-DD6F-41C5-964A-7C17510E93B3}" type="presParOf" srcId="{50824737-935A-4B61-A013-C93BCE48A5D4}" destId="{87A05124-27D5-4AF0-A1C8-402DD605C829}" srcOrd="7" destOrd="0" presId="urn:microsoft.com/office/officeart/2005/8/layout/vProcess5"/>
    <dgm:cxn modelId="{6E0BE399-B662-4D74-80D6-9BABA0A0F043}" type="presParOf" srcId="{50824737-935A-4B61-A013-C93BCE48A5D4}" destId="{EF4F8282-0C26-4D21-81FE-A3FC952FA4F6}"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1EC289-8214-F146-BB71-2C909A9B4255}" type="doc">
      <dgm:prSet loTypeId="urn:microsoft.com/office/officeart/2005/8/layout/StepDownProcess" loCatId="" qsTypeId="urn:microsoft.com/office/officeart/2005/8/quickstyle/simple1" qsCatId="simple" csTypeId="urn:microsoft.com/office/officeart/2005/8/colors/accent2_5" csCatId="accent2" phldr="1"/>
      <dgm:spPr/>
      <dgm:t>
        <a:bodyPr rtlCol="1"/>
        <a:lstStyle/>
        <a:p>
          <a:pPr rtl="1"/>
          <a:endParaRPr lang="en-GB"/>
        </a:p>
      </dgm:t>
    </dgm:pt>
    <dgm:pt modelId="{C007F8BB-DBA3-714E-B1D5-FBF06539EEC5}">
      <dgm:prSet phldrT="[Text]" custT="1"/>
      <dgm:spPr/>
      <dgm:t>
        <a:bodyPr rtlCol="1"/>
        <a:lstStyle/>
        <a:p>
          <a:pPr rtl="1"/>
          <a:r>
            <a:rPr lang="ar" sz="900" dirty="0"/>
            <a:t>التشكيل</a:t>
          </a:r>
        </a:p>
      </dgm:t>
    </dgm:pt>
    <dgm:pt modelId="{0315B903-C3E1-2642-86C6-89BF42656C49}" type="parTrans" cxnId="{2F39140B-260F-9548-98A4-AA29AB5C1E17}">
      <dgm:prSet/>
      <dgm:spPr/>
      <dgm:t>
        <a:bodyPr rtlCol="1"/>
        <a:lstStyle/>
        <a:p>
          <a:pPr rtl="1"/>
          <a:endParaRPr lang="en-GB"/>
        </a:p>
      </dgm:t>
    </dgm:pt>
    <dgm:pt modelId="{7093BBA8-4298-FB43-B5FC-AE3B8E6777BA}" type="sibTrans" cxnId="{2F39140B-260F-9548-98A4-AA29AB5C1E17}">
      <dgm:prSet/>
      <dgm:spPr/>
      <dgm:t>
        <a:bodyPr rtlCol="1"/>
        <a:lstStyle/>
        <a:p>
          <a:pPr rtl="1"/>
          <a:endParaRPr lang="en-GB"/>
        </a:p>
      </dgm:t>
    </dgm:pt>
    <dgm:pt modelId="{39B875E4-E03D-BF49-9D7C-2872E1AC0700}">
      <dgm:prSet phldrT="[Text]" custT="1"/>
      <dgm:spPr/>
      <dgm:t>
        <a:bodyPr rtlCol="1"/>
        <a:lstStyle/>
        <a:p>
          <a:pPr rtl="1"/>
          <a:r>
            <a:rPr lang="ar" sz="900" dirty="0"/>
            <a:t>وضع المعايير</a:t>
          </a:r>
        </a:p>
      </dgm:t>
    </dgm:pt>
    <dgm:pt modelId="{EF3BCE65-5F1F-6F4A-A985-B70D3D5B6106}" type="parTrans" cxnId="{E5E9FFAD-02C9-A54D-A1FD-7DF27D19C6CF}">
      <dgm:prSet/>
      <dgm:spPr/>
      <dgm:t>
        <a:bodyPr rtlCol="1"/>
        <a:lstStyle/>
        <a:p>
          <a:pPr rtl="1"/>
          <a:endParaRPr lang="en-GB"/>
        </a:p>
      </dgm:t>
    </dgm:pt>
    <dgm:pt modelId="{AA7FAE5C-0AC5-F042-AEB4-19062BF6E896}" type="sibTrans" cxnId="{E5E9FFAD-02C9-A54D-A1FD-7DF27D19C6CF}">
      <dgm:prSet/>
      <dgm:spPr/>
      <dgm:t>
        <a:bodyPr rtlCol="1"/>
        <a:lstStyle/>
        <a:p>
          <a:pPr rtl="1"/>
          <a:endParaRPr lang="en-GB"/>
        </a:p>
      </dgm:t>
    </dgm:pt>
    <dgm:pt modelId="{2BF4D085-3288-6346-A01D-1E66EE5B8852}">
      <dgm:prSet phldrT="[Text]" custT="1"/>
      <dgm:spPr/>
      <dgm:t>
        <a:bodyPr rtlCol="1"/>
        <a:lstStyle/>
        <a:p>
          <a:pPr rtl="1"/>
          <a:r>
            <a:rPr lang="ar" sz="900" dirty="0"/>
            <a:t>الأداء</a:t>
          </a:r>
        </a:p>
      </dgm:t>
    </dgm:pt>
    <dgm:pt modelId="{9023EBE1-5274-1640-9FD9-BD34277C8536}" type="parTrans" cxnId="{4351829A-6846-064D-BFA9-6304006FC918}">
      <dgm:prSet/>
      <dgm:spPr/>
      <dgm:t>
        <a:bodyPr rtlCol="1"/>
        <a:lstStyle/>
        <a:p>
          <a:pPr rtl="1"/>
          <a:endParaRPr lang="en-GB"/>
        </a:p>
      </dgm:t>
    </dgm:pt>
    <dgm:pt modelId="{2E09F65E-41F2-3A42-90C3-3DFC5D23750B}" type="sibTrans" cxnId="{4351829A-6846-064D-BFA9-6304006FC918}">
      <dgm:prSet/>
      <dgm:spPr/>
      <dgm:t>
        <a:bodyPr rtlCol="1"/>
        <a:lstStyle/>
        <a:p>
          <a:pPr rtl="1"/>
          <a:endParaRPr lang="en-GB"/>
        </a:p>
      </dgm:t>
    </dgm:pt>
    <dgm:pt modelId="{576322B0-0538-594C-AFE0-C16F7CF78309}">
      <dgm:prSet custT="1"/>
      <dgm:spPr/>
      <dgm:t>
        <a:bodyPr rtlCol="1"/>
        <a:lstStyle/>
        <a:p>
          <a:pPr rtl="1"/>
          <a:r>
            <a:rPr lang="ar" sz="900" dirty="0"/>
            <a:t>الاقتحام</a:t>
          </a:r>
        </a:p>
      </dgm:t>
    </dgm:pt>
    <dgm:pt modelId="{B7D0101A-8C18-9F4E-B1E0-3420E4D11F98}" type="parTrans" cxnId="{65C87FB4-5F83-484A-B8CE-C15A890D3F1B}">
      <dgm:prSet/>
      <dgm:spPr/>
      <dgm:t>
        <a:bodyPr rtlCol="1"/>
        <a:lstStyle/>
        <a:p>
          <a:pPr rtl="1"/>
          <a:endParaRPr lang="en-GB"/>
        </a:p>
      </dgm:t>
    </dgm:pt>
    <dgm:pt modelId="{2A671FBC-865F-7A46-A6BA-C8695BDC8951}" type="sibTrans" cxnId="{65C87FB4-5F83-484A-B8CE-C15A890D3F1B}">
      <dgm:prSet/>
      <dgm:spPr/>
      <dgm:t>
        <a:bodyPr rtlCol="1"/>
        <a:lstStyle/>
        <a:p>
          <a:pPr rtl="1"/>
          <a:endParaRPr lang="en-GB"/>
        </a:p>
      </dgm:t>
    </dgm:pt>
    <dgm:pt modelId="{854DE9EE-EF2A-934F-80B6-02C6082010BD}">
      <dgm:prSet custT="1"/>
      <dgm:spPr/>
      <dgm:t>
        <a:bodyPr rtlCol="1"/>
        <a:lstStyle/>
        <a:p>
          <a:pPr rtl="1"/>
          <a:r>
            <a:rPr lang="ar" sz="900" dirty="0"/>
            <a:t>التحويل</a:t>
          </a:r>
        </a:p>
      </dgm:t>
    </dgm:pt>
    <dgm:pt modelId="{608E976D-E4D4-8D4C-ABB3-423BBE1D0558}" type="parTrans" cxnId="{0657BCDC-C3D1-4142-9BB7-F132275E38B7}">
      <dgm:prSet/>
      <dgm:spPr/>
      <dgm:t>
        <a:bodyPr/>
        <a:lstStyle/>
        <a:p>
          <a:endParaRPr lang="en-US"/>
        </a:p>
      </dgm:t>
    </dgm:pt>
    <dgm:pt modelId="{0B195D78-FD37-F846-A107-0A820CE2AF60}" type="sibTrans" cxnId="{0657BCDC-C3D1-4142-9BB7-F132275E38B7}">
      <dgm:prSet/>
      <dgm:spPr/>
      <dgm:t>
        <a:bodyPr/>
        <a:lstStyle/>
        <a:p>
          <a:endParaRPr lang="en-US"/>
        </a:p>
      </dgm:t>
    </dgm:pt>
    <dgm:pt modelId="{0D9DFC66-5FC0-B549-8F87-4CBC07A45934}" type="pres">
      <dgm:prSet presAssocID="{3B1EC289-8214-F146-BB71-2C909A9B4255}" presName="rootnode" presStyleCnt="0">
        <dgm:presLayoutVars>
          <dgm:chMax/>
          <dgm:chPref/>
          <dgm:dir val="rev"/>
          <dgm:animLvl val="lvl"/>
        </dgm:presLayoutVars>
      </dgm:prSet>
      <dgm:spPr/>
    </dgm:pt>
    <dgm:pt modelId="{19202EF7-FCC2-7A45-9722-4FB4F2D81A34}" type="pres">
      <dgm:prSet presAssocID="{C007F8BB-DBA3-714E-B1D5-FBF06539EEC5}" presName="composite" presStyleCnt="0"/>
      <dgm:spPr/>
    </dgm:pt>
    <dgm:pt modelId="{6E3954B1-6EED-1B44-837B-B07FC69CB143}" type="pres">
      <dgm:prSet presAssocID="{C007F8BB-DBA3-714E-B1D5-FBF06539EEC5}" presName="bentUpArrow1" presStyleLbl="alignImgPlace1" presStyleIdx="0" presStyleCnt="4"/>
      <dgm:spPr/>
    </dgm:pt>
    <dgm:pt modelId="{A647E8E4-2F33-F84C-AB72-336ADD0ADBE2}" type="pres">
      <dgm:prSet presAssocID="{C007F8BB-DBA3-714E-B1D5-FBF06539EEC5}" presName="ParentText" presStyleLbl="node1" presStyleIdx="0" presStyleCnt="5">
        <dgm:presLayoutVars>
          <dgm:chMax val="1"/>
          <dgm:chPref val="1"/>
          <dgm:bulletEnabled val="1"/>
        </dgm:presLayoutVars>
      </dgm:prSet>
      <dgm:spPr/>
    </dgm:pt>
    <dgm:pt modelId="{37287068-53C0-A449-B3A2-540DCF141294}" type="pres">
      <dgm:prSet presAssocID="{C007F8BB-DBA3-714E-B1D5-FBF06539EEC5}" presName="ChildText" presStyleLbl="revTx" presStyleIdx="0" presStyleCnt="4">
        <dgm:presLayoutVars>
          <dgm:chMax val="0"/>
          <dgm:chPref val="0"/>
          <dgm:bulletEnabled val="1"/>
        </dgm:presLayoutVars>
      </dgm:prSet>
      <dgm:spPr/>
    </dgm:pt>
    <dgm:pt modelId="{346B2EA1-3680-8844-971B-E95E187CE49D}" type="pres">
      <dgm:prSet presAssocID="{7093BBA8-4298-FB43-B5FC-AE3B8E6777BA}" presName="sibTrans" presStyleCnt="0"/>
      <dgm:spPr/>
    </dgm:pt>
    <dgm:pt modelId="{1B73CD74-B41C-1545-81CF-BA1E495E9B5B}" type="pres">
      <dgm:prSet presAssocID="{576322B0-0538-594C-AFE0-C16F7CF78309}" presName="composite" presStyleCnt="0"/>
      <dgm:spPr/>
    </dgm:pt>
    <dgm:pt modelId="{72DF9130-3F0E-7740-9A43-05C4E657535A}" type="pres">
      <dgm:prSet presAssocID="{576322B0-0538-594C-AFE0-C16F7CF78309}" presName="bentUpArrow1" presStyleLbl="alignImgPlace1" presStyleIdx="1" presStyleCnt="4"/>
      <dgm:spPr/>
    </dgm:pt>
    <dgm:pt modelId="{90786F9E-D1CB-1846-B498-6C660E4DF89A}" type="pres">
      <dgm:prSet presAssocID="{576322B0-0538-594C-AFE0-C16F7CF78309}" presName="ParentText" presStyleLbl="node1" presStyleIdx="1" presStyleCnt="5">
        <dgm:presLayoutVars>
          <dgm:chMax val="1"/>
          <dgm:chPref val="1"/>
          <dgm:bulletEnabled val="1"/>
        </dgm:presLayoutVars>
      </dgm:prSet>
      <dgm:spPr/>
    </dgm:pt>
    <dgm:pt modelId="{265E6D32-4C88-034B-9A04-3081551E572A}" type="pres">
      <dgm:prSet presAssocID="{576322B0-0538-594C-AFE0-C16F7CF78309}" presName="ChildText" presStyleLbl="revTx" presStyleIdx="1" presStyleCnt="4">
        <dgm:presLayoutVars>
          <dgm:chMax val="0"/>
          <dgm:chPref val="0"/>
          <dgm:bulletEnabled val="1"/>
        </dgm:presLayoutVars>
      </dgm:prSet>
      <dgm:spPr/>
    </dgm:pt>
    <dgm:pt modelId="{208FD9A9-2372-E846-B3E1-7ACEAA58482F}" type="pres">
      <dgm:prSet presAssocID="{2A671FBC-865F-7A46-A6BA-C8695BDC8951}" presName="sibTrans" presStyleCnt="0"/>
      <dgm:spPr/>
    </dgm:pt>
    <dgm:pt modelId="{1F1404F7-26BF-2343-8197-FCDFB2FE7F01}" type="pres">
      <dgm:prSet presAssocID="{39B875E4-E03D-BF49-9D7C-2872E1AC0700}" presName="composite" presStyleCnt="0"/>
      <dgm:spPr/>
    </dgm:pt>
    <dgm:pt modelId="{5131C164-FA04-9A47-9918-E00217F25D01}" type="pres">
      <dgm:prSet presAssocID="{39B875E4-E03D-BF49-9D7C-2872E1AC0700}" presName="bentUpArrow1" presStyleLbl="alignImgPlace1" presStyleIdx="2" presStyleCnt="4"/>
      <dgm:spPr/>
    </dgm:pt>
    <dgm:pt modelId="{3F5D294B-D021-6849-99E2-53A101EED584}" type="pres">
      <dgm:prSet presAssocID="{39B875E4-E03D-BF49-9D7C-2872E1AC0700}" presName="ParentText" presStyleLbl="node1" presStyleIdx="2" presStyleCnt="5">
        <dgm:presLayoutVars>
          <dgm:chMax val="1"/>
          <dgm:chPref val="1"/>
          <dgm:bulletEnabled val="1"/>
        </dgm:presLayoutVars>
      </dgm:prSet>
      <dgm:spPr/>
    </dgm:pt>
    <dgm:pt modelId="{ABAF3E2A-3D21-6147-B2B2-C68545423DDB}" type="pres">
      <dgm:prSet presAssocID="{39B875E4-E03D-BF49-9D7C-2872E1AC0700}" presName="ChildText" presStyleLbl="revTx" presStyleIdx="2" presStyleCnt="4">
        <dgm:presLayoutVars>
          <dgm:chMax val="0"/>
          <dgm:chPref val="0"/>
          <dgm:bulletEnabled val="1"/>
        </dgm:presLayoutVars>
      </dgm:prSet>
      <dgm:spPr/>
    </dgm:pt>
    <dgm:pt modelId="{5B40ED74-F34F-7243-B23C-EAA7637B5A3F}" type="pres">
      <dgm:prSet presAssocID="{AA7FAE5C-0AC5-F042-AEB4-19062BF6E896}" presName="sibTrans" presStyleCnt="0"/>
      <dgm:spPr/>
    </dgm:pt>
    <dgm:pt modelId="{245E7C01-73DE-3849-9B2A-5FD19A0681F6}" type="pres">
      <dgm:prSet presAssocID="{2BF4D085-3288-6346-A01D-1E66EE5B8852}" presName="composite" presStyleCnt="0"/>
      <dgm:spPr/>
    </dgm:pt>
    <dgm:pt modelId="{1E3F0325-2B0B-EF49-9B8B-379E5CE42585}" type="pres">
      <dgm:prSet presAssocID="{2BF4D085-3288-6346-A01D-1E66EE5B8852}" presName="bentUpArrow1" presStyleLbl="alignImgPlace1" presStyleIdx="3" presStyleCnt="4"/>
      <dgm:spPr/>
    </dgm:pt>
    <dgm:pt modelId="{9ED16A79-43F6-4649-AB1A-FA5A85136AA7}" type="pres">
      <dgm:prSet presAssocID="{2BF4D085-3288-6346-A01D-1E66EE5B8852}" presName="ParentText" presStyleLbl="node1" presStyleIdx="3" presStyleCnt="5">
        <dgm:presLayoutVars>
          <dgm:chMax val="1"/>
          <dgm:chPref val="1"/>
          <dgm:bulletEnabled val="1"/>
        </dgm:presLayoutVars>
      </dgm:prSet>
      <dgm:spPr/>
    </dgm:pt>
    <dgm:pt modelId="{103F7147-63EC-3042-A37E-DD356F4984B1}" type="pres">
      <dgm:prSet presAssocID="{2BF4D085-3288-6346-A01D-1E66EE5B8852}" presName="ChildText" presStyleLbl="revTx" presStyleIdx="3" presStyleCnt="4">
        <dgm:presLayoutVars>
          <dgm:chMax val="0"/>
          <dgm:chPref val="0"/>
          <dgm:bulletEnabled val="1"/>
        </dgm:presLayoutVars>
      </dgm:prSet>
      <dgm:spPr/>
    </dgm:pt>
    <dgm:pt modelId="{42274C50-2D94-AF41-9E33-487D8A4B5A14}" type="pres">
      <dgm:prSet presAssocID="{2E09F65E-41F2-3A42-90C3-3DFC5D23750B}" presName="sibTrans" presStyleCnt="0"/>
      <dgm:spPr/>
    </dgm:pt>
    <dgm:pt modelId="{5C79C349-3CF0-C840-B77F-147B0EF1E0F8}" type="pres">
      <dgm:prSet presAssocID="{854DE9EE-EF2A-934F-80B6-02C6082010BD}" presName="composite" presStyleCnt="0"/>
      <dgm:spPr/>
    </dgm:pt>
    <dgm:pt modelId="{61040D85-8D23-F74B-9A60-799A25D92C82}" type="pres">
      <dgm:prSet presAssocID="{854DE9EE-EF2A-934F-80B6-02C6082010BD}" presName="ParentText" presStyleLbl="node1" presStyleIdx="4" presStyleCnt="5">
        <dgm:presLayoutVars>
          <dgm:chMax val="1"/>
          <dgm:chPref val="1"/>
          <dgm:bulletEnabled val="1"/>
        </dgm:presLayoutVars>
      </dgm:prSet>
      <dgm:spPr/>
    </dgm:pt>
  </dgm:ptLst>
  <dgm:cxnLst>
    <dgm:cxn modelId="{2F39140B-260F-9548-98A4-AA29AB5C1E17}" srcId="{3B1EC289-8214-F146-BB71-2C909A9B4255}" destId="{C007F8BB-DBA3-714E-B1D5-FBF06539EEC5}" srcOrd="0" destOrd="0" parTransId="{0315B903-C3E1-2642-86C6-89BF42656C49}" sibTransId="{7093BBA8-4298-FB43-B5FC-AE3B8E6777BA}"/>
    <dgm:cxn modelId="{35E6C50D-92DD-EF45-904D-ACDAB8580496}" type="presOf" srcId="{39B875E4-E03D-BF49-9D7C-2872E1AC0700}" destId="{3F5D294B-D021-6849-99E2-53A101EED584}" srcOrd="0" destOrd="0" presId="urn:microsoft.com/office/officeart/2005/8/layout/StepDownProcess"/>
    <dgm:cxn modelId="{10D85637-6BD3-014A-80EF-3B8C4D9850E6}" type="presOf" srcId="{2BF4D085-3288-6346-A01D-1E66EE5B8852}" destId="{9ED16A79-43F6-4649-AB1A-FA5A85136AA7}" srcOrd="0" destOrd="0" presId="urn:microsoft.com/office/officeart/2005/8/layout/StepDownProcess"/>
    <dgm:cxn modelId="{2E21AF4C-ED36-CF48-9275-9E378DF63119}" type="presOf" srcId="{854DE9EE-EF2A-934F-80B6-02C6082010BD}" destId="{61040D85-8D23-F74B-9A60-799A25D92C82}" srcOrd="0" destOrd="0" presId="urn:microsoft.com/office/officeart/2005/8/layout/StepDownProcess"/>
    <dgm:cxn modelId="{7713356E-E0FD-EC4B-BCE7-12C9E8C82F41}" type="presOf" srcId="{C007F8BB-DBA3-714E-B1D5-FBF06539EEC5}" destId="{A647E8E4-2F33-F84C-AB72-336ADD0ADBE2}" srcOrd="0" destOrd="0" presId="urn:microsoft.com/office/officeart/2005/8/layout/StepDownProcess"/>
    <dgm:cxn modelId="{58B1C753-6D0C-E543-96D2-FFF89A7EC58E}" type="presOf" srcId="{576322B0-0538-594C-AFE0-C16F7CF78309}" destId="{90786F9E-D1CB-1846-B498-6C660E4DF89A}" srcOrd="0" destOrd="0" presId="urn:microsoft.com/office/officeart/2005/8/layout/StepDownProcess"/>
    <dgm:cxn modelId="{4351829A-6846-064D-BFA9-6304006FC918}" srcId="{3B1EC289-8214-F146-BB71-2C909A9B4255}" destId="{2BF4D085-3288-6346-A01D-1E66EE5B8852}" srcOrd="3" destOrd="0" parTransId="{9023EBE1-5274-1640-9FD9-BD34277C8536}" sibTransId="{2E09F65E-41F2-3A42-90C3-3DFC5D23750B}"/>
    <dgm:cxn modelId="{E5E9FFAD-02C9-A54D-A1FD-7DF27D19C6CF}" srcId="{3B1EC289-8214-F146-BB71-2C909A9B4255}" destId="{39B875E4-E03D-BF49-9D7C-2872E1AC0700}" srcOrd="2" destOrd="0" parTransId="{EF3BCE65-5F1F-6F4A-A985-B70D3D5B6106}" sibTransId="{AA7FAE5C-0AC5-F042-AEB4-19062BF6E896}"/>
    <dgm:cxn modelId="{65C87FB4-5F83-484A-B8CE-C15A890D3F1B}" srcId="{3B1EC289-8214-F146-BB71-2C909A9B4255}" destId="{576322B0-0538-594C-AFE0-C16F7CF78309}" srcOrd="1" destOrd="0" parTransId="{B7D0101A-8C18-9F4E-B1E0-3420E4D11F98}" sibTransId="{2A671FBC-865F-7A46-A6BA-C8695BDC8951}"/>
    <dgm:cxn modelId="{0657BCDC-C3D1-4142-9BB7-F132275E38B7}" srcId="{3B1EC289-8214-F146-BB71-2C909A9B4255}" destId="{854DE9EE-EF2A-934F-80B6-02C6082010BD}" srcOrd="4" destOrd="0" parTransId="{608E976D-E4D4-8D4C-ABB3-423BBE1D0558}" sibTransId="{0B195D78-FD37-F846-A107-0A820CE2AF60}"/>
    <dgm:cxn modelId="{2F3DD5EA-AEB2-C94E-827E-7A61C6C30013}" type="presOf" srcId="{3B1EC289-8214-F146-BB71-2C909A9B4255}" destId="{0D9DFC66-5FC0-B549-8F87-4CBC07A45934}" srcOrd="0" destOrd="0" presId="urn:microsoft.com/office/officeart/2005/8/layout/StepDownProcess"/>
    <dgm:cxn modelId="{233D6C8F-3AE5-724B-966C-9BD2214E6A2D}" type="presParOf" srcId="{0D9DFC66-5FC0-B549-8F87-4CBC07A45934}" destId="{19202EF7-FCC2-7A45-9722-4FB4F2D81A34}" srcOrd="0" destOrd="0" presId="urn:microsoft.com/office/officeart/2005/8/layout/StepDownProcess"/>
    <dgm:cxn modelId="{4A4809BE-30C3-3D4A-9636-7946EF8B7BF5}" type="presParOf" srcId="{19202EF7-FCC2-7A45-9722-4FB4F2D81A34}" destId="{6E3954B1-6EED-1B44-837B-B07FC69CB143}" srcOrd="0" destOrd="0" presId="urn:microsoft.com/office/officeart/2005/8/layout/StepDownProcess"/>
    <dgm:cxn modelId="{F23D84D2-767C-6D44-9312-7894F3B5101E}" type="presParOf" srcId="{19202EF7-FCC2-7A45-9722-4FB4F2D81A34}" destId="{A647E8E4-2F33-F84C-AB72-336ADD0ADBE2}" srcOrd="1" destOrd="0" presId="urn:microsoft.com/office/officeart/2005/8/layout/StepDownProcess"/>
    <dgm:cxn modelId="{195B4450-614A-6247-AD73-060B848B150D}" type="presParOf" srcId="{19202EF7-FCC2-7A45-9722-4FB4F2D81A34}" destId="{37287068-53C0-A449-B3A2-540DCF141294}" srcOrd="2" destOrd="0" presId="urn:microsoft.com/office/officeart/2005/8/layout/StepDownProcess"/>
    <dgm:cxn modelId="{986E32AC-BA99-EA46-B4A4-360D6234CFDF}" type="presParOf" srcId="{0D9DFC66-5FC0-B549-8F87-4CBC07A45934}" destId="{346B2EA1-3680-8844-971B-E95E187CE49D}" srcOrd="1" destOrd="0" presId="urn:microsoft.com/office/officeart/2005/8/layout/StepDownProcess"/>
    <dgm:cxn modelId="{04A20E71-3056-3B40-BE22-A4BFCCA47850}" type="presParOf" srcId="{0D9DFC66-5FC0-B549-8F87-4CBC07A45934}" destId="{1B73CD74-B41C-1545-81CF-BA1E495E9B5B}" srcOrd="2" destOrd="0" presId="urn:microsoft.com/office/officeart/2005/8/layout/StepDownProcess"/>
    <dgm:cxn modelId="{8CDF5F2C-892E-4D40-B355-350949A431C6}" type="presParOf" srcId="{1B73CD74-B41C-1545-81CF-BA1E495E9B5B}" destId="{72DF9130-3F0E-7740-9A43-05C4E657535A}" srcOrd="0" destOrd="0" presId="urn:microsoft.com/office/officeart/2005/8/layout/StepDownProcess"/>
    <dgm:cxn modelId="{EB7E6FAA-73E6-AB4C-B298-3BD1E3E9A0FE}" type="presParOf" srcId="{1B73CD74-B41C-1545-81CF-BA1E495E9B5B}" destId="{90786F9E-D1CB-1846-B498-6C660E4DF89A}" srcOrd="1" destOrd="0" presId="urn:microsoft.com/office/officeart/2005/8/layout/StepDownProcess"/>
    <dgm:cxn modelId="{17F39E4F-93F6-9A48-86BC-43BCD6751D85}" type="presParOf" srcId="{1B73CD74-B41C-1545-81CF-BA1E495E9B5B}" destId="{265E6D32-4C88-034B-9A04-3081551E572A}" srcOrd="2" destOrd="0" presId="urn:microsoft.com/office/officeart/2005/8/layout/StepDownProcess"/>
    <dgm:cxn modelId="{41224A38-B999-EA46-AF2C-C5FC166BBA42}" type="presParOf" srcId="{0D9DFC66-5FC0-B549-8F87-4CBC07A45934}" destId="{208FD9A9-2372-E846-B3E1-7ACEAA58482F}" srcOrd="3" destOrd="0" presId="urn:microsoft.com/office/officeart/2005/8/layout/StepDownProcess"/>
    <dgm:cxn modelId="{DEF6DF26-DD10-3F4F-BE31-68DA1DD38D36}" type="presParOf" srcId="{0D9DFC66-5FC0-B549-8F87-4CBC07A45934}" destId="{1F1404F7-26BF-2343-8197-FCDFB2FE7F01}" srcOrd="4" destOrd="0" presId="urn:microsoft.com/office/officeart/2005/8/layout/StepDownProcess"/>
    <dgm:cxn modelId="{C0F19548-65FF-2443-B4B9-09557B8B95B3}" type="presParOf" srcId="{1F1404F7-26BF-2343-8197-FCDFB2FE7F01}" destId="{5131C164-FA04-9A47-9918-E00217F25D01}" srcOrd="0" destOrd="0" presId="urn:microsoft.com/office/officeart/2005/8/layout/StepDownProcess"/>
    <dgm:cxn modelId="{35E4CF6A-7EE8-344A-9108-2D803CD7B5DA}" type="presParOf" srcId="{1F1404F7-26BF-2343-8197-FCDFB2FE7F01}" destId="{3F5D294B-D021-6849-99E2-53A101EED584}" srcOrd="1" destOrd="0" presId="urn:microsoft.com/office/officeart/2005/8/layout/StepDownProcess"/>
    <dgm:cxn modelId="{E4282075-D82F-E947-B8E9-8E62B0E6EDD2}" type="presParOf" srcId="{1F1404F7-26BF-2343-8197-FCDFB2FE7F01}" destId="{ABAF3E2A-3D21-6147-B2B2-C68545423DDB}" srcOrd="2" destOrd="0" presId="urn:microsoft.com/office/officeart/2005/8/layout/StepDownProcess"/>
    <dgm:cxn modelId="{183CDA42-48BC-0945-BC48-853D274F0D59}" type="presParOf" srcId="{0D9DFC66-5FC0-B549-8F87-4CBC07A45934}" destId="{5B40ED74-F34F-7243-B23C-EAA7637B5A3F}" srcOrd="5" destOrd="0" presId="urn:microsoft.com/office/officeart/2005/8/layout/StepDownProcess"/>
    <dgm:cxn modelId="{D48309E8-2269-584F-8F16-52C6A6EFACA3}" type="presParOf" srcId="{0D9DFC66-5FC0-B549-8F87-4CBC07A45934}" destId="{245E7C01-73DE-3849-9B2A-5FD19A0681F6}" srcOrd="6" destOrd="0" presId="urn:microsoft.com/office/officeart/2005/8/layout/StepDownProcess"/>
    <dgm:cxn modelId="{B005BEB4-0A76-764C-9E34-A07D2DE1BF23}" type="presParOf" srcId="{245E7C01-73DE-3849-9B2A-5FD19A0681F6}" destId="{1E3F0325-2B0B-EF49-9B8B-379E5CE42585}" srcOrd="0" destOrd="0" presId="urn:microsoft.com/office/officeart/2005/8/layout/StepDownProcess"/>
    <dgm:cxn modelId="{BE8C40A0-9F68-6D46-92B3-29E17243D6A1}" type="presParOf" srcId="{245E7C01-73DE-3849-9B2A-5FD19A0681F6}" destId="{9ED16A79-43F6-4649-AB1A-FA5A85136AA7}" srcOrd="1" destOrd="0" presId="urn:microsoft.com/office/officeart/2005/8/layout/StepDownProcess"/>
    <dgm:cxn modelId="{2117F23D-DA0F-DC45-8CD9-4F41C3986D0A}" type="presParOf" srcId="{245E7C01-73DE-3849-9B2A-5FD19A0681F6}" destId="{103F7147-63EC-3042-A37E-DD356F4984B1}" srcOrd="2" destOrd="0" presId="urn:microsoft.com/office/officeart/2005/8/layout/StepDownProcess"/>
    <dgm:cxn modelId="{1338C593-5862-FA4D-9F9A-471B89767E5F}" type="presParOf" srcId="{0D9DFC66-5FC0-B549-8F87-4CBC07A45934}" destId="{42274C50-2D94-AF41-9E33-487D8A4B5A14}" srcOrd="7" destOrd="0" presId="urn:microsoft.com/office/officeart/2005/8/layout/StepDownProcess"/>
    <dgm:cxn modelId="{60DBB748-6F49-5E4C-823E-6EBCDF9C061D}" type="presParOf" srcId="{0D9DFC66-5FC0-B549-8F87-4CBC07A45934}" destId="{5C79C349-3CF0-C840-B77F-147B0EF1E0F8}" srcOrd="8" destOrd="0" presId="urn:microsoft.com/office/officeart/2005/8/layout/StepDownProcess"/>
    <dgm:cxn modelId="{447B8FE2-D5E1-654D-A4AF-A974E1074A6D}" type="presParOf" srcId="{5C79C349-3CF0-C840-B77F-147B0EF1E0F8}" destId="{61040D85-8D23-F74B-9A60-799A25D92C82}"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7465A7-6928-5848-B44E-420A259710F4}" type="doc">
      <dgm:prSet loTypeId="urn:microsoft.com/office/officeart/2005/8/layout/venn1" loCatId="" qsTypeId="urn:microsoft.com/office/officeart/2005/8/quickstyle/simple1" qsCatId="simple" csTypeId="urn:microsoft.com/office/officeart/2005/8/colors/colorful5" csCatId="colorful" phldr="1"/>
      <dgm:spPr/>
    </dgm:pt>
    <dgm:pt modelId="{18AF5850-FA80-2C4D-A3B8-392B1C7D7AA7}">
      <dgm:prSet phldrT="[Text]" custT="1"/>
      <dgm:spPr/>
      <dgm:t>
        <a:bodyPr rtlCol="1"/>
        <a:lstStyle/>
        <a:p>
          <a:pPr rtl="1"/>
          <a:r>
            <a:rPr lang="ar" sz="2500" dirty="0"/>
            <a:t>الفريق</a:t>
          </a:r>
        </a:p>
      </dgm:t>
    </dgm:pt>
    <dgm:pt modelId="{9FFD4D65-AB39-9A49-8322-E6B310EA210F}" type="parTrans" cxnId="{CB5FDE81-5CF2-CF44-A651-DAFE793425BD}">
      <dgm:prSet/>
      <dgm:spPr/>
      <dgm:t>
        <a:bodyPr rtlCol="1"/>
        <a:lstStyle/>
        <a:p>
          <a:pPr rtl="1"/>
          <a:endParaRPr lang="en-GB"/>
        </a:p>
      </dgm:t>
    </dgm:pt>
    <dgm:pt modelId="{1EA7AB1F-A3FA-6D44-9253-6833A4D0D160}" type="sibTrans" cxnId="{CB5FDE81-5CF2-CF44-A651-DAFE793425BD}">
      <dgm:prSet/>
      <dgm:spPr/>
      <dgm:t>
        <a:bodyPr rtlCol="1"/>
        <a:lstStyle/>
        <a:p>
          <a:pPr rtl="1"/>
          <a:endParaRPr lang="en-GB"/>
        </a:p>
      </dgm:t>
    </dgm:pt>
    <dgm:pt modelId="{97967BB5-A94C-B74B-966B-5DB8A03F15D6}">
      <dgm:prSet phldrT="[Text]" custT="1"/>
      <dgm:spPr/>
      <dgm:t>
        <a:bodyPr rtlCol="1"/>
        <a:lstStyle/>
        <a:p>
          <a:pPr rtl="1"/>
          <a:r>
            <a:rPr lang="ar" sz="2500" dirty="0"/>
            <a:t>الفرد</a:t>
          </a:r>
        </a:p>
      </dgm:t>
    </dgm:pt>
    <dgm:pt modelId="{C964FB5F-B562-B54A-8145-B68525E873FB}" type="parTrans" cxnId="{2B45F08C-6B3C-A24D-8B79-ED4EE931160E}">
      <dgm:prSet/>
      <dgm:spPr/>
      <dgm:t>
        <a:bodyPr rtlCol="1"/>
        <a:lstStyle/>
        <a:p>
          <a:pPr rtl="1"/>
          <a:endParaRPr lang="en-GB"/>
        </a:p>
      </dgm:t>
    </dgm:pt>
    <dgm:pt modelId="{7F149BB7-2AC1-F543-A006-9444047081CF}" type="sibTrans" cxnId="{2B45F08C-6B3C-A24D-8B79-ED4EE931160E}">
      <dgm:prSet/>
      <dgm:spPr/>
      <dgm:t>
        <a:bodyPr rtlCol="1"/>
        <a:lstStyle/>
        <a:p>
          <a:pPr rtl="1"/>
          <a:endParaRPr lang="en-GB"/>
        </a:p>
      </dgm:t>
    </dgm:pt>
    <dgm:pt modelId="{7E6FD940-E0C3-DC44-BE24-ABCDEEC750F6}">
      <dgm:prSet phldrT="[Text]" custT="1"/>
      <dgm:spPr/>
      <dgm:t>
        <a:bodyPr rtlCol="1"/>
        <a:lstStyle/>
        <a:p>
          <a:pPr rtl="1"/>
          <a:r>
            <a:rPr lang="ar" sz="2500" dirty="0"/>
            <a:t>المهمة</a:t>
          </a:r>
        </a:p>
      </dgm:t>
    </dgm:pt>
    <dgm:pt modelId="{3F454EBE-6A16-694B-935C-64F8B773654F}" type="parTrans" cxnId="{FF825678-57D8-1B43-A50B-AE28F136ED6D}">
      <dgm:prSet/>
      <dgm:spPr/>
      <dgm:t>
        <a:bodyPr rtlCol="1"/>
        <a:lstStyle/>
        <a:p>
          <a:pPr rtl="1"/>
          <a:endParaRPr lang="en-GB"/>
        </a:p>
      </dgm:t>
    </dgm:pt>
    <dgm:pt modelId="{7CBDAD56-EA1D-1841-B6AF-79F52B5B094A}" type="sibTrans" cxnId="{FF825678-57D8-1B43-A50B-AE28F136ED6D}">
      <dgm:prSet/>
      <dgm:spPr/>
      <dgm:t>
        <a:bodyPr rtlCol="1"/>
        <a:lstStyle/>
        <a:p>
          <a:pPr rtl="1"/>
          <a:endParaRPr lang="en-GB"/>
        </a:p>
      </dgm:t>
    </dgm:pt>
    <dgm:pt modelId="{B333E920-E04B-0141-89B3-ADDD50C1E410}" type="pres">
      <dgm:prSet presAssocID="{B37465A7-6928-5848-B44E-420A259710F4}" presName="compositeShape" presStyleCnt="0">
        <dgm:presLayoutVars>
          <dgm:chMax val="7"/>
          <dgm:dir/>
          <dgm:resizeHandles val="exact"/>
        </dgm:presLayoutVars>
      </dgm:prSet>
      <dgm:spPr/>
    </dgm:pt>
    <dgm:pt modelId="{9D477A12-FC1B-FF49-8EAC-639B782EA84F}" type="pres">
      <dgm:prSet presAssocID="{18AF5850-FA80-2C4D-A3B8-392B1C7D7AA7}" presName="circ1" presStyleLbl="vennNode1" presStyleIdx="0" presStyleCnt="3"/>
      <dgm:spPr/>
    </dgm:pt>
    <dgm:pt modelId="{AD99A7BF-C68F-1241-86FC-1FC664F792F3}" type="pres">
      <dgm:prSet presAssocID="{18AF5850-FA80-2C4D-A3B8-392B1C7D7AA7}" presName="circ1Tx" presStyleLbl="revTx" presStyleIdx="0" presStyleCnt="0">
        <dgm:presLayoutVars>
          <dgm:chMax val="0"/>
          <dgm:chPref val="0"/>
          <dgm:bulletEnabled val="1"/>
        </dgm:presLayoutVars>
      </dgm:prSet>
      <dgm:spPr/>
    </dgm:pt>
    <dgm:pt modelId="{622EFC41-E42C-5D42-8876-741B5981B1FF}" type="pres">
      <dgm:prSet presAssocID="{97967BB5-A94C-B74B-966B-5DB8A03F15D6}" presName="circ2" presStyleLbl="vennNode1" presStyleIdx="1" presStyleCnt="3"/>
      <dgm:spPr/>
    </dgm:pt>
    <dgm:pt modelId="{46FE1209-A36E-5349-9335-9B108E2D05CC}" type="pres">
      <dgm:prSet presAssocID="{97967BB5-A94C-B74B-966B-5DB8A03F15D6}" presName="circ2Tx" presStyleLbl="revTx" presStyleIdx="0" presStyleCnt="0">
        <dgm:presLayoutVars>
          <dgm:chMax val="0"/>
          <dgm:chPref val="0"/>
          <dgm:bulletEnabled val="1"/>
        </dgm:presLayoutVars>
      </dgm:prSet>
      <dgm:spPr/>
    </dgm:pt>
    <dgm:pt modelId="{DB560B07-7E3E-6143-9E67-A939C9DD8346}" type="pres">
      <dgm:prSet presAssocID="{7E6FD940-E0C3-DC44-BE24-ABCDEEC750F6}" presName="circ3" presStyleLbl="vennNode1" presStyleIdx="2" presStyleCnt="3"/>
      <dgm:spPr/>
    </dgm:pt>
    <dgm:pt modelId="{BF5E8C37-205C-D14D-9804-4C32F19A337A}" type="pres">
      <dgm:prSet presAssocID="{7E6FD940-E0C3-DC44-BE24-ABCDEEC750F6}" presName="circ3Tx" presStyleLbl="revTx" presStyleIdx="0" presStyleCnt="0">
        <dgm:presLayoutVars>
          <dgm:chMax val="0"/>
          <dgm:chPref val="0"/>
          <dgm:bulletEnabled val="1"/>
        </dgm:presLayoutVars>
      </dgm:prSet>
      <dgm:spPr/>
    </dgm:pt>
  </dgm:ptLst>
  <dgm:cxnLst>
    <dgm:cxn modelId="{15032D08-EDD4-7442-A4AF-A9CB284F42C2}" type="presOf" srcId="{97967BB5-A94C-B74B-966B-5DB8A03F15D6}" destId="{622EFC41-E42C-5D42-8876-741B5981B1FF}" srcOrd="0" destOrd="0" presId="urn:microsoft.com/office/officeart/2005/8/layout/venn1"/>
    <dgm:cxn modelId="{0750982A-6656-A945-B454-09F469E74F2F}" type="presOf" srcId="{97967BB5-A94C-B74B-966B-5DB8A03F15D6}" destId="{46FE1209-A36E-5349-9335-9B108E2D05CC}" srcOrd="1" destOrd="0" presId="urn:microsoft.com/office/officeart/2005/8/layout/venn1"/>
    <dgm:cxn modelId="{C9854A2C-C3AD-E346-B788-9661BB140D93}" type="presOf" srcId="{18AF5850-FA80-2C4D-A3B8-392B1C7D7AA7}" destId="{AD99A7BF-C68F-1241-86FC-1FC664F792F3}" srcOrd="1" destOrd="0" presId="urn:microsoft.com/office/officeart/2005/8/layout/venn1"/>
    <dgm:cxn modelId="{856A8E6B-0D04-0B4C-8AA8-580A045799A8}" type="presOf" srcId="{B37465A7-6928-5848-B44E-420A259710F4}" destId="{B333E920-E04B-0141-89B3-ADDD50C1E410}" srcOrd="0" destOrd="0" presId="urn:microsoft.com/office/officeart/2005/8/layout/venn1"/>
    <dgm:cxn modelId="{FF825678-57D8-1B43-A50B-AE28F136ED6D}" srcId="{B37465A7-6928-5848-B44E-420A259710F4}" destId="{7E6FD940-E0C3-DC44-BE24-ABCDEEC750F6}" srcOrd="2" destOrd="0" parTransId="{3F454EBE-6A16-694B-935C-64F8B773654F}" sibTransId="{7CBDAD56-EA1D-1841-B6AF-79F52B5B094A}"/>
    <dgm:cxn modelId="{CB5FDE81-5CF2-CF44-A651-DAFE793425BD}" srcId="{B37465A7-6928-5848-B44E-420A259710F4}" destId="{18AF5850-FA80-2C4D-A3B8-392B1C7D7AA7}" srcOrd="0" destOrd="0" parTransId="{9FFD4D65-AB39-9A49-8322-E6B310EA210F}" sibTransId="{1EA7AB1F-A3FA-6D44-9253-6833A4D0D160}"/>
    <dgm:cxn modelId="{2B45F08C-6B3C-A24D-8B79-ED4EE931160E}" srcId="{B37465A7-6928-5848-B44E-420A259710F4}" destId="{97967BB5-A94C-B74B-966B-5DB8A03F15D6}" srcOrd="1" destOrd="0" parTransId="{C964FB5F-B562-B54A-8145-B68525E873FB}" sibTransId="{7F149BB7-2AC1-F543-A006-9444047081CF}"/>
    <dgm:cxn modelId="{32BD9DD5-D365-B94E-8758-53E5FCB76BAE}" type="presOf" srcId="{7E6FD940-E0C3-DC44-BE24-ABCDEEC750F6}" destId="{BF5E8C37-205C-D14D-9804-4C32F19A337A}" srcOrd="1" destOrd="0" presId="urn:microsoft.com/office/officeart/2005/8/layout/venn1"/>
    <dgm:cxn modelId="{603CBADC-4A47-0045-98AB-4E2EC1EDB9E1}" type="presOf" srcId="{7E6FD940-E0C3-DC44-BE24-ABCDEEC750F6}" destId="{DB560B07-7E3E-6143-9E67-A939C9DD8346}" srcOrd="0" destOrd="0" presId="urn:microsoft.com/office/officeart/2005/8/layout/venn1"/>
    <dgm:cxn modelId="{9E4D35E4-351A-2340-9F41-1BD1D2AF3956}" type="presOf" srcId="{18AF5850-FA80-2C4D-A3B8-392B1C7D7AA7}" destId="{9D477A12-FC1B-FF49-8EAC-639B782EA84F}" srcOrd="0" destOrd="0" presId="urn:microsoft.com/office/officeart/2005/8/layout/venn1"/>
    <dgm:cxn modelId="{DB3D281F-C13F-FF44-B3A0-A235CD5832B5}" type="presParOf" srcId="{B333E920-E04B-0141-89B3-ADDD50C1E410}" destId="{9D477A12-FC1B-FF49-8EAC-639B782EA84F}" srcOrd="0" destOrd="0" presId="urn:microsoft.com/office/officeart/2005/8/layout/venn1"/>
    <dgm:cxn modelId="{E3D50C22-6E15-8E43-8445-6C546D2C8EF0}" type="presParOf" srcId="{B333E920-E04B-0141-89B3-ADDD50C1E410}" destId="{AD99A7BF-C68F-1241-86FC-1FC664F792F3}" srcOrd="1" destOrd="0" presId="urn:microsoft.com/office/officeart/2005/8/layout/venn1"/>
    <dgm:cxn modelId="{4ABC0DF9-AC40-1640-86F2-2D1DC80C6463}" type="presParOf" srcId="{B333E920-E04B-0141-89B3-ADDD50C1E410}" destId="{622EFC41-E42C-5D42-8876-741B5981B1FF}" srcOrd="2" destOrd="0" presId="urn:microsoft.com/office/officeart/2005/8/layout/venn1"/>
    <dgm:cxn modelId="{42CBB131-2F2D-EC48-8AD8-BE1A84E08EBC}" type="presParOf" srcId="{B333E920-E04B-0141-89B3-ADDD50C1E410}" destId="{46FE1209-A36E-5349-9335-9B108E2D05CC}" srcOrd="3" destOrd="0" presId="urn:microsoft.com/office/officeart/2005/8/layout/venn1"/>
    <dgm:cxn modelId="{B367F549-9519-D94A-BEDF-9F5F79E80874}" type="presParOf" srcId="{B333E920-E04B-0141-89B3-ADDD50C1E410}" destId="{DB560B07-7E3E-6143-9E67-A939C9DD8346}" srcOrd="4" destOrd="0" presId="urn:microsoft.com/office/officeart/2005/8/layout/venn1"/>
    <dgm:cxn modelId="{79F25C00-9EA7-0A4E-ACAB-0E96E249DD90}" type="presParOf" srcId="{B333E920-E04B-0141-89B3-ADDD50C1E410}" destId="{BF5E8C37-205C-D14D-9804-4C32F19A337A}"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9938E6-86A9-A045-B29D-98D362C9AA90}" type="doc">
      <dgm:prSet loTypeId="urn:microsoft.com/office/officeart/2005/8/layout/arrow1" loCatId="" qsTypeId="urn:microsoft.com/office/officeart/2005/8/quickstyle/simple1" qsCatId="simple" csTypeId="urn:microsoft.com/office/officeart/2005/8/colors/accent0_3" csCatId="mainScheme" phldr="1"/>
      <dgm:spPr/>
      <dgm:t>
        <a:bodyPr rtlCol="1"/>
        <a:lstStyle/>
        <a:p>
          <a:pPr rtl="1"/>
          <a:endParaRPr lang="en-GB"/>
        </a:p>
      </dgm:t>
    </dgm:pt>
    <dgm:pt modelId="{329224CA-1322-E949-A36B-AC0D67CCAA02}">
      <dgm:prSet phldrT="[Text]" custT="1"/>
      <dgm:spPr/>
      <dgm:t>
        <a:bodyPr rtlCol="1"/>
        <a:lstStyle/>
        <a:p>
          <a:pPr rtl="1"/>
          <a:r>
            <a:rPr lang="ar" sz="1600" b="1" dirty="0"/>
            <a:t>نظرية إكس</a:t>
          </a:r>
        </a:p>
        <a:p>
          <a:pPr rtl="1"/>
          <a:r>
            <a:rPr lang="ar" sz="1300" dirty="0"/>
            <a:t>الناس يعملون فقط </a:t>
          </a:r>
          <a:br>
            <a:rPr lang="ar-EG" sz="1300" dirty="0"/>
          </a:br>
          <a:r>
            <a:rPr lang="ar" sz="1300" dirty="0"/>
            <a:t>من أجل المال</a:t>
          </a:r>
        </a:p>
      </dgm:t>
    </dgm:pt>
    <dgm:pt modelId="{5F3D9732-505A-D841-921A-975D187E6345}" type="parTrans" cxnId="{B11DCC2B-DAC6-644F-ABBF-D138BCE7AA8C}">
      <dgm:prSet/>
      <dgm:spPr/>
      <dgm:t>
        <a:bodyPr rtlCol="1"/>
        <a:lstStyle/>
        <a:p>
          <a:pPr rtl="1"/>
          <a:endParaRPr lang="en-GB"/>
        </a:p>
      </dgm:t>
    </dgm:pt>
    <dgm:pt modelId="{430279C2-62D0-4744-9E42-0B1290EDAC40}" type="sibTrans" cxnId="{B11DCC2B-DAC6-644F-ABBF-D138BCE7AA8C}">
      <dgm:prSet/>
      <dgm:spPr/>
      <dgm:t>
        <a:bodyPr rtlCol="1"/>
        <a:lstStyle/>
        <a:p>
          <a:pPr rtl="1"/>
          <a:endParaRPr lang="en-GB"/>
        </a:p>
      </dgm:t>
    </dgm:pt>
    <dgm:pt modelId="{66514226-DF7F-FC4A-9CFE-98519EB53F8C}">
      <dgm:prSet phldrT="[Text]" custT="1"/>
      <dgm:spPr/>
      <dgm:t>
        <a:bodyPr rtlCol="1"/>
        <a:lstStyle/>
        <a:p>
          <a:pPr rtl="1"/>
          <a:r>
            <a:rPr lang="ar" sz="1800" b="1"/>
            <a:t>نظرية واي </a:t>
          </a:r>
        </a:p>
        <a:p>
          <a:pPr rtl="1"/>
          <a:r>
            <a:rPr lang="ar" sz="1400"/>
            <a:t>الناس لديهم دوافع ذاتية</a:t>
          </a:r>
        </a:p>
      </dgm:t>
    </dgm:pt>
    <dgm:pt modelId="{2A9383E0-4B99-A842-AF3F-FFCC9ACD62C9}" type="parTrans" cxnId="{2454521A-0F4A-2046-9765-396AF138F75D}">
      <dgm:prSet/>
      <dgm:spPr/>
      <dgm:t>
        <a:bodyPr rtlCol="1"/>
        <a:lstStyle/>
        <a:p>
          <a:pPr rtl="1"/>
          <a:endParaRPr lang="en-GB"/>
        </a:p>
      </dgm:t>
    </dgm:pt>
    <dgm:pt modelId="{6F6BBD9E-8D93-EE46-8A5C-46412BF0DE9B}" type="sibTrans" cxnId="{2454521A-0F4A-2046-9765-396AF138F75D}">
      <dgm:prSet/>
      <dgm:spPr/>
      <dgm:t>
        <a:bodyPr rtlCol="1"/>
        <a:lstStyle/>
        <a:p>
          <a:pPr rtl="1"/>
          <a:endParaRPr lang="en-GB"/>
        </a:p>
      </dgm:t>
    </dgm:pt>
    <dgm:pt modelId="{7EA3748B-7AD1-3746-89B9-0B602BDD8BF7}" type="pres">
      <dgm:prSet presAssocID="{9E9938E6-86A9-A045-B29D-98D362C9AA90}" presName="cycle" presStyleCnt="0">
        <dgm:presLayoutVars>
          <dgm:dir val="rev"/>
          <dgm:resizeHandles val="exact"/>
        </dgm:presLayoutVars>
      </dgm:prSet>
      <dgm:spPr/>
    </dgm:pt>
    <dgm:pt modelId="{0DF21FE5-2730-104B-B6DE-14546BA28425}" type="pres">
      <dgm:prSet presAssocID="{329224CA-1322-E949-A36B-AC0D67CCAA02}" presName="arrow" presStyleLbl="node1" presStyleIdx="0" presStyleCnt="2">
        <dgm:presLayoutVars>
          <dgm:bulletEnabled val="1"/>
        </dgm:presLayoutVars>
      </dgm:prSet>
      <dgm:spPr/>
    </dgm:pt>
    <dgm:pt modelId="{7A1967C1-F876-334F-89A8-106413A7CC04}" type="pres">
      <dgm:prSet presAssocID="{66514226-DF7F-FC4A-9CFE-98519EB53F8C}" presName="arrow" presStyleLbl="node1" presStyleIdx="1" presStyleCnt="2" custRadScaleRad="98317" custRadScaleInc="12">
        <dgm:presLayoutVars>
          <dgm:bulletEnabled val="1"/>
        </dgm:presLayoutVars>
      </dgm:prSet>
      <dgm:spPr/>
    </dgm:pt>
  </dgm:ptLst>
  <dgm:cxnLst>
    <dgm:cxn modelId="{2454521A-0F4A-2046-9765-396AF138F75D}" srcId="{9E9938E6-86A9-A045-B29D-98D362C9AA90}" destId="{66514226-DF7F-FC4A-9CFE-98519EB53F8C}" srcOrd="1" destOrd="0" parTransId="{2A9383E0-4B99-A842-AF3F-FFCC9ACD62C9}" sibTransId="{6F6BBD9E-8D93-EE46-8A5C-46412BF0DE9B}"/>
    <dgm:cxn modelId="{B11DCC2B-DAC6-644F-ABBF-D138BCE7AA8C}" srcId="{9E9938E6-86A9-A045-B29D-98D362C9AA90}" destId="{329224CA-1322-E949-A36B-AC0D67CCAA02}" srcOrd="0" destOrd="0" parTransId="{5F3D9732-505A-D841-921A-975D187E6345}" sibTransId="{430279C2-62D0-4744-9E42-0B1290EDAC40}"/>
    <dgm:cxn modelId="{7D543372-D045-A446-B222-9271BC456FD4}" type="presOf" srcId="{329224CA-1322-E949-A36B-AC0D67CCAA02}" destId="{0DF21FE5-2730-104B-B6DE-14546BA28425}" srcOrd="0" destOrd="0" presId="urn:microsoft.com/office/officeart/2005/8/layout/arrow1"/>
    <dgm:cxn modelId="{BD653FCF-E645-EA40-B1DA-057FC3A80C97}" type="presOf" srcId="{9E9938E6-86A9-A045-B29D-98D362C9AA90}" destId="{7EA3748B-7AD1-3746-89B9-0B602BDD8BF7}" srcOrd="0" destOrd="0" presId="urn:microsoft.com/office/officeart/2005/8/layout/arrow1"/>
    <dgm:cxn modelId="{23FCCCED-4C20-0949-80D4-72298D79032A}" type="presOf" srcId="{66514226-DF7F-FC4A-9CFE-98519EB53F8C}" destId="{7A1967C1-F876-334F-89A8-106413A7CC04}" srcOrd="0" destOrd="0" presId="urn:microsoft.com/office/officeart/2005/8/layout/arrow1"/>
    <dgm:cxn modelId="{E88B56A6-47A1-D74B-B5A8-04E229FC26F8}" type="presParOf" srcId="{7EA3748B-7AD1-3746-89B9-0B602BDD8BF7}" destId="{0DF21FE5-2730-104B-B6DE-14546BA28425}" srcOrd="0" destOrd="0" presId="urn:microsoft.com/office/officeart/2005/8/layout/arrow1"/>
    <dgm:cxn modelId="{653985D4-FFFE-DF47-971F-1F41F32098FF}" type="presParOf" srcId="{7EA3748B-7AD1-3746-89B9-0B602BDD8BF7}" destId="{7A1967C1-F876-334F-89A8-106413A7CC04}" srcOrd="1" destOrd="0" presId="urn:microsoft.com/office/officeart/2005/8/layout/arrow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7E21E17-FB7E-A244-8961-169AF4DE518A}" type="doc">
      <dgm:prSet loTypeId="urn:microsoft.com/office/officeart/2005/8/layout/arrow3" loCatId="" qsTypeId="urn:microsoft.com/office/officeart/2005/8/quickstyle/simple1" qsCatId="simple" csTypeId="urn:microsoft.com/office/officeart/2005/8/colors/accent2_5" csCatId="accent2" phldr="1"/>
      <dgm:spPr/>
      <dgm:t>
        <a:bodyPr rtlCol="1"/>
        <a:lstStyle/>
        <a:p>
          <a:pPr rtl="1"/>
          <a:endParaRPr lang="en-GB"/>
        </a:p>
      </dgm:t>
    </dgm:pt>
    <dgm:pt modelId="{AAED6718-07AC-874B-A404-6E3F6ABE85CA}">
      <dgm:prSet phldrT="[Text]" custT="1"/>
      <dgm:spPr/>
      <dgm:t>
        <a:bodyPr rtlCol="1"/>
        <a:lstStyle/>
        <a:p>
          <a:pPr rtl="1"/>
          <a:r>
            <a:rPr lang="ar" sz="1400" b="1"/>
            <a:t>المحفزات</a:t>
          </a:r>
        </a:p>
      </dgm:t>
    </dgm:pt>
    <dgm:pt modelId="{5FFC93A2-4232-EA49-87E0-3CAAC696385B}" type="parTrans" cxnId="{EA23BE8F-0AB8-6640-BE29-0EBC7123CE9F}">
      <dgm:prSet/>
      <dgm:spPr/>
      <dgm:t>
        <a:bodyPr rtlCol="1"/>
        <a:lstStyle/>
        <a:p>
          <a:pPr rtl="1"/>
          <a:endParaRPr lang="en-GB"/>
        </a:p>
      </dgm:t>
    </dgm:pt>
    <dgm:pt modelId="{EC3B14BD-0D38-5746-98AE-EA6E93741709}" type="sibTrans" cxnId="{EA23BE8F-0AB8-6640-BE29-0EBC7123CE9F}">
      <dgm:prSet/>
      <dgm:spPr/>
      <dgm:t>
        <a:bodyPr rtlCol="1"/>
        <a:lstStyle/>
        <a:p>
          <a:pPr rtl="1"/>
          <a:endParaRPr lang="en-GB"/>
        </a:p>
      </dgm:t>
    </dgm:pt>
    <dgm:pt modelId="{60122D7F-82AA-6649-9A33-0B104306D746}">
      <dgm:prSet phldrT="[Text]" custT="1"/>
      <dgm:spPr/>
      <dgm:t>
        <a:bodyPr rtlCol="1"/>
        <a:lstStyle/>
        <a:p>
          <a:pPr rtl="1"/>
          <a:r>
            <a:rPr lang="ar" sz="1400" b="1"/>
            <a:t>المثبطات</a:t>
          </a:r>
        </a:p>
      </dgm:t>
    </dgm:pt>
    <dgm:pt modelId="{EB73182A-4EC5-4549-B232-FF9199CE35C1}" type="parTrans" cxnId="{EB014C86-763F-4A4B-A8D2-ACD4C64011D0}">
      <dgm:prSet/>
      <dgm:spPr/>
      <dgm:t>
        <a:bodyPr rtlCol="1"/>
        <a:lstStyle/>
        <a:p>
          <a:pPr rtl="1"/>
          <a:endParaRPr lang="en-GB"/>
        </a:p>
      </dgm:t>
    </dgm:pt>
    <dgm:pt modelId="{55DA10F7-5D6A-CC42-903B-9FBCBE2ACD12}" type="sibTrans" cxnId="{EB014C86-763F-4A4B-A8D2-ACD4C64011D0}">
      <dgm:prSet/>
      <dgm:spPr/>
      <dgm:t>
        <a:bodyPr rtlCol="1"/>
        <a:lstStyle/>
        <a:p>
          <a:pPr rtl="1"/>
          <a:endParaRPr lang="en-GB"/>
        </a:p>
      </dgm:t>
    </dgm:pt>
    <dgm:pt modelId="{D0BD352D-2694-6142-95B7-466E5604F525}" type="pres">
      <dgm:prSet presAssocID="{A7E21E17-FB7E-A244-8961-169AF4DE518A}" presName="compositeShape" presStyleCnt="0">
        <dgm:presLayoutVars>
          <dgm:chMax val="2"/>
          <dgm:dir val="rev"/>
          <dgm:resizeHandles val="exact"/>
        </dgm:presLayoutVars>
      </dgm:prSet>
      <dgm:spPr/>
    </dgm:pt>
    <dgm:pt modelId="{EB2150A0-0168-7644-9A82-A1CDA9A355C3}" type="pres">
      <dgm:prSet presAssocID="{A7E21E17-FB7E-A244-8961-169AF4DE518A}" presName="divider" presStyleLbl="fgShp" presStyleIdx="0" presStyleCnt="1"/>
      <dgm:spPr/>
    </dgm:pt>
    <dgm:pt modelId="{22F57941-C3A6-F944-AFBC-EADBF9EA4639}" type="pres">
      <dgm:prSet presAssocID="{AAED6718-07AC-874B-A404-6E3F6ABE85CA}" presName="downArrow" presStyleLbl="node1" presStyleIdx="0" presStyleCnt="2"/>
      <dgm:spPr/>
    </dgm:pt>
    <dgm:pt modelId="{A62808F5-6F76-2E4D-A664-C1957D98E511}" type="pres">
      <dgm:prSet presAssocID="{AAED6718-07AC-874B-A404-6E3F6ABE85CA}" presName="downArrowText" presStyleLbl="revTx" presStyleIdx="0" presStyleCnt="2">
        <dgm:presLayoutVars>
          <dgm:bulletEnabled val="1"/>
        </dgm:presLayoutVars>
      </dgm:prSet>
      <dgm:spPr/>
    </dgm:pt>
    <dgm:pt modelId="{7CFAB260-96E7-184E-A79E-EE9CCBCF326C}" type="pres">
      <dgm:prSet presAssocID="{60122D7F-82AA-6649-9A33-0B104306D746}" presName="upArrow" presStyleLbl="node1" presStyleIdx="1" presStyleCnt="2"/>
      <dgm:spPr/>
    </dgm:pt>
    <dgm:pt modelId="{A91D9E34-7F17-C54A-BBFD-FD0D1E1426CC}" type="pres">
      <dgm:prSet presAssocID="{60122D7F-82AA-6649-9A33-0B104306D746}" presName="upArrowText" presStyleLbl="revTx" presStyleIdx="1" presStyleCnt="2" custScaleX="152659">
        <dgm:presLayoutVars>
          <dgm:bulletEnabled val="1"/>
        </dgm:presLayoutVars>
      </dgm:prSet>
      <dgm:spPr/>
    </dgm:pt>
  </dgm:ptLst>
  <dgm:cxnLst>
    <dgm:cxn modelId="{21CD2A37-1045-444F-BEE9-51656B200020}" type="presOf" srcId="{A7E21E17-FB7E-A244-8961-169AF4DE518A}" destId="{D0BD352D-2694-6142-95B7-466E5604F525}" srcOrd="0" destOrd="0" presId="urn:microsoft.com/office/officeart/2005/8/layout/arrow3"/>
    <dgm:cxn modelId="{8F3E5B76-7ED9-5E4C-B509-F1021B869675}" type="presOf" srcId="{60122D7F-82AA-6649-9A33-0B104306D746}" destId="{A91D9E34-7F17-C54A-BBFD-FD0D1E1426CC}" srcOrd="0" destOrd="0" presId="urn:microsoft.com/office/officeart/2005/8/layout/arrow3"/>
    <dgm:cxn modelId="{EB014C86-763F-4A4B-A8D2-ACD4C64011D0}" srcId="{A7E21E17-FB7E-A244-8961-169AF4DE518A}" destId="{60122D7F-82AA-6649-9A33-0B104306D746}" srcOrd="1" destOrd="0" parTransId="{EB73182A-4EC5-4549-B232-FF9199CE35C1}" sibTransId="{55DA10F7-5D6A-CC42-903B-9FBCBE2ACD12}"/>
    <dgm:cxn modelId="{EA23BE8F-0AB8-6640-BE29-0EBC7123CE9F}" srcId="{A7E21E17-FB7E-A244-8961-169AF4DE518A}" destId="{AAED6718-07AC-874B-A404-6E3F6ABE85CA}" srcOrd="0" destOrd="0" parTransId="{5FFC93A2-4232-EA49-87E0-3CAAC696385B}" sibTransId="{EC3B14BD-0D38-5746-98AE-EA6E93741709}"/>
    <dgm:cxn modelId="{807A2593-02D8-304A-85E4-AC4CD201636F}" type="presOf" srcId="{AAED6718-07AC-874B-A404-6E3F6ABE85CA}" destId="{A62808F5-6F76-2E4D-A664-C1957D98E511}" srcOrd="0" destOrd="0" presId="urn:microsoft.com/office/officeart/2005/8/layout/arrow3"/>
    <dgm:cxn modelId="{FCB508FF-1972-1B47-A907-90053E627BDE}" type="presParOf" srcId="{D0BD352D-2694-6142-95B7-466E5604F525}" destId="{EB2150A0-0168-7644-9A82-A1CDA9A355C3}" srcOrd="0" destOrd="0" presId="urn:microsoft.com/office/officeart/2005/8/layout/arrow3"/>
    <dgm:cxn modelId="{026C0FA3-E18A-544A-AFCD-82CAD3DD3574}" type="presParOf" srcId="{D0BD352D-2694-6142-95B7-466E5604F525}" destId="{22F57941-C3A6-F944-AFBC-EADBF9EA4639}" srcOrd="1" destOrd="0" presId="urn:microsoft.com/office/officeart/2005/8/layout/arrow3"/>
    <dgm:cxn modelId="{391DD26B-A083-944E-9A5A-EED5B4AA52F9}" type="presParOf" srcId="{D0BD352D-2694-6142-95B7-466E5604F525}" destId="{A62808F5-6F76-2E4D-A664-C1957D98E511}" srcOrd="2" destOrd="0" presId="urn:microsoft.com/office/officeart/2005/8/layout/arrow3"/>
    <dgm:cxn modelId="{7000595F-5D45-2943-8DA4-29BF75A2B3ED}" type="presParOf" srcId="{D0BD352D-2694-6142-95B7-466E5604F525}" destId="{7CFAB260-96E7-184E-A79E-EE9CCBCF326C}" srcOrd="3" destOrd="0" presId="urn:microsoft.com/office/officeart/2005/8/layout/arrow3"/>
    <dgm:cxn modelId="{E07461BF-32B7-9542-9D0E-FBCA76A6569C}" type="presParOf" srcId="{D0BD352D-2694-6142-95B7-466E5604F525}" destId="{A91D9E34-7F17-C54A-BBFD-FD0D1E1426CC}" srcOrd="4" destOrd="0" presId="urn:microsoft.com/office/officeart/2005/8/layout/arrow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FA91008-EE84-A945-BAA0-EB5A53834EAB}" type="doc">
      <dgm:prSet loTypeId="urn:microsoft.com/office/officeart/2005/8/layout/hProcess9" loCatId="" qsTypeId="urn:microsoft.com/office/officeart/2005/8/quickstyle/simple1" qsCatId="simple" csTypeId="urn:microsoft.com/office/officeart/2005/8/colors/accent2_2" csCatId="accent2" phldr="1"/>
      <dgm:spPr/>
    </dgm:pt>
    <dgm:pt modelId="{2F12987F-DDD5-E14C-A0A6-28EAA6406292}">
      <dgm:prSet phldrT="[Text]" custT="1"/>
      <dgm:spPr/>
      <dgm:t>
        <a:bodyPr rtlCol="1"/>
        <a:lstStyle/>
        <a:p>
          <a:pPr rtl="1"/>
          <a:r>
            <a:rPr lang="ar" sz="1200" dirty="0"/>
            <a:t>تحديد</a:t>
          </a:r>
        </a:p>
      </dgm:t>
    </dgm:pt>
    <dgm:pt modelId="{FEB9B78C-148C-0643-9E06-796E3FD54747}" type="parTrans" cxnId="{B9582CD2-4AF4-4240-BAB7-4790F8D18063}">
      <dgm:prSet/>
      <dgm:spPr/>
      <dgm:t>
        <a:bodyPr rtlCol="1"/>
        <a:lstStyle/>
        <a:p>
          <a:pPr rtl="1"/>
          <a:endParaRPr lang="en-GB"/>
        </a:p>
      </dgm:t>
    </dgm:pt>
    <dgm:pt modelId="{C66F8796-D6CA-924C-8D0D-98ABD748B204}" type="sibTrans" cxnId="{B9582CD2-4AF4-4240-BAB7-4790F8D18063}">
      <dgm:prSet/>
      <dgm:spPr/>
      <dgm:t>
        <a:bodyPr rtlCol="1"/>
        <a:lstStyle/>
        <a:p>
          <a:pPr rtl="1"/>
          <a:endParaRPr lang="en-GB"/>
        </a:p>
      </dgm:t>
    </dgm:pt>
    <dgm:pt modelId="{AA5C248F-B690-E946-B0FA-0AB9FB7E67B1}">
      <dgm:prSet phldrT="[Text]" custT="1"/>
      <dgm:spPr/>
      <dgm:t>
        <a:bodyPr rtlCol="1"/>
        <a:lstStyle/>
        <a:p>
          <a:pPr rtl="1"/>
          <a:r>
            <a:rPr lang="ar" sz="1200" dirty="0"/>
            <a:t>وصف</a:t>
          </a:r>
        </a:p>
      </dgm:t>
    </dgm:pt>
    <dgm:pt modelId="{EA1AB154-8DB4-1446-A9D8-23A8BA8430BD}" type="parTrans" cxnId="{A04B98E5-93C8-644D-AD76-93D974262688}">
      <dgm:prSet/>
      <dgm:spPr/>
      <dgm:t>
        <a:bodyPr rtlCol="1"/>
        <a:lstStyle/>
        <a:p>
          <a:pPr rtl="1"/>
          <a:endParaRPr lang="en-GB"/>
        </a:p>
      </dgm:t>
    </dgm:pt>
    <dgm:pt modelId="{3CA3DE37-4E39-5245-92EA-90CE018E1DA3}" type="sibTrans" cxnId="{A04B98E5-93C8-644D-AD76-93D974262688}">
      <dgm:prSet/>
      <dgm:spPr/>
      <dgm:t>
        <a:bodyPr rtlCol="1"/>
        <a:lstStyle/>
        <a:p>
          <a:pPr rtl="1"/>
          <a:endParaRPr lang="en-GB"/>
        </a:p>
      </dgm:t>
    </dgm:pt>
    <dgm:pt modelId="{0ED80CBB-9EAC-184B-9F2D-C655271A2BA2}">
      <dgm:prSet phldrT="[Text]" custT="1"/>
      <dgm:spPr/>
      <dgm:t>
        <a:bodyPr rtlCol="1"/>
        <a:lstStyle/>
        <a:p>
          <a:pPr rtl="1"/>
          <a:r>
            <a:rPr lang="ar" sz="1200" dirty="0"/>
            <a:t>تشجيع</a:t>
          </a:r>
        </a:p>
      </dgm:t>
    </dgm:pt>
    <dgm:pt modelId="{DADEFB8D-8E24-0E4A-A59A-F00E79E51C2A}" type="parTrans" cxnId="{E5522C51-5922-A547-9EA3-973F78A2F72B}">
      <dgm:prSet/>
      <dgm:spPr/>
      <dgm:t>
        <a:bodyPr rtlCol="1"/>
        <a:lstStyle/>
        <a:p>
          <a:pPr rtl="1"/>
          <a:endParaRPr lang="en-GB"/>
        </a:p>
      </dgm:t>
    </dgm:pt>
    <dgm:pt modelId="{623E464E-73D4-4249-AD1B-C48636D94623}" type="sibTrans" cxnId="{E5522C51-5922-A547-9EA3-973F78A2F72B}">
      <dgm:prSet/>
      <dgm:spPr/>
      <dgm:t>
        <a:bodyPr rtlCol="1"/>
        <a:lstStyle/>
        <a:p>
          <a:pPr rtl="1"/>
          <a:endParaRPr lang="en-GB"/>
        </a:p>
      </dgm:t>
    </dgm:pt>
    <dgm:pt modelId="{F082A41A-2B67-9D49-8350-54FF7A694B3F}">
      <dgm:prSet custT="1"/>
      <dgm:spPr/>
      <dgm:t>
        <a:bodyPr rtlCol="1"/>
        <a:lstStyle/>
        <a:p>
          <a:pPr rtl="1"/>
          <a:r>
            <a:rPr lang="ar" sz="1200" dirty="0"/>
            <a:t>اتفاق</a:t>
          </a:r>
        </a:p>
      </dgm:t>
    </dgm:pt>
    <dgm:pt modelId="{F5539887-45D2-B046-8B32-0FAB78251CA2}" type="parTrans" cxnId="{02C5467E-F505-7743-B747-3F17B27885A1}">
      <dgm:prSet/>
      <dgm:spPr/>
      <dgm:t>
        <a:bodyPr rtlCol="1"/>
        <a:lstStyle/>
        <a:p>
          <a:pPr rtl="1"/>
          <a:endParaRPr lang="en-GB"/>
        </a:p>
      </dgm:t>
    </dgm:pt>
    <dgm:pt modelId="{6AC23F3B-2DF0-AC40-975D-FC3CE37753A2}" type="sibTrans" cxnId="{02C5467E-F505-7743-B747-3F17B27885A1}">
      <dgm:prSet/>
      <dgm:spPr/>
      <dgm:t>
        <a:bodyPr rtlCol="1"/>
        <a:lstStyle/>
        <a:p>
          <a:pPr rtl="1"/>
          <a:endParaRPr lang="en-GB"/>
        </a:p>
      </dgm:t>
    </dgm:pt>
    <dgm:pt modelId="{15B7C7E8-0651-FB46-AAA3-45BAD8C94E47}" type="pres">
      <dgm:prSet presAssocID="{9FA91008-EE84-A945-BAA0-EB5A53834EAB}" presName="CompostProcess" presStyleCnt="0">
        <dgm:presLayoutVars>
          <dgm:dir val="rev"/>
          <dgm:resizeHandles val="exact"/>
        </dgm:presLayoutVars>
      </dgm:prSet>
      <dgm:spPr/>
    </dgm:pt>
    <dgm:pt modelId="{B86E2404-F855-C649-A20C-ABB19BCAC9BF}" type="pres">
      <dgm:prSet presAssocID="{9FA91008-EE84-A945-BAA0-EB5A53834EAB}" presName="arrow" presStyleLbl="bgShp" presStyleIdx="0" presStyleCnt="1"/>
      <dgm:spPr/>
    </dgm:pt>
    <dgm:pt modelId="{4F76018E-C593-0C49-A51E-8E404AA27895}" type="pres">
      <dgm:prSet presAssocID="{9FA91008-EE84-A945-BAA0-EB5A53834EAB}" presName="linearProcess" presStyleCnt="0"/>
      <dgm:spPr/>
    </dgm:pt>
    <dgm:pt modelId="{39FFE3CD-F15F-D849-8B64-B2DAB885B395}" type="pres">
      <dgm:prSet presAssocID="{2F12987F-DDD5-E14C-A0A6-28EAA6406292}" presName="textNode" presStyleLbl="node1" presStyleIdx="0" presStyleCnt="4">
        <dgm:presLayoutVars>
          <dgm:bulletEnabled val="1"/>
        </dgm:presLayoutVars>
      </dgm:prSet>
      <dgm:spPr/>
    </dgm:pt>
    <dgm:pt modelId="{B4CAED03-D1D7-8948-9E51-0E30D3FE6003}" type="pres">
      <dgm:prSet presAssocID="{C66F8796-D6CA-924C-8D0D-98ABD748B204}" presName="sibTrans" presStyleCnt="0"/>
      <dgm:spPr/>
    </dgm:pt>
    <dgm:pt modelId="{5EEEDD5C-8FFA-8D4C-AED9-E67E19D0AF57}" type="pres">
      <dgm:prSet presAssocID="{AA5C248F-B690-E946-B0FA-0AB9FB7E67B1}" presName="textNode" presStyleLbl="node1" presStyleIdx="1" presStyleCnt="4">
        <dgm:presLayoutVars>
          <dgm:bulletEnabled val="1"/>
        </dgm:presLayoutVars>
      </dgm:prSet>
      <dgm:spPr/>
    </dgm:pt>
    <dgm:pt modelId="{8EA795A8-D171-C245-9BC1-EC988ECC0EE6}" type="pres">
      <dgm:prSet presAssocID="{3CA3DE37-4E39-5245-92EA-90CE018E1DA3}" presName="sibTrans" presStyleCnt="0"/>
      <dgm:spPr/>
    </dgm:pt>
    <dgm:pt modelId="{05E5FCD1-02AD-3A4D-BADE-F81CAD95997E}" type="pres">
      <dgm:prSet presAssocID="{0ED80CBB-9EAC-184B-9F2D-C655271A2BA2}" presName="textNode" presStyleLbl="node1" presStyleIdx="2" presStyleCnt="4">
        <dgm:presLayoutVars>
          <dgm:bulletEnabled val="1"/>
        </dgm:presLayoutVars>
      </dgm:prSet>
      <dgm:spPr/>
    </dgm:pt>
    <dgm:pt modelId="{1356D9D6-7167-0C43-B4B1-64AA7BA5987F}" type="pres">
      <dgm:prSet presAssocID="{623E464E-73D4-4249-AD1B-C48636D94623}" presName="sibTrans" presStyleCnt="0"/>
      <dgm:spPr/>
    </dgm:pt>
    <dgm:pt modelId="{5FBC3964-4950-5D48-BADA-26787D33B5FA}" type="pres">
      <dgm:prSet presAssocID="{F082A41A-2B67-9D49-8350-54FF7A694B3F}" presName="textNode" presStyleLbl="node1" presStyleIdx="3" presStyleCnt="4">
        <dgm:presLayoutVars>
          <dgm:bulletEnabled val="1"/>
        </dgm:presLayoutVars>
      </dgm:prSet>
      <dgm:spPr/>
    </dgm:pt>
  </dgm:ptLst>
  <dgm:cxnLst>
    <dgm:cxn modelId="{96305E02-83A6-794A-8771-C15C8715090C}" type="presOf" srcId="{F082A41A-2B67-9D49-8350-54FF7A694B3F}" destId="{5FBC3964-4950-5D48-BADA-26787D33B5FA}" srcOrd="0" destOrd="0" presId="urn:microsoft.com/office/officeart/2005/8/layout/hProcess9"/>
    <dgm:cxn modelId="{E38CB205-5B4A-A340-84B1-A66DB3BE426D}" type="presOf" srcId="{2F12987F-DDD5-E14C-A0A6-28EAA6406292}" destId="{39FFE3CD-F15F-D849-8B64-B2DAB885B395}" srcOrd="0" destOrd="0" presId="urn:microsoft.com/office/officeart/2005/8/layout/hProcess9"/>
    <dgm:cxn modelId="{7B7ECA42-5A9A-634D-808A-E653B6CE0C3D}" type="presOf" srcId="{AA5C248F-B690-E946-B0FA-0AB9FB7E67B1}" destId="{5EEEDD5C-8FFA-8D4C-AED9-E67E19D0AF57}" srcOrd="0" destOrd="0" presId="urn:microsoft.com/office/officeart/2005/8/layout/hProcess9"/>
    <dgm:cxn modelId="{E5522C51-5922-A547-9EA3-973F78A2F72B}" srcId="{9FA91008-EE84-A945-BAA0-EB5A53834EAB}" destId="{0ED80CBB-9EAC-184B-9F2D-C655271A2BA2}" srcOrd="2" destOrd="0" parTransId="{DADEFB8D-8E24-0E4A-A59A-F00E79E51C2A}" sibTransId="{623E464E-73D4-4249-AD1B-C48636D94623}"/>
    <dgm:cxn modelId="{02C5467E-F505-7743-B747-3F17B27885A1}" srcId="{9FA91008-EE84-A945-BAA0-EB5A53834EAB}" destId="{F082A41A-2B67-9D49-8350-54FF7A694B3F}" srcOrd="3" destOrd="0" parTransId="{F5539887-45D2-B046-8B32-0FAB78251CA2}" sibTransId="{6AC23F3B-2DF0-AC40-975D-FC3CE37753A2}"/>
    <dgm:cxn modelId="{0C394880-3817-C344-A23E-F011C0EB669A}" type="presOf" srcId="{9FA91008-EE84-A945-BAA0-EB5A53834EAB}" destId="{15B7C7E8-0651-FB46-AAA3-45BAD8C94E47}" srcOrd="0" destOrd="0" presId="urn:microsoft.com/office/officeart/2005/8/layout/hProcess9"/>
    <dgm:cxn modelId="{B9582CD2-4AF4-4240-BAB7-4790F8D18063}" srcId="{9FA91008-EE84-A945-BAA0-EB5A53834EAB}" destId="{2F12987F-DDD5-E14C-A0A6-28EAA6406292}" srcOrd="0" destOrd="0" parTransId="{FEB9B78C-148C-0643-9E06-796E3FD54747}" sibTransId="{C66F8796-D6CA-924C-8D0D-98ABD748B204}"/>
    <dgm:cxn modelId="{31A778E2-66FE-B441-8CF9-1A436D52E254}" type="presOf" srcId="{0ED80CBB-9EAC-184B-9F2D-C655271A2BA2}" destId="{05E5FCD1-02AD-3A4D-BADE-F81CAD95997E}" srcOrd="0" destOrd="0" presId="urn:microsoft.com/office/officeart/2005/8/layout/hProcess9"/>
    <dgm:cxn modelId="{A04B98E5-93C8-644D-AD76-93D974262688}" srcId="{9FA91008-EE84-A945-BAA0-EB5A53834EAB}" destId="{AA5C248F-B690-E946-B0FA-0AB9FB7E67B1}" srcOrd="1" destOrd="0" parTransId="{EA1AB154-8DB4-1446-A9D8-23A8BA8430BD}" sibTransId="{3CA3DE37-4E39-5245-92EA-90CE018E1DA3}"/>
    <dgm:cxn modelId="{0810F033-15F8-974E-A8BD-91A711743975}" type="presParOf" srcId="{15B7C7E8-0651-FB46-AAA3-45BAD8C94E47}" destId="{B86E2404-F855-C649-A20C-ABB19BCAC9BF}" srcOrd="0" destOrd="0" presId="urn:microsoft.com/office/officeart/2005/8/layout/hProcess9"/>
    <dgm:cxn modelId="{B4F06250-8677-744E-A18D-547F742FEC5C}" type="presParOf" srcId="{15B7C7E8-0651-FB46-AAA3-45BAD8C94E47}" destId="{4F76018E-C593-0C49-A51E-8E404AA27895}" srcOrd="1" destOrd="0" presId="urn:microsoft.com/office/officeart/2005/8/layout/hProcess9"/>
    <dgm:cxn modelId="{933D5D6B-494A-0444-A487-D22C2999ECAF}" type="presParOf" srcId="{4F76018E-C593-0C49-A51E-8E404AA27895}" destId="{39FFE3CD-F15F-D849-8B64-B2DAB885B395}" srcOrd="0" destOrd="0" presId="urn:microsoft.com/office/officeart/2005/8/layout/hProcess9"/>
    <dgm:cxn modelId="{D014E73D-760F-AC49-B944-C62471FA508C}" type="presParOf" srcId="{4F76018E-C593-0C49-A51E-8E404AA27895}" destId="{B4CAED03-D1D7-8948-9E51-0E30D3FE6003}" srcOrd="1" destOrd="0" presId="urn:microsoft.com/office/officeart/2005/8/layout/hProcess9"/>
    <dgm:cxn modelId="{27B65AD8-3193-EE4C-ADC4-0EDDF1D4CC00}" type="presParOf" srcId="{4F76018E-C593-0C49-A51E-8E404AA27895}" destId="{5EEEDD5C-8FFA-8D4C-AED9-E67E19D0AF57}" srcOrd="2" destOrd="0" presId="urn:microsoft.com/office/officeart/2005/8/layout/hProcess9"/>
    <dgm:cxn modelId="{40C770CC-8D4C-0F48-B4F2-6BDCBA5A8BB3}" type="presParOf" srcId="{4F76018E-C593-0C49-A51E-8E404AA27895}" destId="{8EA795A8-D171-C245-9BC1-EC988ECC0EE6}" srcOrd="3" destOrd="0" presId="urn:microsoft.com/office/officeart/2005/8/layout/hProcess9"/>
    <dgm:cxn modelId="{7F4DFBA2-CDF2-184C-9B7E-851389E4E1E1}" type="presParOf" srcId="{4F76018E-C593-0C49-A51E-8E404AA27895}" destId="{05E5FCD1-02AD-3A4D-BADE-F81CAD95997E}" srcOrd="4" destOrd="0" presId="urn:microsoft.com/office/officeart/2005/8/layout/hProcess9"/>
    <dgm:cxn modelId="{8BDDEBAA-2A46-DE4B-853D-D4D6B822E3E9}" type="presParOf" srcId="{4F76018E-C593-0C49-A51E-8E404AA27895}" destId="{1356D9D6-7167-0C43-B4B1-64AA7BA5987F}" srcOrd="5" destOrd="0" presId="urn:microsoft.com/office/officeart/2005/8/layout/hProcess9"/>
    <dgm:cxn modelId="{1CBE948D-BD47-204A-ADA6-5F7D4476963A}" type="presParOf" srcId="{4F76018E-C593-0C49-A51E-8E404AA27895}" destId="{5FBC3964-4950-5D48-BADA-26787D33B5FA}"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D6981C-951B-46D6-AE82-C29BDDC8D132}">
      <dsp:nvSpPr>
        <dsp:cNvPr id="0" name=""/>
        <dsp:cNvSpPr/>
      </dsp:nvSpPr>
      <dsp:spPr>
        <a:xfrm>
          <a:off x="1231106" y="0"/>
          <a:ext cx="6976268" cy="116353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rtlCol="1" anchor="ctr" anchorCtr="0">
          <a:noAutofit/>
        </a:bodyPr>
        <a:lstStyle/>
        <a:p>
          <a:pPr marL="0" lvl="0" indent="0" algn="r" defTabSz="1200150" rtl="1">
            <a:lnSpc>
              <a:spcPct val="90000"/>
            </a:lnSpc>
            <a:spcBef>
              <a:spcPct val="0"/>
            </a:spcBef>
            <a:spcAft>
              <a:spcPct val="35000"/>
            </a:spcAft>
            <a:buNone/>
          </a:pPr>
          <a:r>
            <a:rPr lang="ar" sz="2700" b="1" kern="1200" dirty="0"/>
            <a:t>أ	استكشاف كيفية العمل </a:t>
          </a:r>
        </a:p>
        <a:p>
          <a:pPr marL="0" lvl="0" indent="0" algn="ctr" defTabSz="1200150" rtl="1">
            <a:lnSpc>
              <a:spcPct val="90000"/>
            </a:lnSpc>
            <a:spcBef>
              <a:spcPct val="0"/>
            </a:spcBef>
            <a:spcAft>
              <a:spcPct val="35000"/>
            </a:spcAft>
            <a:buNone/>
          </a:pPr>
          <a:r>
            <a:rPr lang="ar" sz="2700" b="1" kern="1200" dirty="0"/>
            <a:t>يمكن للفرق أن تكون ناجحة</a:t>
          </a:r>
          <a:endParaRPr lang="en-US" sz="2700" kern="1200" dirty="0"/>
        </a:p>
      </dsp:txBody>
      <dsp:txXfrm>
        <a:off x="2437442" y="34079"/>
        <a:ext cx="5735853" cy="1095372"/>
      </dsp:txXfrm>
    </dsp:sp>
    <dsp:sp modelId="{2605508B-5DB9-4830-8829-6A850BAB7D0C}">
      <dsp:nvSpPr>
        <dsp:cNvPr id="0" name=""/>
        <dsp:cNvSpPr/>
      </dsp:nvSpPr>
      <dsp:spPr>
        <a:xfrm>
          <a:off x="615553" y="1357452"/>
          <a:ext cx="6976268" cy="116353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rtlCol="1" anchor="ctr" anchorCtr="0">
          <a:noAutofit/>
        </a:bodyPr>
        <a:lstStyle/>
        <a:p>
          <a:pPr marL="0" lvl="0" indent="0" algn="r" defTabSz="1200150" rtl="1">
            <a:lnSpc>
              <a:spcPct val="90000"/>
            </a:lnSpc>
            <a:spcBef>
              <a:spcPct val="0"/>
            </a:spcBef>
            <a:spcAft>
              <a:spcPct val="35000"/>
            </a:spcAft>
            <a:buNone/>
          </a:pPr>
          <a:r>
            <a:rPr lang="ar" sz="2700" b="1" kern="1200" dirty="0"/>
            <a:t>ب	إظهار كيفية العمل</a:t>
          </a:r>
        </a:p>
        <a:p>
          <a:pPr marL="0" lvl="0" indent="0" algn="ctr" defTabSz="1200150" rtl="1">
            <a:lnSpc>
              <a:spcPct val="90000"/>
            </a:lnSpc>
            <a:spcBef>
              <a:spcPct val="0"/>
            </a:spcBef>
            <a:spcAft>
              <a:spcPct val="35000"/>
            </a:spcAft>
            <a:buNone/>
          </a:pPr>
          <a:r>
            <a:rPr lang="ar" sz="2700" b="1" kern="1200" dirty="0"/>
            <a:t>          العمل بفاعلية ضمن أعضاء الفريق</a:t>
          </a:r>
          <a:endParaRPr lang="en-US" sz="2700" kern="1200" dirty="0"/>
        </a:p>
      </dsp:txBody>
      <dsp:txXfrm>
        <a:off x="2021480" y="1391531"/>
        <a:ext cx="5536262" cy="1095372"/>
      </dsp:txXfrm>
    </dsp:sp>
    <dsp:sp modelId="{71F5DFA3-B937-4878-B360-020D61B947F9}">
      <dsp:nvSpPr>
        <dsp:cNvPr id="0" name=""/>
        <dsp:cNvSpPr/>
      </dsp:nvSpPr>
      <dsp:spPr>
        <a:xfrm>
          <a:off x="0" y="2714905"/>
          <a:ext cx="6976268" cy="116353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rtlCol="1" anchor="ctr" anchorCtr="0">
          <a:noAutofit/>
        </a:bodyPr>
        <a:lstStyle/>
        <a:p>
          <a:pPr marL="0" lvl="0" indent="0" algn="r" defTabSz="1200150" rtl="1">
            <a:lnSpc>
              <a:spcPct val="90000"/>
            </a:lnSpc>
            <a:spcBef>
              <a:spcPct val="0"/>
            </a:spcBef>
            <a:spcAft>
              <a:spcPct val="35000"/>
            </a:spcAft>
            <a:buNone/>
          </a:pPr>
          <a:r>
            <a:rPr lang="ar" sz="2700" b="1" kern="1200" dirty="0"/>
            <a:t>ج	التحقيق في دور </a:t>
          </a:r>
        </a:p>
        <a:p>
          <a:pPr marL="0" lvl="0" indent="0" algn="r" defTabSz="1200150" rtl="1">
            <a:lnSpc>
              <a:spcPct val="90000"/>
            </a:lnSpc>
            <a:spcBef>
              <a:spcPct val="0"/>
            </a:spcBef>
            <a:spcAft>
              <a:spcPct val="35000"/>
            </a:spcAft>
            <a:buNone/>
          </a:pPr>
          <a:r>
            <a:rPr lang="ar" sz="2700" b="1" kern="1200" dirty="0"/>
            <a:t>         </a:t>
          </a:r>
          <a:r>
            <a:rPr lang="ar-EG" sz="2700" b="1" kern="1200" dirty="0"/>
            <a:t>   </a:t>
          </a:r>
          <a:r>
            <a:rPr lang="ar" sz="2700" b="1" kern="1200" dirty="0"/>
            <a:t> قائد الفريق </a:t>
          </a:r>
          <a:endParaRPr lang="en-US" sz="2700" kern="1200" dirty="0"/>
        </a:p>
      </dsp:txBody>
      <dsp:txXfrm>
        <a:off x="1405927" y="2748984"/>
        <a:ext cx="5536262" cy="1095372"/>
      </dsp:txXfrm>
    </dsp:sp>
    <dsp:sp modelId="{AFDD323D-44DB-4DFE-A8BE-6BA9F6CEE5F6}">
      <dsp:nvSpPr>
        <dsp:cNvPr id="0" name=""/>
        <dsp:cNvSpPr/>
      </dsp:nvSpPr>
      <dsp:spPr>
        <a:xfrm>
          <a:off x="1231106" y="882344"/>
          <a:ext cx="756295" cy="756295"/>
        </a:xfrm>
        <a:prstGeom prst="downArrow">
          <a:avLst>
            <a:gd name="adj1" fmla="val 55000"/>
            <a:gd name="adj2" fmla="val 45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rtlCol="1" anchor="ctr" anchorCtr="0">
          <a:noAutofit/>
        </a:bodyPr>
        <a:lstStyle/>
        <a:p>
          <a:pPr marL="0" lvl="0" indent="0" algn="ctr" defTabSz="1511300" rtl="1">
            <a:lnSpc>
              <a:spcPct val="90000"/>
            </a:lnSpc>
            <a:spcBef>
              <a:spcPct val="0"/>
            </a:spcBef>
            <a:spcAft>
              <a:spcPct val="35000"/>
            </a:spcAft>
            <a:buNone/>
          </a:pPr>
          <a:endParaRPr lang="en-US" sz="3400" kern="1200"/>
        </a:p>
      </dsp:txBody>
      <dsp:txXfrm>
        <a:off x="1401272" y="882344"/>
        <a:ext cx="415963" cy="569112"/>
      </dsp:txXfrm>
    </dsp:sp>
    <dsp:sp modelId="{7EEAF39D-FC73-4624-83D7-7CBFE040D21F}">
      <dsp:nvSpPr>
        <dsp:cNvPr id="0" name=""/>
        <dsp:cNvSpPr/>
      </dsp:nvSpPr>
      <dsp:spPr>
        <a:xfrm>
          <a:off x="615553" y="2232039"/>
          <a:ext cx="756295" cy="756295"/>
        </a:xfrm>
        <a:prstGeom prst="downArrow">
          <a:avLst>
            <a:gd name="adj1" fmla="val 55000"/>
            <a:gd name="adj2" fmla="val 45000"/>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rtlCol="1" anchor="ctr" anchorCtr="0">
          <a:noAutofit/>
        </a:bodyPr>
        <a:lstStyle/>
        <a:p>
          <a:pPr marL="0" lvl="0" indent="0" algn="ctr" defTabSz="1511300" rtl="1">
            <a:lnSpc>
              <a:spcPct val="90000"/>
            </a:lnSpc>
            <a:spcBef>
              <a:spcPct val="0"/>
            </a:spcBef>
            <a:spcAft>
              <a:spcPct val="35000"/>
            </a:spcAft>
            <a:buNone/>
          </a:pPr>
          <a:endParaRPr lang="en-US" sz="3400" kern="1200"/>
        </a:p>
      </dsp:txBody>
      <dsp:txXfrm>
        <a:off x="785719" y="2232039"/>
        <a:ext cx="415963" cy="5691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954B1-6EED-1B44-837B-B07FC69CB143}">
      <dsp:nvSpPr>
        <dsp:cNvPr id="0" name=""/>
        <dsp:cNvSpPr/>
      </dsp:nvSpPr>
      <dsp:spPr>
        <a:xfrm rot="10800000">
          <a:off x="3270398" y="887118"/>
          <a:ext cx="622139" cy="546472"/>
        </a:xfrm>
        <a:prstGeom prst="bentArrow">
          <a:avLst>
            <a:gd name="adj1" fmla="val 32840"/>
            <a:gd name="adj2" fmla="val 25000"/>
            <a:gd name="adj3" fmla="val 35780"/>
            <a:gd name="adj4" fmla="val 0"/>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647E8E4-2F33-F84C-AB72-336ADD0ADBE2}">
      <dsp:nvSpPr>
        <dsp:cNvPr id="0" name=""/>
        <dsp:cNvSpPr/>
      </dsp:nvSpPr>
      <dsp:spPr>
        <a:xfrm>
          <a:off x="3069951" y="243509"/>
          <a:ext cx="919937" cy="643926"/>
        </a:xfrm>
        <a:prstGeom prst="roundRect">
          <a:avLst>
            <a:gd name="adj" fmla="val 16670"/>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rtlCol="1" anchor="ctr" anchorCtr="0">
          <a:noAutofit/>
        </a:bodyPr>
        <a:lstStyle/>
        <a:p>
          <a:pPr marL="0" lvl="0" indent="0" algn="ctr" defTabSz="400050" rtl="1">
            <a:lnSpc>
              <a:spcPct val="90000"/>
            </a:lnSpc>
            <a:spcBef>
              <a:spcPct val="0"/>
            </a:spcBef>
            <a:spcAft>
              <a:spcPct val="35000"/>
            </a:spcAft>
            <a:buNone/>
          </a:pPr>
          <a:r>
            <a:rPr lang="ar" sz="900" kern="1200" dirty="0"/>
            <a:t>التشكيل</a:t>
          </a:r>
        </a:p>
      </dsp:txBody>
      <dsp:txXfrm>
        <a:off x="3101391" y="274949"/>
        <a:ext cx="857057" cy="581046"/>
      </dsp:txXfrm>
    </dsp:sp>
    <dsp:sp modelId="{37287068-53C0-A449-B3A2-540DCF141294}">
      <dsp:nvSpPr>
        <dsp:cNvPr id="0" name=""/>
        <dsp:cNvSpPr/>
      </dsp:nvSpPr>
      <dsp:spPr>
        <a:xfrm>
          <a:off x="2410538" y="304922"/>
          <a:ext cx="669074" cy="520449"/>
        </a:xfrm>
        <a:prstGeom prst="rect">
          <a:avLst/>
        </a:prstGeom>
        <a:noFill/>
        <a:ln>
          <a:noFill/>
        </a:ln>
        <a:effectLst/>
      </dsp:spPr>
      <dsp:style>
        <a:lnRef idx="0">
          <a:scrgbClr r="0" g="0" b="0"/>
        </a:lnRef>
        <a:fillRef idx="0">
          <a:scrgbClr r="0" g="0" b="0"/>
        </a:fillRef>
        <a:effectRef idx="0">
          <a:scrgbClr r="0" g="0" b="0"/>
        </a:effectRef>
        <a:fontRef idx="minor"/>
      </dsp:style>
    </dsp:sp>
    <dsp:sp modelId="{72DF9130-3F0E-7740-9A43-05C4E657535A}">
      <dsp:nvSpPr>
        <dsp:cNvPr id="0" name=""/>
        <dsp:cNvSpPr/>
      </dsp:nvSpPr>
      <dsp:spPr>
        <a:xfrm rot="10800000">
          <a:off x="2512310" y="1610460"/>
          <a:ext cx="622139" cy="546472"/>
        </a:xfrm>
        <a:prstGeom prst="bentArrow">
          <a:avLst>
            <a:gd name="adj1" fmla="val 32840"/>
            <a:gd name="adj2" fmla="val 25000"/>
            <a:gd name="adj3" fmla="val 35780"/>
            <a:gd name="adj4" fmla="val 0"/>
          </a:avLst>
        </a:prstGeom>
        <a:solidFill>
          <a:schemeClr val="accent2">
            <a:tint val="50000"/>
            <a:hueOff val="0"/>
            <a:satOff val="-691"/>
            <a:lumOff val="44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786F9E-D1CB-1846-B498-6C660E4DF89A}">
      <dsp:nvSpPr>
        <dsp:cNvPr id="0" name=""/>
        <dsp:cNvSpPr/>
      </dsp:nvSpPr>
      <dsp:spPr>
        <a:xfrm>
          <a:off x="2311863" y="966851"/>
          <a:ext cx="919937" cy="643926"/>
        </a:xfrm>
        <a:prstGeom prst="roundRect">
          <a:avLst>
            <a:gd name="adj" fmla="val 16670"/>
          </a:avLst>
        </a:prstGeom>
        <a:solidFill>
          <a:schemeClr val="accent2">
            <a:alpha val="90000"/>
            <a:hueOff val="0"/>
            <a:satOff val="0"/>
            <a:lumOff val="0"/>
            <a:alphaOff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rtlCol="1" anchor="ctr" anchorCtr="0">
          <a:noAutofit/>
        </a:bodyPr>
        <a:lstStyle/>
        <a:p>
          <a:pPr marL="0" lvl="0" indent="0" algn="ctr" defTabSz="400050" rtl="1">
            <a:lnSpc>
              <a:spcPct val="90000"/>
            </a:lnSpc>
            <a:spcBef>
              <a:spcPct val="0"/>
            </a:spcBef>
            <a:spcAft>
              <a:spcPct val="35000"/>
            </a:spcAft>
            <a:buNone/>
          </a:pPr>
          <a:r>
            <a:rPr lang="ar" sz="900" kern="1200" dirty="0"/>
            <a:t>الاقتحام</a:t>
          </a:r>
        </a:p>
      </dsp:txBody>
      <dsp:txXfrm>
        <a:off x="2343303" y="998291"/>
        <a:ext cx="857057" cy="581046"/>
      </dsp:txXfrm>
    </dsp:sp>
    <dsp:sp modelId="{265E6D32-4C88-034B-9A04-3081551E572A}">
      <dsp:nvSpPr>
        <dsp:cNvPr id="0" name=""/>
        <dsp:cNvSpPr/>
      </dsp:nvSpPr>
      <dsp:spPr>
        <a:xfrm>
          <a:off x="1652450" y="1028264"/>
          <a:ext cx="669074" cy="520449"/>
        </a:xfrm>
        <a:prstGeom prst="rect">
          <a:avLst/>
        </a:prstGeom>
        <a:noFill/>
        <a:ln>
          <a:noFill/>
        </a:ln>
        <a:effectLst/>
      </dsp:spPr>
      <dsp:style>
        <a:lnRef idx="0">
          <a:scrgbClr r="0" g="0" b="0"/>
        </a:lnRef>
        <a:fillRef idx="0">
          <a:scrgbClr r="0" g="0" b="0"/>
        </a:fillRef>
        <a:effectRef idx="0">
          <a:scrgbClr r="0" g="0" b="0"/>
        </a:effectRef>
        <a:fontRef idx="minor"/>
      </dsp:style>
    </dsp:sp>
    <dsp:sp modelId="{5131C164-FA04-9A47-9918-E00217F25D01}">
      <dsp:nvSpPr>
        <dsp:cNvPr id="0" name=""/>
        <dsp:cNvSpPr/>
      </dsp:nvSpPr>
      <dsp:spPr>
        <a:xfrm rot="10800000">
          <a:off x="1754221" y="2333801"/>
          <a:ext cx="622139" cy="546472"/>
        </a:xfrm>
        <a:prstGeom prst="bentArrow">
          <a:avLst>
            <a:gd name="adj1" fmla="val 32840"/>
            <a:gd name="adj2" fmla="val 25000"/>
            <a:gd name="adj3" fmla="val 35780"/>
            <a:gd name="adj4" fmla="val 0"/>
          </a:avLst>
        </a:prstGeom>
        <a:solidFill>
          <a:schemeClr val="accent2">
            <a:tint val="50000"/>
            <a:hueOff val="0"/>
            <a:satOff val="-1381"/>
            <a:lumOff val="89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5D294B-D021-6849-99E2-53A101EED584}">
      <dsp:nvSpPr>
        <dsp:cNvPr id="0" name=""/>
        <dsp:cNvSpPr/>
      </dsp:nvSpPr>
      <dsp:spPr>
        <a:xfrm>
          <a:off x="1553775" y="1690192"/>
          <a:ext cx="919937" cy="643926"/>
        </a:xfrm>
        <a:prstGeom prst="roundRect">
          <a:avLst>
            <a:gd name="adj" fmla="val 16670"/>
          </a:avLst>
        </a:prstGeom>
        <a:solidFill>
          <a:schemeClr val="accent2">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rtlCol="1" anchor="ctr" anchorCtr="0">
          <a:noAutofit/>
        </a:bodyPr>
        <a:lstStyle/>
        <a:p>
          <a:pPr marL="0" lvl="0" indent="0" algn="ctr" defTabSz="400050" rtl="1">
            <a:lnSpc>
              <a:spcPct val="90000"/>
            </a:lnSpc>
            <a:spcBef>
              <a:spcPct val="0"/>
            </a:spcBef>
            <a:spcAft>
              <a:spcPct val="35000"/>
            </a:spcAft>
            <a:buNone/>
          </a:pPr>
          <a:r>
            <a:rPr lang="ar" sz="900" kern="1200" dirty="0"/>
            <a:t>وضع المعايير</a:t>
          </a:r>
        </a:p>
      </dsp:txBody>
      <dsp:txXfrm>
        <a:off x="1585215" y="1721632"/>
        <a:ext cx="857057" cy="581046"/>
      </dsp:txXfrm>
    </dsp:sp>
    <dsp:sp modelId="{ABAF3E2A-3D21-6147-B2B2-C68545423DDB}">
      <dsp:nvSpPr>
        <dsp:cNvPr id="0" name=""/>
        <dsp:cNvSpPr/>
      </dsp:nvSpPr>
      <dsp:spPr>
        <a:xfrm>
          <a:off x="894362" y="1751605"/>
          <a:ext cx="669074" cy="520449"/>
        </a:xfrm>
        <a:prstGeom prst="rect">
          <a:avLst/>
        </a:prstGeom>
        <a:noFill/>
        <a:ln>
          <a:noFill/>
        </a:ln>
        <a:effectLst/>
      </dsp:spPr>
      <dsp:style>
        <a:lnRef idx="0">
          <a:scrgbClr r="0" g="0" b="0"/>
        </a:lnRef>
        <a:fillRef idx="0">
          <a:scrgbClr r="0" g="0" b="0"/>
        </a:fillRef>
        <a:effectRef idx="0">
          <a:scrgbClr r="0" g="0" b="0"/>
        </a:effectRef>
        <a:fontRef idx="minor"/>
      </dsp:style>
    </dsp:sp>
    <dsp:sp modelId="{1E3F0325-2B0B-EF49-9B8B-379E5CE42585}">
      <dsp:nvSpPr>
        <dsp:cNvPr id="0" name=""/>
        <dsp:cNvSpPr/>
      </dsp:nvSpPr>
      <dsp:spPr>
        <a:xfrm rot="10800000">
          <a:off x="996133" y="3057143"/>
          <a:ext cx="622139" cy="546472"/>
        </a:xfrm>
        <a:prstGeom prst="bentArrow">
          <a:avLst>
            <a:gd name="adj1" fmla="val 32840"/>
            <a:gd name="adj2" fmla="val 25000"/>
            <a:gd name="adj3" fmla="val 35780"/>
            <a:gd name="adj4" fmla="val 0"/>
          </a:avLst>
        </a:prstGeom>
        <a:solidFill>
          <a:schemeClr val="accent2">
            <a:tint val="50000"/>
            <a:hueOff val="0"/>
            <a:satOff val="-2072"/>
            <a:lumOff val="134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D16A79-43F6-4649-AB1A-FA5A85136AA7}">
      <dsp:nvSpPr>
        <dsp:cNvPr id="0" name=""/>
        <dsp:cNvSpPr/>
      </dsp:nvSpPr>
      <dsp:spPr>
        <a:xfrm>
          <a:off x="795687" y="2413534"/>
          <a:ext cx="919937" cy="643926"/>
        </a:xfrm>
        <a:prstGeom prst="roundRect">
          <a:avLst>
            <a:gd name="adj" fmla="val 16670"/>
          </a:avLst>
        </a:prstGeom>
        <a:solidFill>
          <a:schemeClr val="accent2">
            <a:alpha val="90000"/>
            <a:hueOff val="0"/>
            <a:satOff val="0"/>
            <a:lumOff val="0"/>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rtlCol="1" anchor="ctr" anchorCtr="0">
          <a:noAutofit/>
        </a:bodyPr>
        <a:lstStyle/>
        <a:p>
          <a:pPr marL="0" lvl="0" indent="0" algn="ctr" defTabSz="400050" rtl="1">
            <a:lnSpc>
              <a:spcPct val="90000"/>
            </a:lnSpc>
            <a:spcBef>
              <a:spcPct val="0"/>
            </a:spcBef>
            <a:spcAft>
              <a:spcPct val="35000"/>
            </a:spcAft>
            <a:buNone/>
          </a:pPr>
          <a:r>
            <a:rPr lang="ar" sz="900" kern="1200" dirty="0"/>
            <a:t>الأداء</a:t>
          </a:r>
        </a:p>
      </dsp:txBody>
      <dsp:txXfrm>
        <a:off x="827127" y="2444974"/>
        <a:ext cx="857057" cy="581046"/>
      </dsp:txXfrm>
    </dsp:sp>
    <dsp:sp modelId="{103F7147-63EC-3042-A37E-DD356F4984B1}">
      <dsp:nvSpPr>
        <dsp:cNvPr id="0" name=""/>
        <dsp:cNvSpPr/>
      </dsp:nvSpPr>
      <dsp:spPr>
        <a:xfrm>
          <a:off x="136274" y="2474947"/>
          <a:ext cx="669074" cy="520449"/>
        </a:xfrm>
        <a:prstGeom prst="rect">
          <a:avLst/>
        </a:prstGeom>
        <a:noFill/>
        <a:ln>
          <a:noFill/>
        </a:ln>
        <a:effectLst/>
      </dsp:spPr>
      <dsp:style>
        <a:lnRef idx="0">
          <a:scrgbClr r="0" g="0" b="0"/>
        </a:lnRef>
        <a:fillRef idx="0">
          <a:scrgbClr r="0" g="0" b="0"/>
        </a:fillRef>
        <a:effectRef idx="0">
          <a:scrgbClr r="0" g="0" b="0"/>
        </a:effectRef>
        <a:fontRef idx="minor"/>
      </dsp:style>
    </dsp:sp>
    <dsp:sp modelId="{61040D85-8D23-F74B-9A60-799A25D92C82}">
      <dsp:nvSpPr>
        <dsp:cNvPr id="0" name=""/>
        <dsp:cNvSpPr/>
      </dsp:nvSpPr>
      <dsp:spPr>
        <a:xfrm>
          <a:off x="37599" y="3136876"/>
          <a:ext cx="919937" cy="643926"/>
        </a:xfrm>
        <a:prstGeom prst="roundRect">
          <a:avLst>
            <a:gd name="adj" fmla="val 16670"/>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rtlCol="1" anchor="ctr" anchorCtr="0">
          <a:noAutofit/>
        </a:bodyPr>
        <a:lstStyle/>
        <a:p>
          <a:pPr marL="0" lvl="0" indent="0" algn="ctr" defTabSz="400050" rtl="1">
            <a:lnSpc>
              <a:spcPct val="90000"/>
            </a:lnSpc>
            <a:spcBef>
              <a:spcPct val="0"/>
            </a:spcBef>
            <a:spcAft>
              <a:spcPct val="35000"/>
            </a:spcAft>
            <a:buNone/>
          </a:pPr>
          <a:r>
            <a:rPr lang="ar" sz="900" kern="1200" dirty="0"/>
            <a:t>التحويل</a:t>
          </a:r>
        </a:p>
      </dsp:txBody>
      <dsp:txXfrm>
        <a:off x="69039" y="3168316"/>
        <a:ext cx="857057" cy="5810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77A12-FC1B-FF49-8EAC-639B782EA84F}">
      <dsp:nvSpPr>
        <dsp:cNvPr id="0" name=""/>
        <dsp:cNvSpPr/>
      </dsp:nvSpPr>
      <dsp:spPr>
        <a:xfrm>
          <a:off x="845017" y="112976"/>
          <a:ext cx="2337451" cy="2337451"/>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rtlCol="1" anchor="ctr" anchorCtr="0">
          <a:noAutofit/>
        </a:bodyPr>
        <a:lstStyle/>
        <a:p>
          <a:pPr marL="0" lvl="0" indent="0" algn="ctr" defTabSz="1111250" rtl="1">
            <a:lnSpc>
              <a:spcPct val="90000"/>
            </a:lnSpc>
            <a:spcBef>
              <a:spcPct val="0"/>
            </a:spcBef>
            <a:spcAft>
              <a:spcPct val="35000"/>
            </a:spcAft>
            <a:buNone/>
          </a:pPr>
          <a:r>
            <a:rPr lang="ar" sz="2500" kern="1200" dirty="0"/>
            <a:t>الفريق</a:t>
          </a:r>
        </a:p>
      </dsp:txBody>
      <dsp:txXfrm>
        <a:off x="1156678" y="522030"/>
        <a:ext cx="1714130" cy="1051853"/>
      </dsp:txXfrm>
    </dsp:sp>
    <dsp:sp modelId="{622EFC41-E42C-5D42-8876-741B5981B1FF}">
      <dsp:nvSpPr>
        <dsp:cNvPr id="0" name=""/>
        <dsp:cNvSpPr/>
      </dsp:nvSpPr>
      <dsp:spPr>
        <a:xfrm>
          <a:off x="1688448" y="1573883"/>
          <a:ext cx="2337451" cy="2337451"/>
        </a:xfrm>
        <a:prstGeom prst="ellipse">
          <a:avLst/>
        </a:prstGeom>
        <a:solidFill>
          <a:schemeClr val="accent5">
            <a:alpha val="50000"/>
            <a:hueOff val="1628513"/>
            <a:satOff val="5598"/>
            <a:lumOff val="-2686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rtlCol="1" anchor="ctr" anchorCtr="0">
          <a:noAutofit/>
        </a:bodyPr>
        <a:lstStyle/>
        <a:p>
          <a:pPr marL="0" lvl="0" indent="0" algn="ctr" defTabSz="1111250" rtl="1">
            <a:lnSpc>
              <a:spcPct val="90000"/>
            </a:lnSpc>
            <a:spcBef>
              <a:spcPct val="0"/>
            </a:spcBef>
            <a:spcAft>
              <a:spcPct val="35000"/>
            </a:spcAft>
            <a:buNone/>
          </a:pPr>
          <a:r>
            <a:rPr lang="ar" sz="2500" kern="1200" dirty="0"/>
            <a:t>الفرد</a:t>
          </a:r>
        </a:p>
      </dsp:txBody>
      <dsp:txXfrm>
        <a:off x="2403318" y="2177725"/>
        <a:ext cx="1402470" cy="1285598"/>
      </dsp:txXfrm>
    </dsp:sp>
    <dsp:sp modelId="{DB560B07-7E3E-6143-9E67-A939C9DD8346}">
      <dsp:nvSpPr>
        <dsp:cNvPr id="0" name=""/>
        <dsp:cNvSpPr/>
      </dsp:nvSpPr>
      <dsp:spPr>
        <a:xfrm>
          <a:off x="1587" y="1573883"/>
          <a:ext cx="2337451" cy="2337451"/>
        </a:xfrm>
        <a:prstGeom prst="ellipse">
          <a:avLst/>
        </a:prstGeom>
        <a:solidFill>
          <a:schemeClr val="accent5">
            <a:alpha val="50000"/>
            <a:hueOff val="3257026"/>
            <a:satOff val="11196"/>
            <a:lumOff val="-53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rtlCol="1" anchor="ctr" anchorCtr="0">
          <a:noAutofit/>
        </a:bodyPr>
        <a:lstStyle/>
        <a:p>
          <a:pPr marL="0" lvl="0" indent="0" algn="ctr" defTabSz="1111250" rtl="1">
            <a:lnSpc>
              <a:spcPct val="90000"/>
            </a:lnSpc>
            <a:spcBef>
              <a:spcPct val="0"/>
            </a:spcBef>
            <a:spcAft>
              <a:spcPct val="35000"/>
            </a:spcAft>
            <a:buNone/>
          </a:pPr>
          <a:r>
            <a:rPr lang="ar" sz="2500" kern="1200" dirty="0"/>
            <a:t>المهمة</a:t>
          </a:r>
        </a:p>
      </dsp:txBody>
      <dsp:txXfrm>
        <a:off x="221697" y="2177725"/>
        <a:ext cx="1402470" cy="12855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21FE5-2730-104B-B6DE-14546BA28425}">
      <dsp:nvSpPr>
        <dsp:cNvPr id="0" name=""/>
        <dsp:cNvSpPr/>
      </dsp:nvSpPr>
      <dsp:spPr>
        <a:xfrm rot="5400000">
          <a:off x="2109936" y="1053464"/>
          <a:ext cx="1917382" cy="1917382"/>
        </a:xfrm>
        <a:prstGeom prst="upArrow">
          <a:avLst>
            <a:gd name="adj1" fmla="val 50000"/>
            <a:gd name="adj2" fmla="val 35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rtlCol="1" anchor="ctr" anchorCtr="0">
          <a:noAutofit/>
        </a:bodyPr>
        <a:lstStyle/>
        <a:p>
          <a:pPr marL="0" lvl="0" indent="0" algn="ctr" defTabSz="711200" rtl="1">
            <a:lnSpc>
              <a:spcPct val="90000"/>
            </a:lnSpc>
            <a:spcBef>
              <a:spcPct val="0"/>
            </a:spcBef>
            <a:spcAft>
              <a:spcPct val="35000"/>
            </a:spcAft>
            <a:buNone/>
          </a:pPr>
          <a:r>
            <a:rPr lang="ar" sz="1600" b="1" kern="1200" dirty="0"/>
            <a:t>نظرية إكس</a:t>
          </a:r>
        </a:p>
        <a:p>
          <a:pPr marL="0" lvl="0" indent="0" algn="ctr" defTabSz="711200" rtl="1">
            <a:lnSpc>
              <a:spcPct val="90000"/>
            </a:lnSpc>
            <a:spcBef>
              <a:spcPct val="0"/>
            </a:spcBef>
            <a:spcAft>
              <a:spcPct val="35000"/>
            </a:spcAft>
            <a:buNone/>
          </a:pPr>
          <a:r>
            <a:rPr lang="ar" sz="1300" kern="1200" dirty="0"/>
            <a:t>الناس يعملون فقط </a:t>
          </a:r>
          <a:br>
            <a:rPr lang="ar-EG" sz="1300" kern="1200" dirty="0"/>
          </a:br>
          <a:r>
            <a:rPr lang="ar" sz="1300" kern="1200" dirty="0"/>
            <a:t>من أجل المال</a:t>
          </a:r>
        </a:p>
      </dsp:txBody>
      <dsp:txXfrm rot="-5400000">
        <a:off x="2109937" y="1532810"/>
        <a:ext cx="1581840" cy="958691"/>
      </dsp:txXfrm>
    </dsp:sp>
    <dsp:sp modelId="{7A1967C1-F876-334F-89A8-106413A7CC04}">
      <dsp:nvSpPr>
        <dsp:cNvPr id="0" name=""/>
        <dsp:cNvSpPr/>
      </dsp:nvSpPr>
      <dsp:spPr>
        <a:xfrm rot="16200000">
          <a:off x="17921" y="1053073"/>
          <a:ext cx="1917382" cy="1917382"/>
        </a:xfrm>
        <a:prstGeom prst="upArrow">
          <a:avLst>
            <a:gd name="adj1" fmla="val 50000"/>
            <a:gd name="adj2" fmla="val 35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rtlCol="1" anchor="ctr" anchorCtr="0">
          <a:noAutofit/>
        </a:bodyPr>
        <a:lstStyle/>
        <a:p>
          <a:pPr marL="0" lvl="0" indent="0" algn="ctr" defTabSz="800100" rtl="1">
            <a:lnSpc>
              <a:spcPct val="90000"/>
            </a:lnSpc>
            <a:spcBef>
              <a:spcPct val="0"/>
            </a:spcBef>
            <a:spcAft>
              <a:spcPct val="35000"/>
            </a:spcAft>
            <a:buNone/>
          </a:pPr>
          <a:r>
            <a:rPr lang="ar" sz="1800" b="1" kern="1200"/>
            <a:t>نظرية واي </a:t>
          </a:r>
        </a:p>
        <a:p>
          <a:pPr marL="0" lvl="0" indent="0" algn="ctr" defTabSz="800100" rtl="1">
            <a:lnSpc>
              <a:spcPct val="90000"/>
            </a:lnSpc>
            <a:spcBef>
              <a:spcPct val="0"/>
            </a:spcBef>
            <a:spcAft>
              <a:spcPct val="35000"/>
            </a:spcAft>
            <a:buNone/>
          </a:pPr>
          <a:r>
            <a:rPr lang="ar" sz="1400" kern="1200"/>
            <a:t>الناس لديهم دوافع ذاتية</a:t>
          </a:r>
        </a:p>
      </dsp:txBody>
      <dsp:txXfrm rot="5400000">
        <a:off x="353464" y="1532418"/>
        <a:ext cx="1581840" cy="9586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150A0-0168-7644-9A82-A1CDA9A355C3}">
      <dsp:nvSpPr>
        <dsp:cNvPr id="0" name=""/>
        <dsp:cNvSpPr/>
      </dsp:nvSpPr>
      <dsp:spPr>
        <a:xfrm rot="300000">
          <a:off x="12359" y="806183"/>
          <a:ext cx="4002768" cy="458377"/>
        </a:xfrm>
        <a:prstGeom prst="mathMinus">
          <a:avLst/>
        </a:prstGeom>
        <a:solidFill>
          <a:schemeClr val="accent2">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F57941-C3A6-F944-AFBC-EADBF9EA4639}">
      <dsp:nvSpPr>
        <dsp:cNvPr id="0" name=""/>
        <dsp:cNvSpPr/>
      </dsp:nvSpPr>
      <dsp:spPr>
        <a:xfrm>
          <a:off x="2335942" y="103537"/>
          <a:ext cx="1208246" cy="828298"/>
        </a:xfrm>
        <a:prstGeom prst="downArrow">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2808F5-6F76-2E4D-A664-C1957D98E511}">
      <dsp:nvSpPr>
        <dsp:cNvPr id="0" name=""/>
        <dsp:cNvSpPr/>
      </dsp:nvSpPr>
      <dsp:spPr>
        <a:xfrm>
          <a:off x="604123" y="0"/>
          <a:ext cx="1288795" cy="869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rtlCol="1" anchor="ctr" anchorCtr="0">
          <a:noAutofit/>
        </a:bodyPr>
        <a:lstStyle/>
        <a:p>
          <a:pPr marL="0" lvl="0" indent="0" algn="ctr" defTabSz="622300" rtl="1">
            <a:lnSpc>
              <a:spcPct val="90000"/>
            </a:lnSpc>
            <a:spcBef>
              <a:spcPct val="0"/>
            </a:spcBef>
            <a:spcAft>
              <a:spcPct val="35000"/>
            </a:spcAft>
            <a:buNone/>
          </a:pPr>
          <a:r>
            <a:rPr lang="ar" sz="1400" b="1" kern="1200"/>
            <a:t>المحفزات</a:t>
          </a:r>
        </a:p>
      </dsp:txBody>
      <dsp:txXfrm>
        <a:off x="604123" y="0"/>
        <a:ext cx="1288795" cy="869712"/>
      </dsp:txXfrm>
    </dsp:sp>
    <dsp:sp modelId="{7CFAB260-96E7-184E-A79E-EE9CCBCF326C}">
      <dsp:nvSpPr>
        <dsp:cNvPr id="0" name=""/>
        <dsp:cNvSpPr/>
      </dsp:nvSpPr>
      <dsp:spPr>
        <a:xfrm>
          <a:off x="483298" y="1138909"/>
          <a:ext cx="1208246" cy="828298"/>
        </a:xfrm>
        <a:prstGeom prst="upArrow">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1D9E34-7F17-C54A-BBFD-FD0D1E1426CC}">
      <dsp:nvSpPr>
        <dsp:cNvPr id="0" name=""/>
        <dsp:cNvSpPr/>
      </dsp:nvSpPr>
      <dsp:spPr>
        <a:xfrm>
          <a:off x="1795234" y="1201032"/>
          <a:ext cx="1967462" cy="869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rtlCol="1" anchor="ctr" anchorCtr="0">
          <a:noAutofit/>
        </a:bodyPr>
        <a:lstStyle/>
        <a:p>
          <a:pPr marL="0" lvl="0" indent="0" algn="ctr" defTabSz="622300" rtl="1">
            <a:lnSpc>
              <a:spcPct val="90000"/>
            </a:lnSpc>
            <a:spcBef>
              <a:spcPct val="0"/>
            </a:spcBef>
            <a:spcAft>
              <a:spcPct val="35000"/>
            </a:spcAft>
            <a:buNone/>
          </a:pPr>
          <a:r>
            <a:rPr lang="ar" sz="1400" b="1" kern="1200"/>
            <a:t>المثبطات</a:t>
          </a:r>
        </a:p>
      </dsp:txBody>
      <dsp:txXfrm>
        <a:off x="1795234" y="1201032"/>
        <a:ext cx="1967462" cy="8697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6E2404-F855-C649-A20C-ABB19BCAC9BF}">
      <dsp:nvSpPr>
        <dsp:cNvPr id="0" name=""/>
        <dsp:cNvSpPr/>
      </dsp:nvSpPr>
      <dsp:spPr>
        <a:xfrm>
          <a:off x="302061" y="0"/>
          <a:ext cx="3423364" cy="4024312"/>
        </a:xfrm>
        <a:prstGeom prst="lef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FFE3CD-F15F-D849-8B64-B2DAB885B395}">
      <dsp:nvSpPr>
        <dsp:cNvPr id="0" name=""/>
        <dsp:cNvSpPr/>
      </dsp:nvSpPr>
      <dsp:spPr>
        <a:xfrm>
          <a:off x="3131725" y="1207293"/>
          <a:ext cx="894385" cy="160972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 sz="1200" kern="1200" dirty="0"/>
            <a:t>تحديد</a:t>
          </a:r>
        </a:p>
      </dsp:txBody>
      <dsp:txXfrm>
        <a:off x="3175385" y="1250953"/>
        <a:ext cx="807065" cy="1522404"/>
      </dsp:txXfrm>
    </dsp:sp>
    <dsp:sp modelId="{5EEEDD5C-8FFA-8D4C-AED9-E67E19D0AF57}">
      <dsp:nvSpPr>
        <dsp:cNvPr id="0" name=""/>
        <dsp:cNvSpPr/>
      </dsp:nvSpPr>
      <dsp:spPr>
        <a:xfrm>
          <a:off x="2088276" y="1207293"/>
          <a:ext cx="894385" cy="160972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 sz="1200" kern="1200" dirty="0"/>
            <a:t>وصف</a:t>
          </a:r>
        </a:p>
      </dsp:txBody>
      <dsp:txXfrm>
        <a:off x="2131936" y="1250953"/>
        <a:ext cx="807065" cy="1522404"/>
      </dsp:txXfrm>
    </dsp:sp>
    <dsp:sp modelId="{05E5FCD1-02AD-3A4D-BADE-F81CAD95997E}">
      <dsp:nvSpPr>
        <dsp:cNvPr id="0" name=""/>
        <dsp:cNvSpPr/>
      </dsp:nvSpPr>
      <dsp:spPr>
        <a:xfrm>
          <a:off x="1044826" y="1207293"/>
          <a:ext cx="894385" cy="160972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 sz="1200" kern="1200" dirty="0"/>
            <a:t>تشجيع</a:t>
          </a:r>
        </a:p>
      </dsp:txBody>
      <dsp:txXfrm>
        <a:off x="1088486" y="1250953"/>
        <a:ext cx="807065" cy="1522404"/>
      </dsp:txXfrm>
    </dsp:sp>
    <dsp:sp modelId="{5FBC3964-4950-5D48-BADA-26787D33B5FA}">
      <dsp:nvSpPr>
        <dsp:cNvPr id="0" name=""/>
        <dsp:cNvSpPr/>
      </dsp:nvSpPr>
      <dsp:spPr>
        <a:xfrm>
          <a:off x="1376" y="1207293"/>
          <a:ext cx="894385" cy="160972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533400" rtl="1">
            <a:lnSpc>
              <a:spcPct val="90000"/>
            </a:lnSpc>
            <a:spcBef>
              <a:spcPct val="0"/>
            </a:spcBef>
            <a:spcAft>
              <a:spcPct val="35000"/>
            </a:spcAft>
            <a:buNone/>
          </a:pPr>
          <a:r>
            <a:rPr lang="ar" sz="1200" kern="1200" dirty="0"/>
            <a:t>اتفاق</a:t>
          </a:r>
        </a:p>
      </dsp:txBody>
      <dsp:txXfrm>
        <a:off x="45036" y="1250953"/>
        <a:ext cx="807065" cy="152240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4</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6</a:t>
            </a:fld>
            <a:endParaRPr lang="en-GB" altLang="en-US"/>
          </a:p>
        </p:txBody>
      </p:sp>
    </p:spTree>
    <p:extLst>
      <p:ext uri="{BB962C8B-B14F-4D97-AF65-F5344CB8AC3E}">
        <p14:creationId xmlns:p14="http://schemas.microsoft.com/office/powerpoint/2010/main" val="3441698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7</a:t>
            </a:fld>
            <a:endParaRPr lang="en-GB" altLang="en-US"/>
          </a:p>
        </p:txBody>
      </p:sp>
    </p:spTree>
    <p:extLst>
      <p:ext uri="{BB962C8B-B14F-4D97-AF65-F5344CB8AC3E}">
        <p14:creationId xmlns:p14="http://schemas.microsoft.com/office/powerpoint/2010/main" val="2974126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8</a:t>
            </a:fld>
            <a:endParaRPr lang="en-GB" altLang="en-US"/>
          </a:p>
        </p:txBody>
      </p:sp>
    </p:spTree>
    <p:extLst>
      <p:ext uri="{BB962C8B-B14F-4D97-AF65-F5344CB8AC3E}">
        <p14:creationId xmlns:p14="http://schemas.microsoft.com/office/powerpoint/2010/main" val="2542518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9</a:t>
            </a:fld>
            <a:endParaRPr lang="en-GB" altLang="en-US"/>
          </a:p>
        </p:txBody>
      </p:sp>
    </p:spTree>
    <p:extLst>
      <p:ext uri="{BB962C8B-B14F-4D97-AF65-F5344CB8AC3E}">
        <p14:creationId xmlns:p14="http://schemas.microsoft.com/office/powerpoint/2010/main" val="1984418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10</a:t>
            </a:fld>
            <a:endParaRPr lang="en-GB" altLang="en-US"/>
          </a:p>
        </p:txBody>
      </p:sp>
    </p:spTree>
    <p:extLst>
      <p:ext uri="{BB962C8B-B14F-4D97-AF65-F5344CB8AC3E}">
        <p14:creationId xmlns:p14="http://schemas.microsoft.com/office/powerpoint/2010/main" val="3053891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11</a:t>
            </a:fld>
            <a:endParaRPr lang="en-GB" altLang="en-US"/>
          </a:p>
        </p:txBody>
      </p:sp>
    </p:spTree>
    <p:extLst>
      <p:ext uri="{BB962C8B-B14F-4D97-AF65-F5344CB8AC3E}">
        <p14:creationId xmlns:p14="http://schemas.microsoft.com/office/powerpoint/2010/main" val="951929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12</a:t>
            </a:fld>
            <a:endParaRPr lang="en-GB" altLang="en-US"/>
          </a:p>
        </p:txBody>
      </p:sp>
    </p:spTree>
    <p:extLst>
      <p:ext uri="{BB962C8B-B14F-4D97-AF65-F5344CB8AC3E}">
        <p14:creationId xmlns:p14="http://schemas.microsoft.com/office/powerpoint/2010/main" val="4050994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14</a:t>
            </a:fld>
            <a:endParaRPr lang="en-GB" altLang="en-US"/>
          </a:p>
        </p:txBody>
      </p:sp>
    </p:spTree>
    <p:extLst>
      <p:ext uri="{BB962C8B-B14F-4D97-AF65-F5344CB8AC3E}">
        <p14:creationId xmlns:p14="http://schemas.microsoft.com/office/powerpoint/2010/main" val="1750590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16</a:t>
            </a:fld>
            <a:endParaRPr lang="en-GB" altLang="en-US"/>
          </a:p>
        </p:txBody>
      </p:sp>
    </p:spTree>
    <p:extLst>
      <p:ext uri="{BB962C8B-B14F-4D97-AF65-F5344CB8AC3E}">
        <p14:creationId xmlns:p14="http://schemas.microsoft.com/office/powerpoint/2010/main" val="648797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17</a:t>
            </a:fld>
            <a:endParaRPr lang="en-GB" altLang="en-US"/>
          </a:p>
        </p:txBody>
      </p:sp>
    </p:spTree>
    <p:extLst>
      <p:ext uri="{BB962C8B-B14F-4D97-AF65-F5344CB8AC3E}">
        <p14:creationId xmlns:p14="http://schemas.microsoft.com/office/powerpoint/2010/main" val="1025880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18</a:t>
            </a:fld>
            <a:endParaRPr lang="en-GB" altLang="en-US"/>
          </a:p>
        </p:txBody>
      </p:sp>
    </p:spTree>
    <p:extLst>
      <p:ext uri="{BB962C8B-B14F-4D97-AF65-F5344CB8AC3E}">
        <p14:creationId xmlns:p14="http://schemas.microsoft.com/office/powerpoint/2010/main" val="2800439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3301968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29</a:t>
            </a:fld>
            <a:endParaRPr lang="en-GB" altLang="en-US"/>
          </a:p>
        </p:txBody>
      </p:sp>
    </p:spTree>
    <p:extLst>
      <p:ext uri="{BB962C8B-B14F-4D97-AF65-F5344CB8AC3E}">
        <p14:creationId xmlns:p14="http://schemas.microsoft.com/office/powerpoint/2010/main" val="3901160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33</a:t>
            </a:fld>
            <a:endParaRPr lang="en-GB" altLang="en-US"/>
          </a:p>
        </p:txBody>
      </p:sp>
    </p:spTree>
    <p:extLst>
      <p:ext uri="{BB962C8B-B14F-4D97-AF65-F5344CB8AC3E}">
        <p14:creationId xmlns:p14="http://schemas.microsoft.com/office/powerpoint/2010/main" val="2711253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35</a:t>
            </a:fld>
            <a:endParaRPr lang="en-GB" altLang="en-US"/>
          </a:p>
        </p:txBody>
      </p:sp>
    </p:spTree>
    <p:extLst>
      <p:ext uri="{BB962C8B-B14F-4D97-AF65-F5344CB8AC3E}">
        <p14:creationId xmlns:p14="http://schemas.microsoft.com/office/powerpoint/2010/main" val="2710683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36</a:t>
            </a:fld>
            <a:endParaRPr lang="en-GB" altLang="en-US"/>
          </a:p>
        </p:txBody>
      </p:sp>
    </p:spTree>
    <p:extLst>
      <p:ext uri="{BB962C8B-B14F-4D97-AF65-F5344CB8AC3E}">
        <p14:creationId xmlns:p14="http://schemas.microsoft.com/office/powerpoint/2010/main" val="34651217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37</a:t>
            </a:fld>
            <a:endParaRPr lang="en-GB" altLang="en-US"/>
          </a:p>
        </p:txBody>
      </p:sp>
    </p:spTree>
    <p:extLst>
      <p:ext uri="{BB962C8B-B14F-4D97-AF65-F5344CB8AC3E}">
        <p14:creationId xmlns:p14="http://schemas.microsoft.com/office/powerpoint/2010/main" val="13991950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2" name="Picture 8">
            <a:extLst>
              <a:ext uri="{FF2B5EF4-FFF2-40B4-BE49-F238E27FC236}">
                <a16:creationId xmlns:a16="http://schemas.microsoft.com/office/drawing/2014/main" id="{E16CCD38-25A7-8B16-DF2F-F505620F55AB}"/>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30.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2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29.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29.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audio" Target="../media/audio1.bin"/><Relationship Id="rId1" Type="http://schemas.openxmlformats.org/officeDocument/2006/relationships/slideLayout" Target="../slideLayouts/slideLayout2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29.xml"/><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24.xml"/><Relationship Id="rId1" Type="http://schemas.openxmlformats.org/officeDocument/2006/relationships/slideLayout" Target="../slideLayouts/slideLayout2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5.xml"/><Relationship Id="rId2" Type="http://schemas.openxmlformats.org/officeDocument/2006/relationships/notesSlide" Target="../notesSlides/notesSlide25.xml"/><Relationship Id="rId1" Type="http://schemas.openxmlformats.org/officeDocument/2006/relationships/slideLayout" Target="../slideLayouts/slideLayout29.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audio" Target="../media/audio1.bin"/><Relationship Id="rId1" Type="http://schemas.openxmlformats.org/officeDocument/2006/relationships/slideLayout" Target="../slideLayouts/slideLayout2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16024" y="1484784"/>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SA" dirty="0"/>
              <a:t>الوحدة 16</a:t>
            </a:r>
            <a:br>
              <a:rPr lang="ar-SA" altLang="en-US" dirty="0"/>
            </a:br>
            <a:r>
              <a:rPr lang="ar-SA" dirty="0"/>
              <a:t>العمل ضمن فريق </a:t>
            </a:r>
            <a:br>
              <a:rPr lang="ar-SA" altLang="en-US" dirty="0"/>
            </a:br>
            <a:br>
              <a:rPr lang="ar-SA" altLang="en-US" dirty="0"/>
            </a:br>
            <a:endParaRPr lang="ar-SA" altLang="en-US"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a:bodyPr>
          <a:lstStyle/>
          <a:p>
            <a:pPr algn="ctr" rtl="1">
              <a:lnSpc>
                <a:spcPct val="90000"/>
              </a:lnSpc>
              <a:spcAft>
                <a:spcPts val="600"/>
              </a:spcAft>
              <a:defRPr/>
            </a:pPr>
            <a:r>
              <a:rPr lang="ar-SA" sz="1400" dirty="0"/>
              <a:t>© شركة بيرسون إيديوكيشن ليمتد 2023. لا يُسمح بالنسخ إلا للمؤسسة المُشترية فقط</a:t>
            </a:r>
            <a:r>
              <a:rPr lang="ar-EG" sz="1400" dirty="0"/>
              <a:t> </a:t>
            </a:r>
            <a:r>
              <a:rPr lang="ar-SA" sz="1400" dirty="0"/>
              <a:t> </a:t>
            </a:r>
          </a:p>
        </p:txBody>
      </p:sp>
      <p:sp>
        <p:nvSpPr>
          <p:cNvPr id="2" name="Footer Placeholder 2">
            <a:extLst>
              <a:ext uri="{FF2B5EF4-FFF2-40B4-BE49-F238E27FC236}">
                <a16:creationId xmlns:a16="http://schemas.microsoft.com/office/drawing/2014/main" id="{557780C4-6E9D-8D08-41BB-DACEC9B7DDB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5" name="Picture 4" descr="A group of people sitting at desks&#10;&#10;Description automatically generated">
            <a:extLst>
              <a:ext uri="{FF2B5EF4-FFF2-40B4-BE49-F238E27FC236}">
                <a16:creationId xmlns:a16="http://schemas.microsoft.com/office/drawing/2014/main" id="{B75BFCB4-93D9-1DB6-7CE8-A889F2AA556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97252" y="2954312"/>
            <a:ext cx="4276428" cy="2850952"/>
          </a:xfrm>
          <a:prstGeom prst="rect">
            <a:avLst/>
          </a:prstGeom>
        </p:spPr>
      </p:pic>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SA" dirty="0"/>
              <a:t>العمل ضمن فريق</a:t>
            </a:r>
            <a:endParaRPr lang="ar-SA" altLang="en-US" dirty="0"/>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59533" y="227687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SA" dirty="0">
                <a:latin typeface="Arial"/>
                <a:cs typeface="Arial"/>
              </a:rPr>
              <a:t>تستكشف هذه الوحدة أهمية العمل ضمن فريق والطريقة التي يمكن أن يؤثر بها العمل الجماعي على عمليات الشركة ونجاحها ويدعمها. </a:t>
            </a:r>
            <a:endParaRPr lang="ar-SA" altLang="en-US" dirty="0"/>
          </a:p>
          <a:p>
            <a:pPr marL="0" indent="0" rtl="1">
              <a:buNone/>
            </a:pPr>
            <a:r>
              <a:rPr lang="ar-SA" dirty="0"/>
              <a:t>سوف تتعرف على أنواع وخصائص ونقاط القوة لدى الفرق الناجحة. سوف تتعرف على سمات وأدوار أعضاء الفريق وكيف يساهم قائد الفريق في تحقيق النجاح. </a:t>
            </a:r>
          </a:p>
          <a:p>
            <a:pPr marL="0" indent="0" rtl="1">
              <a:buNone/>
            </a:pPr>
            <a:r>
              <a:rPr lang="ar-SA" dirty="0">
                <a:latin typeface="Arial"/>
                <a:cs typeface="Arial"/>
              </a:rPr>
              <a:t>سوف تستكشف تأثير التحفيز في العمل الجماعي وكيف يمكن للفرق التغلب بنجاح </a:t>
            </a:r>
            <a:br>
              <a:rPr lang="ar-SA" dirty="0">
                <a:latin typeface="Arial"/>
                <a:cs typeface="Arial"/>
              </a:rPr>
            </a:br>
            <a:r>
              <a:rPr lang="ar-SA" dirty="0">
                <a:latin typeface="Arial"/>
                <a:cs typeface="Arial"/>
              </a:rPr>
              <a:t>على العقبات والتحديات لمساعدة الشركات على النجاح. </a:t>
            </a:r>
            <a:endParaRPr lang="ar-SA" altLang="en-US" dirty="0"/>
          </a:p>
        </p:txBody>
      </p:sp>
      <p:sp>
        <p:nvSpPr>
          <p:cNvPr id="2" name="Footer Placeholder 2">
            <a:extLst>
              <a:ext uri="{FF2B5EF4-FFF2-40B4-BE49-F238E27FC236}">
                <a16:creationId xmlns:a16="http://schemas.microsoft.com/office/drawing/2014/main" id="{D56E5553-D6BB-CDF8-1C08-3DA06B5B994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a:t>أهداف التعلم</a:t>
            </a:r>
            <a:endParaRPr lang="en-GB" altLang="en-US"/>
          </a:p>
        </p:txBody>
      </p:sp>
      <p:graphicFrame>
        <p:nvGraphicFramePr>
          <p:cNvPr id="32773" name="Content Placeholder 3">
            <a:extLst>
              <a:ext uri="{FF2B5EF4-FFF2-40B4-BE49-F238E27FC236}">
                <a16:creationId xmlns:a16="http://schemas.microsoft.com/office/drawing/2014/main" id="{B90D5243-3CD0-38C0-5911-3C30CADEDD27}"/>
              </a:ext>
            </a:extLst>
          </p:cNvPr>
          <p:cNvGraphicFramePr>
            <a:graphicFrameLocks noGrp="1"/>
          </p:cNvGraphicFramePr>
          <p:nvPr>
            <p:ph idx="1"/>
            <p:extLst>
              <p:ext uri="{D42A27DB-BD31-4B8C-83A1-F6EECF244321}">
                <p14:modId xmlns:p14="http://schemas.microsoft.com/office/powerpoint/2010/main" val="1720795930"/>
              </p:ext>
            </p:extLst>
          </p:nvPr>
        </p:nvGraphicFramePr>
        <p:xfrm>
          <a:off x="468314"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D7E28159-B833-D81F-FF05-A0092D986BD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a:t>هدف التعلّم أ يستكشف معنى الفرق، والأنواع المختلفة للفرق وخصائص الفريق الناجح. وهو يسلط الضوء على الاختلافات بين الفرق والمجموعات، وكيف يمكن لكل فريق أن يدعم نجاح الشركات. يستكشف هدف التعلم أيضًا فوائد العمل الجماعي للفرد والفريق والشركات. </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387350" algn="ctr" defTabSz="431800" rtl="1">
              <a:buNone/>
            </a:pPr>
            <a:r>
              <a:rPr lang="ar" sz="3600" b="1" dirty="0"/>
              <a:t>ستتعرف على كيفية نجاح الفرق </a:t>
            </a:r>
            <a:br>
              <a:rPr lang="ar-EG" sz="3600" b="1" dirty="0"/>
            </a:br>
            <a:r>
              <a:rPr lang="ar" sz="3600" b="1" dirty="0"/>
              <a:t>في الشركات</a:t>
            </a:r>
            <a:endParaRPr lang="en-GB" altLang="en-US" sz="3600" dirty="0"/>
          </a:p>
        </p:txBody>
      </p:sp>
      <p:sp>
        <p:nvSpPr>
          <p:cNvPr id="2" name="Footer Placeholder 2">
            <a:extLst>
              <a:ext uri="{FF2B5EF4-FFF2-40B4-BE49-F238E27FC236}">
                <a16:creationId xmlns:a16="http://schemas.microsoft.com/office/drawing/2014/main" id="{E677E9D4-2284-34C5-AE2D-13243B4F941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601043" y="1556792"/>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هدف التعلّم أ:</a:t>
            </a:r>
            <a:br>
              <a:rPr lang="en-US" altLang="en-US" sz="2400" dirty="0"/>
            </a:br>
            <a:br>
              <a:rPr lang="en-US" altLang="en-US" sz="2400" dirty="0"/>
            </a:br>
            <a:endParaRPr lang="en-GB"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20105" y="2277268"/>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387350" algn="ctr" defTabSz="431800" rtl="1">
              <a:buNone/>
            </a:pPr>
            <a:r>
              <a:rPr lang="ar" sz="3600" b="1" dirty="0"/>
              <a:t>ستتعرف على كيفية نجاح الفرق </a:t>
            </a:r>
            <a:br>
              <a:rPr lang="ar-EG" sz="3600" b="1" dirty="0"/>
            </a:br>
            <a:r>
              <a:rPr lang="ar" sz="3600" b="1" dirty="0"/>
              <a:t>في الشركات</a:t>
            </a:r>
            <a:endParaRPr lang="en-GB" altLang="en-US" sz="3600" dirty="0"/>
          </a:p>
        </p:txBody>
      </p:sp>
      <p:sp>
        <p:nvSpPr>
          <p:cNvPr id="6" name="Content Placeholder 3">
            <a:extLst>
              <a:ext uri="{FF2B5EF4-FFF2-40B4-BE49-F238E27FC236}">
                <a16:creationId xmlns:a16="http://schemas.microsoft.com/office/drawing/2014/main" id="{431A70FB-4D53-C8BD-CD15-9C30482724E7}"/>
              </a:ext>
            </a:extLst>
          </p:cNvPr>
          <p:cNvSpPr>
            <a:spLocks noGrp="1" noChangeArrowheads="1"/>
          </p:cNvSpPr>
          <p:nvPr>
            <p:ph sz="half" idx="2"/>
          </p:nvPr>
        </p:nvSpPr>
        <p:spPr bwMode="auto">
          <a:xfrm>
            <a:off x="1331292" y="3790949"/>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الفرق بين الفريق والمجموعة</a:t>
            </a:r>
          </a:p>
          <a:p>
            <a:pPr marL="685800" rtl="1"/>
            <a:r>
              <a:rPr lang="ar"/>
              <a:t>خصائص الفريق الناجح </a:t>
            </a:r>
          </a:p>
          <a:p>
            <a:pPr marL="685800" rtl="1"/>
            <a:r>
              <a:rPr lang="ar"/>
              <a:t>فوائد العمل الجماعي </a:t>
            </a:r>
          </a:p>
        </p:txBody>
      </p:sp>
      <p:sp>
        <p:nvSpPr>
          <p:cNvPr id="2" name="Footer Placeholder 2">
            <a:extLst>
              <a:ext uri="{FF2B5EF4-FFF2-40B4-BE49-F238E27FC236}">
                <a16:creationId xmlns:a16="http://schemas.microsoft.com/office/drawing/2014/main" id="{502703B0-923C-6830-8F33-AA911ADA944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426F-902E-4096-E57D-3D203FF83CF7}"/>
              </a:ext>
            </a:extLst>
          </p:cNvPr>
          <p:cNvSpPr>
            <a:spLocks noGrp="1"/>
          </p:cNvSpPr>
          <p:nvPr>
            <p:ph type="title"/>
          </p:nvPr>
        </p:nvSpPr>
        <p:spPr>
          <a:xfrm>
            <a:off x="457201" y="1583924"/>
            <a:ext cx="8229600" cy="864000"/>
          </a:xfrm>
        </p:spPr>
        <p:txBody>
          <a:bodyPr rtlCol="1"/>
          <a:lstStyle/>
          <a:p>
            <a:pPr algn="ctr" rtl="1"/>
            <a:r>
              <a:rPr lang="ar" dirty="0"/>
              <a:t>الاختلافات بين الفرق والمجموعات</a:t>
            </a:r>
          </a:p>
        </p:txBody>
      </p:sp>
      <p:sp>
        <p:nvSpPr>
          <p:cNvPr id="3" name="Text Placeholder 2">
            <a:extLst>
              <a:ext uri="{FF2B5EF4-FFF2-40B4-BE49-F238E27FC236}">
                <a16:creationId xmlns:a16="http://schemas.microsoft.com/office/drawing/2014/main" id="{EF2DA063-1669-10AE-F04A-92A72A98D049}"/>
              </a:ext>
            </a:extLst>
          </p:cNvPr>
          <p:cNvSpPr>
            <a:spLocks noGrp="1"/>
          </p:cNvSpPr>
          <p:nvPr>
            <p:ph type="body" idx="1"/>
          </p:nvPr>
        </p:nvSpPr>
        <p:spPr>
          <a:xfrm>
            <a:off x="4646611" y="2196000"/>
            <a:ext cx="4040188" cy="1088984"/>
          </a:xfrm>
        </p:spPr>
        <p:txBody>
          <a:bodyPr rtlCol="1"/>
          <a:lstStyle/>
          <a:p>
            <a:pPr rtl="1"/>
            <a:r>
              <a:rPr lang="ar"/>
              <a:t>الفرق	</a:t>
            </a:r>
          </a:p>
        </p:txBody>
      </p:sp>
      <p:sp>
        <p:nvSpPr>
          <p:cNvPr id="4" name="Content Placeholder 3">
            <a:extLst>
              <a:ext uri="{FF2B5EF4-FFF2-40B4-BE49-F238E27FC236}">
                <a16:creationId xmlns:a16="http://schemas.microsoft.com/office/drawing/2014/main" id="{BE6A2C6B-1A46-C7D9-3AD8-18C1D9A45558}"/>
              </a:ext>
            </a:extLst>
          </p:cNvPr>
          <p:cNvSpPr>
            <a:spLocks noGrp="1"/>
          </p:cNvSpPr>
          <p:nvPr>
            <p:ph sz="half" idx="2"/>
          </p:nvPr>
        </p:nvSpPr>
        <p:spPr>
          <a:xfrm>
            <a:off x="4646611" y="3429000"/>
            <a:ext cx="4040188" cy="2697164"/>
          </a:xfrm>
        </p:spPr>
        <p:txBody>
          <a:bodyPr rtlCol="1"/>
          <a:lstStyle/>
          <a:p>
            <a:pPr marL="0" indent="0" rtl="1">
              <a:buNone/>
            </a:pPr>
            <a:r>
              <a:rPr lang="ar" dirty="0"/>
              <a:t>ثلاثة أو أربعة أشخاص على الأقل لديهم هدف مشترك وتركيز جماعي. </a:t>
            </a:r>
          </a:p>
          <a:p>
            <a:pPr marL="0" indent="0" rtl="1">
              <a:buNone/>
            </a:pPr>
            <a:endParaRPr lang="en-US" dirty="0"/>
          </a:p>
          <a:p>
            <a:pPr marL="0" indent="0" rtl="1">
              <a:buNone/>
            </a:pPr>
            <a:r>
              <a:rPr lang="ar" dirty="0"/>
              <a:t>على سبيل المثال الناس يعملون </a:t>
            </a:r>
            <a:br>
              <a:rPr lang="en-US" dirty="0"/>
            </a:br>
            <a:r>
              <a:rPr lang="ar" dirty="0"/>
              <a:t>معًا لزراعة شجرة. </a:t>
            </a:r>
          </a:p>
        </p:txBody>
      </p:sp>
      <p:sp>
        <p:nvSpPr>
          <p:cNvPr id="5" name="Footer Placeholder 2">
            <a:extLst>
              <a:ext uri="{FF2B5EF4-FFF2-40B4-BE49-F238E27FC236}">
                <a16:creationId xmlns:a16="http://schemas.microsoft.com/office/drawing/2014/main" id="{B19D98A3-6FA3-3C69-F594-7E486399CED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9" name="Picture 8" descr="A group of people planting a tree">
            <a:extLst>
              <a:ext uri="{FF2B5EF4-FFF2-40B4-BE49-F238E27FC236}">
                <a16:creationId xmlns:a16="http://schemas.microsoft.com/office/drawing/2014/main" id="{6D288339-23C6-11FB-9F8C-F6F575F75B0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9337" y="3182208"/>
            <a:ext cx="3679606" cy="2455737"/>
          </a:xfrm>
          <a:prstGeom prst="rect">
            <a:avLst/>
          </a:prstGeom>
        </p:spPr>
      </p:pic>
    </p:spTree>
    <p:extLst>
      <p:ext uri="{BB962C8B-B14F-4D97-AF65-F5344CB8AC3E}">
        <p14:creationId xmlns:p14="http://schemas.microsoft.com/office/powerpoint/2010/main" val="179473559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426F-902E-4096-E57D-3D203FF83CF7}"/>
              </a:ext>
            </a:extLst>
          </p:cNvPr>
          <p:cNvSpPr>
            <a:spLocks noGrp="1"/>
          </p:cNvSpPr>
          <p:nvPr>
            <p:ph type="title"/>
          </p:nvPr>
        </p:nvSpPr>
        <p:spPr>
          <a:xfrm>
            <a:off x="448884" y="1332000"/>
            <a:ext cx="8229600" cy="864000"/>
          </a:xfrm>
        </p:spPr>
        <p:txBody>
          <a:bodyPr rtlCol="1"/>
          <a:lstStyle/>
          <a:p>
            <a:pPr algn="ctr" rtl="1"/>
            <a:r>
              <a:rPr lang="ar" dirty="0"/>
              <a:t>الاختلافات بين الفرق والمجموعات</a:t>
            </a:r>
          </a:p>
        </p:txBody>
      </p:sp>
      <p:sp>
        <p:nvSpPr>
          <p:cNvPr id="3" name="Text Placeholder 2">
            <a:extLst>
              <a:ext uri="{FF2B5EF4-FFF2-40B4-BE49-F238E27FC236}">
                <a16:creationId xmlns:a16="http://schemas.microsoft.com/office/drawing/2014/main" id="{EF2DA063-1669-10AE-F04A-92A72A98D049}"/>
              </a:ext>
            </a:extLst>
          </p:cNvPr>
          <p:cNvSpPr>
            <a:spLocks noGrp="1"/>
          </p:cNvSpPr>
          <p:nvPr>
            <p:ph type="body" idx="1"/>
          </p:nvPr>
        </p:nvSpPr>
        <p:spPr>
          <a:xfrm>
            <a:off x="4646611" y="2196000"/>
            <a:ext cx="4040188" cy="1088984"/>
          </a:xfrm>
        </p:spPr>
        <p:txBody>
          <a:bodyPr rtlCol="1"/>
          <a:lstStyle/>
          <a:p>
            <a:pPr rtl="1"/>
            <a:r>
              <a:rPr lang="ar"/>
              <a:t>	</a:t>
            </a:r>
          </a:p>
        </p:txBody>
      </p:sp>
      <p:sp>
        <p:nvSpPr>
          <p:cNvPr id="5" name="Text Placeholder 4">
            <a:extLst>
              <a:ext uri="{FF2B5EF4-FFF2-40B4-BE49-F238E27FC236}">
                <a16:creationId xmlns:a16="http://schemas.microsoft.com/office/drawing/2014/main" id="{B3FF7E16-56F7-FEAC-B87A-1589B9C7A2B3}"/>
              </a:ext>
            </a:extLst>
          </p:cNvPr>
          <p:cNvSpPr>
            <a:spLocks noGrp="1"/>
          </p:cNvSpPr>
          <p:nvPr>
            <p:ph type="body" sz="quarter" idx="3"/>
          </p:nvPr>
        </p:nvSpPr>
        <p:spPr>
          <a:xfrm>
            <a:off x="521909" y="2740492"/>
            <a:ext cx="4041775" cy="432048"/>
          </a:xfrm>
        </p:spPr>
        <p:txBody>
          <a:bodyPr rtlCol="1"/>
          <a:lstStyle/>
          <a:p>
            <a:pPr rtl="1"/>
            <a:r>
              <a:rPr lang="ar"/>
              <a:t>المجموعات</a:t>
            </a:r>
          </a:p>
        </p:txBody>
      </p:sp>
      <p:sp>
        <p:nvSpPr>
          <p:cNvPr id="6" name="Content Placeholder 5">
            <a:extLst>
              <a:ext uri="{FF2B5EF4-FFF2-40B4-BE49-F238E27FC236}">
                <a16:creationId xmlns:a16="http://schemas.microsoft.com/office/drawing/2014/main" id="{F9407D3C-03E1-D5C9-6C9A-4F12471FBF35}"/>
              </a:ext>
            </a:extLst>
          </p:cNvPr>
          <p:cNvSpPr>
            <a:spLocks noGrp="1"/>
          </p:cNvSpPr>
          <p:nvPr>
            <p:ph sz="quarter" idx="4"/>
          </p:nvPr>
        </p:nvSpPr>
        <p:spPr>
          <a:xfrm>
            <a:off x="521909" y="3339227"/>
            <a:ext cx="4041775" cy="2697164"/>
          </a:xfrm>
        </p:spPr>
        <p:txBody>
          <a:bodyPr rtlCol="1"/>
          <a:lstStyle/>
          <a:p>
            <a:pPr marL="0" indent="0" rtl="1">
              <a:buNone/>
            </a:pPr>
            <a:r>
              <a:rPr lang="ar" dirty="0"/>
              <a:t>عدة أشخاص متواجدين معًا ولكن غالبًا ما يكون لديهم تركيز فردي.</a:t>
            </a:r>
          </a:p>
          <a:p>
            <a:pPr marL="0" indent="0" rtl="1">
              <a:buNone/>
            </a:pPr>
            <a:endParaRPr lang="en-US" dirty="0"/>
          </a:p>
          <a:p>
            <a:pPr marL="0" indent="0" rtl="1">
              <a:buNone/>
            </a:pPr>
            <a:r>
              <a:rPr lang="ar" dirty="0"/>
              <a:t>على سبيل المثال الأشخاص الذين يسافرون في الحافلة، كل منهم يذهب </a:t>
            </a:r>
            <a:br>
              <a:rPr lang="en-US" dirty="0"/>
            </a:br>
            <a:r>
              <a:rPr lang="ar" dirty="0"/>
              <a:t>إلى موقعه الخاص.</a:t>
            </a:r>
          </a:p>
        </p:txBody>
      </p:sp>
      <p:sp>
        <p:nvSpPr>
          <p:cNvPr id="4" name="Content Placeholder 3">
            <a:extLst>
              <a:ext uri="{FF2B5EF4-FFF2-40B4-BE49-F238E27FC236}">
                <a16:creationId xmlns:a16="http://schemas.microsoft.com/office/drawing/2014/main" id="{0CB6AEEB-80CC-7AE3-F1DA-88C1615A7C41}"/>
              </a:ext>
            </a:extLst>
          </p:cNvPr>
          <p:cNvSpPr>
            <a:spLocks noGrp="1"/>
          </p:cNvSpPr>
          <p:nvPr>
            <p:ph sz="half" idx="2"/>
          </p:nvPr>
        </p:nvSpPr>
        <p:spPr>
          <a:xfrm>
            <a:off x="4646611" y="3428998"/>
            <a:ext cx="4040188" cy="2697165"/>
          </a:xfrm>
        </p:spPr>
        <p:txBody>
          <a:bodyPr rtlCol="1"/>
          <a:lstStyle/>
          <a:p>
            <a:pPr marL="0" indent="0" rtl="1">
              <a:buNone/>
            </a:pPr>
            <a:endParaRPr lang="en-US" sz="1800" i="1" dirty="0"/>
          </a:p>
          <a:p>
            <a:pPr marL="0" indent="0" rtl="1">
              <a:buNone/>
            </a:pPr>
            <a:endParaRPr lang="en-US" dirty="0"/>
          </a:p>
        </p:txBody>
      </p:sp>
      <p:sp>
        <p:nvSpPr>
          <p:cNvPr id="8" name="Footer Placeholder 2">
            <a:extLst>
              <a:ext uri="{FF2B5EF4-FFF2-40B4-BE49-F238E27FC236}">
                <a16:creationId xmlns:a16="http://schemas.microsoft.com/office/drawing/2014/main" id="{282B602E-B7DE-79AB-9871-A09140F86FD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11" name="Picture 10" descr="A group of people on a bus&#10;&#10;Description automatically generated">
            <a:extLst>
              <a:ext uri="{FF2B5EF4-FFF2-40B4-BE49-F238E27FC236}">
                <a16:creationId xmlns:a16="http://schemas.microsoft.com/office/drawing/2014/main" id="{299EE197-67DA-B1B6-C0C2-4710112910C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77556" y="3073812"/>
            <a:ext cx="3354883" cy="2515428"/>
          </a:xfrm>
          <a:prstGeom prst="rect">
            <a:avLst/>
          </a:prstGeom>
        </p:spPr>
      </p:pic>
    </p:spTree>
    <p:extLst>
      <p:ext uri="{BB962C8B-B14F-4D97-AF65-F5344CB8AC3E}">
        <p14:creationId xmlns:p14="http://schemas.microsoft.com/office/powerpoint/2010/main" val="17316409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426F-902E-4096-E57D-3D203FF83CF7}"/>
              </a:ext>
            </a:extLst>
          </p:cNvPr>
          <p:cNvSpPr>
            <a:spLocks noGrp="1"/>
          </p:cNvSpPr>
          <p:nvPr>
            <p:ph type="title"/>
          </p:nvPr>
        </p:nvSpPr>
        <p:spPr>
          <a:xfrm>
            <a:off x="457200" y="1195200"/>
            <a:ext cx="8229600" cy="864000"/>
          </a:xfrm>
        </p:spPr>
        <p:txBody>
          <a:bodyPr wrap="square" rtlCol="1" anchor="ctr">
            <a:normAutofit/>
          </a:bodyPr>
          <a:lstStyle/>
          <a:p>
            <a:pPr algn="ctr" rtl="1"/>
            <a:r>
              <a:rPr lang="ar" dirty="0"/>
              <a:t>أنواع فريق العمل (1)</a:t>
            </a:r>
          </a:p>
        </p:txBody>
      </p:sp>
      <p:sp>
        <p:nvSpPr>
          <p:cNvPr id="12" name="Text Placeholder 2">
            <a:extLst>
              <a:ext uri="{FF2B5EF4-FFF2-40B4-BE49-F238E27FC236}">
                <a16:creationId xmlns:a16="http://schemas.microsoft.com/office/drawing/2014/main" id="{7BC9FFE4-48F8-D6E1-67AE-D7BC70663BB2}"/>
              </a:ext>
            </a:extLst>
          </p:cNvPr>
          <p:cNvSpPr>
            <a:spLocks noGrp="1"/>
          </p:cNvSpPr>
          <p:nvPr>
            <p:ph type="body" idx="1"/>
          </p:nvPr>
        </p:nvSpPr>
        <p:spPr>
          <a:xfrm>
            <a:off x="4646611" y="2527481"/>
            <a:ext cx="4040188" cy="639762"/>
          </a:xfrm>
        </p:spPr>
        <p:txBody>
          <a:bodyPr rtlCol="1"/>
          <a:lstStyle/>
          <a:p>
            <a:pPr rtl="1"/>
            <a:r>
              <a:rPr lang="ar" sz="2400" b="1"/>
              <a:t>الفرق الرسمية</a:t>
            </a:r>
          </a:p>
          <a:p>
            <a:pPr rtl="1"/>
            <a:endParaRPr lang="en-US" dirty="0"/>
          </a:p>
        </p:txBody>
      </p:sp>
      <p:sp>
        <p:nvSpPr>
          <p:cNvPr id="3" name="Text Placeholder 2">
            <a:extLst>
              <a:ext uri="{FF2B5EF4-FFF2-40B4-BE49-F238E27FC236}">
                <a16:creationId xmlns:a16="http://schemas.microsoft.com/office/drawing/2014/main" id="{EF2DA063-1669-10AE-F04A-92A72A98D049}"/>
              </a:ext>
            </a:extLst>
          </p:cNvPr>
          <p:cNvSpPr>
            <a:spLocks noGrp="1"/>
          </p:cNvSpPr>
          <p:nvPr>
            <p:ph sz="half" idx="2"/>
          </p:nvPr>
        </p:nvSpPr>
        <p:spPr>
          <a:xfrm>
            <a:off x="4646611" y="2932602"/>
            <a:ext cx="4040188" cy="3193562"/>
          </a:xfrm>
        </p:spPr>
        <p:txBody>
          <a:bodyPr wrap="square" rtlCol="1" anchor="t">
            <a:normAutofit/>
          </a:bodyPr>
          <a:lstStyle/>
          <a:p>
            <a:pPr marL="0" indent="0" rtl="1">
              <a:lnSpc>
                <a:spcPct val="90000"/>
              </a:lnSpc>
              <a:buNone/>
            </a:pPr>
            <a:r>
              <a:rPr lang="ar" sz="1900" dirty="0"/>
              <a:t>فريق تم تصميمه أو إنشاؤه لتحقيق نتيجة أو مهمة. </a:t>
            </a:r>
          </a:p>
          <a:p>
            <a:pPr marL="0" indent="0" rtl="1">
              <a:lnSpc>
                <a:spcPct val="90000"/>
              </a:lnSpc>
              <a:buNone/>
            </a:pPr>
            <a:endParaRPr lang="en-US" sz="1900" dirty="0"/>
          </a:p>
          <a:p>
            <a:pPr marL="0" indent="0" rtl="1">
              <a:lnSpc>
                <a:spcPct val="90000"/>
              </a:lnSpc>
              <a:buNone/>
            </a:pPr>
            <a:r>
              <a:rPr lang="ar" sz="1900" dirty="0"/>
              <a:t>يمكن تصنيف معظم الفرق في الشركات </a:t>
            </a:r>
            <a:br>
              <a:rPr lang="ar-EG" sz="1900" dirty="0"/>
            </a:br>
            <a:r>
              <a:rPr lang="ar" sz="1900" dirty="0"/>
              <a:t>على أنها فريق رسمي؛ لديهم نتائج وتديرها </a:t>
            </a:r>
            <a:br>
              <a:rPr lang="ar-EG" sz="1900" dirty="0"/>
            </a:br>
            <a:r>
              <a:rPr lang="ar" sz="1900" dirty="0"/>
              <a:t>سلطة أو شركة أو قائد. </a:t>
            </a:r>
          </a:p>
          <a:p>
            <a:pPr marL="0" indent="0" rtl="1">
              <a:lnSpc>
                <a:spcPct val="90000"/>
              </a:lnSpc>
              <a:buNone/>
            </a:pPr>
            <a:endParaRPr lang="en-US" sz="1900" dirty="0"/>
          </a:p>
          <a:p>
            <a:pPr marL="0" indent="0" rtl="1">
              <a:lnSpc>
                <a:spcPct val="90000"/>
              </a:lnSpc>
              <a:buNone/>
            </a:pPr>
            <a:r>
              <a:rPr lang="ar" sz="1900" dirty="0"/>
              <a:t>من المرجح أن يكون القسم المالي في الشركة </a:t>
            </a:r>
            <a:br>
              <a:rPr lang="ar-EG" sz="1900" dirty="0"/>
            </a:br>
            <a:r>
              <a:rPr lang="ar" sz="1900" dirty="0"/>
              <a:t>فريقًا رسميًا. </a:t>
            </a:r>
          </a:p>
        </p:txBody>
      </p:sp>
      <p:sp>
        <p:nvSpPr>
          <p:cNvPr id="14" name="Text Placeholder 4">
            <a:extLst>
              <a:ext uri="{FF2B5EF4-FFF2-40B4-BE49-F238E27FC236}">
                <a16:creationId xmlns:a16="http://schemas.microsoft.com/office/drawing/2014/main" id="{147453AA-6D9B-FB77-F9EF-E46E07157980}"/>
              </a:ext>
            </a:extLst>
          </p:cNvPr>
          <p:cNvSpPr>
            <a:spLocks noGrp="1"/>
          </p:cNvSpPr>
          <p:nvPr>
            <p:ph type="body" sz="quarter" idx="3"/>
          </p:nvPr>
        </p:nvSpPr>
        <p:spPr>
          <a:xfrm>
            <a:off x="457201" y="2527481"/>
            <a:ext cx="4041775" cy="639762"/>
          </a:xfrm>
        </p:spPr>
        <p:txBody>
          <a:bodyPr rtlCol="1"/>
          <a:lstStyle/>
          <a:p>
            <a:pPr rtl="1"/>
            <a:r>
              <a:rPr lang="ar" sz="2400" b="1"/>
              <a:t>الفرق غير الرسمية</a:t>
            </a:r>
          </a:p>
          <a:p>
            <a:pPr rtl="1"/>
            <a:endParaRPr lang="en-US" dirty="0"/>
          </a:p>
        </p:txBody>
      </p:sp>
      <p:sp>
        <p:nvSpPr>
          <p:cNvPr id="5" name="Text Placeholder 4">
            <a:extLst>
              <a:ext uri="{FF2B5EF4-FFF2-40B4-BE49-F238E27FC236}">
                <a16:creationId xmlns:a16="http://schemas.microsoft.com/office/drawing/2014/main" id="{B3FF7E16-56F7-FEAC-B87A-1589B9C7A2B3}"/>
              </a:ext>
            </a:extLst>
          </p:cNvPr>
          <p:cNvSpPr>
            <a:spLocks noGrp="1"/>
          </p:cNvSpPr>
          <p:nvPr>
            <p:ph sz="quarter" idx="4"/>
          </p:nvPr>
        </p:nvSpPr>
        <p:spPr>
          <a:xfrm>
            <a:off x="457199" y="2932602"/>
            <a:ext cx="4041775" cy="3193562"/>
          </a:xfrm>
        </p:spPr>
        <p:txBody>
          <a:bodyPr wrap="square" rtlCol="1" anchor="t">
            <a:normAutofit/>
          </a:bodyPr>
          <a:lstStyle/>
          <a:p>
            <a:pPr marL="0" indent="0" rtl="1">
              <a:lnSpc>
                <a:spcPct val="90000"/>
              </a:lnSpc>
              <a:buNone/>
            </a:pPr>
            <a:r>
              <a:rPr lang="ar" sz="1900" dirty="0"/>
              <a:t>فريق يجتمع بشكل طبيعي وليس لديه تصميم </a:t>
            </a:r>
            <a:br>
              <a:rPr lang="ar-EG" sz="1900" dirty="0"/>
            </a:br>
            <a:r>
              <a:rPr lang="ar" sz="1900" dirty="0"/>
              <a:t>أو إبداع. </a:t>
            </a:r>
          </a:p>
          <a:p>
            <a:pPr marL="0" indent="0" rtl="1">
              <a:lnSpc>
                <a:spcPct val="90000"/>
              </a:lnSpc>
              <a:buNone/>
            </a:pPr>
            <a:endParaRPr lang="en-US" sz="1900" dirty="0"/>
          </a:p>
          <a:p>
            <a:pPr marL="0" indent="0" rtl="1">
              <a:lnSpc>
                <a:spcPct val="90000"/>
              </a:lnSpc>
              <a:buNone/>
            </a:pPr>
            <a:r>
              <a:rPr lang="ar" sz="1900" dirty="0"/>
              <a:t>غالبًا ما تكون هذه فرقًا لها اهتمامات مشتركة </a:t>
            </a:r>
            <a:br>
              <a:rPr lang="ar-EG" sz="1900" dirty="0"/>
            </a:br>
            <a:r>
              <a:rPr lang="ar" sz="1900" dirty="0"/>
              <a:t>وقيم مشتركة، والأهداف التي يتقاسمونها </a:t>
            </a:r>
            <a:br>
              <a:rPr lang="ar-EG" sz="1900" dirty="0"/>
            </a:br>
            <a:r>
              <a:rPr lang="ar" sz="1900" dirty="0"/>
              <a:t>تجمعهم معًا. </a:t>
            </a:r>
          </a:p>
          <a:p>
            <a:pPr marL="0" indent="0" rtl="1">
              <a:lnSpc>
                <a:spcPct val="90000"/>
              </a:lnSpc>
              <a:buNone/>
            </a:pPr>
            <a:endParaRPr lang="en-US" sz="1900" dirty="0"/>
          </a:p>
          <a:p>
            <a:pPr marL="0" indent="0" rtl="1">
              <a:lnSpc>
                <a:spcPct val="90000"/>
              </a:lnSpc>
              <a:buNone/>
            </a:pPr>
            <a:r>
              <a:rPr lang="ar" sz="1900" dirty="0"/>
              <a:t>سيكون فريق كرة السلة أو الفريق الرياضي </a:t>
            </a:r>
            <a:br>
              <a:rPr lang="ar-EG" sz="1900" dirty="0"/>
            </a:br>
            <a:r>
              <a:rPr lang="ar" sz="1900" dirty="0"/>
              <a:t>مثالاً على فريق غير رسمي</a:t>
            </a:r>
          </a:p>
        </p:txBody>
      </p:sp>
      <p:sp>
        <p:nvSpPr>
          <p:cNvPr id="4" name="Footer Placeholder 2">
            <a:extLst>
              <a:ext uri="{FF2B5EF4-FFF2-40B4-BE49-F238E27FC236}">
                <a16:creationId xmlns:a16="http://schemas.microsoft.com/office/drawing/2014/main" id="{0D1E5345-C1C0-05E8-0BF1-4A3670A9FB9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3139823165"/>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426F-902E-4096-E57D-3D203FF83CF7}"/>
              </a:ext>
            </a:extLst>
          </p:cNvPr>
          <p:cNvSpPr>
            <a:spLocks noGrp="1"/>
          </p:cNvSpPr>
          <p:nvPr>
            <p:ph type="title"/>
          </p:nvPr>
        </p:nvSpPr>
        <p:spPr>
          <a:xfrm>
            <a:off x="457200" y="1195200"/>
            <a:ext cx="8229600" cy="864000"/>
          </a:xfrm>
        </p:spPr>
        <p:txBody>
          <a:bodyPr wrap="square" rtlCol="1" anchor="ctr">
            <a:normAutofit/>
          </a:bodyPr>
          <a:lstStyle/>
          <a:p>
            <a:pPr algn="ctr" rtl="1"/>
            <a:r>
              <a:rPr lang="ar" dirty="0"/>
              <a:t>أنواع فريق العمل (2)</a:t>
            </a:r>
          </a:p>
        </p:txBody>
      </p:sp>
      <p:sp>
        <p:nvSpPr>
          <p:cNvPr id="12" name="Text Placeholder 2">
            <a:extLst>
              <a:ext uri="{FF2B5EF4-FFF2-40B4-BE49-F238E27FC236}">
                <a16:creationId xmlns:a16="http://schemas.microsoft.com/office/drawing/2014/main" id="{7BC9FFE4-48F8-D6E1-67AE-D7BC70663BB2}"/>
              </a:ext>
            </a:extLst>
          </p:cNvPr>
          <p:cNvSpPr>
            <a:spLocks noGrp="1"/>
          </p:cNvSpPr>
          <p:nvPr>
            <p:ph type="body" idx="1"/>
          </p:nvPr>
        </p:nvSpPr>
        <p:spPr>
          <a:xfrm>
            <a:off x="4646611" y="2527481"/>
            <a:ext cx="4040188" cy="639762"/>
          </a:xfrm>
        </p:spPr>
        <p:txBody>
          <a:bodyPr rtlCol="1"/>
          <a:lstStyle/>
          <a:p>
            <a:pPr rtl="1"/>
            <a:r>
              <a:rPr lang="ar" sz="2400" b="1"/>
              <a:t>الفرق الدائمة</a:t>
            </a:r>
          </a:p>
          <a:p>
            <a:pPr rtl="1"/>
            <a:endParaRPr lang="en-US" dirty="0"/>
          </a:p>
        </p:txBody>
      </p:sp>
      <p:sp>
        <p:nvSpPr>
          <p:cNvPr id="3" name="Text Placeholder 2">
            <a:extLst>
              <a:ext uri="{FF2B5EF4-FFF2-40B4-BE49-F238E27FC236}">
                <a16:creationId xmlns:a16="http://schemas.microsoft.com/office/drawing/2014/main" id="{EF2DA063-1669-10AE-F04A-92A72A98D049}"/>
              </a:ext>
            </a:extLst>
          </p:cNvPr>
          <p:cNvSpPr>
            <a:spLocks noGrp="1"/>
          </p:cNvSpPr>
          <p:nvPr>
            <p:ph sz="half" idx="2"/>
          </p:nvPr>
        </p:nvSpPr>
        <p:spPr>
          <a:xfrm>
            <a:off x="4646611" y="2932602"/>
            <a:ext cx="4040188" cy="3193562"/>
          </a:xfrm>
        </p:spPr>
        <p:txBody>
          <a:bodyPr wrap="square" rtlCol="1" anchor="t">
            <a:normAutofit/>
          </a:bodyPr>
          <a:lstStyle/>
          <a:p>
            <a:pPr marL="0" indent="0" rtl="1">
              <a:lnSpc>
                <a:spcPct val="90000"/>
              </a:lnSpc>
              <a:buNone/>
            </a:pPr>
            <a:r>
              <a:rPr lang="ar" sz="1900" dirty="0"/>
              <a:t>الفرق التي تعمل معًا بشكل دائم ومستمر </a:t>
            </a:r>
            <a:br>
              <a:rPr lang="ar-EG" sz="1900" dirty="0"/>
            </a:br>
            <a:r>
              <a:rPr lang="ar" sz="1900" dirty="0"/>
              <a:t>مع تغيير بسيط في طاقم العمل. </a:t>
            </a:r>
          </a:p>
          <a:p>
            <a:pPr marL="0" indent="0" rtl="1">
              <a:lnSpc>
                <a:spcPct val="90000"/>
              </a:lnSpc>
              <a:buNone/>
            </a:pPr>
            <a:endParaRPr lang="en-US" sz="1900" dirty="0"/>
          </a:p>
          <a:p>
            <a:pPr rtl="1">
              <a:lnSpc>
                <a:spcPct val="90000"/>
              </a:lnSpc>
            </a:pPr>
            <a:r>
              <a:rPr lang="ar" sz="1900" dirty="0"/>
              <a:t>فريق التسويق</a:t>
            </a:r>
          </a:p>
          <a:p>
            <a:pPr rtl="1">
              <a:lnSpc>
                <a:spcPct val="90000"/>
              </a:lnSpc>
            </a:pPr>
            <a:r>
              <a:rPr lang="ar" sz="1900" dirty="0"/>
              <a:t>الموارد البشرية</a:t>
            </a:r>
          </a:p>
          <a:p>
            <a:pPr marL="0" indent="0" rtl="1">
              <a:lnSpc>
                <a:spcPct val="90000"/>
              </a:lnSpc>
              <a:buNone/>
            </a:pPr>
            <a:endParaRPr lang="en-US" sz="1900" dirty="0"/>
          </a:p>
          <a:p>
            <a:pPr marL="0" indent="0" rtl="1">
              <a:lnSpc>
                <a:spcPct val="90000"/>
              </a:lnSpc>
              <a:buNone/>
            </a:pPr>
            <a:r>
              <a:rPr lang="ar" sz="1900" b="1" dirty="0"/>
              <a:t>هل يمكنك التفكير في أي أمثلة أخرى؟ </a:t>
            </a:r>
          </a:p>
        </p:txBody>
      </p:sp>
      <p:sp>
        <p:nvSpPr>
          <p:cNvPr id="14" name="Text Placeholder 4">
            <a:extLst>
              <a:ext uri="{FF2B5EF4-FFF2-40B4-BE49-F238E27FC236}">
                <a16:creationId xmlns:a16="http://schemas.microsoft.com/office/drawing/2014/main" id="{147453AA-6D9B-FB77-F9EF-E46E07157980}"/>
              </a:ext>
            </a:extLst>
          </p:cNvPr>
          <p:cNvSpPr>
            <a:spLocks noGrp="1"/>
          </p:cNvSpPr>
          <p:nvPr>
            <p:ph type="body" sz="quarter" idx="3"/>
          </p:nvPr>
        </p:nvSpPr>
        <p:spPr>
          <a:xfrm>
            <a:off x="457201" y="2527481"/>
            <a:ext cx="4041775" cy="639762"/>
          </a:xfrm>
        </p:spPr>
        <p:txBody>
          <a:bodyPr rtlCol="1"/>
          <a:lstStyle/>
          <a:p>
            <a:pPr rtl="1"/>
            <a:r>
              <a:rPr lang="ar" sz="2400" b="1"/>
              <a:t>الفرق المؤقتة</a:t>
            </a:r>
          </a:p>
          <a:p>
            <a:pPr rtl="1"/>
            <a:endParaRPr lang="en-US" dirty="0"/>
          </a:p>
        </p:txBody>
      </p:sp>
      <p:sp>
        <p:nvSpPr>
          <p:cNvPr id="5" name="Text Placeholder 4">
            <a:extLst>
              <a:ext uri="{FF2B5EF4-FFF2-40B4-BE49-F238E27FC236}">
                <a16:creationId xmlns:a16="http://schemas.microsoft.com/office/drawing/2014/main" id="{B3FF7E16-56F7-FEAC-B87A-1589B9C7A2B3}"/>
              </a:ext>
            </a:extLst>
          </p:cNvPr>
          <p:cNvSpPr>
            <a:spLocks noGrp="1"/>
          </p:cNvSpPr>
          <p:nvPr>
            <p:ph sz="quarter" idx="4"/>
          </p:nvPr>
        </p:nvSpPr>
        <p:spPr>
          <a:xfrm>
            <a:off x="457199" y="2932602"/>
            <a:ext cx="4041775" cy="3193562"/>
          </a:xfrm>
        </p:spPr>
        <p:txBody>
          <a:bodyPr wrap="square" rtlCol="1" anchor="t">
            <a:normAutofit/>
          </a:bodyPr>
          <a:lstStyle/>
          <a:p>
            <a:pPr marL="0" indent="0" rtl="1">
              <a:lnSpc>
                <a:spcPct val="90000"/>
              </a:lnSpc>
              <a:buNone/>
            </a:pPr>
            <a:r>
              <a:rPr lang="ar" sz="1900" dirty="0"/>
              <a:t>فرق تجتمع معًا لفترة قصيرة ثم تنقسم </a:t>
            </a:r>
            <a:br>
              <a:rPr lang="ar-EG" sz="1900" dirty="0"/>
            </a:br>
            <a:r>
              <a:rPr lang="ar" sz="1900" dirty="0"/>
              <a:t>عند اكتمال المهمة. </a:t>
            </a:r>
          </a:p>
          <a:p>
            <a:pPr marL="0" indent="0" rtl="1">
              <a:lnSpc>
                <a:spcPct val="90000"/>
              </a:lnSpc>
              <a:buNone/>
            </a:pPr>
            <a:endParaRPr lang="en-US" sz="1900" dirty="0"/>
          </a:p>
          <a:p>
            <a:pPr rtl="1">
              <a:lnSpc>
                <a:spcPct val="90000"/>
              </a:lnSpc>
            </a:pPr>
            <a:r>
              <a:rPr lang="ar" sz="1900" dirty="0"/>
              <a:t>فريق الفعاليات </a:t>
            </a:r>
          </a:p>
          <a:p>
            <a:pPr rtl="1">
              <a:lnSpc>
                <a:spcPct val="90000"/>
              </a:lnSpc>
            </a:pPr>
            <a:r>
              <a:rPr lang="ar" sz="1900" dirty="0"/>
              <a:t>فريق ترويجي </a:t>
            </a:r>
          </a:p>
          <a:p>
            <a:pPr rtl="1">
              <a:lnSpc>
                <a:spcPct val="90000"/>
              </a:lnSpc>
            </a:pPr>
            <a:endParaRPr lang="en-US" sz="1900" dirty="0"/>
          </a:p>
          <a:p>
            <a:pPr marL="0" indent="0" rtl="1">
              <a:lnSpc>
                <a:spcPct val="90000"/>
              </a:lnSpc>
              <a:buNone/>
            </a:pPr>
            <a:r>
              <a:rPr lang="ar" sz="1900" b="1" dirty="0"/>
              <a:t>هل يمكنك التفكير في أي أمثلة أخرى؟ </a:t>
            </a:r>
          </a:p>
          <a:p>
            <a:pPr marL="0" indent="0" rtl="1">
              <a:lnSpc>
                <a:spcPct val="90000"/>
              </a:lnSpc>
              <a:buNone/>
            </a:pPr>
            <a:endParaRPr lang="en-US" sz="1900" dirty="0"/>
          </a:p>
        </p:txBody>
      </p:sp>
      <p:sp>
        <p:nvSpPr>
          <p:cNvPr id="4" name="Footer Placeholder 2">
            <a:extLst>
              <a:ext uri="{FF2B5EF4-FFF2-40B4-BE49-F238E27FC236}">
                <a16:creationId xmlns:a16="http://schemas.microsoft.com/office/drawing/2014/main" id="{05DE532D-6530-3C6F-0710-06BDCD814D6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576056772"/>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426F-902E-4096-E57D-3D203FF83CF7}"/>
              </a:ext>
            </a:extLst>
          </p:cNvPr>
          <p:cNvSpPr>
            <a:spLocks noGrp="1"/>
          </p:cNvSpPr>
          <p:nvPr>
            <p:ph type="title"/>
          </p:nvPr>
        </p:nvSpPr>
        <p:spPr>
          <a:xfrm>
            <a:off x="457200" y="1195200"/>
            <a:ext cx="8229600" cy="864000"/>
          </a:xfrm>
        </p:spPr>
        <p:txBody>
          <a:bodyPr rtlCol="1"/>
          <a:lstStyle/>
          <a:p>
            <a:pPr rtl="1"/>
            <a:r>
              <a:rPr lang="ar"/>
              <a:t>أنواع فريق العمل (3)</a:t>
            </a:r>
          </a:p>
        </p:txBody>
      </p:sp>
      <p:sp>
        <p:nvSpPr>
          <p:cNvPr id="3" name="Text Placeholder 2">
            <a:extLst>
              <a:ext uri="{FF2B5EF4-FFF2-40B4-BE49-F238E27FC236}">
                <a16:creationId xmlns:a16="http://schemas.microsoft.com/office/drawing/2014/main" id="{EF2DA063-1669-10AE-F04A-92A72A98D049}"/>
              </a:ext>
            </a:extLst>
          </p:cNvPr>
          <p:cNvSpPr>
            <a:spLocks noGrp="1"/>
          </p:cNvSpPr>
          <p:nvPr>
            <p:ph sz="half" idx="1"/>
          </p:nvPr>
        </p:nvSpPr>
        <p:spPr>
          <a:xfrm>
            <a:off x="6023274" y="2216314"/>
            <a:ext cx="2663526" cy="4024100"/>
          </a:xfrm>
        </p:spPr>
        <p:txBody>
          <a:bodyPr rtlCol="1"/>
          <a:lstStyle/>
          <a:p>
            <a:pPr marL="0" indent="0" rtl="1">
              <a:buNone/>
            </a:pPr>
            <a:r>
              <a:rPr lang="ar" sz="2000" b="1"/>
              <a:t>الفرق المتداخلة</a:t>
            </a:r>
          </a:p>
          <a:p>
            <a:pPr marL="0" indent="0" rtl="1">
              <a:buNone/>
            </a:pPr>
            <a:r>
              <a:rPr lang="ar" sz="1800"/>
              <a:t>الفرق التي تعتمد على مساعدة ودعم الفرق الأخرى لمساعدتها على تحقيق النجاح. </a:t>
            </a:r>
          </a:p>
          <a:p>
            <a:pPr marL="0" indent="0" rtl="1">
              <a:buNone/>
            </a:pPr>
            <a:endParaRPr lang="en-US" sz="1600" dirty="0"/>
          </a:p>
          <a:p>
            <a:pPr marL="0" indent="0" rtl="1">
              <a:buNone/>
            </a:pPr>
            <a:endParaRPr lang="en-US" sz="1600" dirty="0"/>
          </a:p>
          <a:p>
            <a:pPr marL="0" indent="0" rtl="1">
              <a:buNone/>
            </a:pPr>
            <a:endParaRPr lang="en-US" sz="1600" dirty="0"/>
          </a:p>
          <a:p>
            <a:pPr rtl="1"/>
            <a:r>
              <a:rPr lang="ar" sz="1800"/>
              <a:t>فريق المالية </a:t>
            </a:r>
          </a:p>
          <a:p>
            <a:pPr rtl="1"/>
            <a:r>
              <a:rPr lang="ar" sz="1800"/>
              <a:t>فريق التصنيع </a:t>
            </a:r>
          </a:p>
          <a:p>
            <a:pPr marL="0" indent="0" rtl="1">
              <a:buNone/>
            </a:pPr>
            <a:endParaRPr lang="en-US" sz="1800" dirty="0"/>
          </a:p>
          <a:p>
            <a:pPr rtl="1"/>
            <a:endParaRPr lang="en-US" sz="2000" dirty="0"/>
          </a:p>
        </p:txBody>
      </p:sp>
      <p:sp>
        <p:nvSpPr>
          <p:cNvPr id="5" name="Text Placeholder 4">
            <a:extLst>
              <a:ext uri="{FF2B5EF4-FFF2-40B4-BE49-F238E27FC236}">
                <a16:creationId xmlns:a16="http://schemas.microsoft.com/office/drawing/2014/main" id="{B3FF7E16-56F7-FEAC-B87A-1589B9C7A2B3}"/>
              </a:ext>
            </a:extLst>
          </p:cNvPr>
          <p:cNvSpPr>
            <a:spLocks noGrp="1"/>
          </p:cNvSpPr>
          <p:nvPr>
            <p:ph sz="half" idx="2"/>
          </p:nvPr>
        </p:nvSpPr>
        <p:spPr>
          <a:xfrm>
            <a:off x="3241800" y="2216314"/>
            <a:ext cx="2660400" cy="4024100"/>
          </a:xfrm>
        </p:spPr>
        <p:txBody>
          <a:bodyPr rtlCol="1"/>
          <a:lstStyle/>
          <a:p>
            <a:pPr marL="0" indent="0" rtl="1">
              <a:buNone/>
            </a:pPr>
            <a:r>
              <a:rPr lang="ar" sz="2000" b="1" dirty="0"/>
              <a:t>الفرق مشتركة الوظائف</a:t>
            </a:r>
          </a:p>
          <a:p>
            <a:pPr marL="0" indent="0" rtl="1">
              <a:buNone/>
            </a:pPr>
            <a:r>
              <a:rPr lang="ar" sz="1800" dirty="0"/>
              <a:t>فرق مكونة من أشخاص </a:t>
            </a:r>
            <a:br>
              <a:rPr lang="ar-EG" sz="1800" dirty="0"/>
            </a:br>
            <a:r>
              <a:rPr lang="ar" sz="1800" dirty="0"/>
              <a:t>من مجموعات وفرق مختلفة </a:t>
            </a:r>
            <a:br>
              <a:rPr lang="ar-EG" sz="1800" dirty="0"/>
            </a:br>
            <a:r>
              <a:rPr lang="ar" sz="1800" dirty="0"/>
              <a:t>داخل الشركة لديهم معارف </a:t>
            </a:r>
            <a:br>
              <a:rPr lang="ar-EG" sz="1800" dirty="0"/>
            </a:br>
            <a:r>
              <a:rPr lang="ar" sz="1800" dirty="0"/>
              <a:t>ومهارات مختلفة. </a:t>
            </a:r>
          </a:p>
          <a:p>
            <a:pPr marL="0" indent="0" rtl="1">
              <a:buNone/>
            </a:pPr>
            <a:endParaRPr lang="en-US" sz="1600" dirty="0"/>
          </a:p>
          <a:p>
            <a:pPr rtl="1"/>
            <a:r>
              <a:rPr lang="ar" sz="1800" dirty="0"/>
              <a:t>فريق إطلاق منتج جديد </a:t>
            </a:r>
          </a:p>
          <a:p>
            <a:pPr rtl="1"/>
            <a:r>
              <a:rPr lang="ar" sz="1800" dirty="0"/>
              <a:t>فريق الإستراتيجية</a:t>
            </a:r>
          </a:p>
          <a:p>
            <a:pPr marL="0" indent="0" rtl="1">
              <a:buNone/>
            </a:pPr>
            <a:endParaRPr lang="en-US" sz="1800" dirty="0"/>
          </a:p>
        </p:txBody>
      </p:sp>
      <p:sp>
        <p:nvSpPr>
          <p:cNvPr id="4" name="Text Placeholder 4">
            <a:extLst>
              <a:ext uri="{FF2B5EF4-FFF2-40B4-BE49-F238E27FC236}">
                <a16:creationId xmlns:a16="http://schemas.microsoft.com/office/drawing/2014/main" id="{1FF17AB7-6D8B-D4B2-A7B0-908F9DFEDA24}"/>
              </a:ext>
            </a:extLst>
          </p:cNvPr>
          <p:cNvSpPr txBox="1">
            <a:spLocks/>
          </p:cNvSpPr>
          <p:nvPr/>
        </p:nvSpPr>
        <p:spPr bwMode="auto">
          <a:xfrm>
            <a:off x="457200" y="2162598"/>
            <a:ext cx="2660400" cy="40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0" indent="0" rtl="1">
              <a:buFont typeface="Wingdings" pitchFamily="2" charset="2"/>
              <a:buNone/>
            </a:pPr>
            <a:r>
              <a:rPr lang="ar" sz="2000" b="1" kern="0"/>
              <a:t>الفرق الافتراضية/الرقمية</a:t>
            </a:r>
          </a:p>
          <a:p>
            <a:pPr marL="0" indent="0" rtl="1">
              <a:buFont typeface="Wingdings" pitchFamily="2" charset="2"/>
              <a:buNone/>
            </a:pPr>
            <a:r>
              <a:rPr lang="ar" sz="1800" kern="0"/>
              <a:t>تعمل بعض الفرق عبر الإنترنت ومن خلال منصات افتراضية. </a:t>
            </a:r>
          </a:p>
          <a:p>
            <a:pPr marL="0" indent="0" rtl="1">
              <a:buFont typeface="Wingdings" pitchFamily="2" charset="2"/>
              <a:buNone/>
            </a:pPr>
            <a:endParaRPr lang="en-US" sz="1800" kern="0" dirty="0"/>
          </a:p>
          <a:p>
            <a:pPr marL="0" indent="0" rtl="1">
              <a:buFont typeface="Wingdings" pitchFamily="2" charset="2"/>
              <a:buNone/>
            </a:pPr>
            <a:r>
              <a:rPr lang="ar" sz="1800" kern="0"/>
              <a:t>تستخدم الشركات الكبيرة فرقًا افتراضية للعمل عبر مواقع ومناطق زمنية مختلفة. </a:t>
            </a:r>
          </a:p>
        </p:txBody>
      </p:sp>
      <p:sp>
        <p:nvSpPr>
          <p:cNvPr id="6" name="Footer Placeholder 2">
            <a:extLst>
              <a:ext uri="{FF2B5EF4-FFF2-40B4-BE49-F238E27FC236}">
                <a16:creationId xmlns:a16="http://schemas.microsoft.com/office/drawing/2014/main" id="{1E43E004-B1F1-8E84-DF7D-ACD1721CE52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2864860049"/>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40346-DB9C-9BF7-EFD0-13499614C23F}"/>
              </a:ext>
            </a:extLst>
          </p:cNvPr>
          <p:cNvSpPr>
            <a:spLocks noGrp="1"/>
          </p:cNvSpPr>
          <p:nvPr>
            <p:ph type="title"/>
          </p:nvPr>
        </p:nvSpPr>
        <p:spPr>
          <a:xfrm>
            <a:off x="457200" y="1195200"/>
            <a:ext cx="8229600" cy="864000"/>
          </a:xfrm>
        </p:spPr>
        <p:txBody>
          <a:bodyPr rtlCol="1"/>
          <a:lstStyle/>
          <a:p>
            <a:pPr rtl="1"/>
            <a:r>
              <a:rPr lang="ar"/>
              <a:t>مراحل تطور الفريق</a:t>
            </a:r>
          </a:p>
        </p:txBody>
      </p:sp>
      <p:sp>
        <p:nvSpPr>
          <p:cNvPr id="5" name="Content Placeholder 4">
            <a:extLst>
              <a:ext uri="{FF2B5EF4-FFF2-40B4-BE49-F238E27FC236}">
                <a16:creationId xmlns:a16="http://schemas.microsoft.com/office/drawing/2014/main" id="{16F177DE-7D6B-6643-4130-992325EEA7BE}"/>
              </a:ext>
            </a:extLst>
          </p:cNvPr>
          <p:cNvSpPr>
            <a:spLocks noGrp="1"/>
          </p:cNvSpPr>
          <p:nvPr>
            <p:ph sz="half" idx="1"/>
          </p:nvPr>
        </p:nvSpPr>
        <p:spPr>
          <a:xfrm>
            <a:off x="4648199" y="2196001"/>
            <a:ext cx="4027487" cy="4024100"/>
          </a:xfrm>
        </p:spPr>
        <p:txBody>
          <a:bodyPr rtlCol="1"/>
          <a:lstStyle/>
          <a:p>
            <a:pPr marL="0" indent="0" rtl="1">
              <a:buNone/>
            </a:pPr>
            <a:r>
              <a:rPr lang="ar" dirty="0"/>
              <a:t>تنتقل الفرق عبر مراحل مختلفة </a:t>
            </a:r>
            <a:br>
              <a:rPr lang="ar-EG" dirty="0"/>
            </a:br>
            <a:r>
              <a:rPr lang="ar" dirty="0"/>
              <a:t>قبل أن تصبح ناجحة. </a:t>
            </a:r>
            <a:br>
              <a:rPr lang="ar-EG" dirty="0"/>
            </a:br>
            <a:r>
              <a:rPr lang="ar" dirty="0"/>
              <a:t>وهذا ما يسمى تطوير الفريق. </a:t>
            </a:r>
          </a:p>
          <a:p>
            <a:pPr marL="0" indent="0" rtl="1">
              <a:buNone/>
            </a:pPr>
            <a:endParaRPr lang="en-US" sz="1050" dirty="0"/>
          </a:p>
          <a:p>
            <a:pPr marL="0" indent="0" rtl="1">
              <a:buNone/>
            </a:pPr>
            <a:r>
              <a:rPr lang="ar" dirty="0"/>
              <a:t>ذكر أحد المنظرين بروس تاكمان </a:t>
            </a:r>
            <a:br>
              <a:rPr lang="ar-EG" dirty="0"/>
            </a:br>
            <a:r>
              <a:rPr lang="ar" dirty="0"/>
              <a:t>أن الفرق تمر بأربع مراحل رئيسية للوصول إلى النجاح، بالإضافة </a:t>
            </a:r>
            <a:br>
              <a:rPr lang="ar-EG" dirty="0"/>
            </a:br>
            <a:r>
              <a:rPr lang="ar" dirty="0"/>
              <a:t>إلى مرحلة خامسة وهي التحول. </a:t>
            </a:r>
          </a:p>
        </p:txBody>
      </p:sp>
      <p:graphicFrame>
        <p:nvGraphicFramePr>
          <p:cNvPr id="8" name="Content Placeholder 7">
            <a:extLst>
              <a:ext uri="{FF2B5EF4-FFF2-40B4-BE49-F238E27FC236}">
                <a16:creationId xmlns:a16="http://schemas.microsoft.com/office/drawing/2014/main" id="{31933D2F-6C21-0EA4-80EB-2F4A7D54FE58}"/>
              </a:ext>
            </a:extLst>
          </p:cNvPr>
          <p:cNvGraphicFramePr>
            <a:graphicFrameLocks noGrp="1"/>
          </p:cNvGraphicFramePr>
          <p:nvPr>
            <p:ph sz="half" idx="2"/>
            <p:extLst>
              <p:ext uri="{D42A27DB-BD31-4B8C-83A1-F6EECF244321}">
                <p14:modId xmlns:p14="http://schemas.microsoft.com/office/powerpoint/2010/main" val="2513817871"/>
              </p:ext>
            </p:extLst>
          </p:nvPr>
        </p:nvGraphicFramePr>
        <p:xfrm>
          <a:off x="468312" y="2195513"/>
          <a:ext cx="4027488" cy="4024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06816D43-3E11-6052-97FA-3D5D5DA98A2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372683240"/>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64C51F-8F43-FE20-D1AF-6B736BB94F98}"/>
              </a:ext>
            </a:extLst>
          </p:cNvPr>
          <p:cNvSpPr>
            <a:spLocks noGrp="1"/>
          </p:cNvSpPr>
          <p:nvPr>
            <p:ph type="title"/>
          </p:nvPr>
        </p:nvSpPr>
        <p:spPr>
          <a:xfrm>
            <a:off x="457200" y="1195200"/>
            <a:ext cx="8229600" cy="864000"/>
          </a:xfrm>
        </p:spPr>
        <p:txBody>
          <a:bodyPr rtlCol="1"/>
          <a:lstStyle/>
          <a:p>
            <a:pPr rtl="1"/>
            <a:r>
              <a:rPr lang="ar"/>
              <a:t>نظرية دور الفريق عند بيلبين (1) </a:t>
            </a:r>
          </a:p>
        </p:txBody>
      </p:sp>
      <p:sp>
        <p:nvSpPr>
          <p:cNvPr id="8" name="Content Placeholder 7">
            <a:extLst>
              <a:ext uri="{FF2B5EF4-FFF2-40B4-BE49-F238E27FC236}">
                <a16:creationId xmlns:a16="http://schemas.microsoft.com/office/drawing/2014/main" id="{88C238CA-36DB-9D82-0960-DBF3BF1FA357}"/>
              </a:ext>
            </a:extLst>
          </p:cNvPr>
          <p:cNvSpPr>
            <a:spLocks noGrp="1"/>
          </p:cNvSpPr>
          <p:nvPr>
            <p:ph sz="half" idx="1"/>
          </p:nvPr>
        </p:nvSpPr>
        <p:spPr>
          <a:xfrm>
            <a:off x="4211961" y="2196001"/>
            <a:ext cx="4463726" cy="4024100"/>
          </a:xfrm>
        </p:spPr>
        <p:txBody>
          <a:bodyPr rtlCol="1"/>
          <a:lstStyle/>
          <a:p>
            <a:pPr marL="0" indent="0" rtl="1">
              <a:buNone/>
            </a:pPr>
            <a:r>
              <a:rPr lang="ar" sz="2000" dirty="0"/>
              <a:t>حدد بيلبين تسعة أدوار مشتركة ضمن الفريق الناجح. </a:t>
            </a:r>
          </a:p>
          <a:p>
            <a:pPr marL="0" indent="0" rtl="1">
              <a:buNone/>
            </a:pPr>
            <a:endParaRPr lang="en-US" sz="2000" dirty="0"/>
          </a:p>
          <a:p>
            <a:pPr marL="0" indent="0" rtl="1">
              <a:buNone/>
            </a:pPr>
            <a:r>
              <a:rPr lang="ar" sz="2000" dirty="0"/>
              <a:t>ولكل دور مجموعته الخاصة من نقاط القوة </a:t>
            </a:r>
            <a:br>
              <a:rPr lang="ar-EG" sz="2000" dirty="0"/>
            </a:br>
            <a:r>
              <a:rPr lang="ar" sz="2000" dirty="0"/>
              <a:t>والضعف، ولكنها معًا تعمل على تحقيق النتائج. </a:t>
            </a:r>
          </a:p>
          <a:p>
            <a:pPr marL="0" indent="0" rtl="1">
              <a:buNone/>
            </a:pPr>
            <a:endParaRPr lang="en-US" sz="2000" dirty="0"/>
          </a:p>
          <a:p>
            <a:pPr marL="0" indent="0" rtl="1">
              <a:buNone/>
            </a:pPr>
            <a:r>
              <a:rPr lang="ar" sz="2000" dirty="0"/>
              <a:t>اقترح بيلبين أن يتكون الفريق من ستة أشخاص، </a:t>
            </a:r>
            <a:br>
              <a:rPr lang="ar-EG" sz="2000" dirty="0"/>
            </a:br>
            <a:r>
              <a:rPr lang="ar" sz="2000" dirty="0"/>
              <a:t>مع تولي بعض الأشخاص أكثر من دور واحد </a:t>
            </a:r>
            <a:br>
              <a:rPr lang="ar-EG" sz="2000" dirty="0"/>
            </a:br>
            <a:r>
              <a:rPr lang="ar" sz="2000" dirty="0"/>
              <a:t>من الأدوار التسعة المشتركة. </a:t>
            </a:r>
          </a:p>
          <a:p>
            <a:pPr marL="0" indent="0" rtl="1">
              <a:buNone/>
            </a:pPr>
            <a:endParaRPr lang="en-US" sz="2000" dirty="0"/>
          </a:p>
          <a:p>
            <a:pPr marL="0" indent="0" rtl="1">
              <a:buNone/>
            </a:pPr>
            <a:endParaRPr lang="en-US" sz="2000" dirty="0"/>
          </a:p>
        </p:txBody>
      </p:sp>
      <p:sp>
        <p:nvSpPr>
          <p:cNvPr id="2" name="Footer Placeholder 2">
            <a:extLst>
              <a:ext uri="{FF2B5EF4-FFF2-40B4-BE49-F238E27FC236}">
                <a16:creationId xmlns:a16="http://schemas.microsoft.com/office/drawing/2014/main" id="{B389E9AC-9149-46FC-FD2D-8075B92D8E9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4" name="Picture 3" descr="A group of people sitting around a table">
            <a:extLst>
              <a:ext uri="{FF2B5EF4-FFF2-40B4-BE49-F238E27FC236}">
                <a16:creationId xmlns:a16="http://schemas.microsoft.com/office/drawing/2014/main" id="{111FCF80-0207-7EDB-06AF-8065AF6C85F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8369" y="2998504"/>
            <a:ext cx="3695047" cy="2446720"/>
          </a:xfrm>
          <a:prstGeom prst="rect">
            <a:avLst/>
          </a:prstGeom>
        </p:spPr>
      </p:pic>
    </p:spTree>
    <p:extLst>
      <p:ext uri="{BB962C8B-B14F-4D97-AF65-F5344CB8AC3E}">
        <p14:creationId xmlns:p14="http://schemas.microsoft.com/office/powerpoint/2010/main" val="729214548"/>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64C51F-8F43-FE20-D1AF-6B736BB94F98}"/>
              </a:ext>
            </a:extLst>
          </p:cNvPr>
          <p:cNvSpPr>
            <a:spLocks noGrp="1"/>
          </p:cNvSpPr>
          <p:nvPr>
            <p:ph type="title"/>
          </p:nvPr>
        </p:nvSpPr>
        <p:spPr>
          <a:xfrm>
            <a:off x="457200" y="1195200"/>
            <a:ext cx="8229600" cy="864000"/>
          </a:xfrm>
        </p:spPr>
        <p:txBody>
          <a:bodyPr rtlCol="1"/>
          <a:lstStyle/>
          <a:p>
            <a:pPr rtl="1"/>
            <a:r>
              <a:rPr lang="ar"/>
              <a:t>نظرية دور الفريق عند بيلبين (2) </a:t>
            </a:r>
          </a:p>
        </p:txBody>
      </p:sp>
      <p:sp>
        <p:nvSpPr>
          <p:cNvPr id="8" name="Content Placeholder 7">
            <a:extLst>
              <a:ext uri="{FF2B5EF4-FFF2-40B4-BE49-F238E27FC236}">
                <a16:creationId xmlns:a16="http://schemas.microsoft.com/office/drawing/2014/main" id="{88C238CA-36DB-9D82-0960-DBF3BF1FA357}"/>
              </a:ext>
            </a:extLst>
          </p:cNvPr>
          <p:cNvSpPr>
            <a:spLocks noGrp="1"/>
          </p:cNvSpPr>
          <p:nvPr>
            <p:ph sz="half" idx="1"/>
          </p:nvPr>
        </p:nvSpPr>
        <p:spPr>
          <a:xfrm>
            <a:off x="4648199" y="2196001"/>
            <a:ext cx="4027487" cy="4024100"/>
          </a:xfrm>
        </p:spPr>
        <p:txBody>
          <a:bodyPr rtlCol="1"/>
          <a:lstStyle/>
          <a:p>
            <a:pPr marL="0" indent="0" rtl="1">
              <a:buNone/>
            </a:pPr>
            <a:r>
              <a:rPr lang="ar" b="1"/>
              <a:t>المفكر </a:t>
            </a:r>
          </a:p>
          <a:p>
            <a:pPr marL="0" indent="0" rtl="1">
              <a:buNone/>
            </a:pPr>
            <a:r>
              <a:rPr lang="ar" sz="1800"/>
              <a:t>شخص مبدع ومبتكر ويولد الأفكار والاقتراحات. </a:t>
            </a:r>
          </a:p>
          <a:p>
            <a:pPr marL="0" indent="0" rtl="1">
              <a:buNone/>
            </a:pPr>
            <a:endParaRPr lang="en-US" sz="1600" b="1" dirty="0"/>
          </a:p>
          <a:p>
            <a:pPr marL="0" indent="0" rtl="1">
              <a:buNone/>
            </a:pPr>
            <a:r>
              <a:rPr lang="ar" b="1"/>
              <a:t>مكتشف الموارد</a:t>
            </a:r>
          </a:p>
          <a:p>
            <a:pPr marL="0" indent="0" rtl="1">
              <a:buNone/>
            </a:pPr>
            <a:r>
              <a:rPr lang="ar" sz="1800"/>
              <a:t>شخص منفتح ومتحمس يتواصل مع الآخرين للحصول على المعلومات. </a:t>
            </a:r>
          </a:p>
          <a:p>
            <a:pPr marL="0" indent="0" rtl="1">
              <a:buNone/>
            </a:pPr>
            <a:endParaRPr lang="en-US" sz="1600" b="1" dirty="0"/>
          </a:p>
          <a:p>
            <a:pPr marL="0" indent="0" rtl="1">
              <a:buNone/>
            </a:pPr>
            <a:r>
              <a:rPr lang="ar" b="1"/>
              <a:t>المنسق </a:t>
            </a:r>
          </a:p>
          <a:p>
            <a:pPr marL="0" indent="0" rtl="1">
              <a:buNone/>
            </a:pPr>
            <a:r>
              <a:rPr lang="ar" sz="1800"/>
              <a:t>قائد الفريق الذي يحدد الأهداف والتوقعات والمهام. </a:t>
            </a:r>
          </a:p>
        </p:txBody>
      </p:sp>
      <p:sp>
        <p:nvSpPr>
          <p:cNvPr id="9" name="Content Placeholder 8">
            <a:extLst>
              <a:ext uri="{FF2B5EF4-FFF2-40B4-BE49-F238E27FC236}">
                <a16:creationId xmlns:a16="http://schemas.microsoft.com/office/drawing/2014/main" id="{8AACFDD6-0EDD-D2E3-7834-A1E5E8E6AA91}"/>
              </a:ext>
            </a:extLst>
          </p:cNvPr>
          <p:cNvSpPr>
            <a:spLocks noGrp="1"/>
          </p:cNvSpPr>
          <p:nvPr>
            <p:ph sz="half" idx="2"/>
          </p:nvPr>
        </p:nvSpPr>
        <p:spPr>
          <a:xfrm>
            <a:off x="468312" y="2196001"/>
            <a:ext cx="4027488" cy="4024100"/>
          </a:xfrm>
        </p:spPr>
        <p:txBody>
          <a:bodyPr rtlCol="1"/>
          <a:lstStyle/>
          <a:p>
            <a:pPr marL="0" indent="0" rtl="1">
              <a:buNone/>
            </a:pPr>
            <a:r>
              <a:rPr lang="ar" b="1" dirty="0"/>
              <a:t>المراقب</a:t>
            </a:r>
          </a:p>
          <a:p>
            <a:pPr marL="0" indent="0" rtl="1">
              <a:buNone/>
            </a:pPr>
            <a:r>
              <a:rPr lang="ar" sz="1800" dirty="0"/>
              <a:t>شخص منطقي واستراتيجي يصدر الأحكام </a:t>
            </a:r>
            <a:br>
              <a:rPr lang="ar-EG" sz="1800" dirty="0"/>
            </a:br>
            <a:r>
              <a:rPr lang="ar" sz="1800" dirty="0"/>
              <a:t>أو التحسينات.</a:t>
            </a:r>
          </a:p>
          <a:p>
            <a:pPr marL="0" indent="0" rtl="1">
              <a:buNone/>
            </a:pPr>
            <a:endParaRPr lang="en-US" sz="1600" dirty="0"/>
          </a:p>
          <a:p>
            <a:pPr marL="0" indent="0" rtl="1">
              <a:buNone/>
            </a:pPr>
            <a:r>
              <a:rPr lang="ar" b="1" dirty="0"/>
              <a:t>المشكّل</a:t>
            </a:r>
          </a:p>
          <a:p>
            <a:pPr marL="0" indent="0" rtl="1">
              <a:buNone/>
            </a:pPr>
            <a:r>
              <a:rPr lang="ar" sz="1800" dirty="0"/>
              <a:t>شخص يبدع تحت الضغط ويساعد في دفع الفريق نحو النجاح.</a:t>
            </a:r>
          </a:p>
          <a:p>
            <a:pPr marL="0" indent="0" rtl="1">
              <a:buNone/>
            </a:pPr>
            <a:endParaRPr lang="en-US" sz="1600" dirty="0"/>
          </a:p>
          <a:p>
            <a:pPr marL="0" indent="0" rtl="1">
              <a:buNone/>
            </a:pPr>
            <a:r>
              <a:rPr lang="ar" b="1" dirty="0"/>
              <a:t>عضو الفريق</a:t>
            </a:r>
          </a:p>
          <a:p>
            <a:pPr marL="0" indent="0" rtl="1">
              <a:buNone/>
            </a:pPr>
            <a:r>
              <a:rPr lang="ar" sz="1800" dirty="0"/>
              <a:t>شخص متعاون يقيم علاقات مع الآخرين ويعمل </a:t>
            </a:r>
            <a:br>
              <a:rPr lang="ar-EG" sz="1800" dirty="0"/>
            </a:br>
            <a:r>
              <a:rPr lang="ar" sz="1800" dirty="0"/>
              <a:t>بشكل جيد. </a:t>
            </a:r>
          </a:p>
        </p:txBody>
      </p:sp>
      <p:sp>
        <p:nvSpPr>
          <p:cNvPr id="2" name="Footer Placeholder 2">
            <a:extLst>
              <a:ext uri="{FF2B5EF4-FFF2-40B4-BE49-F238E27FC236}">
                <a16:creationId xmlns:a16="http://schemas.microsoft.com/office/drawing/2014/main" id="{B913DDB3-1FAB-5A72-D9DA-AEFAD54B3A3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858790537"/>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64C51F-8F43-FE20-D1AF-6B736BB94F98}"/>
              </a:ext>
            </a:extLst>
          </p:cNvPr>
          <p:cNvSpPr>
            <a:spLocks noGrp="1"/>
          </p:cNvSpPr>
          <p:nvPr>
            <p:ph type="title"/>
          </p:nvPr>
        </p:nvSpPr>
        <p:spPr>
          <a:xfrm>
            <a:off x="457200" y="1195200"/>
            <a:ext cx="8229600" cy="864000"/>
          </a:xfrm>
        </p:spPr>
        <p:txBody>
          <a:bodyPr rtlCol="1"/>
          <a:lstStyle/>
          <a:p>
            <a:pPr rtl="1"/>
            <a:r>
              <a:rPr lang="ar"/>
              <a:t>نظرية دور الفريق عند بيلبين (3) </a:t>
            </a:r>
          </a:p>
        </p:txBody>
      </p:sp>
      <p:sp>
        <p:nvSpPr>
          <p:cNvPr id="8" name="Content Placeholder 7">
            <a:extLst>
              <a:ext uri="{FF2B5EF4-FFF2-40B4-BE49-F238E27FC236}">
                <a16:creationId xmlns:a16="http://schemas.microsoft.com/office/drawing/2014/main" id="{88C238CA-36DB-9D82-0960-DBF3BF1FA357}"/>
              </a:ext>
            </a:extLst>
          </p:cNvPr>
          <p:cNvSpPr>
            <a:spLocks noGrp="1"/>
          </p:cNvSpPr>
          <p:nvPr>
            <p:ph sz="half" idx="1"/>
          </p:nvPr>
        </p:nvSpPr>
        <p:spPr>
          <a:xfrm>
            <a:off x="4648199" y="2196001"/>
            <a:ext cx="4027487" cy="4024100"/>
          </a:xfrm>
        </p:spPr>
        <p:txBody>
          <a:bodyPr rtlCol="1"/>
          <a:lstStyle/>
          <a:p>
            <a:pPr marL="0" indent="0" rtl="1">
              <a:buNone/>
            </a:pPr>
            <a:endParaRPr lang="en-US" sz="1800" i="1" dirty="0"/>
          </a:p>
          <a:p>
            <a:pPr marL="0" indent="0" rtl="1">
              <a:buNone/>
            </a:pPr>
            <a:endParaRPr lang="en-US" sz="1800" i="1" dirty="0"/>
          </a:p>
          <a:p>
            <a:pPr marL="0" indent="0" rtl="1">
              <a:buNone/>
            </a:pPr>
            <a:endParaRPr lang="en-US" sz="1800" i="1" dirty="0"/>
          </a:p>
          <a:p>
            <a:pPr marL="0" indent="0" rtl="1">
              <a:buNone/>
            </a:pPr>
            <a:r>
              <a:rPr lang="ar" sz="1800" i="1" dirty="0"/>
              <a:t>PH_005 </a:t>
            </a:r>
          </a:p>
          <a:p>
            <a:pPr marL="0" indent="0" rtl="1">
              <a:buNone/>
            </a:pPr>
            <a:r>
              <a:rPr lang="ar" sz="1800" i="1" dirty="0"/>
              <a:t>رسم توضيحي لتسعة أقسام متداخلة، كل منها </a:t>
            </a:r>
            <a:br>
              <a:rPr lang="ar-EG" sz="1800" i="1" dirty="0"/>
            </a:br>
            <a:r>
              <a:rPr lang="ar" sz="1800" i="1" dirty="0"/>
              <a:t>بلون مختلف مع يد/ذراع (كرتون) </a:t>
            </a:r>
          </a:p>
          <a:p>
            <a:pPr marL="0" indent="0" rtl="1">
              <a:buNone/>
            </a:pPr>
            <a:r>
              <a:rPr lang="ar" sz="1800" i="1" dirty="0"/>
              <a:t>شوترستوك المرجع: 1396125926</a:t>
            </a:r>
          </a:p>
        </p:txBody>
      </p:sp>
      <p:sp>
        <p:nvSpPr>
          <p:cNvPr id="9" name="Content Placeholder 8">
            <a:extLst>
              <a:ext uri="{FF2B5EF4-FFF2-40B4-BE49-F238E27FC236}">
                <a16:creationId xmlns:a16="http://schemas.microsoft.com/office/drawing/2014/main" id="{8AACFDD6-0EDD-D2E3-7834-A1E5E8E6AA91}"/>
              </a:ext>
            </a:extLst>
          </p:cNvPr>
          <p:cNvSpPr>
            <a:spLocks noGrp="1"/>
          </p:cNvSpPr>
          <p:nvPr>
            <p:ph sz="half" idx="2"/>
          </p:nvPr>
        </p:nvSpPr>
        <p:spPr>
          <a:xfrm>
            <a:off x="468312" y="2196001"/>
            <a:ext cx="4027488" cy="4024100"/>
          </a:xfrm>
        </p:spPr>
        <p:txBody>
          <a:bodyPr rtlCol="1"/>
          <a:lstStyle/>
          <a:p>
            <a:pPr marL="0" indent="0" rtl="1">
              <a:buNone/>
            </a:pPr>
            <a:r>
              <a:rPr lang="ar" b="1" dirty="0"/>
              <a:t>التنفيذي</a:t>
            </a:r>
          </a:p>
          <a:p>
            <a:pPr marL="0" indent="0" rtl="1">
              <a:buNone/>
            </a:pPr>
            <a:r>
              <a:rPr lang="ar" sz="1800" dirty="0"/>
              <a:t>شخص فعال وعملي يحول الأفكار إلى أفعال أو نتائج.</a:t>
            </a:r>
          </a:p>
          <a:p>
            <a:pPr marL="0" indent="0" rtl="1">
              <a:buNone/>
            </a:pPr>
            <a:endParaRPr lang="en-US" sz="1600" b="1" dirty="0"/>
          </a:p>
          <a:p>
            <a:pPr marL="0" indent="0" rtl="1">
              <a:buNone/>
            </a:pPr>
            <a:r>
              <a:rPr lang="ar" b="1" dirty="0"/>
              <a:t>المكمل</a:t>
            </a:r>
          </a:p>
          <a:p>
            <a:pPr marL="0" indent="0" rtl="1">
              <a:buNone/>
            </a:pPr>
            <a:r>
              <a:rPr lang="ar" sz="1800" dirty="0"/>
              <a:t>الشخص الذي يركز على إكمال المهمة وتحقيق الكمال في الوظيفة المضطلع بها. </a:t>
            </a:r>
          </a:p>
          <a:p>
            <a:pPr marL="0" indent="0" rtl="1">
              <a:buNone/>
            </a:pPr>
            <a:endParaRPr lang="en-US" sz="1600" b="1" dirty="0"/>
          </a:p>
          <a:p>
            <a:pPr marL="0" indent="0" rtl="1">
              <a:buNone/>
            </a:pPr>
            <a:r>
              <a:rPr lang="ar" b="1" dirty="0"/>
              <a:t>المتخصص </a:t>
            </a:r>
          </a:p>
          <a:p>
            <a:pPr marL="0" indent="0" rtl="1">
              <a:buNone/>
            </a:pPr>
            <a:r>
              <a:rPr lang="ar" sz="1800" dirty="0"/>
              <a:t>شخص لديه معرفة أو مهارات أو معلومات متخصصة لمساعدة الفريق.</a:t>
            </a:r>
          </a:p>
        </p:txBody>
      </p:sp>
      <p:sp>
        <p:nvSpPr>
          <p:cNvPr id="2" name="Footer Placeholder 2">
            <a:extLst>
              <a:ext uri="{FF2B5EF4-FFF2-40B4-BE49-F238E27FC236}">
                <a16:creationId xmlns:a16="http://schemas.microsoft.com/office/drawing/2014/main" id="{6E7927D9-C82A-866D-5ABC-C6F78E20A4C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4189871945"/>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C178-FA46-7A6B-72F4-1040B4A00641}"/>
              </a:ext>
            </a:extLst>
          </p:cNvPr>
          <p:cNvSpPr>
            <a:spLocks noGrp="1"/>
          </p:cNvSpPr>
          <p:nvPr>
            <p:ph type="title"/>
          </p:nvPr>
        </p:nvSpPr>
        <p:spPr>
          <a:xfrm>
            <a:off x="457200" y="1195200"/>
            <a:ext cx="8229600" cy="864000"/>
          </a:xfrm>
        </p:spPr>
        <p:txBody>
          <a:bodyPr rtlCol="1"/>
          <a:lstStyle/>
          <a:p>
            <a:pPr rtl="1"/>
            <a:r>
              <a:rPr lang="ar" sz="3600"/>
              <a:t>خصائص الفريق الناجح (1)</a:t>
            </a:r>
          </a:p>
        </p:txBody>
      </p:sp>
      <p:sp>
        <p:nvSpPr>
          <p:cNvPr id="5" name="Content Placeholder 4">
            <a:extLst>
              <a:ext uri="{FF2B5EF4-FFF2-40B4-BE49-F238E27FC236}">
                <a16:creationId xmlns:a16="http://schemas.microsoft.com/office/drawing/2014/main" id="{3B8EAA0A-DA5C-B178-E6B2-41F414BC8512}"/>
              </a:ext>
            </a:extLst>
          </p:cNvPr>
          <p:cNvSpPr>
            <a:spLocks noGrp="1"/>
          </p:cNvSpPr>
          <p:nvPr>
            <p:ph sz="half" idx="1"/>
          </p:nvPr>
        </p:nvSpPr>
        <p:spPr>
          <a:xfrm>
            <a:off x="4648199" y="2196001"/>
            <a:ext cx="4027487" cy="4024100"/>
          </a:xfrm>
        </p:spPr>
        <p:txBody>
          <a:bodyPr rtlCol="1"/>
          <a:lstStyle/>
          <a:p>
            <a:pPr marL="0" indent="0" rtl="1">
              <a:buNone/>
            </a:pPr>
            <a:r>
              <a:rPr lang="ar" b="1"/>
              <a:t>التشجيع</a:t>
            </a:r>
          </a:p>
          <a:p>
            <a:pPr marL="0" indent="0" rtl="1">
              <a:buNone/>
            </a:pPr>
            <a:endParaRPr lang="en-US" sz="1600" b="1" dirty="0"/>
          </a:p>
          <a:p>
            <a:pPr marL="0" indent="0" rtl="1">
              <a:buNone/>
            </a:pPr>
            <a:r>
              <a:rPr lang="ar" sz="1800"/>
              <a:t>يجب على كل فرد في الفريق تشجيع بعضهم البعض لتحقيق أفضل ما لديهم. </a:t>
            </a:r>
          </a:p>
          <a:p>
            <a:pPr marL="0" indent="0" rtl="1">
              <a:buNone/>
            </a:pPr>
            <a:r>
              <a:rPr lang="ar" sz="1800"/>
              <a:t>إن تشجيع الآخرين على بذل قصارى جهدهم والتغلب على العقبات والوصول إلى أهدافهم هو إحدى طرق كونك عضوًا بفريق جماعي ناجح. </a:t>
            </a:r>
          </a:p>
          <a:p>
            <a:pPr marL="0" indent="0" rtl="1">
              <a:buNone/>
            </a:pPr>
            <a:endParaRPr lang="en-US" sz="1800" dirty="0"/>
          </a:p>
          <a:p>
            <a:pPr marL="0" indent="0" rtl="1">
              <a:buNone/>
            </a:pPr>
            <a:r>
              <a:rPr lang="ar" sz="1600" b="1"/>
              <a:t>هل سبق لك أن واجهت التشجيع في الفريق؟ </a:t>
            </a:r>
          </a:p>
          <a:p>
            <a:pPr marL="0" indent="0" rtl="1">
              <a:buNone/>
            </a:pPr>
            <a:r>
              <a:rPr lang="ar"/>
              <a:t> </a:t>
            </a:r>
          </a:p>
        </p:txBody>
      </p:sp>
      <p:sp>
        <p:nvSpPr>
          <p:cNvPr id="6" name="Content Placeholder 5">
            <a:extLst>
              <a:ext uri="{FF2B5EF4-FFF2-40B4-BE49-F238E27FC236}">
                <a16:creationId xmlns:a16="http://schemas.microsoft.com/office/drawing/2014/main" id="{C2C88D9D-058E-3E03-8BC7-AD72BC67F9B8}"/>
              </a:ext>
            </a:extLst>
          </p:cNvPr>
          <p:cNvSpPr>
            <a:spLocks noGrp="1"/>
          </p:cNvSpPr>
          <p:nvPr>
            <p:ph sz="half" idx="2"/>
          </p:nvPr>
        </p:nvSpPr>
        <p:spPr>
          <a:xfrm>
            <a:off x="323528" y="2196001"/>
            <a:ext cx="4172272" cy="4024100"/>
          </a:xfrm>
        </p:spPr>
        <p:txBody>
          <a:bodyPr rtlCol="1"/>
          <a:lstStyle/>
          <a:p>
            <a:pPr marL="0" indent="0" rtl="1">
              <a:buNone/>
            </a:pPr>
            <a:r>
              <a:rPr lang="ar" b="1" dirty="0"/>
              <a:t>الولاء</a:t>
            </a:r>
          </a:p>
          <a:p>
            <a:pPr marL="0" indent="0" rtl="1">
              <a:buNone/>
            </a:pPr>
            <a:endParaRPr lang="en-US" sz="1600" b="1" dirty="0"/>
          </a:p>
          <a:p>
            <a:pPr marL="0" indent="0" rtl="1">
              <a:buNone/>
            </a:pPr>
            <a:r>
              <a:rPr lang="ar" sz="1800" dirty="0"/>
              <a:t>يعد الولاء للفريق والزملاء والمهمة سمة مهمة للفريق الناجح. </a:t>
            </a:r>
          </a:p>
          <a:p>
            <a:pPr marL="0" indent="0" rtl="1">
              <a:buNone/>
            </a:pPr>
            <a:r>
              <a:rPr lang="ar" sz="1800" dirty="0"/>
              <a:t>عندما يكون أعضاء الفريق يتميزون بالولاء، فإن ذلك يبني شعورًا بالثقة والتواصل ويشجع العلاقات القوية </a:t>
            </a:r>
            <a:br>
              <a:rPr lang="ar-EG" sz="1800" dirty="0"/>
            </a:br>
            <a:r>
              <a:rPr lang="ar" sz="1800" dirty="0"/>
              <a:t>في الفريق. </a:t>
            </a:r>
          </a:p>
          <a:p>
            <a:pPr marL="0" indent="0" rtl="1">
              <a:buNone/>
            </a:pPr>
            <a:endParaRPr lang="en-US" sz="1800" dirty="0"/>
          </a:p>
          <a:p>
            <a:pPr marL="0" indent="0" rtl="1">
              <a:buNone/>
            </a:pPr>
            <a:r>
              <a:rPr lang="ar" sz="1600" b="1" dirty="0"/>
              <a:t>كيف تتعامل مع أحد أعضاء فريقك إذا لم يكن يتميز بالولاء؟</a:t>
            </a:r>
          </a:p>
        </p:txBody>
      </p:sp>
      <p:sp>
        <p:nvSpPr>
          <p:cNvPr id="3" name="Footer Placeholder 2">
            <a:extLst>
              <a:ext uri="{FF2B5EF4-FFF2-40B4-BE49-F238E27FC236}">
                <a16:creationId xmlns:a16="http://schemas.microsoft.com/office/drawing/2014/main" id="{1D1C01D6-EB44-FEE6-F76D-8F4AE3C173D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913406869"/>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C178-FA46-7A6B-72F4-1040B4A00641}"/>
              </a:ext>
            </a:extLst>
          </p:cNvPr>
          <p:cNvSpPr>
            <a:spLocks noGrp="1"/>
          </p:cNvSpPr>
          <p:nvPr>
            <p:ph type="title"/>
          </p:nvPr>
        </p:nvSpPr>
        <p:spPr>
          <a:xfrm>
            <a:off x="457200" y="1195200"/>
            <a:ext cx="8229600" cy="864000"/>
          </a:xfrm>
        </p:spPr>
        <p:txBody>
          <a:bodyPr rtlCol="1"/>
          <a:lstStyle/>
          <a:p>
            <a:pPr rtl="1"/>
            <a:r>
              <a:rPr lang="ar" sz="3600"/>
              <a:t>خصائص الفريق الناجح (2)</a:t>
            </a:r>
          </a:p>
        </p:txBody>
      </p:sp>
      <p:sp>
        <p:nvSpPr>
          <p:cNvPr id="5" name="Content Placeholder 4">
            <a:extLst>
              <a:ext uri="{FF2B5EF4-FFF2-40B4-BE49-F238E27FC236}">
                <a16:creationId xmlns:a16="http://schemas.microsoft.com/office/drawing/2014/main" id="{3B8EAA0A-DA5C-B178-E6B2-41F414BC8512}"/>
              </a:ext>
            </a:extLst>
          </p:cNvPr>
          <p:cNvSpPr>
            <a:spLocks noGrp="1"/>
          </p:cNvSpPr>
          <p:nvPr>
            <p:ph sz="half" idx="1"/>
          </p:nvPr>
        </p:nvSpPr>
        <p:spPr>
          <a:xfrm>
            <a:off x="4648199" y="2196001"/>
            <a:ext cx="4027487" cy="4024100"/>
          </a:xfrm>
        </p:spPr>
        <p:txBody>
          <a:bodyPr rtlCol="1"/>
          <a:lstStyle/>
          <a:p>
            <a:pPr marL="0" indent="0" rtl="1">
              <a:buNone/>
            </a:pPr>
            <a:r>
              <a:rPr lang="ar" b="1" dirty="0"/>
              <a:t>قبول النقد</a:t>
            </a:r>
          </a:p>
          <a:p>
            <a:pPr marL="0" indent="0" rtl="1">
              <a:buNone/>
            </a:pPr>
            <a:endParaRPr lang="en-US" sz="1600" b="1" dirty="0"/>
          </a:p>
          <a:p>
            <a:pPr marL="0" indent="0" rtl="1">
              <a:buNone/>
            </a:pPr>
            <a:r>
              <a:rPr lang="ar" sz="1800" dirty="0"/>
              <a:t>يتعرض الجميع للنقد في مرحلة ما من الحياة </a:t>
            </a:r>
            <a:br>
              <a:rPr lang="ar-EG" sz="1800" dirty="0"/>
            </a:br>
            <a:r>
              <a:rPr lang="ar" sz="1800" dirty="0"/>
              <a:t>وفي العمل. </a:t>
            </a:r>
          </a:p>
          <a:p>
            <a:pPr marL="0" indent="0" rtl="1">
              <a:buNone/>
            </a:pPr>
            <a:r>
              <a:rPr lang="ar" sz="1800" dirty="0"/>
              <a:t>يعد قبول النقد والتصرف بناءً عليه وسيلة مهمة للتحسين والنمو بشكل أقوى. لا يمكن للفريق أن يأخذ النقد بشكل سلبي لأنه قد يؤثر على نجاحه وتقدمه. </a:t>
            </a:r>
          </a:p>
          <a:p>
            <a:pPr marL="0" indent="0" rtl="1">
              <a:buNone/>
            </a:pPr>
            <a:endParaRPr lang="en-US" sz="1800" dirty="0"/>
          </a:p>
          <a:p>
            <a:pPr marL="0" indent="0" rtl="1">
              <a:buNone/>
            </a:pPr>
            <a:r>
              <a:rPr lang="ar" sz="1600" b="1" dirty="0"/>
              <a:t>ما مدى قدرتك على قبول انتقادات الآخرين؟ </a:t>
            </a:r>
          </a:p>
          <a:p>
            <a:pPr marL="0" indent="0" rtl="1">
              <a:buNone/>
            </a:pPr>
            <a:r>
              <a:rPr lang="ar" b="1" dirty="0"/>
              <a:t> </a:t>
            </a:r>
          </a:p>
        </p:txBody>
      </p:sp>
      <p:sp>
        <p:nvSpPr>
          <p:cNvPr id="6" name="Content Placeholder 5">
            <a:extLst>
              <a:ext uri="{FF2B5EF4-FFF2-40B4-BE49-F238E27FC236}">
                <a16:creationId xmlns:a16="http://schemas.microsoft.com/office/drawing/2014/main" id="{C2C88D9D-058E-3E03-8BC7-AD72BC67F9B8}"/>
              </a:ext>
            </a:extLst>
          </p:cNvPr>
          <p:cNvSpPr>
            <a:spLocks noGrp="1"/>
          </p:cNvSpPr>
          <p:nvPr>
            <p:ph sz="half" idx="2"/>
          </p:nvPr>
        </p:nvSpPr>
        <p:spPr>
          <a:xfrm>
            <a:off x="468312" y="2196001"/>
            <a:ext cx="4027488" cy="4024100"/>
          </a:xfrm>
        </p:spPr>
        <p:txBody>
          <a:bodyPr rtlCol="1"/>
          <a:lstStyle/>
          <a:p>
            <a:pPr marL="0" indent="0" rtl="1">
              <a:buNone/>
            </a:pPr>
            <a:r>
              <a:rPr lang="ar" b="1" dirty="0"/>
              <a:t>الاحترام</a:t>
            </a:r>
          </a:p>
          <a:p>
            <a:pPr marL="0" indent="0" rtl="1">
              <a:buNone/>
            </a:pPr>
            <a:endParaRPr lang="en-US" sz="1600" b="1" dirty="0"/>
          </a:p>
          <a:p>
            <a:pPr marL="0" indent="0" rtl="1">
              <a:buNone/>
            </a:pPr>
            <a:r>
              <a:rPr lang="ar" sz="1800" dirty="0"/>
              <a:t>يجب على كل فرد في الفريق أن يسعى جاهداً </a:t>
            </a:r>
            <a:br>
              <a:rPr lang="ar-EG" sz="1800" dirty="0"/>
            </a:br>
            <a:r>
              <a:rPr lang="ar" sz="1800" dirty="0"/>
              <a:t>من أجل بيئة عمل وعلاقات محترمة. </a:t>
            </a:r>
          </a:p>
          <a:p>
            <a:pPr marL="0" indent="0" rtl="1">
              <a:buNone/>
            </a:pPr>
            <a:r>
              <a:rPr lang="ar" sz="1800" dirty="0"/>
              <a:t>يجب أن يحترم أعضاء الفريق آراء وأفكار واختلافات بعضهم البعض. يجب على الفريق احترام كل عضو على حدة.</a:t>
            </a:r>
          </a:p>
          <a:p>
            <a:pPr marL="0" indent="0" rtl="1">
              <a:buNone/>
            </a:pPr>
            <a:endParaRPr lang="en-US" sz="1800" dirty="0"/>
          </a:p>
          <a:p>
            <a:pPr marL="0" indent="0" rtl="1">
              <a:buNone/>
            </a:pPr>
            <a:r>
              <a:rPr lang="ar" sz="1600" b="1" dirty="0"/>
              <a:t>ماذا يعني لك الاحترام وكيف تظهر الاحترام؟ </a:t>
            </a:r>
            <a:endParaRPr lang="en-US" sz="1400" b="1" dirty="0"/>
          </a:p>
        </p:txBody>
      </p:sp>
      <p:sp>
        <p:nvSpPr>
          <p:cNvPr id="3" name="Footer Placeholder 2">
            <a:extLst>
              <a:ext uri="{FF2B5EF4-FFF2-40B4-BE49-F238E27FC236}">
                <a16:creationId xmlns:a16="http://schemas.microsoft.com/office/drawing/2014/main" id="{0E9A8014-9DB4-F200-1ED5-CC4691F22CD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029838131"/>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C178-FA46-7A6B-72F4-1040B4A00641}"/>
              </a:ext>
            </a:extLst>
          </p:cNvPr>
          <p:cNvSpPr>
            <a:spLocks noGrp="1"/>
          </p:cNvSpPr>
          <p:nvPr>
            <p:ph type="title"/>
          </p:nvPr>
        </p:nvSpPr>
        <p:spPr>
          <a:xfrm>
            <a:off x="457200" y="1195200"/>
            <a:ext cx="8229600" cy="864000"/>
          </a:xfrm>
        </p:spPr>
        <p:txBody>
          <a:bodyPr rtlCol="1"/>
          <a:lstStyle/>
          <a:p>
            <a:pPr rtl="1"/>
            <a:r>
              <a:rPr lang="ar" sz="3600"/>
              <a:t>خصائص الفريق الناجح (3)</a:t>
            </a:r>
          </a:p>
        </p:txBody>
      </p:sp>
      <p:sp>
        <p:nvSpPr>
          <p:cNvPr id="5" name="Content Placeholder 4">
            <a:extLst>
              <a:ext uri="{FF2B5EF4-FFF2-40B4-BE49-F238E27FC236}">
                <a16:creationId xmlns:a16="http://schemas.microsoft.com/office/drawing/2014/main" id="{3B8EAA0A-DA5C-B178-E6B2-41F414BC8512}"/>
              </a:ext>
            </a:extLst>
          </p:cNvPr>
          <p:cNvSpPr>
            <a:spLocks noGrp="1"/>
          </p:cNvSpPr>
          <p:nvPr>
            <p:ph sz="half" idx="1"/>
          </p:nvPr>
        </p:nvSpPr>
        <p:spPr>
          <a:xfrm>
            <a:off x="4648199" y="2196001"/>
            <a:ext cx="4027487" cy="4024100"/>
          </a:xfrm>
        </p:spPr>
        <p:txBody>
          <a:bodyPr rtlCol="1"/>
          <a:lstStyle/>
          <a:p>
            <a:pPr marL="0" indent="0" rtl="1">
              <a:buNone/>
            </a:pPr>
            <a:r>
              <a:rPr lang="ar" b="1"/>
              <a:t>الثقافة والوحدة</a:t>
            </a:r>
          </a:p>
          <a:p>
            <a:pPr marL="0" indent="0" rtl="1">
              <a:buNone/>
            </a:pPr>
            <a:endParaRPr lang="en-US" sz="1600" b="1" dirty="0"/>
          </a:p>
          <a:p>
            <a:pPr marL="0" indent="0" rtl="1">
              <a:buNone/>
            </a:pPr>
            <a:r>
              <a:rPr lang="ar" sz="1800"/>
              <a:t>تتعلق الثقافة والوحدة بالقيم والمواقف والمعتقدات والسلوكيات داخل الفريق. </a:t>
            </a:r>
          </a:p>
          <a:p>
            <a:pPr marL="0" indent="0" rtl="1">
              <a:buNone/>
            </a:pPr>
            <a:r>
              <a:rPr lang="ar" sz="1800"/>
              <a:t>يتمتع الفريق الناجح بثقافة مشتركة ويُظهر نهجًا موحدًا وتعاونيًا لمواجهة التحديات والصعوبات. </a:t>
            </a:r>
          </a:p>
          <a:p>
            <a:pPr marL="0" indent="0" rtl="1">
              <a:buNone/>
            </a:pPr>
            <a:endParaRPr lang="en-US" sz="1800" dirty="0"/>
          </a:p>
          <a:p>
            <a:pPr marL="0" indent="0" rtl="1">
              <a:buNone/>
            </a:pPr>
            <a:endParaRPr lang="en-US" sz="1800" dirty="0"/>
          </a:p>
          <a:p>
            <a:pPr marL="0" indent="0" rtl="1">
              <a:buNone/>
            </a:pPr>
            <a:r>
              <a:rPr lang="ar" sz="1600" b="1"/>
              <a:t>هل يمكنك التفكير في وقت لم تعمل فيه بوحدة مع الآخرين؟ </a:t>
            </a:r>
          </a:p>
          <a:p>
            <a:pPr marL="0" indent="0" rtl="1">
              <a:buNone/>
            </a:pPr>
            <a:endParaRPr lang="en-US" b="1" dirty="0"/>
          </a:p>
        </p:txBody>
      </p:sp>
      <p:sp>
        <p:nvSpPr>
          <p:cNvPr id="6" name="Content Placeholder 5">
            <a:extLst>
              <a:ext uri="{FF2B5EF4-FFF2-40B4-BE49-F238E27FC236}">
                <a16:creationId xmlns:a16="http://schemas.microsoft.com/office/drawing/2014/main" id="{C2C88D9D-058E-3E03-8BC7-AD72BC67F9B8}"/>
              </a:ext>
            </a:extLst>
          </p:cNvPr>
          <p:cNvSpPr>
            <a:spLocks noGrp="1"/>
          </p:cNvSpPr>
          <p:nvPr>
            <p:ph sz="half" idx="2"/>
          </p:nvPr>
        </p:nvSpPr>
        <p:spPr>
          <a:xfrm>
            <a:off x="468311" y="2119474"/>
            <a:ext cx="4027488" cy="4024100"/>
          </a:xfrm>
        </p:spPr>
        <p:txBody>
          <a:bodyPr rtlCol="1"/>
          <a:lstStyle/>
          <a:p>
            <a:pPr marL="0" indent="0" algn="r" rtl="1">
              <a:buNone/>
            </a:pPr>
            <a:r>
              <a:rPr lang="ar" b="1" dirty="0"/>
              <a:t>أدوار الفريق وأهدافه</a:t>
            </a:r>
          </a:p>
          <a:p>
            <a:pPr marL="0" indent="0" algn="r" rtl="1">
              <a:buNone/>
            </a:pPr>
            <a:endParaRPr lang="en-US" sz="1600" b="1" dirty="0"/>
          </a:p>
          <a:p>
            <a:pPr marL="0" indent="0" algn="r" rtl="1">
              <a:buNone/>
            </a:pPr>
            <a:r>
              <a:rPr lang="ar" sz="1800" dirty="0"/>
              <a:t>من المهم أن يكون لدى الفريق أهداف وتوقعات واضحة وأن يكون لكل عضو دوره الخاص. </a:t>
            </a:r>
            <a:br>
              <a:rPr lang="ar-EG" sz="1800" dirty="0"/>
            </a:br>
            <a:r>
              <a:rPr lang="ar" sz="1800" dirty="0"/>
              <a:t>تساعد الأدوار والمسؤوليات الواضحة الفرق </a:t>
            </a:r>
            <a:br>
              <a:rPr lang="ar-EG" sz="1800" dirty="0"/>
            </a:br>
            <a:r>
              <a:rPr lang="ar" sz="1800" dirty="0"/>
              <a:t>على العمل بشكل أكثر فعالية</a:t>
            </a:r>
          </a:p>
          <a:p>
            <a:pPr marL="0" indent="0" algn="r" rtl="1">
              <a:buNone/>
            </a:pPr>
            <a:endParaRPr lang="en-US" sz="1100" b="1" dirty="0"/>
          </a:p>
          <a:p>
            <a:pPr marL="0" indent="0" algn="r" rtl="1">
              <a:buNone/>
            </a:pPr>
            <a:r>
              <a:rPr lang="ar" b="1" dirty="0"/>
              <a:t>التعامل مع الصراع</a:t>
            </a:r>
          </a:p>
          <a:p>
            <a:pPr marL="0" indent="0" algn="r" rtl="1">
              <a:buNone/>
            </a:pPr>
            <a:endParaRPr lang="en-US" sz="1600" b="1" dirty="0"/>
          </a:p>
          <a:p>
            <a:pPr marL="0" indent="0" algn="r" rtl="1">
              <a:buNone/>
            </a:pPr>
            <a:r>
              <a:rPr lang="ar" sz="1800" dirty="0"/>
              <a:t>يجب أن يكون أعضاء الفريق قادرين على التعامل </a:t>
            </a:r>
            <a:br>
              <a:rPr lang="ar-EG" sz="1800" dirty="0"/>
            </a:br>
            <a:r>
              <a:rPr lang="ar" sz="1800" dirty="0"/>
              <a:t>مع الصراع والتحدي بطريقة إيجابية - إذا لم يتمكنوا من ذلك، فإنهم يخاطرون بانخفاض الروح المعنوية والنتائج السيئة. </a:t>
            </a:r>
          </a:p>
          <a:p>
            <a:pPr marL="0" indent="0" algn="r" rtl="1">
              <a:buNone/>
            </a:pPr>
            <a:endParaRPr lang="en-US" sz="1800" dirty="0"/>
          </a:p>
          <a:p>
            <a:pPr marL="0" indent="0" algn="r" rtl="1">
              <a:buNone/>
            </a:pPr>
            <a:endParaRPr lang="en-US" sz="1800" b="1" dirty="0"/>
          </a:p>
        </p:txBody>
      </p:sp>
      <p:sp>
        <p:nvSpPr>
          <p:cNvPr id="3" name="Footer Placeholder 2">
            <a:extLst>
              <a:ext uri="{FF2B5EF4-FFF2-40B4-BE49-F238E27FC236}">
                <a16:creationId xmlns:a16="http://schemas.microsoft.com/office/drawing/2014/main" id="{B61013A0-D7E5-AF03-B4FF-E6402346EEE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361183998"/>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C178-FA46-7A6B-72F4-1040B4A00641}"/>
              </a:ext>
            </a:extLst>
          </p:cNvPr>
          <p:cNvSpPr>
            <a:spLocks noGrp="1"/>
          </p:cNvSpPr>
          <p:nvPr>
            <p:ph type="title"/>
          </p:nvPr>
        </p:nvSpPr>
        <p:spPr>
          <a:xfrm>
            <a:off x="457200" y="1195200"/>
            <a:ext cx="8229600" cy="864000"/>
          </a:xfrm>
        </p:spPr>
        <p:txBody>
          <a:bodyPr rtlCol="1"/>
          <a:lstStyle/>
          <a:p>
            <a:pPr rtl="1"/>
            <a:r>
              <a:rPr lang="ar" sz="3600"/>
              <a:t>خصائص الفريق الناجح (4)</a:t>
            </a:r>
          </a:p>
        </p:txBody>
      </p:sp>
      <p:sp>
        <p:nvSpPr>
          <p:cNvPr id="5" name="Content Placeholder 4">
            <a:extLst>
              <a:ext uri="{FF2B5EF4-FFF2-40B4-BE49-F238E27FC236}">
                <a16:creationId xmlns:a16="http://schemas.microsoft.com/office/drawing/2014/main" id="{3B8EAA0A-DA5C-B178-E6B2-41F414BC8512}"/>
              </a:ext>
            </a:extLst>
          </p:cNvPr>
          <p:cNvSpPr>
            <a:spLocks noGrp="1"/>
          </p:cNvSpPr>
          <p:nvPr>
            <p:ph sz="half" idx="1"/>
          </p:nvPr>
        </p:nvSpPr>
        <p:spPr>
          <a:xfrm>
            <a:off x="4648199" y="2196001"/>
            <a:ext cx="4027487" cy="4024100"/>
          </a:xfrm>
        </p:spPr>
        <p:txBody>
          <a:bodyPr rtlCol="1"/>
          <a:lstStyle/>
          <a:p>
            <a:pPr marL="0" indent="0" rtl="1">
              <a:buNone/>
            </a:pPr>
            <a:r>
              <a:rPr lang="ar" dirty="0"/>
              <a:t>فكر في الفريق الذي عملت فيه. </a:t>
            </a:r>
          </a:p>
          <a:p>
            <a:pPr marL="0" indent="0" rtl="1">
              <a:buNone/>
            </a:pPr>
            <a:endParaRPr lang="en-US" dirty="0"/>
          </a:p>
          <a:p>
            <a:pPr marL="0" indent="0" rtl="1">
              <a:buNone/>
            </a:pPr>
            <a:r>
              <a:rPr lang="ar" dirty="0"/>
              <a:t>ما هي الخصائص التي يتمتع بها الأشخاص في الفريق؟ كيف ساعد </a:t>
            </a:r>
            <a:br>
              <a:rPr lang="ar-EG" dirty="0"/>
            </a:br>
            <a:r>
              <a:rPr lang="ar" dirty="0"/>
              <a:t>هؤلاء الفريق على تحقيق أهدافه؟ </a:t>
            </a:r>
          </a:p>
          <a:p>
            <a:pPr marL="0" indent="0" rtl="1">
              <a:buNone/>
            </a:pPr>
            <a:endParaRPr lang="en-US" dirty="0"/>
          </a:p>
          <a:p>
            <a:pPr marL="0" indent="0" rtl="1">
              <a:buNone/>
            </a:pPr>
            <a:r>
              <a:rPr lang="ar" dirty="0"/>
              <a:t>ما هي الخصائص التي تحتاج </a:t>
            </a:r>
            <a:br>
              <a:rPr lang="ar-EG" dirty="0"/>
            </a:br>
            <a:r>
              <a:rPr lang="ar" dirty="0"/>
              <a:t>إلى تحسين؟ </a:t>
            </a:r>
          </a:p>
        </p:txBody>
      </p:sp>
      <p:sp>
        <p:nvSpPr>
          <p:cNvPr id="3" name="Footer Placeholder 2">
            <a:extLst>
              <a:ext uri="{FF2B5EF4-FFF2-40B4-BE49-F238E27FC236}">
                <a16:creationId xmlns:a16="http://schemas.microsoft.com/office/drawing/2014/main" id="{F7189074-6182-A9C1-07BA-C1FCCF8C382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7" name="Picture 6" descr="A group of men standing in front of a window">
            <a:extLst>
              <a:ext uri="{FF2B5EF4-FFF2-40B4-BE49-F238E27FC236}">
                <a16:creationId xmlns:a16="http://schemas.microsoft.com/office/drawing/2014/main" id="{26A8FF0B-A0D1-5B88-8891-CBC9E21FE9B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7827" y="2887927"/>
            <a:ext cx="3960371" cy="2640247"/>
          </a:xfrm>
          <a:prstGeom prst="rect">
            <a:avLst/>
          </a:prstGeom>
        </p:spPr>
      </p:pic>
    </p:spTree>
    <p:extLst>
      <p:ext uri="{BB962C8B-B14F-4D97-AF65-F5344CB8AC3E}">
        <p14:creationId xmlns:p14="http://schemas.microsoft.com/office/powerpoint/2010/main" val="2178360417"/>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CEE9-2CA8-AB3D-3C9B-1256C799A451}"/>
              </a:ext>
            </a:extLst>
          </p:cNvPr>
          <p:cNvSpPr>
            <a:spLocks noGrp="1"/>
          </p:cNvSpPr>
          <p:nvPr>
            <p:ph type="title"/>
          </p:nvPr>
        </p:nvSpPr>
        <p:spPr>
          <a:xfrm>
            <a:off x="457200" y="1195200"/>
            <a:ext cx="8229600" cy="864000"/>
          </a:xfrm>
        </p:spPr>
        <p:txBody>
          <a:bodyPr rtlCol="1"/>
          <a:lstStyle/>
          <a:p>
            <a:pPr rtl="1"/>
            <a:r>
              <a:rPr lang="ar"/>
              <a:t>فوائد العمل الجماعي (1)</a:t>
            </a:r>
          </a:p>
        </p:txBody>
      </p:sp>
      <p:sp>
        <p:nvSpPr>
          <p:cNvPr id="3" name="Content Placeholder 2">
            <a:extLst>
              <a:ext uri="{FF2B5EF4-FFF2-40B4-BE49-F238E27FC236}">
                <a16:creationId xmlns:a16="http://schemas.microsoft.com/office/drawing/2014/main" id="{97F6778E-974A-AC90-C719-B529730E8204}"/>
              </a:ext>
            </a:extLst>
          </p:cNvPr>
          <p:cNvSpPr>
            <a:spLocks noGrp="1"/>
          </p:cNvSpPr>
          <p:nvPr>
            <p:ph idx="1"/>
          </p:nvPr>
        </p:nvSpPr>
        <p:spPr>
          <a:xfrm>
            <a:off x="468311" y="2196000"/>
            <a:ext cx="8207375" cy="3878436"/>
          </a:xfrm>
        </p:spPr>
        <p:txBody>
          <a:bodyPr rtlCol="1"/>
          <a:lstStyle/>
          <a:p>
            <a:pPr marL="0" indent="0" rtl="1">
              <a:buNone/>
            </a:pPr>
            <a:r>
              <a:rPr lang="ar" sz="2000" dirty="0"/>
              <a:t>يمكن أن يساعد العمل الجماعي الشركة على الأداء بشكل أكثر فعالية لأنه يستخدم نقاط القوة والمهارات والمعرفة لدى عدد أكبر من الأشخاص. يمكن أن يساعد العمل الجماعي أيضًا </a:t>
            </a:r>
            <a:br>
              <a:rPr lang="ar-EG" sz="2000" dirty="0"/>
            </a:br>
            <a:r>
              <a:rPr lang="ar" sz="2000" dirty="0"/>
              <a:t>في تحسين الروح المعنوية وجعل الشركة مكانًا ممتعًا للعمل. </a:t>
            </a:r>
          </a:p>
          <a:p>
            <a:pPr marL="0" indent="0" rtl="1">
              <a:buNone/>
            </a:pPr>
            <a:endParaRPr lang="en-US" sz="1200" b="1" dirty="0"/>
          </a:p>
          <a:p>
            <a:pPr marL="0" indent="0" rtl="1">
              <a:buNone/>
            </a:pPr>
            <a:r>
              <a:rPr lang="ar" sz="2000" b="1" dirty="0"/>
              <a:t>هناك العديد من الفوائد للعمل الجماعي في الشركة: </a:t>
            </a:r>
            <a:endParaRPr lang="en-US" b="1" dirty="0"/>
          </a:p>
          <a:p>
            <a:pPr rtl="1"/>
            <a:r>
              <a:rPr lang="ar" sz="1800" dirty="0"/>
              <a:t>يساعد الشركة على تحقيق أهدافها</a:t>
            </a:r>
          </a:p>
          <a:p>
            <a:pPr rtl="1"/>
            <a:r>
              <a:rPr lang="ar" sz="1800" dirty="0"/>
              <a:t>يقلل من الازدواجية وتكرار المهام </a:t>
            </a:r>
          </a:p>
          <a:p>
            <a:pPr rtl="1"/>
            <a:r>
              <a:rPr lang="ar" sz="1800" dirty="0"/>
              <a:t>يوفر فرصة للمرونة في القوى العاملة</a:t>
            </a:r>
          </a:p>
          <a:p>
            <a:pPr rtl="1"/>
            <a:r>
              <a:rPr lang="ar" sz="1800" dirty="0"/>
              <a:t>يزيد من الكفاءة والإنتاجية </a:t>
            </a:r>
          </a:p>
          <a:p>
            <a:pPr rtl="1"/>
            <a:r>
              <a:rPr lang="ar" sz="1800" dirty="0"/>
              <a:t>يقلل من خطر الفشل </a:t>
            </a:r>
          </a:p>
          <a:p>
            <a:pPr rtl="1"/>
            <a:r>
              <a:rPr lang="ar" sz="1800" dirty="0"/>
              <a:t>يقلل من غياب الموظفين  </a:t>
            </a:r>
          </a:p>
        </p:txBody>
      </p:sp>
      <p:sp>
        <p:nvSpPr>
          <p:cNvPr id="5" name="Footer Placeholder 2">
            <a:extLst>
              <a:ext uri="{FF2B5EF4-FFF2-40B4-BE49-F238E27FC236}">
                <a16:creationId xmlns:a16="http://schemas.microsoft.com/office/drawing/2014/main" id="{5FCEA46E-21D3-C9CA-4110-D0D845BFC4E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4283374191"/>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CEE9-2CA8-AB3D-3C9B-1256C799A451}"/>
              </a:ext>
            </a:extLst>
          </p:cNvPr>
          <p:cNvSpPr>
            <a:spLocks noGrp="1"/>
          </p:cNvSpPr>
          <p:nvPr>
            <p:ph type="title"/>
          </p:nvPr>
        </p:nvSpPr>
        <p:spPr>
          <a:xfrm>
            <a:off x="457200" y="1195200"/>
            <a:ext cx="8229600" cy="864000"/>
          </a:xfrm>
        </p:spPr>
        <p:txBody>
          <a:bodyPr rtlCol="1"/>
          <a:lstStyle/>
          <a:p>
            <a:pPr rtl="1"/>
            <a:r>
              <a:rPr lang="ar"/>
              <a:t>فوائد العمل الجماعي (2)</a:t>
            </a:r>
          </a:p>
        </p:txBody>
      </p:sp>
      <p:sp>
        <p:nvSpPr>
          <p:cNvPr id="3" name="Content Placeholder 2">
            <a:extLst>
              <a:ext uri="{FF2B5EF4-FFF2-40B4-BE49-F238E27FC236}">
                <a16:creationId xmlns:a16="http://schemas.microsoft.com/office/drawing/2014/main" id="{97F6778E-974A-AC90-C719-B529730E8204}"/>
              </a:ext>
            </a:extLst>
          </p:cNvPr>
          <p:cNvSpPr>
            <a:spLocks noGrp="1"/>
          </p:cNvSpPr>
          <p:nvPr>
            <p:ph idx="1"/>
          </p:nvPr>
        </p:nvSpPr>
        <p:spPr>
          <a:xfrm>
            <a:off x="468311" y="2196000"/>
            <a:ext cx="8207375" cy="3878436"/>
          </a:xfrm>
        </p:spPr>
        <p:txBody>
          <a:bodyPr rtlCol="1"/>
          <a:lstStyle/>
          <a:p>
            <a:pPr marL="0" indent="0" rtl="1">
              <a:buNone/>
            </a:pPr>
            <a:r>
              <a:rPr lang="ar" sz="2000" dirty="0"/>
              <a:t>يعد العمل كجزء من فريق عاملاً مهمًا بالنسبة لمعظم الأشخاص عند اختيار الوظائف والفرص. يساعد العمل الجماعي الفرد على الشعور بأنه جزء من شيء ما ومتصل ومهم مما يمكن </a:t>
            </a:r>
            <a:br>
              <a:rPr lang="ar-EG" sz="2000" dirty="0"/>
            </a:br>
            <a:r>
              <a:rPr lang="ar" sz="2000" dirty="0"/>
              <a:t>أن يحسن الثقة بالنفس والتحفيز الفردي. </a:t>
            </a:r>
          </a:p>
          <a:p>
            <a:pPr marL="0" indent="0" rtl="1">
              <a:buNone/>
            </a:pPr>
            <a:endParaRPr lang="en-US" sz="1200" b="1" dirty="0"/>
          </a:p>
          <a:p>
            <a:pPr marL="0" indent="0" rtl="1">
              <a:buNone/>
            </a:pPr>
            <a:r>
              <a:rPr lang="ar" sz="2000" b="1" dirty="0"/>
              <a:t>هناك العديد من الفوائد للعمل الجماعي للفرد: </a:t>
            </a:r>
          </a:p>
          <a:p>
            <a:pPr rtl="1"/>
            <a:r>
              <a:rPr lang="ar" sz="1800" dirty="0"/>
              <a:t>يوفر فرصة للتطور وتحدي الذات </a:t>
            </a:r>
          </a:p>
          <a:p>
            <a:pPr rtl="1"/>
            <a:r>
              <a:rPr lang="ar" sz="1800" dirty="0"/>
              <a:t>يحسن الدافع والتركيز </a:t>
            </a:r>
          </a:p>
          <a:p>
            <a:pPr rtl="1"/>
            <a:r>
              <a:rPr lang="ar" sz="1800" dirty="0"/>
              <a:t>يوفر فرصة لتطوير الإبداع </a:t>
            </a:r>
          </a:p>
          <a:p>
            <a:pPr rtl="1"/>
            <a:r>
              <a:rPr lang="ar" sz="1800" dirty="0"/>
              <a:t>يقلل من التوتر والضغط الفردي</a:t>
            </a:r>
          </a:p>
          <a:p>
            <a:pPr rtl="1"/>
            <a:r>
              <a:rPr lang="ar" sz="1800" dirty="0"/>
              <a:t>يوفر فرصًا للتعلم والتطور </a:t>
            </a:r>
          </a:p>
          <a:p>
            <a:pPr rtl="1"/>
            <a:r>
              <a:rPr lang="ar" sz="1800" dirty="0"/>
              <a:t>يوفر فرصًا للعمل مع أشخاص لديهم وجهات نظر مختلفة</a:t>
            </a:r>
          </a:p>
          <a:p>
            <a:pPr rtl="1"/>
            <a:endParaRPr lang="en-US" sz="1800" dirty="0"/>
          </a:p>
        </p:txBody>
      </p:sp>
      <p:sp>
        <p:nvSpPr>
          <p:cNvPr id="5" name="Footer Placeholder 2">
            <a:extLst>
              <a:ext uri="{FF2B5EF4-FFF2-40B4-BE49-F238E27FC236}">
                <a16:creationId xmlns:a16="http://schemas.microsoft.com/office/drawing/2014/main" id="{DC3938A9-952E-0648-928A-7AB595224A6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469425368"/>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هدف التعلّم ب:</a:t>
            </a:r>
            <a:br>
              <a:rPr lang="en-US" altLang="en-US" sz="2400" dirty="0"/>
            </a:br>
            <a:br>
              <a:rPr lang="en-US" altLang="en-US" sz="2400" dirty="0"/>
            </a:br>
            <a:endParaRPr lang="en-GB"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404813" algn="ctr" defTabSz="431800" rtl="1">
              <a:spcBef>
                <a:spcPts val="1200"/>
              </a:spcBef>
              <a:buNone/>
            </a:pPr>
            <a:r>
              <a:rPr lang="ar" sz="3600" b="1" dirty="0"/>
              <a:t>توضيح كيف يمكن أن يعمل </a:t>
            </a:r>
            <a:br>
              <a:rPr lang="ar-EG" sz="3600" b="1" dirty="0"/>
            </a:br>
            <a:r>
              <a:rPr lang="ar" sz="3600" b="1" dirty="0"/>
              <a:t>عضو الفريق بفعالية</a:t>
            </a:r>
            <a:endParaRPr lang="en-GB" altLang="en-US" sz="3600" dirty="0"/>
          </a:p>
        </p:txBody>
      </p:sp>
      <p:sp>
        <p:nvSpPr>
          <p:cNvPr id="5" name="Content Placeholder 3">
            <a:extLst>
              <a:ext uri="{FF2B5EF4-FFF2-40B4-BE49-F238E27FC236}">
                <a16:creationId xmlns:a16="http://schemas.microsoft.com/office/drawing/2014/main" id="{F2EC6FE1-3650-2005-05EF-53426B89E972}"/>
              </a:ext>
            </a:extLst>
          </p:cNvPr>
          <p:cNvSpPr>
            <a:spLocks noGrp="1" noChangeArrowheads="1"/>
          </p:cNvSpPr>
          <p:nvPr>
            <p:ph sz="half" idx="2"/>
          </p:nvPr>
        </p:nvSpPr>
        <p:spPr bwMode="auto">
          <a:xfrm>
            <a:off x="1116012"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العمل بفاعلية ضمن أعضاء الفريق </a:t>
            </a:r>
          </a:p>
          <a:p>
            <a:pPr marL="685800" rtl="1"/>
            <a:r>
              <a:rPr lang="ar" dirty="0"/>
              <a:t>العقبات التي تعوق العمل الجماعي الفعَّال </a:t>
            </a:r>
          </a:p>
        </p:txBody>
      </p:sp>
      <p:sp>
        <p:nvSpPr>
          <p:cNvPr id="2" name="Footer Placeholder 2">
            <a:extLst>
              <a:ext uri="{FF2B5EF4-FFF2-40B4-BE49-F238E27FC236}">
                <a16:creationId xmlns:a16="http://schemas.microsoft.com/office/drawing/2014/main" id="{8562F3C5-6C77-F2D5-AE91-63FDF062B9F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dirty="0"/>
              <a:t>هدف التعلّم ب يستكشف مهارات وخصائص وأدوار مختلف أعضاء الفريق وكيف يمكن أن تؤثر هذه المهارات على نجاح الفريق والأفراد. يأخذ هدف التعلم أيضًا في الاعتبار التحديات المختلفة التي قد تواجهها الفرق، والعوائق التي </a:t>
            </a:r>
            <a:br>
              <a:rPr lang="ar-EG" dirty="0"/>
            </a:br>
            <a:r>
              <a:rPr lang="ar" dirty="0"/>
              <a:t>قد تؤثر على نجاح الفرق المختلفة في الشركة. </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404813" algn="ctr" defTabSz="431800" rtl="1">
              <a:spcBef>
                <a:spcPts val="1200"/>
              </a:spcBef>
              <a:buNone/>
            </a:pPr>
            <a:r>
              <a:rPr lang="ar" sz="3600" b="1" dirty="0"/>
              <a:t>توضيح كيف يمكن أن يعمل </a:t>
            </a:r>
            <a:br>
              <a:rPr lang="ar-EG" sz="3600" b="1" dirty="0"/>
            </a:br>
            <a:r>
              <a:rPr lang="ar" sz="3600" b="1" dirty="0"/>
              <a:t>عضو الفريق بفعالية</a:t>
            </a:r>
            <a:endParaRPr lang="en-GB" altLang="en-US" sz="3600" dirty="0"/>
          </a:p>
        </p:txBody>
      </p:sp>
      <p:sp>
        <p:nvSpPr>
          <p:cNvPr id="2" name="Footer Placeholder 2">
            <a:extLst>
              <a:ext uri="{FF2B5EF4-FFF2-40B4-BE49-F238E27FC236}">
                <a16:creationId xmlns:a16="http://schemas.microsoft.com/office/drawing/2014/main" id="{D2C443C4-F637-B19B-9805-84F223D03C3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397-3D70-7641-15AF-3CF1AB39809A}"/>
              </a:ext>
            </a:extLst>
          </p:cNvPr>
          <p:cNvSpPr>
            <a:spLocks noGrp="1"/>
          </p:cNvSpPr>
          <p:nvPr>
            <p:ph type="title"/>
          </p:nvPr>
        </p:nvSpPr>
        <p:spPr>
          <a:xfrm>
            <a:off x="457200" y="1195200"/>
            <a:ext cx="8229600" cy="864000"/>
          </a:xfrm>
        </p:spPr>
        <p:txBody>
          <a:bodyPr rtlCol="1"/>
          <a:lstStyle/>
          <a:p>
            <a:pPr rtl="1"/>
            <a:r>
              <a:rPr lang="ar" sz="3600"/>
              <a:t>العمل بفاعلية ضمن أعضاء الفريق</a:t>
            </a:r>
          </a:p>
        </p:txBody>
      </p:sp>
      <p:sp>
        <p:nvSpPr>
          <p:cNvPr id="7" name="Content Placeholder 6">
            <a:extLst>
              <a:ext uri="{FF2B5EF4-FFF2-40B4-BE49-F238E27FC236}">
                <a16:creationId xmlns:a16="http://schemas.microsoft.com/office/drawing/2014/main" id="{9FDB627C-F89C-175B-508D-7BA522B6654C}"/>
              </a:ext>
            </a:extLst>
          </p:cNvPr>
          <p:cNvSpPr>
            <a:spLocks noGrp="1"/>
          </p:cNvSpPr>
          <p:nvPr>
            <p:ph sz="half" idx="1"/>
          </p:nvPr>
        </p:nvSpPr>
        <p:spPr>
          <a:xfrm>
            <a:off x="4648199" y="3933055"/>
            <a:ext cx="3596209" cy="2287045"/>
          </a:xfrm>
        </p:spPr>
        <p:txBody>
          <a:bodyPr rtlCol="1"/>
          <a:lstStyle/>
          <a:p>
            <a:pPr marL="0" indent="0" rtl="1">
              <a:buNone/>
            </a:pPr>
            <a:endParaRPr lang="en-US" sz="1800" i="1" dirty="0"/>
          </a:p>
          <a:p>
            <a:pPr marL="0" indent="0" rtl="1">
              <a:buNone/>
            </a:pPr>
            <a:endParaRPr lang="en-US" sz="1800" i="1" dirty="0"/>
          </a:p>
          <a:p>
            <a:pPr marL="0" indent="0" rtl="1">
              <a:buNone/>
            </a:pPr>
            <a:endParaRPr lang="en-US" sz="1800" i="1" dirty="0"/>
          </a:p>
          <a:p>
            <a:pPr marL="0" indent="0" rtl="1">
              <a:buNone/>
            </a:pPr>
            <a:r>
              <a:rPr lang="ar" sz="1800" i="1"/>
              <a:t>PH_007 </a:t>
            </a:r>
          </a:p>
          <a:p>
            <a:pPr marL="0" indent="0" rtl="1">
              <a:buNone/>
            </a:pPr>
            <a:r>
              <a:rPr lang="ar" sz="1800" i="1"/>
              <a:t>صورة تظهر فريقًا من الرجال والنساء يعملون على خريطة ذهنية ويبدو أنهم ناجحون. </a:t>
            </a:r>
          </a:p>
          <a:p>
            <a:pPr marL="0" indent="0" rtl="1">
              <a:buNone/>
            </a:pPr>
            <a:r>
              <a:rPr lang="ar" sz="1800" i="1"/>
              <a:t>شوترستوك المرجع: 1472905703</a:t>
            </a:r>
          </a:p>
          <a:p>
            <a:pPr marL="0" indent="0" rtl="1">
              <a:buNone/>
            </a:pPr>
            <a:endParaRPr lang="en-US" dirty="0"/>
          </a:p>
        </p:txBody>
      </p:sp>
      <p:sp>
        <p:nvSpPr>
          <p:cNvPr id="8" name="Content Placeholder 7">
            <a:extLst>
              <a:ext uri="{FF2B5EF4-FFF2-40B4-BE49-F238E27FC236}">
                <a16:creationId xmlns:a16="http://schemas.microsoft.com/office/drawing/2014/main" id="{D3B614B2-2A97-DC4D-7BEA-CB77E7AFF65B}"/>
              </a:ext>
            </a:extLst>
          </p:cNvPr>
          <p:cNvSpPr>
            <a:spLocks noGrp="1"/>
          </p:cNvSpPr>
          <p:nvPr>
            <p:ph sz="half" idx="2"/>
          </p:nvPr>
        </p:nvSpPr>
        <p:spPr>
          <a:xfrm>
            <a:off x="468312" y="2196001"/>
            <a:ext cx="4027488" cy="4024100"/>
          </a:xfrm>
        </p:spPr>
        <p:txBody>
          <a:bodyPr rtlCol="1"/>
          <a:lstStyle/>
          <a:p>
            <a:pPr marL="0" indent="0" rtl="1">
              <a:buNone/>
            </a:pPr>
            <a:r>
              <a:rPr lang="ar" sz="1800"/>
              <a:t>هناك العديد من الطرق التي يمكن للفرد من خلالها العمل بفعالية ضمن فريق. يمكن أن تشمل: </a:t>
            </a:r>
          </a:p>
          <a:p>
            <a:pPr marL="0" indent="0" rtl="1">
              <a:buNone/>
            </a:pPr>
            <a:endParaRPr lang="en-US" sz="1800" dirty="0"/>
          </a:p>
          <a:p>
            <a:pPr rtl="1"/>
            <a:r>
              <a:rPr lang="ar" sz="1800"/>
              <a:t>إظهار موقف إيجابي </a:t>
            </a:r>
          </a:p>
          <a:p>
            <a:pPr rtl="1"/>
            <a:r>
              <a:rPr lang="ar" sz="1800"/>
              <a:t>أن تكون متقبلاً لردود الفعل</a:t>
            </a:r>
          </a:p>
          <a:p>
            <a:pPr rtl="1"/>
            <a:r>
              <a:rPr lang="ar" sz="1800"/>
              <a:t>تحمل المسؤولية</a:t>
            </a:r>
          </a:p>
          <a:p>
            <a:pPr rtl="1"/>
            <a:r>
              <a:rPr lang="ar" sz="1800"/>
              <a:t>تشجيع الآخرين </a:t>
            </a:r>
          </a:p>
          <a:p>
            <a:pPr rtl="1"/>
            <a:r>
              <a:rPr lang="ar" sz="1800"/>
              <a:t>التعامل مع الصراع </a:t>
            </a:r>
          </a:p>
          <a:p>
            <a:pPr rtl="1"/>
            <a:r>
              <a:rPr lang="ar" sz="1800"/>
              <a:t>التواصل بفاعلية</a:t>
            </a:r>
          </a:p>
          <a:p>
            <a:pPr rtl="1"/>
            <a:r>
              <a:rPr lang="ar" sz="1800"/>
              <a:t>إظهار الحزم </a:t>
            </a:r>
          </a:p>
          <a:p>
            <a:pPr rtl="1"/>
            <a:endParaRPr lang="en-US" dirty="0"/>
          </a:p>
        </p:txBody>
      </p:sp>
      <p:sp>
        <p:nvSpPr>
          <p:cNvPr id="3" name="Footer Placeholder 2">
            <a:extLst>
              <a:ext uri="{FF2B5EF4-FFF2-40B4-BE49-F238E27FC236}">
                <a16:creationId xmlns:a16="http://schemas.microsoft.com/office/drawing/2014/main" id="{21018BE9-76B8-96CD-D06C-3FAAEF88ED3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6" name="Picture 5" descr="A group of people around a table">
            <a:extLst>
              <a:ext uri="{FF2B5EF4-FFF2-40B4-BE49-F238E27FC236}">
                <a16:creationId xmlns:a16="http://schemas.microsoft.com/office/drawing/2014/main" id="{9139FFDC-7F2C-04BE-6227-35B6F2DD033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32040" y="2446011"/>
            <a:ext cx="3528392" cy="1965978"/>
          </a:xfrm>
          <a:prstGeom prst="rect">
            <a:avLst/>
          </a:prstGeom>
        </p:spPr>
      </p:pic>
    </p:spTree>
    <p:extLst>
      <p:ext uri="{BB962C8B-B14F-4D97-AF65-F5344CB8AC3E}">
        <p14:creationId xmlns:p14="http://schemas.microsoft.com/office/powerpoint/2010/main" val="3421508808"/>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7B69E-0155-8A73-A8B2-545677E3B1A4}"/>
              </a:ext>
            </a:extLst>
          </p:cNvPr>
          <p:cNvSpPr>
            <a:spLocks noGrp="1"/>
          </p:cNvSpPr>
          <p:nvPr>
            <p:ph type="title"/>
          </p:nvPr>
        </p:nvSpPr>
        <p:spPr>
          <a:xfrm>
            <a:off x="457200" y="1195200"/>
            <a:ext cx="8229600" cy="864000"/>
          </a:xfrm>
        </p:spPr>
        <p:txBody>
          <a:bodyPr rtlCol="1"/>
          <a:lstStyle/>
          <a:p>
            <a:pPr rtl="1"/>
            <a:r>
              <a:rPr lang="ar" sz="3600"/>
              <a:t>العقبات التي تعوق العمل الجماعي الفعَّال (1)</a:t>
            </a:r>
          </a:p>
        </p:txBody>
      </p:sp>
      <p:sp>
        <p:nvSpPr>
          <p:cNvPr id="5" name="Content Placeholder 4">
            <a:extLst>
              <a:ext uri="{FF2B5EF4-FFF2-40B4-BE49-F238E27FC236}">
                <a16:creationId xmlns:a16="http://schemas.microsoft.com/office/drawing/2014/main" id="{743E39A7-5D7E-D19A-7B08-D10D022D96C3}"/>
              </a:ext>
            </a:extLst>
          </p:cNvPr>
          <p:cNvSpPr>
            <a:spLocks noGrp="1"/>
          </p:cNvSpPr>
          <p:nvPr>
            <p:ph sz="half" idx="1"/>
          </p:nvPr>
        </p:nvSpPr>
        <p:spPr>
          <a:xfrm>
            <a:off x="4648199" y="2196001"/>
            <a:ext cx="4027487" cy="4024100"/>
          </a:xfrm>
        </p:spPr>
        <p:txBody>
          <a:bodyPr rtlCol="1"/>
          <a:lstStyle/>
          <a:p>
            <a:pPr marL="0" indent="0" rtl="1">
              <a:buNone/>
            </a:pPr>
            <a:r>
              <a:rPr lang="ar" sz="2000" b="1"/>
              <a:t>عدم الالتزام </a:t>
            </a:r>
          </a:p>
          <a:p>
            <a:pPr marL="0" indent="0" rtl="1">
              <a:buNone/>
            </a:pPr>
            <a:endParaRPr lang="en-US" sz="1800" dirty="0"/>
          </a:p>
          <a:p>
            <a:pPr marL="0" indent="0" rtl="1">
              <a:buNone/>
            </a:pPr>
            <a:r>
              <a:rPr lang="ar" sz="1800"/>
              <a:t>يعتمد نجاح الفريق على التزام الجميع بالمهمة والفريق وبعضهم البعض. </a:t>
            </a:r>
          </a:p>
          <a:p>
            <a:pPr marL="0" indent="0" rtl="1">
              <a:buNone/>
            </a:pPr>
            <a:endParaRPr lang="en-US" sz="1800" dirty="0"/>
          </a:p>
          <a:p>
            <a:pPr marL="0" indent="0" rtl="1">
              <a:buNone/>
            </a:pPr>
            <a:r>
              <a:rPr lang="ar" sz="1800"/>
              <a:t>عندما لا يكون أحد أعضاء الفريق أو قائد الفريق ملتزمًا بالمهمة، فقد يكون من الصعب على الفريق الحفاظ على التركيز ومواصلة السعي لتحقيق النجاح. </a:t>
            </a:r>
          </a:p>
          <a:p>
            <a:pPr marL="0" indent="0" rtl="1">
              <a:buNone/>
            </a:pPr>
            <a:endParaRPr lang="en-US" sz="2000" b="1" dirty="0"/>
          </a:p>
        </p:txBody>
      </p:sp>
      <p:sp>
        <p:nvSpPr>
          <p:cNvPr id="6" name="Content Placeholder 5">
            <a:extLst>
              <a:ext uri="{FF2B5EF4-FFF2-40B4-BE49-F238E27FC236}">
                <a16:creationId xmlns:a16="http://schemas.microsoft.com/office/drawing/2014/main" id="{31136448-BD43-2FE4-0AE0-831BFD31B54D}"/>
              </a:ext>
            </a:extLst>
          </p:cNvPr>
          <p:cNvSpPr>
            <a:spLocks noGrp="1"/>
          </p:cNvSpPr>
          <p:nvPr>
            <p:ph sz="half" idx="2"/>
          </p:nvPr>
        </p:nvSpPr>
        <p:spPr>
          <a:xfrm>
            <a:off x="468312" y="2196001"/>
            <a:ext cx="4027488" cy="4024100"/>
          </a:xfrm>
        </p:spPr>
        <p:txBody>
          <a:bodyPr rtlCol="1"/>
          <a:lstStyle/>
          <a:p>
            <a:pPr marL="0" indent="0" rtl="1">
              <a:buNone/>
            </a:pPr>
            <a:r>
              <a:rPr lang="ar" sz="2000" b="1"/>
              <a:t>التواصل السيئ</a:t>
            </a:r>
          </a:p>
          <a:p>
            <a:pPr marL="0" indent="0" rtl="1">
              <a:buNone/>
            </a:pPr>
            <a:endParaRPr lang="en-US" sz="2000" b="1" dirty="0"/>
          </a:p>
          <a:p>
            <a:pPr marL="0" indent="0" rtl="1">
              <a:buNone/>
            </a:pPr>
            <a:r>
              <a:rPr lang="ar" sz="1800"/>
              <a:t>يجب أن تكون الفرق قادرة على التفاعل والتواصل بشكل فعال لإكمال المهام والأنشطة. </a:t>
            </a:r>
          </a:p>
          <a:p>
            <a:pPr marL="0" indent="0" rtl="1">
              <a:buNone/>
            </a:pPr>
            <a:endParaRPr lang="en-US" sz="1800" dirty="0"/>
          </a:p>
          <a:p>
            <a:pPr marL="0" indent="0" rtl="1">
              <a:buNone/>
            </a:pPr>
            <a:r>
              <a:rPr lang="ar" sz="1800"/>
              <a:t>سيواجه الفريق الذي لا يستطيع التواصل صعوبة في تبادل الأفكار وحل المشكلات والتعامل مع التحديات. </a:t>
            </a:r>
          </a:p>
          <a:p>
            <a:pPr marL="0" indent="0" algn="r" rtl="1">
              <a:buNone/>
            </a:pPr>
            <a:endParaRPr lang="en-US" sz="1800" dirty="0"/>
          </a:p>
        </p:txBody>
      </p:sp>
      <p:sp>
        <p:nvSpPr>
          <p:cNvPr id="3" name="Footer Placeholder 2">
            <a:extLst>
              <a:ext uri="{FF2B5EF4-FFF2-40B4-BE49-F238E27FC236}">
                <a16:creationId xmlns:a16="http://schemas.microsoft.com/office/drawing/2014/main" id="{0CD6506A-3169-1494-E729-479E73150FB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160694164"/>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7B69E-0155-8A73-A8B2-545677E3B1A4}"/>
              </a:ext>
            </a:extLst>
          </p:cNvPr>
          <p:cNvSpPr>
            <a:spLocks noGrp="1"/>
          </p:cNvSpPr>
          <p:nvPr>
            <p:ph type="title"/>
          </p:nvPr>
        </p:nvSpPr>
        <p:spPr>
          <a:xfrm>
            <a:off x="457200" y="1195200"/>
            <a:ext cx="8229600" cy="864000"/>
          </a:xfrm>
        </p:spPr>
        <p:txBody>
          <a:bodyPr rtlCol="1"/>
          <a:lstStyle/>
          <a:p>
            <a:pPr rtl="1"/>
            <a:r>
              <a:rPr lang="ar" sz="3600"/>
              <a:t>العقبات التي تعوق العمل الجماعي الفعَّال (2)</a:t>
            </a:r>
          </a:p>
        </p:txBody>
      </p:sp>
      <p:sp>
        <p:nvSpPr>
          <p:cNvPr id="5" name="Content Placeholder 4">
            <a:extLst>
              <a:ext uri="{FF2B5EF4-FFF2-40B4-BE49-F238E27FC236}">
                <a16:creationId xmlns:a16="http://schemas.microsoft.com/office/drawing/2014/main" id="{743E39A7-5D7E-D19A-7B08-D10D022D96C3}"/>
              </a:ext>
            </a:extLst>
          </p:cNvPr>
          <p:cNvSpPr>
            <a:spLocks noGrp="1"/>
          </p:cNvSpPr>
          <p:nvPr>
            <p:ph sz="half" idx="1"/>
          </p:nvPr>
        </p:nvSpPr>
        <p:spPr>
          <a:xfrm>
            <a:off x="4648199" y="2196001"/>
            <a:ext cx="4027487" cy="4024100"/>
          </a:xfrm>
        </p:spPr>
        <p:txBody>
          <a:bodyPr rtlCol="1"/>
          <a:lstStyle/>
          <a:p>
            <a:pPr marL="0" indent="0" rtl="1">
              <a:buNone/>
            </a:pPr>
            <a:r>
              <a:rPr lang="ar" sz="2000" b="1" dirty="0"/>
              <a:t>عدم وجود المهارات المناسبة</a:t>
            </a:r>
          </a:p>
          <a:p>
            <a:pPr marL="0" indent="0" rtl="1">
              <a:buNone/>
            </a:pPr>
            <a:endParaRPr lang="en-US" sz="1800" b="1" dirty="0"/>
          </a:p>
          <a:p>
            <a:pPr marL="0" indent="0" rtl="1">
              <a:buNone/>
            </a:pPr>
            <a:r>
              <a:rPr lang="ar" sz="1800" dirty="0"/>
              <a:t>يحتاج الفريق إلى مجموعة متنوعة من المهارات والقدرات المختلفة. الفريق الذي لا يمتلك المهارات التي يحتاجها للعمل لن يتمكن من تحقيق النجاح. </a:t>
            </a:r>
          </a:p>
          <a:p>
            <a:pPr marL="0" indent="0" rtl="1">
              <a:buNone/>
            </a:pPr>
            <a:endParaRPr lang="en-US" sz="1800" dirty="0"/>
          </a:p>
          <a:p>
            <a:pPr marL="0" indent="0" rtl="1">
              <a:buNone/>
            </a:pPr>
            <a:r>
              <a:rPr lang="ar" sz="1800" dirty="0"/>
              <a:t>يجب على كل فريق تحديد الفجوات في المهارات وإيجاد طرق لسد هذه الفجوات حتى يتمكنوا </a:t>
            </a:r>
            <a:br>
              <a:rPr lang="ar-EG" sz="1800" dirty="0"/>
            </a:br>
            <a:r>
              <a:rPr lang="ar" sz="1800" dirty="0"/>
              <a:t>من التغلب على التحديات بفعالية. </a:t>
            </a:r>
          </a:p>
        </p:txBody>
      </p:sp>
      <p:sp>
        <p:nvSpPr>
          <p:cNvPr id="6" name="Content Placeholder 5">
            <a:extLst>
              <a:ext uri="{FF2B5EF4-FFF2-40B4-BE49-F238E27FC236}">
                <a16:creationId xmlns:a16="http://schemas.microsoft.com/office/drawing/2014/main" id="{31136448-BD43-2FE4-0AE0-831BFD31B54D}"/>
              </a:ext>
            </a:extLst>
          </p:cNvPr>
          <p:cNvSpPr>
            <a:spLocks noGrp="1"/>
          </p:cNvSpPr>
          <p:nvPr>
            <p:ph sz="half" idx="2"/>
          </p:nvPr>
        </p:nvSpPr>
        <p:spPr>
          <a:xfrm>
            <a:off x="468312" y="2196001"/>
            <a:ext cx="4027488" cy="4024100"/>
          </a:xfrm>
        </p:spPr>
        <p:txBody>
          <a:bodyPr rtlCol="1"/>
          <a:lstStyle/>
          <a:p>
            <a:pPr marL="0" indent="0" rtl="1">
              <a:buNone/>
            </a:pPr>
            <a:r>
              <a:rPr lang="ar" sz="2000" b="1" dirty="0"/>
              <a:t>نقص الموارد أو المواد</a:t>
            </a:r>
          </a:p>
          <a:p>
            <a:pPr marL="0" indent="0" rtl="1">
              <a:buNone/>
            </a:pPr>
            <a:endParaRPr lang="en-US" sz="1800" dirty="0"/>
          </a:p>
          <a:p>
            <a:pPr marL="0" indent="0" rtl="1">
              <a:buNone/>
            </a:pPr>
            <a:r>
              <a:rPr lang="ar" sz="1800" dirty="0"/>
              <a:t>تعتمد الفرق على إمكانية الوصول إلى الموارد والمواد لإكمال المهام والأنشطة. وبدونهم، </a:t>
            </a:r>
            <a:br>
              <a:rPr lang="ar-EG" sz="1800" dirty="0"/>
            </a:br>
            <a:r>
              <a:rPr lang="ar" sz="1800" dirty="0"/>
              <a:t>لن يتمكنوا من تحقيق الأهداف.</a:t>
            </a:r>
          </a:p>
          <a:p>
            <a:pPr marL="0" indent="0" rtl="1">
              <a:buNone/>
            </a:pPr>
            <a:endParaRPr lang="en-US" sz="1800" b="1" dirty="0"/>
          </a:p>
          <a:p>
            <a:pPr marL="0" indent="0" rtl="1">
              <a:buNone/>
            </a:pPr>
            <a:r>
              <a:rPr lang="ar" sz="1800" dirty="0"/>
              <a:t>عندما يعمل الفريق بدون موارد أو مواد، يمكن </a:t>
            </a:r>
            <a:br>
              <a:rPr lang="ar-EG" sz="1800" dirty="0"/>
            </a:br>
            <a:r>
              <a:rPr lang="ar" sz="1800" dirty="0"/>
              <a:t>أن يسبب الصراع والتحدي في الفريق الذي سيفقد </a:t>
            </a:r>
            <a:br>
              <a:rPr lang="ar-EG" sz="1800" dirty="0"/>
            </a:br>
            <a:r>
              <a:rPr lang="ar" sz="1800" dirty="0"/>
              <a:t>بعد ذلك التركيز والتوجيه. </a:t>
            </a:r>
            <a:r>
              <a:rPr lang="ar" sz="2000" b="1" dirty="0"/>
              <a:t> </a:t>
            </a:r>
          </a:p>
        </p:txBody>
      </p:sp>
      <p:sp>
        <p:nvSpPr>
          <p:cNvPr id="3" name="Footer Placeholder 2">
            <a:extLst>
              <a:ext uri="{FF2B5EF4-FFF2-40B4-BE49-F238E27FC236}">
                <a16:creationId xmlns:a16="http://schemas.microsoft.com/office/drawing/2014/main" id="{D21779DB-07A3-44AD-194A-3B1829F2B99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2497296104"/>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7B69E-0155-8A73-A8B2-545677E3B1A4}"/>
              </a:ext>
            </a:extLst>
          </p:cNvPr>
          <p:cNvSpPr>
            <a:spLocks noGrp="1"/>
          </p:cNvSpPr>
          <p:nvPr>
            <p:ph type="title"/>
          </p:nvPr>
        </p:nvSpPr>
        <p:spPr>
          <a:xfrm>
            <a:off x="457200" y="1195200"/>
            <a:ext cx="8229600" cy="864000"/>
          </a:xfrm>
        </p:spPr>
        <p:txBody>
          <a:bodyPr rtlCol="1"/>
          <a:lstStyle/>
          <a:p>
            <a:pPr rtl="1"/>
            <a:r>
              <a:rPr lang="ar" sz="3600"/>
              <a:t>العقبات التي تعوق العمل الجماعي الفعَّال (3)</a:t>
            </a:r>
          </a:p>
        </p:txBody>
      </p:sp>
      <p:sp>
        <p:nvSpPr>
          <p:cNvPr id="5" name="Content Placeholder 4">
            <a:extLst>
              <a:ext uri="{FF2B5EF4-FFF2-40B4-BE49-F238E27FC236}">
                <a16:creationId xmlns:a16="http://schemas.microsoft.com/office/drawing/2014/main" id="{AF340A25-2D44-8138-7D18-CBAE60B95AE1}"/>
              </a:ext>
            </a:extLst>
          </p:cNvPr>
          <p:cNvSpPr>
            <a:spLocks noGrp="1"/>
          </p:cNvSpPr>
          <p:nvPr>
            <p:ph sz="half" idx="1"/>
          </p:nvPr>
        </p:nvSpPr>
        <p:spPr>
          <a:xfrm>
            <a:off x="4648199" y="2196001"/>
            <a:ext cx="4027487" cy="4024100"/>
          </a:xfrm>
        </p:spPr>
        <p:txBody>
          <a:bodyPr rtlCol="1"/>
          <a:lstStyle/>
          <a:p>
            <a:pPr marL="0" indent="0" rtl="1">
              <a:buNone/>
            </a:pPr>
            <a:r>
              <a:rPr lang="ar" sz="2000" b="1" dirty="0"/>
              <a:t>العوامل الشخصية</a:t>
            </a:r>
          </a:p>
          <a:p>
            <a:pPr marL="0" indent="0" rtl="1">
              <a:buNone/>
            </a:pPr>
            <a:endParaRPr lang="en-US" sz="1800" b="1" dirty="0"/>
          </a:p>
          <a:p>
            <a:pPr marL="0" indent="0" rtl="1">
              <a:buNone/>
            </a:pPr>
            <a:r>
              <a:rPr lang="ar" sz="1800" dirty="0"/>
              <a:t>الطريقة التي يتصرف بها أحد أعضاء الفريق أو يقدم نفسه أو يتفاعل يمكن أن تشكل عقبة. </a:t>
            </a:r>
          </a:p>
          <a:p>
            <a:pPr marL="0" indent="0" rtl="1">
              <a:buNone/>
            </a:pPr>
            <a:endParaRPr lang="en-US" sz="1800" dirty="0"/>
          </a:p>
          <a:p>
            <a:pPr marL="0" indent="0" rtl="1">
              <a:buNone/>
            </a:pPr>
            <a:r>
              <a:rPr lang="ar" sz="1800" dirty="0"/>
              <a:t>يمكن لأعضاء الفريق أن يتسببوا في الصراع والتحدي والاضطراب مما قد يمنع الفريق من إحراز التقدم وتحقيق الأهداف. </a:t>
            </a:r>
          </a:p>
          <a:p>
            <a:pPr marL="0" indent="0" rtl="1">
              <a:buNone/>
            </a:pPr>
            <a:endParaRPr lang="en-US" sz="1800" dirty="0"/>
          </a:p>
          <a:p>
            <a:pPr marL="0" indent="0" rtl="1">
              <a:buNone/>
            </a:pPr>
            <a:r>
              <a:rPr lang="ar" sz="1600" b="1" dirty="0"/>
              <a:t>هل يمكنك التفكير في أي عقبات أخرى قد تؤثر </a:t>
            </a:r>
            <a:br>
              <a:rPr lang="ar-EG" sz="1600" b="1" dirty="0"/>
            </a:br>
            <a:r>
              <a:rPr lang="ar" sz="1600" b="1" dirty="0"/>
              <a:t>على أداء الفريق؟ </a:t>
            </a:r>
            <a:endParaRPr lang="en-US" sz="1400" b="1" dirty="0"/>
          </a:p>
        </p:txBody>
      </p:sp>
      <p:sp>
        <p:nvSpPr>
          <p:cNvPr id="3" name="Footer Placeholder 2">
            <a:extLst>
              <a:ext uri="{FF2B5EF4-FFF2-40B4-BE49-F238E27FC236}">
                <a16:creationId xmlns:a16="http://schemas.microsoft.com/office/drawing/2014/main" id="{64AABC23-D1F8-706C-AE9F-4543E9466C3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7" name="Picture 6" descr="A group of wooden figures standing in a line">
            <a:extLst>
              <a:ext uri="{FF2B5EF4-FFF2-40B4-BE49-F238E27FC236}">
                <a16:creationId xmlns:a16="http://schemas.microsoft.com/office/drawing/2014/main" id="{248BF700-22E0-1524-6B38-6942F963388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0192" y="3068960"/>
            <a:ext cx="3829043" cy="2449096"/>
          </a:xfrm>
          <a:prstGeom prst="rect">
            <a:avLst/>
          </a:prstGeom>
        </p:spPr>
      </p:pic>
    </p:spTree>
    <p:extLst>
      <p:ext uri="{BB962C8B-B14F-4D97-AF65-F5344CB8AC3E}">
        <p14:creationId xmlns:p14="http://schemas.microsoft.com/office/powerpoint/2010/main" val="1425933553"/>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هدف التعلم ج:</a:t>
            </a:r>
            <a:br>
              <a:rPr lang="en-US" altLang="en-US" sz="2400" dirty="0"/>
            </a:br>
            <a:br>
              <a:rPr lang="en-US" altLang="en-US" sz="2400" dirty="0"/>
            </a:br>
            <a:endParaRPr lang="en-GB" altLang="en-US" sz="3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08586" y="2512701"/>
            <a:ext cx="838496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404813" algn="ctr" defTabSz="431800" rtl="1">
              <a:spcBef>
                <a:spcPts val="1200"/>
              </a:spcBef>
              <a:buNone/>
            </a:pPr>
            <a:r>
              <a:rPr lang="ar" sz="3600" b="1"/>
              <a:t>دراسة دور قائد الفريق </a:t>
            </a:r>
          </a:p>
        </p:txBody>
      </p:sp>
      <p:sp>
        <p:nvSpPr>
          <p:cNvPr id="5" name="Content Placeholder 3">
            <a:extLst>
              <a:ext uri="{FF2B5EF4-FFF2-40B4-BE49-F238E27FC236}">
                <a16:creationId xmlns:a16="http://schemas.microsoft.com/office/drawing/2014/main" id="{251EFFE0-9D79-5E02-1498-29A8C8FED633}"/>
              </a:ext>
            </a:extLst>
          </p:cNvPr>
          <p:cNvSpPr>
            <a:spLocks noGrp="1" noChangeArrowheads="1"/>
          </p:cNvSpPr>
          <p:nvPr>
            <p:ph sz="half" idx="2"/>
          </p:nvPr>
        </p:nvSpPr>
        <p:spPr bwMode="auto">
          <a:xfrm>
            <a:off x="1150938" y="386104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تعريف القيادة ونظرية القيادة</a:t>
            </a:r>
          </a:p>
          <a:p>
            <a:pPr marL="685800" rtl="1"/>
            <a:r>
              <a:rPr lang="ar" dirty="0"/>
              <a:t>سمات قائد الفريق وكيفية تحفيز الفريق </a:t>
            </a:r>
          </a:p>
          <a:p>
            <a:pPr marL="685800" rtl="1"/>
            <a:r>
              <a:rPr lang="ar" dirty="0"/>
              <a:t>دور قائد الفريق </a:t>
            </a:r>
          </a:p>
        </p:txBody>
      </p:sp>
      <p:sp>
        <p:nvSpPr>
          <p:cNvPr id="2" name="Footer Placeholder 2">
            <a:extLst>
              <a:ext uri="{FF2B5EF4-FFF2-40B4-BE49-F238E27FC236}">
                <a16:creationId xmlns:a16="http://schemas.microsoft.com/office/drawing/2014/main" id="{51002A22-D2FE-8F3F-44B9-0A1CB5E6F44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dirty="0"/>
              <a:t>هدف التعلم ج يستكشف نظرية القيادة وأنماط القيادة المختلفة ومعناها </a:t>
            </a:r>
            <a:br>
              <a:rPr lang="ar-EG" dirty="0"/>
            </a:br>
            <a:r>
              <a:rPr lang="ar" dirty="0"/>
              <a:t>ونقاط القوة والضعف وتأثيرها على دور قائد الفريق. يأخذ هدف التعلم أيضًا </a:t>
            </a:r>
            <a:br>
              <a:rPr lang="ar-EG" dirty="0"/>
            </a:br>
            <a:r>
              <a:rPr lang="ar" dirty="0"/>
              <a:t>في الاعتبار نظريات التحفيز وكيف يمكن أن تؤثر على تحفيز وتشجيع العمل الجماعي الناجح. </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404813" algn="ctr" defTabSz="431800" rtl="1">
              <a:spcBef>
                <a:spcPts val="1200"/>
              </a:spcBef>
              <a:buNone/>
            </a:pPr>
            <a:r>
              <a:rPr lang="ar" sz="3600" b="1"/>
              <a:t>دراسة دور قائد الفريق </a:t>
            </a:r>
          </a:p>
        </p:txBody>
      </p:sp>
      <p:sp>
        <p:nvSpPr>
          <p:cNvPr id="2" name="Footer Placeholder 2">
            <a:extLst>
              <a:ext uri="{FF2B5EF4-FFF2-40B4-BE49-F238E27FC236}">
                <a16:creationId xmlns:a16="http://schemas.microsoft.com/office/drawing/2014/main" id="{80691238-4C11-CDA3-7327-269C78B547B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243EB-A733-7447-A646-0D2ED055F8E7}"/>
              </a:ext>
            </a:extLst>
          </p:cNvPr>
          <p:cNvSpPr>
            <a:spLocks noGrp="1"/>
          </p:cNvSpPr>
          <p:nvPr>
            <p:ph type="title"/>
          </p:nvPr>
        </p:nvSpPr>
        <p:spPr>
          <a:xfrm>
            <a:off x="457200" y="1195200"/>
            <a:ext cx="8229600" cy="864000"/>
          </a:xfrm>
        </p:spPr>
        <p:txBody>
          <a:bodyPr rtlCol="1"/>
          <a:lstStyle/>
          <a:p>
            <a:pPr rtl="1"/>
            <a:r>
              <a:rPr lang="ar" sz="3600"/>
              <a:t>تعريف القائد</a:t>
            </a:r>
          </a:p>
        </p:txBody>
      </p:sp>
      <p:sp>
        <p:nvSpPr>
          <p:cNvPr id="3" name="Content Placeholder 2">
            <a:extLst>
              <a:ext uri="{FF2B5EF4-FFF2-40B4-BE49-F238E27FC236}">
                <a16:creationId xmlns:a16="http://schemas.microsoft.com/office/drawing/2014/main" id="{CCF1C2BC-17C0-8581-CE09-D689241308CF}"/>
              </a:ext>
            </a:extLst>
          </p:cNvPr>
          <p:cNvSpPr>
            <a:spLocks noGrp="1"/>
          </p:cNvSpPr>
          <p:nvPr>
            <p:ph idx="1"/>
          </p:nvPr>
        </p:nvSpPr>
        <p:spPr>
          <a:xfrm>
            <a:off x="468311" y="2196000"/>
            <a:ext cx="8207375" cy="3878436"/>
          </a:xfrm>
        </p:spPr>
        <p:txBody>
          <a:bodyPr rtlCol="1"/>
          <a:lstStyle/>
          <a:p>
            <a:pPr marL="0" indent="0" rtl="1">
              <a:buNone/>
            </a:pPr>
            <a:r>
              <a:rPr lang="ar" dirty="0"/>
              <a:t>هناك العديد من التعاريف المختلفة للقائد. </a:t>
            </a:r>
          </a:p>
          <a:p>
            <a:pPr marL="0" indent="0" rtl="1">
              <a:buNone/>
            </a:pPr>
            <a:endParaRPr lang="en-US" dirty="0"/>
          </a:p>
          <a:p>
            <a:pPr marL="0" indent="0" rtl="1">
              <a:buNone/>
            </a:pPr>
            <a:r>
              <a:rPr lang="ar" dirty="0"/>
              <a:t>قد يقول البعض إنه الشخص الذي يعطي التعليمات ويدير الأشخاص ويتأكد </a:t>
            </a:r>
            <a:br>
              <a:rPr lang="ar-EG" dirty="0"/>
            </a:br>
            <a:r>
              <a:rPr lang="ar" dirty="0"/>
              <a:t>من اكتمال المهام. </a:t>
            </a:r>
          </a:p>
          <a:p>
            <a:pPr marL="0" indent="0" rtl="1">
              <a:buNone/>
            </a:pPr>
            <a:endParaRPr lang="en-US" dirty="0"/>
          </a:p>
          <a:p>
            <a:pPr marL="0" indent="0" rtl="1">
              <a:buNone/>
            </a:pPr>
            <a:r>
              <a:rPr lang="ar" dirty="0"/>
              <a:t>ويعتقد البعض الآخر أن القائد هو الشخص الذي يحفز ويدعم ويوجه ويشجع الآخرين للوصول إلى هدف مشترك. </a:t>
            </a:r>
          </a:p>
        </p:txBody>
      </p:sp>
      <p:sp>
        <p:nvSpPr>
          <p:cNvPr id="5" name="Footer Placeholder 2">
            <a:extLst>
              <a:ext uri="{FF2B5EF4-FFF2-40B4-BE49-F238E27FC236}">
                <a16:creationId xmlns:a16="http://schemas.microsoft.com/office/drawing/2014/main" id="{7AF49094-947D-A5B4-FB9F-8814B508835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210013948"/>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451FFB-458A-3BED-D425-74061FA15731}"/>
              </a:ext>
            </a:extLst>
          </p:cNvPr>
          <p:cNvSpPr>
            <a:spLocks noGrp="1"/>
          </p:cNvSpPr>
          <p:nvPr>
            <p:ph type="title"/>
          </p:nvPr>
        </p:nvSpPr>
        <p:spPr>
          <a:xfrm>
            <a:off x="179512" y="1195200"/>
            <a:ext cx="8784976" cy="864000"/>
          </a:xfrm>
        </p:spPr>
        <p:txBody>
          <a:bodyPr rtlCol="1"/>
          <a:lstStyle/>
          <a:p>
            <a:pPr rtl="1"/>
            <a:r>
              <a:rPr lang="ar" sz="3600"/>
              <a:t>تلبية الاحتياجات – أدير </a:t>
            </a:r>
          </a:p>
        </p:txBody>
      </p:sp>
      <p:graphicFrame>
        <p:nvGraphicFramePr>
          <p:cNvPr id="9" name="Content Placeholder 8">
            <a:extLst>
              <a:ext uri="{FF2B5EF4-FFF2-40B4-BE49-F238E27FC236}">
                <a16:creationId xmlns:a16="http://schemas.microsoft.com/office/drawing/2014/main" id="{FF940164-755F-B004-BFE3-D26C8D5813B9}"/>
              </a:ext>
            </a:extLst>
          </p:cNvPr>
          <p:cNvGraphicFramePr>
            <a:graphicFrameLocks noGrp="1"/>
          </p:cNvGraphicFramePr>
          <p:nvPr>
            <p:ph sz="half" idx="1"/>
            <p:extLst>
              <p:ext uri="{D42A27DB-BD31-4B8C-83A1-F6EECF244321}">
                <p14:modId xmlns:p14="http://schemas.microsoft.com/office/powerpoint/2010/main" val="1177964979"/>
              </p:ext>
            </p:extLst>
          </p:nvPr>
        </p:nvGraphicFramePr>
        <p:xfrm>
          <a:off x="4648200" y="2195513"/>
          <a:ext cx="4027487" cy="4024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7">
            <a:extLst>
              <a:ext uri="{FF2B5EF4-FFF2-40B4-BE49-F238E27FC236}">
                <a16:creationId xmlns:a16="http://schemas.microsoft.com/office/drawing/2014/main" id="{C61DE4EC-769B-E3CF-D9B0-0F0EF735756F}"/>
              </a:ext>
            </a:extLst>
          </p:cNvPr>
          <p:cNvSpPr>
            <a:spLocks noGrp="1"/>
          </p:cNvSpPr>
          <p:nvPr>
            <p:ph sz="half" idx="2"/>
          </p:nvPr>
        </p:nvSpPr>
        <p:spPr>
          <a:xfrm>
            <a:off x="468312" y="2196001"/>
            <a:ext cx="4027488" cy="4024100"/>
          </a:xfrm>
        </p:spPr>
        <p:txBody>
          <a:bodyPr rtlCol="1"/>
          <a:lstStyle/>
          <a:p>
            <a:pPr marL="0" indent="0" rtl="1">
              <a:buNone/>
            </a:pPr>
            <a:r>
              <a:rPr lang="ar" sz="2000" dirty="0"/>
              <a:t>أنشأ أدير دورة القيادة التي تتمحور حول العمل؛ حيث يجب على القائد أن يأخذ بعين الاعتبار ثلاثة مجالات فردية.  </a:t>
            </a:r>
          </a:p>
          <a:p>
            <a:pPr marL="0" indent="0" rtl="1">
              <a:buNone/>
            </a:pPr>
            <a:endParaRPr lang="en-US" sz="2000" dirty="0"/>
          </a:p>
          <a:p>
            <a:pPr marL="0" indent="0" rtl="1">
              <a:buNone/>
            </a:pPr>
            <a:r>
              <a:rPr lang="ar" sz="2000" dirty="0"/>
              <a:t>يركز قائد الفريق الفعال على احتياجات</a:t>
            </a:r>
            <a:r>
              <a:rPr lang="ar" sz="2000" b="1" dirty="0"/>
              <a:t> الفريق، والمهمة، وأفراد الفريق. </a:t>
            </a:r>
          </a:p>
          <a:p>
            <a:pPr marL="0" indent="0" rtl="1">
              <a:buNone/>
            </a:pPr>
            <a:endParaRPr lang="en-US" sz="2000" dirty="0"/>
          </a:p>
          <a:p>
            <a:pPr marL="0" indent="0" rtl="1">
              <a:buNone/>
            </a:pPr>
            <a:r>
              <a:rPr lang="ar" sz="2000" dirty="0"/>
              <a:t>من خلال التركيز على كل واحد منها، </a:t>
            </a:r>
            <a:br>
              <a:rPr lang="ar-EG" sz="2000" dirty="0"/>
            </a:br>
            <a:r>
              <a:rPr lang="ar" sz="2000" dirty="0"/>
              <a:t>يمكن لقائد الفريق التأكد من أن الفريق </a:t>
            </a:r>
            <a:br>
              <a:rPr lang="ar-EG" sz="2000" dirty="0"/>
            </a:br>
            <a:r>
              <a:rPr lang="ar" sz="2000" dirty="0"/>
              <a:t>يتحرك للأمام بنجاح. </a:t>
            </a:r>
          </a:p>
        </p:txBody>
      </p:sp>
      <p:sp>
        <p:nvSpPr>
          <p:cNvPr id="2" name="Footer Placeholder 2">
            <a:extLst>
              <a:ext uri="{FF2B5EF4-FFF2-40B4-BE49-F238E27FC236}">
                <a16:creationId xmlns:a16="http://schemas.microsoft.com/office/drawing/2014/main" id="{610819DC-B70C-6BAF-BC23-4F093DF1EB0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3600717714"/>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6EDF-2517-16C6-F0BF-D4821A4AC4C8}"/>
              </a:ext>
            </a:extLst>
          </p:cNvPr>
          <p:cNvSpPr>
            <a:spLocks noGrp="1"/>
          </p:cNvSpPr>
          <p:nvPr>
            <p:ph type="title"/>
          </p:nvPr>
        </p:nvSpPr>
        <p:spPr>
          <a:xfrm>
            <a:off x="457200" y="1195200"/>
            <a:ext cx="8229600" cy="864000"/>
          </a:xfrm>
        </p:spPr>
        <p:txBody>
          <a:bodyPr rtlCol="1"/>
          <a:lstStyle/>
          <a:p>
            <a:pPr rtl="1"/>
            <a:r>
              <a:rPr lang="ar" sz="3600"/>
              <a:t>أنماط القيادة (1) </a:t>
            </a:r>
          </a:p>
        </p:txBody>
      </p:sp>
      <p:sp>
        <p:nvSpPr>
          <p:cNvPr id="3" name="Content Placeholder 2">
            <a:extLst>
              <a:ext uri="{FF2B5EF4-FFF2-40B4-BE49-F238E27FC236}">
                <a16:creationId xmlns:a16="http://schemas.microsoft.com/office/drawing/2014/main" id="{24E30557-9649-94AA-B7A7-00CD6AB91FAF}"/>
              </a:ext>
            </a:extLst>
          </p:cNvPr>
          <p:cNvSpPr>
            <a:spLocks noGrp="1"/>
          </p:cNvSpPr>
          <p:nvPr>
            <p:ph sz="half" idx="1"/>
          </p:nvPr>
        </p:nvSpPr>
        <p:spPr>
          <a:xfrm>
            <a:off x="4648199" y="2196001"/>
            <a:ext cx="4027487" cy="4024100"/>
          </a:xfrm>
        </p:spPr>
        <p:txBody>
          <a:bodyPr rtlCol="1"/>
          <a:lstStyle/>
          <a:p>
            <a:pPr marL="0" indent="0" rtl="1">
              <a:buNone/>
            </a:pPr>
            <a:r>
              <a:rPr lang="ar" b="1"/>
              <a:t>القيادة الاستبدادية</a:t>
            </a:r>
          </a:p>
          <a:p>
            <a:pPr marL="0" indent="0" rtl="1">
              <a:buNone/>
            </a:pPr>
            <a:endParaRPr lang="en-US" b="1" dirty="0"/>
          </a:p>
          <a:p>
            <a:pPr rtl="1"/>
            <a:r>
              <a:rPr lang="ar" sz="2000"/>
              <a:t>القائد لديه السيطرة الكاملة. </a:t>
            </a:r>
          </a:p>
          <a:p>
            <a:pPr rtl="1"/>
            <a:r>
              <a:rPr lang="ar" sz="2000"/>
              <a:t>القائد يتخذ القرار من تلقاء نفسه. </a:t>
            </a:r>
          </a:p>
          <a:p>
            <a:pPr rtl="1"/>
            <a:r>
              <a:rPr lang="ar" sz="2000"/>
              <a:t>هناك فصل واضح بين الفريق والقائد. </a:t>
            </a:r>
          </a:p>
          <a:p>
            <a:pPr rtl="1"/>
            <a:r>
              <a:rPr lang="ar" sz="2000"/>
              <a:t>منظم للغاية. </a:t>
            </a:r>
            <a:r>
              <a:rPr lang="ar" sz="2000" b="1"/>
              <a:t> </a:t>
            </a:r>
          </a:p>
        </p:txBody>
      </p:sp>
      <p:sp>
        <p:nvSpPr>
          <p:cNvPr id="4" name="Content Placeholder 3">
            <a:extLst>
              <a:ext uri="{FF2B5EF4-FFF2-40B4-BE49-F238E27FC236}">
                <a16:creationId xmlns:a16="http://schemas.microsoft.com/office/drawing/2014/main" id="{C9BF018A-735D-67DF-12CC-53A90E3D4894}"/>
              </a:ext>
            </a:extLst>
          </p:cNvPr>
          <p:cNvSpPr>
            <a:spLocks noGrp="1"/>
          </p:cNvSpPr>
          <p:nvPr>
            <p:ph sz="half" idx="2"/>
          </p:nvPr>
        </p:nvSpPr>
        <p:spPr>
          <a:xfrm>
            <a:off x="468312" y="2196001"/>
            <a:ext cx="4027488" cy="4024100"/>
          </a:xfrm>
        </p:spPr>
        <p:txBody>
          <a:bodyPr rtlCol="1"/>
          <a:lstStyle/>
          <a:p>
            <a:pPr marL="0" indent="0" rtl="1">
              <a:buNone/>
            </a:pPr>
            <a:r>
              <a:rPr lang="ar" b="1" dirty="0"/>
              <a:t>القيادة الإقناعية</a:t>
            </a:r>
          </a:p>
          <a:p>
            <a:pPr marL="0" indent="0" rtl="1">
              <a:buNone/>
            </a:pPr>
            <a:endParaRPr lang="en-US" b="1" dirty="0"/>
          </a:p>
          <a:p>
            <a:pPr rtl="1"/>
            <a:r>
              <a:rPr lang="ar" sz="2000" dirty="0"/>
              <a:t>القائد هو المسيطر. </a:t>
            </a:r>
          </a:p>
          <a:p>
            <a:pPr rtl="1"/>
            <a:r>
              <a:rPr lang="ar" sz="2000" dirty="0"/>
              <a:t>القائد يُشرك الآخرين في اتخاذ القرار. </a:t>
            </a:r>
          </a:p>
          <a:p>
            <a:pPr rtl="1"/>
            <a:r>
              <a:rPr lang="ar" sz="2000" dirty="0"/>
              <a:t>هناك تركيز على الإقناع والتشجيع </a:t>
            </a:r>
            <a:br>
              <a:rPr lang="ar-EG" sz="2000" dirty="0"/>
            </a:br>
            <a:r>
              <a:rPr lang="ar" sz="2000" dirty="0"/>
              <a:t>لأعضاء الفريق. </a:t>
            </a:r>
          </a:p>
          <a:p>
            <a:pPr rtl="1"/>
            <a:r>
              <a:rPr lang="ar" sz="2000" dirty="0"/>
              <a:t>منظم بمرونة. </a:t>
            </a:r>
          </a:p>
          <a:p>
            <a:pPr rtl="1"/>
            <a:endParaRPr lang="en-US" dirty="0"/>
          </a:p>
        </p:txBody>
      </p:sp>
      <p:sp>
        <p:nvSpPr>
          <p:cNvPr id="6" name="Footer Placeholder 2">
            <a:extLst>
              <a:ext uri="{FF2B5EF4-FFF2-40B4-BE49-F238E27FC236}">
                <a16:creationId xmlns:a16="http://schemas.microsoft.com/office/drawing/2014/main" id="{85BC6DC1-88FA-2DF8-6945-F62FB67EDD9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72266802"/>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6EDF-2517-16C6-F0BF-D4821A4AC4C8}"/>
              </a:ext>
            </a:extLst>
          </p:cNvPr>
          <p:cNvSpPr>
            <a:spLocks noGrp="1"/>
          </p:cNvSpPr>
          <p:nvPr>
            <p:ph type="title"/>
          </p:nvPr>
        </p:nvSpPr>
        <p:spPr>
          <a:xfrm>
            <a:off x="457200" y="1195200"/>
            <a:ext cx="8229600" cy="864000"/>
          </a:xfrm>
        </p:spPr>
        <p:txBody>
          <a:bodyPr rtlCol="1"/>
          <a:lstStyle/>
          <a:p>
            <a:pPr rtl="1"/>
            <a:r>
              <a:rPr lang="ar" sz="3600"/>
              <a:t>أنماط القيادة (2)</a:t>
            </a:r>
          </a:p>
        </p:txBody>
      </p:sp>
      <p:sp>
        <p:nvSpPr>
          <p:cNvPr id="3" name="Content Placeholder 2">
            <a:extLst>
              <a:ext uri="{FF2B5EF4-FFF2-40B4-BE49-F238E27FC236}">
                <a16:creationId xmlns:a16="http://schemas.microsoft.com/office/drawing/2014/main" id="{24E30557-9649-94AA-B7A7-00CD6AB91FAF}"/>
              </a:ext>
            </a:extLst>
          </p:cNvPr>
          <p:cNvSpPr>
            <a:spLocks noGrp="1"/>
          </p:cNvSpPr>
          <p:nvPr>
            <p:ph sz="half" idx="1"/>
          </p:nvPr>
        </p:nvSpPr>
        <p:spPr>
          <a:xfrm>
            <a:off x="4648199" y="2196001"/>
            <a:ext cx="4027487" cy="4024100"/>
          </a:xfrm>
        </p:spPr>
        <p:txBody>
          <a:bodyPr rtlCol="1"/>
          <a:lstStyle/>
          <a:p>
            <a:pPr marL="0" indent="0" rtl="1">
              <a:buNone/>
            </a:pPr>
            <a:r>
              <a:rPr lang="ar" b="1" dirty="0"/>
              <a:t>القيادة التشاورية</a:t>
            </a:r>
          </a:p>
          <a:p>
            <a:pPr marL="0" indent="0" rtl="1">
              <a:buNone/>
            </a:pPr>
            <a:endParaRPr lang="en-US" b="1" dirty="0"/>
          </a:p>
          <a:p>
            <a:pPr rtl="1"/>
            <a:r>
              <a:rPr lang="ar" sz="2000" dirty="0"/>
              <a:t>القائد يبحث عن التعليقات.</a:t>
            </a:r>
          </a:p>
          <a:p>
            <a:pPr rtl="1"/>
            <a:r>
              <a:rPr lang="ar" sz="2000" dirty="0"/>
              <a:t>يقوم القائد بإشراك الآخرين لتحسين </a:t>
            </a:r>
            <a:br>
              <a:rPr lang="ar-EG" sz="2000" dirty="0"/>
            </a:br>
            <a:r>
              <a:rPr lang="ar" sz="2000" dirty="0"/>
              <a:t>عملية صنع القرار. </a:t>
            </a:r>
          </a:p>
          <a:p>
            <a:pPr rtl="1"/>
            <a:r>
              <a:rPr lang="ar" sz="2000" dirty="0"/>
              <a:t>هناك تركيز على تثقيف الآخرين </a:t>
            </a:r>
            <a:br>
              <a:rPr lang="ar-EG" sz="2000" dirty="0"/>
            </a:br>
            <a:r>
              <a:rPr lang="ar" sz="2000" dirty="0"/>
              <a:t>والتأثير عليهم.</a:t>
            </a:r>
          </a:p>
          <a:p>
            <a:pPr rtl="1"/>
            <a:r>
              <a:rPr lang="ar" sz="2000" dirty="0"/>
              <a:t>يتعرف القادة على فريقهم. </a:t>
            </a:r>
            <a:r>
              <a:rPr lang="ar" dirty="0"/>
              <a:t> </a:t>
            </a:r>
          </a:p>
        </p:txBody>
      </p:sp>
      <p:sp>
        <p:nvSpPr>
          <p:cNvPr id="4" name="Content Placeholder 3">
            <a:extLst>
              <a:ext uri="{FF2B5EF4-FFF2-40B4-BE49-F238E27FC236}">
                <a16:creationId xmlns:a16="http://schemas.microsoft.com/office/drawing/2014/main" id="{C9BF018A-735D-67DF-12CC-53A90E3D4894}"/>
              </a:ext>
            </a:extLst>
          </p:cNvPr>
          <p:cNvSpPr>
            <a:spLocks noGrp="1"/>
          </p:cNvSpPr>
          <p:nvPr>
            <p:ph sz="half" idx="2"/>
          </p:nvPr>
        </p:nvSpPr>
        <p:spPr>
          <a:xfrm>
            <a:off x="395536" y="2196001"/>
            <a:ext cx="4100264" cy="4024100"/>
          </a:xfrm>
        </p:spPr>
        <p:txBody>
          <a:bodyPr rtlCol="1"/>
          <a:lstStyle/>
          <a:p>
            <a:pPr marL="0" indent="0" rtl="1">
              <a:buNone/>
            </a:pPr>
            <a:r>
              <a:rPr lang="ar" b="1" dirty="0"/>
              <a:t>القيادة التشاركية</a:t>
            </a:r>
          </a:p>
          <a:p>
            <a:pPr rtl="1"/>
            <a:endParaRPr lang="en-US" dirty="0"/>
          </a:p>
          <a:p>
            <a:pPr rtl="1"/>
            <a:r>
              <a:rPr lang="ar" sz="2000" dirty="0"/>
              <a:t>القائد يُشرك الآخرين بنشاط في اتخاذ القرار. </a:t>
            </a:r>
          </a:p>
          <a:p>
            <a:pPr rtl="1"/>
            <a:r>
              <a:rPr lang="ar" sz="2000" dirty="0"/>
              <a:t>يأخذ القائد وجهة نظر الجميع ورأيهم. </a:t>
            </a:r>
          </a:p>
          <a:p>
            <a:pPr rtl="1"/>
            <a:r>
              <a:rPr lang="ar" sz="2000" dirty="0"/>
              <a:t>التركيز على أعضاء الفريق. </a:t>
            </a:r>
          </a:p>
          <a:p>
            <a:pPr rtl="1"/>
            <a:r>
              <a:rPr lang="ar" sz="2000" dirty="0"/>
              <a:t>وتسمى أيضًا القيادة الديمقراطية.</a:t>
            </a:r>
          </a:p>
        </p:txBody>
      </p:sp>
      <p:sp>
        <p:nvSpPr>
          <p:cNvPr id="6" name="Footer Placeholder 2">
            <a:extLst>
              <a:ext uri="{FF2B5EF4-FFF2-40B4-BE49-F238E27FC236}">
                <a16:creationId xmlns:a16="http://schemas.microsoft.com/office/drawing/2014/main" id="{E4BC02EC-0223-984A-2572-5E28F6A3127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3932701526"/>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46B27-D47E-BF20-C0A0-8B895BB8B53A}"/>
              </a:ext>
            </a:extLst>
          </p:cNvPr>
          <p:cNvSpPr>
            <a:spLocks noGrp="1"/>
          </p:cNvSpPr>
          <p:nvPr>
            <p:ph type="title"/>
          </p:nvPr>
        </p:nvSpPr>
        <p:spPr>
          <a:xfrm>
            <a:off x="457200" y="1195200"/>
            <a:ext cx="8229600" cy="864000"/>
          </a:xfrm>
        </p:spPr>
        <p:txBody>
          <a:bodyPr rtlCol="1"/>
          <a:lstStyle/>
          <a:p>
            <a:pPr rtl="1"/>
            <a:r>
              <a:rPr lang="ar"/>
              <a:t>صفات قائد الفريق </a:t>
            </a:r>
          </a:p>
        </p:txBody>
      </p:sp>
      <p:sp>
        <p:nvSpPr>
          <p:cNvPr id="3" name="Content Placeholder 2">
            <a:extLst>
              <a:ext uri="{FF2B5EF4-FFF2-40B4-BE49-F238E27FC236}">
                <a16:creationId xmlns:a16="http://schemas.microsoft.com/office/drawing/2014/main" id="{ADFA605F-6892-BC34-E3A7-7FD5FB292788}"/>
              </a:ext>
            </a:extLst>
          </p:cNvPr>
          <p:cNvSpPr>
            <a:spLocks noGrp="1"/>
          </p:cNvSpPr>
          <p:nvPr>
            <p:ph idx="1"/>
          </p:nvPr>
        </p:nvSpPr>
        <p:spPr>
          <a:xfrm>
            <a:off x="468311" y="2196000"/>
            <a:ext cx="8207375" cy="3878436"/>
          </a:xfrm>
        </p:spPr>
        <p:txBody>
          <a:bodyPr rtlCol="1"/>
          <a:lstStyle/>
          <a:p>
            <a:pPr rtl="1"/>
            <a:r>
              <a:rPr lang="ar"/>
              <a:t>تواصل جيد</a:t>
            </a:r>
          </a:p>
          <a:p>
            <a:pPr rtl="1"/>
            <a:r>
              <a:rPr lang="ar"/>
              <a:t>إظهار الاحترام وتقدير الآخرين</a:t>
            </a:r>
          </a:p>
          <a:p>
            <a:pPr rtl="1"/>
            <a:r>
              <a:rPr lang="ar"/>
              <a:t>إظهار النزاهة والعدالة والاتساق </a:t>
            </a:r>
            <a:endParaRPr lang="en-US" sz="1600" dirty="0"/>
          </a:p>
          <a:p>
            <a:pPr rtl="1"/>
            <a:r>
              <a:rPr lang="ar"/>
              <a:t>تحمل المسؤولية</a:t>
            </a:r>
          </a:p>
          <a:p>
            <a:pPr rtl="1"/>
            <a:r>
              <a:rPr lang="ar"/>
              <a:t>إدارة الصراع بفعالية </a:t>
            </a:r>
          </a:p>
          <a:p>
            <a:pPr rtl="1"/>
            <a:r>
              <a:rPr lang="ar"/>
              <a:t>تشجيع الآخرين</a:t>
            </a:r>
          </a:p>
          <a:p>
            <a:pPr rtl="1"/>
            <a:r>
              <a:rPr lang="ar"/>
              <a:t>القيادة بالقدوة </a:t>
            </a:r>
          </a:p>
          <a:p>
            <a:pPr rtl="1"/>
            <a:endParaRPr lang="en-US" b="1" dirty="0"/>
          </a:p>
          <a:p>
            <a:pPr marL="0" indent="0" algn="ctr" rtl="1">
              <a:buNone/>
            </a:pPr>
            <a:r>
              <a:rPr lang="ar" sz="2000" b="1"/>
              <a:t>أي من هذه الصفات تمتلكها كفرد؟</a:t>
            </a:r>
          </a:p>
        </p:txBody>
      </p:sp>
      <p:sp>
        <p:nvSpPr>
          <p:cNvPr id="5" name="Footer Placeholder 2">
            <a:extLst>
              <a:ext uri="{FF2B5EF4-FFF2-40B4-BE49-F238E27FC236}">
                <a16:creationId xmlns:a16="http://schemas.microsoft.com/office/drawing/2014/main" id="{D98932FE-6CE1-94B6-AFE3-604C5C586C8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98172208"/>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6A48B-8454-F3DD-3AA6-E43777141F61}"/>
              </a:ext>
            </a:extLst>
          </p:cNvPr>
          <p:cNvSpPr>
            <a:spLocks noGrp="1"/>
          </p:cNvSpPr>
          <p:nvPr>
            <p:ph type="title"/>
          </p:nvPr>
        </p:nvSpPr>
        <p:spPr>
          <a:xfrm>
            <a:off x="457200" y="1195200"/>
            <a:ext cx="8229600" cy="864000"/>
          </a:xfrm>
        </p:spPr>
        <p:txBody>
          <a:bodyPr rtlCol="1"/>
          <a:lstStyle/>
          <a:p>
            <a:pPr rtl="1"/>
            <a:r>
              <a:rPr lang="ar"/>
              <a:t>دور قائد الفريق</a:t>
            </a:r>
          </a:p>
        </p:txBody>
      </p:sp>
      <p:sp>
        <p:nvSpPr>
          <p:cNvPr id="3" name="Content Placeholder 2">
            <a:extLst>
              <a:ext uri="{FF2B5EF4-FFF2-40B4-BE49-F238E27FC236}">
                <a16:creationId xmlns:a16="http://schemas.microsoft.com/office/drawing/2014/main" id="{016CFFFC-AFF4-8362-8D0F-F825DA255887}"/>
              </a:ext>
            </a:extLst>
          </p:cNvPr>
          <p:cNvSpPr>
            <a:spLocks noGrp="1"/>
          </p:cNvSpPr>
          <p:nvPr>
            <p:ph idx="1"/>
          </p:nvPr>
        </p:nvSpPr>
        <p:spPr>
          <a:xfrm>
            <a:off x="468314" y="2196000"/>
            <a:ext cx="8207375" cy="3878436"/>
          </a:xfrm>
        </p:spPr>
        <p:txBody>
          <a:bodyPr rtlCol="1"/>
          <a:lstStyle/>
          <a:p>
            <a:pPr marL="0" indent="0" rtl="1">
              <a:buNone/>
            </a:pPr>
            <a:r>
              <a:rPr lang="ar" sz="2000" dirty="0"/>
              <a:t>إن دور قائد الفريق هو أكثر من مجرد إعطاء التعليمات والسيطرة على المواقف. </a:t>
            </a:r>
          </a:p>
          <a:p>
            <a:pPr marL="0" indent="0" rtl="1">
              <a:buNone/>
            </a:pPr>
            <a:endParaRPr lang="en-US" sz="1000" dirty="0"/>
          </a:p>
          <a:p>
            <a:pPr marL="0" indent="0" rtl="1">
              <a:buNone/>
            </a:pPr>
            <a:r>
              <a:rPr lang="ar" sz="2000" dirty="0"/>
              <a:t>يجب أن يكون قائد الفريق الجيد قادرًا على:</a:t>
            </a:r>
          </a:p>
          <a:p>
            <a:pPr rtl="1"/>
            <a:r>
              <a:rPr lang="ar" sz="2000" dirty="0"/>
              <a:t>التحفيز </a:t>
            </a:r>
          </a:p>
          <a:p>
            <a:pPr rtl="1"/>
            <a:r>
              <a:rPr lang="ar" sz="2000" dirty="0"/>
              <a:t>تشجيع</a:t>
            </a:r>
          </a:p>
          <a:p>
            <a:pPr rtl="1"/>
            <a:r>
              <a:rPr lang="ar" sz="2000" dirty="0"/>
              <a:t>الدعم</a:t>
            </a:r>
          </a:p>
          <a:p>
            <a:pPr rtl="1"/>
            <a:r>
              <a:rPr lang="ar" sz="2000" dirty="0"/>
              <a:t>التوجيه </a:t>
            </a:r>
          </a:p>
          <a:p>
            <a:pPr rtl="1"/>
            <a:endParaRPr lang="en-US" sz="1100" dirty="0"/>
          </a:p>
          <a:p>
            <a:pPr marL="0" indent="0" rtl="1">
              <a:buNone/>
            </a:pPr>
            <a:r>
              <a:rPr lang="ar" sz="2000" dirty="0"/>
              <a:t>ويكون قائد الفريق مسؤولاً أيضًا عن تحمل المسؤولية وإدارة الصراع ودعم الفريق خلال </a:t>
            </a:r>
            <a:br>
              <a:rPr lang="ar-EG" sz="2000" dirty="0"/>
            </a:br>
            <a:r>
              <a:rPr lang="ar" sz="2000" dirty="0"/>
              <a:t>التحديات والإنجازات</a:t>
            </a:r>
            <a:r>
              <a:rPr lang="ar" dirty="0"/>
              <a:t>. </a:t>
            </a:r>
          </a:p>
        </p:txBody>
      </p:sp>
      <p:sp>
        <p:nvSpPr>
          <p:cNvPr id="5" name="Footer Placeholder 2">
            <a:extLst>
              <a:ext uri="{FF2B5EF4-FFF2-40B4-BE49-F238E27FC236}">
                <a16:creationId xmlns:a16="http://schemas.microsoft.com/office/drawing/2014/main" id="{5881591D-2ABF-381C-EB23-6F8644FCA30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3584707426"/>
      </p:ext>
    </p:extLst>
  </p:cSld>
  <p:clrMapOvr>
    <a:masterClrMapping/>
  </p:clrMapOvr>
  <p:transition>
    <p:sndAc>
      <p:stSnd>
        <p:snd r:embed="rId2"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9A21-6636-637F-EE36-C316DFD053E6}"/>
              </a:ext>
            </a:extLst>
          </p:cNvPr>
          <p:cNvSpPr>
            <a:spLocks noGrp="1"/>
          </p:cNvSpPr>
          <p:nvPr>
            <p:ph type="title"/>
          </p:nvPr>
        </p:nvSpPr>
        <p:spPr>
          <a:xfrm>
            <a:off x="457200" y="1195200"/>
            <a:ext cx="8229600" cy="864000"/>
          </a:xfrm>
        </p:spPr>
        <p:txBody>
          <a:bodyPr rtlCol="1"/>
          <a:lstStyle/>
          <a:p>
            <a:pPr rtl="1"/>
            <a:r>
              <a:rPr lang="ar"/>
              <a:t>نظريات التحفيز (1)</a:t>
            </a:r>
          </a:p>
        </p:txBody>
      </p:sp>
      <p:sp>
        <p:nvSpPr>
          <p:cNvPr id="3" name="Content Placeholder 2">
            <a:extLst>
              <a:ext uri="{FF2B5EF4-FFF2-40B4-BE49-F238E27FC236}">
                <a16:creationId xmlns:a16="http://schemas.microsoft.com/office/drawing/2014/main" id="{A5FC3ACE-76F6-770D-D1A4-916D846F82A8}"/>
              </a:ext>
            </a:extLst>
          </p:cNvPr>
          <p:cNvSpPr>
            <a:spLocks noGrp="1"/>
          </p:cNvSpPr>
          <p:nvPr>
            <p:ph sz="half" idx="1"/>
          </p:nvPr>
        </p:nvSpPr>
        <p:spPr>
          <a:xfrm>
            <a:off x="4648199" y="2196001"/>
            <a:ext cx="4027487" cy="4024100"/>
          </a:xfrm>
        </p:spPr>
        <p:txBody>
          <a:bodyPr rtlCol="1"/>
          <a:lstStyle/>
          <a:p>
            <a:pPr marL="0" indent="0" rtl="1">
              <a:buNone/>
            </a:pPr>
            <a:r>
              <a:rPr lang="ar" b="1" dirty="0"/>
              <a:t>ماسلو</a:t>
            </a:r>
          </a:p>
          <a:p>
            <a:pPr marL="0" indent="0" rtl="1">
              <a:buNone/>
            </a:pPr>
            <a:r>
              <a:rPr lang="ar" sz="1800" dirty="0"/>
              <a:t>تشير نظرية ماسلو إلى أن الناس لديهم احتياجات محددة تحفزهم على مراحل. </a:t>
            </a:r>
          </a:p>
          <a:p>
            <a:pPr marL="0" indent="0" rtl="1">
              <a:buNone/>
            </a:pPr>
            <a:endParaRPr lang="en-US" sz="1100" dirty="0"/>
          </a:p>
          <a:p>
            <a:pPr marL="0" indent="0" rtl="1">
              <a:buNone/>
            </a:pPr>
            <a:r>
              <a:rPr lang="ar" sz="1800" dirty="0"/>
              <a:t>تنقسم الاحتياجات التحفيزية إلى خمس مراحل </a:t>
            </a:r>
            <a:br>
              <a:rPr lang="ar-EG" sz="1800" dirty="0"/>
            </a:br>
            <a:r>
              <a:rPr lang="ar" sz="1800" dirty="0"/>
              <a:t>حسب الأولوية؛ </a:t>
            </a:r>
          </a:p>
          <a:p>
            <a:pPr rtl="1">
              <a:buAutoNum type="arabicPeriod"/>
            </a:pPr>
            <a:r>
              <a:rPr lang="ar" sz="1600" b="1" dirty="0"/>
              <a:t>الاحتياجات الأساسية</a:t>
            </a:r>
            <a:r>
              <a:rPr lang="ar" sz="1600" dirty="0"/>
              <a:t> </a:t>
            </a:r>
            <a:r>
              <a:rPr lang="en" sz="1600" b="1" dirty="0"/>
              <a:t>–</a:t>
            </a:r>
            <a:r>
              <a:rPr lang="ar-EG" sz="1600" b="1" dirty="0"/>
              <a:t> </a:t>
            </a:r>
            <a:r>
              <a:rPr lang="ar" sz="1400" dirty="0"/>
              <a:t>الطعام والمأوى والملبس</a:t>
            </a:r>
          </a:p>
          <a:p>
            <a:pPr rtl="1">
              <a:buAutoNum type="arabicPeriod"/>
            </a:pPr>
            <a:r>
              <a:rPr lang="ar" sz="1600" b="1" dirty="0"/>
              <a:t>احتياجات السلامة –</a:t>
            </a:r>
            <a:r>
              <a:rPr lang="ar" sz="1600" dirty="0"/>
              <a:t> </a:t>
            </a:r>
            <a:r>
              <a:rPr lang="ar" sz="1400" dirty="0"/>
              <a:t>الحماية والأمان </a:t>
            </a:r>
            <a:endParaRPr lang="en-US" sz="1600" dirty="0"/>
          </a:p>
          <a:p>
            <a:pPr rtl="1">
              <a:buAutoNum type="arabicPeriod"/>
            </a:pPr>
            <a:r>
              <a:rPr lang="ar" sz="1600" b="1" dirty="0"/>
              <a:t>الاحتياجات الاجتماعية</a:t>
            </a:r>
            <a:r>
              <a:rPr lang="ar" sz="1600" dirty="0"/>
              <a:t> </a:t>
            </a:r>
            <a:r>
              <a:rPr lang="en" sz="1600" b="1" dirty="0"/>
              <a:t>–</a:t>
            </a:r>
            <a:r>
              <a:rPr lang="ar-EG" sz="1600" b="1" dirty="0"/>
              <a:t> </a:t>
            </a:r>
            <a:r>
              <a:rPr lang="ar" sz="1400" dirty="0"/>
              <a:t>المحادثة والروابط</a:t>
            </a:r>
          </a:p>
          <a:p>
            <a:pPr rtl="1">
              <a:buAutoNum type="arabicPeriod"/>
            </a:pPr>
            <a:r>
              <a:rPr lang="ar" sz="1600" b="1" dirty="0"/>
              <a:t>احتياجات التقدير –</a:t>
            </a:r>
            <a:r>
              <a:rPr lang="ar" sz="1600" dirty="0"/>
              <a:t> </a:t>
            </a:r>
            <a:r>
              <a:rPr lang="ar" sz="1400" dirty="0"/>
              <a:t>التعليقات ومكافأة التشجيع والإنجاز </a:t>
            </a:r>
          </a:p>
          <a:p>
            <a:pPr rtl="1">
              <a:buAutoNum type="arabicPeriod"/>
            </a:pPr>
            <a:r>
              <a:rPr lang="ar" sz="1600" b="1" dirty="0"/>
              <a:t>تحقيق الذات –</a:t>
            </a:r>
            <a:r>
              <a:rPr lang="ar" sz="1600" dirty="0"/>
              <a:t> </a:t>
            </a:r>
            <a:r>
              <a:rPr lang="ar" sz="1400" dirty="0"/>
              <a:t>التطوير والنمو الذاتي </a:t>
            </a:r>
            <a:endParaRPr lang="en-US" sz="1600" b="1" dirty="0"/>
          </a:p>
        </p:txBody>
      </p:sp>
      <p:sp>
        <p:nvSpPr>
          <p:cNvPr id="4" name="Footer Placeholder 2">
            <a:extLst>
              <a:ext uri="{FF2B5EF4-FFF2-40B4-BE49-F238E27FC236}">
                <a16:creationId xmlns:a16="http://schemas.microsoft.com/office/drawing/2014/main" id="{3325916C-0BE7-D31F-1E72-7447E5B67FA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pic>
        <p:nvPicPr>
          <p:cNvPr id="7" name="Content Placeholder 6" descr="A pyramid of symbols and icons&#10;&#10;Description automatically generated with medium confidence">
            <a:extLst>
              <a:ext uri="{FF2B5EF4-FFF2-40B4-BE49-F238E27FC236}">
                <a16:creationId xmlns:a16="http://schemas.microsoft.com/office/drawing/2014/main" id="{6EB90799-B3FF-B729-622C-70923F5027D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bwMode="auto">
          <a:xfrm>
            <a:off x="674669" y="2581001"/>
            <a:ext cx="3765188"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606794"/>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9A21-6636-637F-EE36-C316DFD053E6}"/>
              </a:ext>
            </a:extLst>
          </p:cNvPr>
          <p:cNvSpPr>
            <a:spLocks noGrp="1"/>
          </p:cNvSpPr>
          <p:nvPr>
            <p:ph type="title"/>
          </p:nvPr>
        </p:nvSpPr>
        <p:spPr>
          <a:xfrm>
            <a:off x="457200" y="1195200"/>
            <a:ext cx="8229600" cy="864000"/>
          </a:xfrm>
        </p:spPr>
        <p:txBody>
          <a:bodyPr rtlCol="1"/>
          <a:lstStyle/>
          <a:p>
            <a:pPr rtl="1"/>
            <a:r>
              <a:rPr lang="ar"/>
              <a:t>نظريات التحفيز (2)</a:t>
            </a:r>
          </a:p>
        </p:txBody>
      </p:sp>
      <p:graphicFrame>
        <p:nvGraphicFramePr>
          <p:cNvPr id="6" name="Content Placeholder 5">
            <a:extLst>
              <a:ext uri="{FF2B5EF4-FFF2-40B4-BE49-F238E27FC236}">
                <a16:creationId xmlns:a16="http://schemas.microsoft.com/office/drawing/2014/main" id="{49A2EBF8-0A2F-8CEA-1FC5-EAEE7F969C70}"/>
              </a:ext>
            </a:extLst>
          </p:cNvPr>
          <p:cNvGraphicFramePr>
            <a:graphicFrameLocks noGrp="1"/>
          </p:cNvGraphicFramePr>
          <p:nvPr>
            <p:ph sz="half" idx="1"/>
            <p:extLst>
              <p:ext uri="{D42A27DB-BD31-4B8C-83A1-F6EECF244321}">
                <p14:modId xmlns:p14="http://schemas.microsoft.com/office/powerpoint/2010/main" val="1672619853"/>
              </p:ext>
            </p:extLst>
          </p:nvPr>
        </p:nvGraphicFramePr>
        <p:xfrm>
          <a:off x="4648200" y="2195513"/>
          <a:ext cx="4027487" cy="4024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Content Placeholder 3">
            <a:extLst>
              <a:ext uri="{FF2B5EF4-FFF2-40B4-BE49-F238E27FC236}">
                <a16:creationId xmlns:a16="http://schemas.microsoft.com/office/drawing/2014/main" id="{E19BA0E3-9CBC-487E-4705-54D700329C6D}"/>
              </a:ext>
            </a:extLst>
          </p:cNvPr>
          <p:cNvSpPr>
            <a:spLocks noGrp="1"/>
          </p:cNvSpPr>
          <p:nvPr>
            <p:ph sz="half" idx="2"/>
          </p:nvPr>
        </p:nvSpPr>
        <p:spPr>
          <a:xfrm>
            <a:off x="468312" y="2196001"/>
            <a:ext cx="4027488" cy="4024100"/>
          </a:xfrm>
        </p:spPr>
        <p:txBody>
          <a:bodyPr rtlCol="1"/>
          <a:lstStyle/>
          <a:p>
            <a:pPr marL="0" indent="0" rtl="1">
              <a:buNone/>
            </a:pPr>
            <a:r>
              <a:rPr lang="ar" b="1" dirty="0"/>
              <a:t>ماكجريجور</a:t>
            </a:r>
          </a:p>
          <a:p>
            <a:pPr marL="0" indent="0" rtl="1">
              <a:buNone/>
            </a:pPr>
            <a:endParaRPr lang="en-US" b="1" dirty="0"/>
          </a:p>
          <a:p>
            <a:pPr marL="0" indent="0" rtl="1">
              <a:buNone/>
            </a:pPr>
            <a:r>
              <a:rPr lang="ar" sz="1800" b="1" dirty="0"/>
              <a:t>النظرية إكس؛</a:t>
            </a:r>
            <a:r>
              <a:rPr lang="ar" sz="1800" dirty="0"/>
              <a:t> لا يمكن تحفيز الناس إلا بالمال والمكافآت المالية والهدايا. ويركزون فقط على المكافأة بدلاً من المهمة التي بين أيديهم. </a:t>
            </a:r>
          </a:p>
          <a:p>
            <a:pPr marL="0" indent="0" rtl="1">
              <a:buNone/>
            </a:pPr>
            <a:endParaRPr lang="en-US" sz="800" dirty="0"/>
          </a:p>
          <a:p>
            <a:pPr marL="0" indent="0" rtl="1">
              <a:buNone/>
            </a:pPr>
            <a:r>
              <a:rPr lang="ar" sz="1800" b="1" dirty="0"/>
              <a:t>ال</a:t>
            </a:r>
            <a:r>
              <a:rPr lang="en" sz="1800" b="1" dirty="0"/>
              <a:t>نظرية واي؛ </a:t>
            </a:r>
            <a:r>
              <a:rPr lang="en" sz="1800" dirty="0"/>
              <a:t>يتم تحفيز الناس من خلال عملهم والإنجازات التي يحققونها والمسؤولية التي يتحملونها. ولا يحتاجون إلى الإشراف ويمكنهم </a:t>
            </a:r>
            <a:br>
              <a:rPr lang="ar-EG" sz="1800" dirty="0"/>
            </a:br>
            <a:r>
              <a:rPr lang="en" sz="1800" dirty="0"/>
              <a:t>العمل باستقلالية. </a:t>
            </a:r>
            <a:r>
              <a:rPr lang="ar" sz="1800" b="1" dirty="0"/>
              <a:t> </a:t>
            </a:r>
          </a:p>
          <a:p>
            <a:pPr marL="0" indent="0" rtl="1">
              <a:buNone/>
            </a:pPr>
            <a:endParaRPr lang="en-US" b="1" dirty="0"/>
          </a:p>
        </p:txBody>
      </p:sp>
      <p:sp>
        <p:nvSpPr>
          <p:cNvPr id="3" name="Footer Placeholder 2">
            <a:extLst>
              <a:ext uri="{FF2B5EF4-FFF2-40B4-BE49-F238E27FC236}">
                <a16:creationId xmlns:a16="http://schemas.microsoft.com/office/drawing/2014/main" id="{0F64EB2D-0E65-1C00-E1FE-98103FE8A86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1070554771"/>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9A21-6636-637F-EE36-C316DFD053E6}"/>
              </a:ext>
            </a:extLst>
          </p:cNvPr>
          <p:cNvSpPr>
            <a:spLocks noGrp="1"/>
          </p:cNvSpPr>
          <p:nvPr>
            <p:ph type="title"/>
          </p:nvPr>
        </p:nvSpPr>
        <p:spPr>
          <a:xfrm>
            <a:off x="457200" y="1195200"/>
            <a:ext cx="8229600" cy="864000"/>
          </a:xfrm>
        </p:spPr>
        <p:txBody>
          <a:bodyPr rtlCol="1"/>
          <a:lstStyle/>
          <a:p>
            <a:pPr rtl="1"/>
            <a:r>
              <a:rPr lang="ar"/>
              <a:t>نظريات التحفيز (3)</a:t>
            </a:r>
          </a:p>
        </p:txBody>
      </p:sp>
      <p:graphicFrame>
        <p:nvGraphicFramePr>
          <p:cNvPr id="6" name="Content Placeholder 5">
            <a:extLst>
              <a:ext uri="{FF2B5EF4-FFF2-40B4-BE49-F238E27FC236}">
                <a16:creationId xmlns:a16="http://schemas.microsoft.com/office/drawing/2014/main" id="{5BF05522-DD46-BD0A-0C35-C3D128C2F7D3}"/>
              </a:ext>
            </a:extLst>
          </p:cNvPr>
          <p:cNvGraphicFramePr>
            <a:graphicFrameLocks noGrp="1"/>
          </p:cNvGraphicFramePr>
          <p:nvPr>
            <p:ph sz="half" idx="1"/>
            <p:extLst>
              <p:ext uri="{D42A27DB-BD31-4B8C-83A1-F6EECF244321}">
                <p14:modId xmlns:p14="http://schemas.microsoft.com/office/powerpoint/2010/main" val="2197796815"/>
              </p:ext>
            </p:extLst>
          </p:nvPr>
        </p:nvGraphicFramePr>
        <p:xfrm>
          <a:off x="544513" y="4303075"/>
          <a:ext cx="4027487" cy="20707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Content Placeholder 3">
            <a:extLst>
              <a:ext uri="{FF2B5EF4-FFF2-40B4-BE49-F238E27FC236}">
                <a16:creationId xmlns:a16="http://schemas.microsoft.com/office/drawing/2014/main" id="{E19BA0E3-9CBC-487E-4705-54D700329C6D}"/>
              </a:ext>
            </a:extLst>
          </p:cNvPr>
          <p:cNvSpPr>
            <a:spLocks noGrp="1"/>
          </p:cNvSpPr>
          <p:nvPr>
            <p:ph sz="half" idx="2"/>
          </p:nvPr>
        </p:nvSpPr>
        <p:spPr>
          <a:xfrm>
            <a:off x="468312" y="2196001"/>
            <a:ext cx="8229600" cy="2070745"/>
          </a:xfrm>
        </p:spPr>
        <p:txBody>
          <a:bodyPr rtlCol="1"/>
          <a:lstStyle/>
          <a:p>
            <a:pPr marL="0" indent="0" rtl="1">
              <a:buNone/>
            </a:pPr>
            <a:r>
              <a:rPr lang="ar" b="1"/>
              <a:t>هيرزبرج</a:t>
            </a:r>
          </a:p>
          <a:p>
            <a:pPr marL="0" indent="0" rtl="1">
              <a:buNone/>
            </a:pPr>
            <a:r>
              <a:rPr lang="ar" sz="2000"/>
              <a:t>لدى الأشخاص العديد من المحفزات ومثبطات التحفيز المختلفة التي تؤثر على كيفية استجابتهم للمواقف والمهام.</a:t>
            </a:r>
          </a:p>
          <a:p>
            <a:pPr marL="0" indent="0" rtl="1">
              <a:buNone/>
            </a:pPr>
            <a:endParaRPr lang="en-US" sz="1200" dirty="0"/>
          </a:p>
          <a:p>
            <a:pPr marL="0" indent="0" rtl="1">
              <a:buNone/>
            </a:pPr>
            <a:r>
              <a:rPr lang="ar" sz="2000" b="1"/>
              <a:t>تشمل المحفزات؛</a:t>
            </a:r>
            <a:r>
              <a:rPr lang="ar" sz="2000"/>
              <a:t> الإنجاز والتقدير والعمل والمسؤولية والتقدم والنمو.  </a:t>
            </a:r>
          </a:p>
        </p:txBody>
      </p:sp>
      <p:sp>
        <p:nvSpPr>
          <p:cNvPr id="7" name="Content Placeholder 3">
            <a:extLst>
              <a:ext uri="{FF2B5EF4-FFF2-40B4-BE49-F238E27FC236}">
                <a16:creationId xmlns:a16="http://schemas.microsoft.com/office/drawing/2014/main" id="{D065CA0F-D019-49C8-86E4-C4A776728A2C}"/>
              </a:ext>
            </a:extLst>
          </p:cNvPr>
          <p:cNvSpPr txBox="1">
            <a:spLocks/>
          </p:cNvSpPr>
          <p:nvPr/>
        </p:nvSpPr>
        <p:spPr bwMode="auto">
          <a:xfrm>
            <a:off x="4801255" y="4251992"/>
            <a:ext cx="3898776" cy="207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0" indent="0" rtl="1">
              <a:buFont typeface="Wingdings" pitchFamily="2" charset="2"/>
              <a:buNone/>
            </a:pPr>
            <a:r>
              <a:rPr lang="ar" sz="2000" kern="0"/>
              <a:t>تشمل</a:t>
            </a:r>
            <a:r>
              <a:rPr lang="ar" sz="2000" b="1" kern="0"/>
              <a:t> مثبطات التحفيز؛ </a:t>
            </a:r>
            <a:r>
              <a:rPr lang="ar" sz="2000" kern="0"/>
              <a:t>البيروقراطية والعلاقات وظروف العمل والحالة الفردية والراتب / الأجر والأمن. </a:t>
            </a:r>
          </a:p>
        </p:txBody>
      </p:sp>
      <p:sp>
        <p:nvSpPr>
          <p:cNvPr id="3" name="Footer Placeholder 2">
            <a:extLst>
              <a:ext uri="{FF2B5EF4-FFF2-40B4-BE49-F238E27FC236}">
                <a16:creationId xmlns:a16="http://schemas.microsoft.com/office/drawing/2014/main" id="{57288C92-E987-0735-0A80-1904162F04F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3732354390"/>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35915E8-35B0-48F4-CACC-2DF3031FBE82}"/>
              </a:ext>
            </a:extLst>
          </p:cNvPr>
          <p:cNvSpPr>
            <a:spLocks noGrp="1"/>
          </p:cNvSpPr>
          <p:nvPr>
            <p:ph type="title"/>
          </p:nvPr>
        </p:nvSpPr>
        <p:spPr>
          <a:xfrm>
            <a:off x="457200" y="1195200"/>
            <a:ext cx="8229600" cy="864000"/>
          </a:xfrm>
        </p:spPr>
        <p:txBody>
          <a:bodyPr rtlCol="1"/>
          <a:lstStyle/>
          <a:p>
            <a:pPr rtl="1"/>
            <a:r>
              <a:rPr lang="ar"/>
              <a:t>تقديم التعقيب </a:t>
            </a:r>
          </a:p>
        </p:txBody>
      </p:sp>
      <p:sp>
        <p:nvSpPr>
          <p:cNvPr id="8" name="Content Placeholder 7">
            <a:extLst>
              <a:ext uri="{FF2B5EF4-FFF2-40B4-BE49-F238E27FC236}">
                <a16:creationId xmlns:a16="http://schemas.microsoft.com/office/drawing/2014/main" id="{27A72122-B1A7-23F5-3EA3-D20BB5B4F7A1}"/>
              </a:ext>
            </a:extLst>
          </p:cNvPr>
          <p:cNvSpPr>
            <a:spLocks noGrp="1"/>
          </p:cNvSpPr>
          <p:nvPr>
            <p:ph sz="half" idx="1"/>
          </p:nvPr>
        </p:nvSpPr>
        <p:spPr>
          <a:xfrm>
            <a:off x="4648199" y="2196001"/>
            <a:ext cx="4027487" cy="4024100"/>
          </a:xfrm>
        </p:spPr>
        <p:txBody>
          <a:bodyPr rtlCol="1"/>
          <a:lstStyle/>
          <a:p>
            <a:pPr marL="0" indent="0" rtl="1">
              <a:buNone/>
            </a:pPr>
            <a:r>
              <a:rPr lang="ar" sz="2200"/>
              <a:t>عندما يقدم القائد تعليقًا، فإنه يساعد على تحسين الروح المعنوية وتعزيز التحفيز. </a:t>
            </a:r>
          </a:p>
          <a:p>
            <a:pPr marL="0" indent="0" rtl="1">
              <a:buNone/>
            </a:pPr>
            <a:r>
              <a:rPr lang="ar" sz="2200"/>
              <a:t>يمكن أن تؤثر طريقة تقديم التعليقات على كيفية استجابة أحد أعضاء الفريق. </a:t>
            </a:r>
          </a:p>
          <a:p>
            <a:pPr marL="0" indent="0" rtl="1">
              <a:buNone/>
            </a:pPr>
            <a:r>
              <a:rPr lang="ar" sz="2200"/>
              <a:t>يجب على القائد تحديد سبب ردود الفعل، ووصف التأثير، وتشجيع التغيير والموافقة على المزيد من الإجراءات. </a:t>
            </a:r>
          </a:p>
        </p:txBody>
      </p:sp>
      <p:graphicFrame>
        <p:nvGraphicFramePr>
          <p:cNvPr id="10" name="Content Placeholder 9">
            <a:extLst>
              <a:ext uri="{FF2B5EF4-FFF2-40B4-BE49-F238E27FC236}">
                <a16:creationId xmlns:a16="http://schemas.microsoft.com/office/drawing/2014/main" id="{07115B2B-CAC7-EE8B-8884-081EB41EE113}"/>
              </a:ext>
            </a:extLst>
          </p:cNvPr>
          <p:cNvGraphicFramePr>
            <a:graphicFrameLocks noGrp="1"/>
          </p:cNvGraphicFramePr>
          <p:nvPr>
            <p:ph sz="half" idx="2"/>
            <p:extLst>
              <p:ext uri="{D42A27DB-BD31-4B8C-83A1-F6EECF244321}">
                <p14:modId xmlns:p14="http://schemas.microsoft.com/office/powerpoint/2010/main" val="1805116163"/>
              </p:ext>
            </p:extLst>
          </p:nvPr>
        </p:nvGraphicFramePr>
        <p:xfrm>
          <a:off x="468312" y="2195513"/>
          <a:ext cx="4027488" cy="4024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2">
            <a:extLst>
              <a:ext uri="{FF2B5EF4-FFF2-40B4-BE49-F238E27FC236}">
                <a16:creationId xmlns:a16="http://schemas.microsoft.com/office/drawing/2014/main" id="{EDE3F636-C91F-38EC-97CE-2C75BFD0AC7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Tree>
    <p:extLst>
      <p:ext uri="{BB962C8B-B14F-4D97-AF65-F5344CB8AC3E}">
        <p14:creationId xmlns:p14="http://schemas.microsoft.com/office/powerpoint/2010/main" val="224356648"/>
      </p:ext>
    </p:extLst>
  </p:cSld>
  <p:clrMapOvr>
    <a:masterClrMapping/>
  </p:clrMapOvr>
  <p:transition>
    <p:sndAc>
      <p:stSnd>
        <p:snd r:embed="rId2"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EDE3F636-C91F-38EC-97CE-2C75BFD0AC7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A103000360268</a:t>
            </a:r>
            <a:endParaRPr lang="ar" sz="1000" dirty="0"/>
          </a:p>
        </p:txBody>
      </p:sp>
      <p:sp>
        <p:nvSpPr>
          <p:cNvPr id="9" name="Title 1">
            <a:extLst>
              <a:ext uri="{FF2B5EF4-FFF2-40B4-BE49-F238E27FC236}">
                <a16:creationId xmlns:a16="http://schemas.microsoft.com/office/drawing/2014/main" id="{6B800525-4DC9-F841-6BC1-22DF415DFDD9}"/>
              </a:ext>
            </a:extLst>
          </p:cNvPr>
          <p:cNvSpPr>
            <a:spLocks noGrp="1"/>
          </p:cNvSpPr>
          <p:nvPr>
            <p:ph type="title"/>
          </p:nvPr>
        </p:nvSpPr>
        <p:spPr>
          <a:xfrm>
            <a:off x="457200" y="1195200"/>
            <a:ext cx="8229600" cy="864000"/>
          </a:xfrm>
        </p:spPr>
        <p:txBody>
          <a:bodyPr rtlCol="1"/>
          <a:lstStyle/>
          <a:p>
            <a:pPr rtl="1"/>
            <a:r>
              <a:rPr lang="ar" dirty="0"/>
              <a:t>شكر وتقدير</a:t>
            </a:r>
          </a:p>
        </p:txBody>
      </p:sp>
      <p:sp>
        <p:nvSpPr>
          <p:cNvPr id="11" name="Content Placeholder 3">
            <a:extLst>
              <a:ext uri="{FF2B5EF4-FFF2-40B4-BE49-F238E27FC236}">
                <a16:creationId xmlns:a16="http://schemas.microsoft.com/office/drawing/2014/main" id="{E58BC4A3-C899-EBDE-A7AC-F093B03A21BF}"/>
              </a:ext>
            </a:extLst>
          </p:cNvPr>
          <p:cNvSpPr>
            <a:spLocks noGrp="1"/>
          </p:cNvSpPr>
          <p:nvPr>
            <p:ph idx="1"/>
          </p:nvPr>
        </p:nvSpPr>
        <p:spPr>
          <a:xfrm>
            <a:off x="468314" y="2196000"/>
            <a:ext cx="8207375" cy="3878436"/>
          </a:xfrm>
        </p:spPr>
        <p:txBody>
          <a:bodyPr rtlCol="1"/>
          <a:lstStyle/>
          <a:p>
            <a:pPr rtl="1"/>
            <a:r>
              <a:rPr lang="ar" sz="2200" b="1" dirty="0"/>
              <a:t>الصور:</a:t>
            </a:r>
            <a:endParaRPr lang="en-GB" sz="2200" dirty="0"/>
          </a:p>
          <a:p>
            <a:pPr rtl="1"/>
            <a:r>
              <a:rPr lang="ar" sz="2200" b="1" dirty="0"/>
              <a:t>شوترستوك:</a:t>
            </a:r>
            <a:r>
              <a:rPr lang="ar" sz="2200" dirty="0"/>
              <a:t> Rawpixel.com (الشرائح 6 و 12) ، جيميناكوم (الشريحة 7) ، فولونوف (الشريحة 14) ، مايكل جونغ (الشريحة 18) ، بوند ساكسيت (الشريحة 23) ، أندريه يالانسكي (الشريحة 26) ، سكوتشان (الشريحة 35)</a:t>
            </a:r>
          </a:p>
        </p:txBody>
      </p:sp>
    </p:spTree>
    <p:extLst>
      <p:ext uri="{BB962C8B-B14F-4D97-AF65-F5344CB8AC3E}">
        <p14:creationId xmlns:p14="http://schemas.microsoft.com/office/powerpoint/2010/main" val="3469589411"/>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48C615-482B-4AB5-9FE7-A2F3E6CFF2B1}">
  <ds:schemaRefs>
    <ds:schemaRef ds:uri="6881431a-e3b2-481e-ba90-fae26e2fa83c"/>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a26a0597-d0d1-4250-940c-88e9bf9d5597"/>
    <ds:schemaRef ds:uri="http://purl.org/dc/terms/"/>
    <ds:schemaRef ds:uri="http://schemas.microsoft.com/office/infopath/2007/PartnerControls"/>
    <ds:schemaRef ds:uri="http://www.w3.org/XML/1998/namespace"/>
    <ds:schemaRef ds:uri="http://purl.org/dc/dcmitype/"/>
    <ds:schemaRef ds:uri="7c1bd8dc-4e40-424f-a15f-9ffcd522197f"/>
    <ds:schemaRef ds:uri="6125ffc9-2c56-435e-8267-1393444907b2"/>
  </ds:schemaRefs>
</ds:datastoreItem>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C19565FB-55D4-4589-A832-9CBCA442FF88}"/>
</file>

<file path=docProps/app.xml><?xml version="1.0" encoding="utf-8"?>
<Properties xmlns="http://schemas.openxmlformats.org/officeDocument/2006/extended-properties" xmlns:vt="http://schemas.openxmlformats.org/officeDocument/2006/docPropsVTypes">
  <TotalTime>9660</TotalTime>
  <Words>2367</Words>
  <Application>Microsoft Office PowerPoint</Application>
  <PresentationFormat>On-screen Show (4:3)</PresentationFormat>
  <Paragraphs>415</Paragraphs>
  <Slides>39</Slides>
  <Notes>25</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39</vt:i4>
      </vt:variant>
    </vt:vector>
  </HeadingPairs>
  <TitlesOfParts>
    <vt:vector size="54" baseType="lpstr">
      <vt:lpstr>Arial</vt:lpstr>
      <vt:lpstr>Calibri</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16 العمل ضمن فريق   </vt:lpstr>
      <vt:lpstr>العمل ضمن فريق</vt:lpstr>
      <vt:lpstr>أهداف التعلم</vt:lpstr>
      <vt:lpstr>PowerPoint Presentation</vt:lpstr>
      <vt:lpstr>هدف التعلّم أ:  </vt:lpstr>
      <vt:lpstr>الاختلافات بين الفرق والمجموعات</vt:lpstr>
      <vt:lpstr>الاختلافات بين الفرق والمجموعات</vt:lpstr>
      <vt:lpstr>أنواع فريق العمل (1)</vt:lpstr>
      <vt:lpstr>أنواع فريق العمل (2)</vt:lpstr>
      <vt:lpstr>أنواع فريق العمل (3)</vt:lpstr>
      <vt:lpstr>مراحل تطور الفريق</vt:lpstr>
      <vt:lpstr>نظرية دور الفريق عند بيلبين (1) </vt:lpstr>
      <vt:lpstr>نظرية دور الفريق عند بيلبين (2) </vt:lpstr>
      <vt:lpstr>نظرية دور الفريق عند بيلبين (3) </vt:lpstr>
      <vt:lpstr>خصائص الفريق الناجح (1)</vt:lpstr>
      <vt:lpstr>خصائص الفريق الناجح (2)</vt:lpstr>
      <vt:lpstr>خصائص الفريق الناجح (3)</vt:lpstr>
      <vt:lpstr>خصائص الفريق الناجح (4)</vt:lpstr>
      <vt:lpstr>فوائد العمل الجماعي (1)</vt:lpstr>
      <vt:lpstr>فوائد العمل الجماعي (2)</vt:lpstr>
      <vt:lpstr>هدف التعلّم ب:  </vt:lpstr>
      <vt:lpstr>PowerPoint Presentation</vt:lpstr>
      <vt:lpstr>العمل بفاعلية ضمن أعضاء الفريق</vt:lpstr>
      <vt:lpstr>العقبات التي تعوق العمل الجماعي الفعَّال (1)</vt:lpstr>
      <vt:lpstr>العقبات التي تعوق العمل الجماعي الفعَّال (2)</vt:lpstr>
      <vt:lpstr>العقبات التي تعوق العمل الجماعي الفعَّال (3)</vt:lpstr>
      <vt:lpstr>هدف التعلم ج:  </vt:lpstr>
      <vt:lpstr>PowerPoint Presentation</vt:lpstr>
      <vt:lpstr>تعريف القائد</vt:lpstr>
      <vt:lpstr>تلبية الاحتياجات – أدير </vt:lpstr>
      <vt:lpstr>أنماط القيادة (1) </vt:lpstr>
      <vt:lpstr>أنماط القيادة (2)</vt:lpstr>
      <vt:lpstr>صفات قائد الفريق </vt:lpstr>
      <vt:lpstr>دور قائد الفريق</vt:lpstr>
      <vt:lpstr>نظريات التحفيز (1)</vt:lpstr>
      <vt:lpstr>نظريات التحفيز (2)</vt:lpstr>
      <vt:lpstr>نظريات التحفيز (3)</vt:lpstr>
      <vt:lpstr>تقديم التعقيب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156</cp:revision>
  <dcterms:created xsi:type="dcterms:W3CDTF">2020-07-15T07:14:47Z</dcterms:created>
  <dcterms:modified xsi:type="dcterms:W3CDTF">2023-12-04T12:20:28Z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