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7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8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9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7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8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9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0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comments/comment1.xml" ContentType="application/vnd.openxmlformats-officedocument.presentationml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44"/>
  </p:notesMasterIdLst>
  <p:sldIdLst>
    <p:sldId id="256" r:id="rId14"/>
    <p:sldId id="257" r:id="rId15"/>
    <p:sldId id="258" r:id="rId16"/>
    <p:sldId id="272" r:id="rId17"/>
    <p:sldId id="310" r:id="rId18"/>
    <p:sldId id="311" r:id="rId19"/>
    <p:sldId id="312" r:id="rId20"/>
    <p:sldId id="313" r:id="rId21"/>
    <p:sldId id="314" r:id="rId22"/>
    <p:sldId id="339" r:id="rId23"/>
    <p:sldId id="344" r:id="rId24"/>
    <p:sldId id="340" r:id="rId25"/>
    <p:sldId id="341" r:id="rId26"/>
    <p:sldId id="345" r:id="rId27"/>
    <p:sldId id="346" r:id="rId28"/>
    <p:sldId id="347" r:id="rId29"/>
    <p:sldId id="349" r:id="rId30"/>
    <p:sldId id="348" r:id="rId31"/>
    <p:sldId id="315" r:id="rId32"/>
    <p:sldId id="307" r:id="rId33"/>
    <p:sldId id="317" r:id="rId34"/>
    <p:sldId id="350" r:id="rId35"/>
    <p:sldId id="318" r:id="rId36"/>
    <p:sldId id="353" r:id="rId37"/>
    <p:sldId id="352" r:id="rId38"/>
    <p:sldId id="351" r:id="rId39"/>
    <p:sldId id="354" r:id="rId40"/>
    <p:sldId id="321" r:id="rId41"/>
    <p:sldId id="319" r:id="rId42"/>
    <p:sldId id="355" r:id="rId43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  <p:cmAuthor id="15" name="S Jakubowski" initials="SJ" lastIdx="33" clrIdx="14">
    <p:extLst>
      <p:ext uri="{19B8F6BF-5375-455C-9EA6-DF929625EA0E}">
        <p15:presenceInfo xmlns:p15="http://schemas.microsoft.com/office/powerpoint/2012/main" userId="9b5743bd2697ecf7" providerId="Windows Live"/>
      </p:ext>
    </p:extLst>
  </p:cmAuthor>
  <p:cmAuthor id="16" name="Lynne Williams" initials="LW" lastIdx="2" clrIdx="15">
    <p:extLst>
      <p:ext uri="{19B8F6BF-5375-455C-9EA6-DF929625EA0E}">
        <p15:presenceInfo xmlns:p15="http://schemas.microsoft.com/office/powerpoint/2012/main" userId="9a16a7a601f0b2a2" providerId="Windows Live"/>
      </p:ext>
    </p:extLst>
  </p:cmAuthor>
  <p:cmAuthor id="17" name="Sarah Langley" initials="SL" lastIdx="2" clrIdx="16">
    <p:extLst>
      <p:ext uri="{19B8F6BF-5375-455C-9EA6-DF929625EA0E}">
        <p15:presenceInfo xmlns:p15="http://schemas.microsoft.com/office/powerpoint/2012/main" userId="S::sarah.langley@pearson.com::239c5547-87b3-47be-8ff1-783a9a4cc88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44AA97-88D4-746C-C474-125E14297DCD}" v="17" dt="2023-10-05T13:08:02.896"/>
    <p1510:client id="{7E18D966-203D-E150-73B6-CA1BFB5EDBF8}" v="2" dt="2023-10-20T16:44:24.276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08" autoAdjust="0"/>
    <p:restoredTop sz="95314" autoAdjust="0"/>
  </p:normalViewPr>
  <p:slideViewPr>
    <p:cSldViewPr>
      <p:cViewPr varScale="1">
        <p:scale>
          <a:sx n="162" d="100"/>
          <a:sy n="162" d="100"/>
        </p:scale>
        <p:origin x="1788" y="144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presProps" Target="presProps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Langley" userId="S::sarah.langley@pearson.com::239c5547-87b3-47be-8ff1-783a9a4cc887" providerId="AD" clId="Web-{5944AA97-88D4-746C-C474-125E14297DCD}"/>
    <pc:docChg chg="modSld">
      <pc:chgData name="Sarah Langley" userId="S::sarah.langley@pearson.com::239c5547-87b3-47be-8ff1-783a9a4cc887" providerId="AD" clId="Web-{5944AA97-88D4-746C-C474-125E14297DCD}" dt="2023-10-05T13:08:00.052" v="19" actId="20577"/>
      <pc:docMkLst>
        <pc:docMk/>
      </pc:docMkLst>
      <pc:sldChg chg="addCm delCm">
        <pc:chgData name="Sarah Langley" userId="S::sarah.langley@pearson.com::239c5547-87b3-47be-8ff1-783a9a4cc887" providerId="AD" clId="Web-{5944AA97-88D4-746C-C474-125E14297DCD}" dt="2023-10-05T12:58:58.660" v="3"/>
        <pc:sldMkLst>
          <pc:docMk/>
          <pc:sldMk cId="1813790570" sldId="312"/>
        </pc:sldMkLst>
      </pc:sldChg>
      <pc:sldChg chg="addCm delCm">
        <pc:chgData name="Sarah Langley" userId="S::sarah.langley@pearson.com::239c5547-87b3-47be-8ff1-783a9a4cc887" providerId="AD" clId="Web-{5944AA97-88D4-746C-C474-125E14297DCD}" dt="2023-10-05T12:58:16.190" v="2"/>
        <pc:sldMkLst>
          <pc:docMk/>
          <pc:sldMk cId="2452961407" sldId="313"/>
        </pc:sldMkLst>
      </pc:sldChg>
      <pc:sldChg chg="modSp">
        <pc:chgData name="Sarah Langley" userId="S::sarah.langley@pearson.com::239c5547-87b3-47be-8ff1-783a9a4cc887" providerId="AD" clId="Web-{5944AA97-88D4-746C-C474-125E14297DCD}" dt="2023-10-05T13:06:31.018" v="8" actId="14100"/>
        <pc:sldMkLst>
          <pc:docMk/>
          <pc:sldMk cId="1507455556" sldId="318"/>
        </pc:sldMkLst>
        <pc:spChg chg="mod">
          <ac:chgData name="Sarah Langley" userId="S::sarah.langley@pearson.com::239c5547-87b3-47be-8ff1-783a9a4cc887" providerId="AD" clId="Web-{5944AA97-88D4-746C-C474-125E14297DCD}" dt="2023-10-05T13:06:26.081" v="7" actId="14100"/>
          <ac:spMkLst>
            <pc:docMk/>
            <pc:sldMk cId="1507455556" sldId="318"/>
            <ac:spMk id="10" creationId="{9ACC4634-EE05-AD01-1058-D4160A3A5E89}"/>
          </ac:spMkLst>
        </pc:spChg>
        <pc:grpChg chg="mod">
          <ac:chgData name="Sarah Langley" userId="S::sarah.langley@pearson.com::239c5547-87b3-47be-8ff1-783a9a4cc887" providerId="AD" clId="Web-{5944AA97-88D4-746C-C474-125E14297DCD}" dt="2023-10-05T13:06:22.549" v="6" actId="14100"/>
          <ac:grpSpMkLst>
            <pc:docMk/>
            <pc:sldMk cId="1507455556" sldId="318"/>
            <ac:grpSpMk id="2" creationId="{98CFB9B2-D334-3779-40ED-00CC302F7C0E}"/>
          </ac:grpSpMkLst>
        </pc:grpChg>
        <pc:grpChg chg="mod">
          <ac:chgData name="Sarah Langley" userId="S::sarah.langley@pearson.com::239c5547-87b3-47be-8ff1-783a9a4cc887" providerId="AD" clId="Web-{5944AA97-88D4-746C-C474-125E14297DCD}" dt="2023-10-05T13:06:31.018" v="8" actId="14100"/>
          <ac:grpSpMkLst>
            <pc:docMk/>
            <pc:sldMk cId="1507455556" sldId="318"/>
            <ac:grpSpMk id="6" creationId="{C6F314BE-EDFD-1646-9341-87F641FDF509}"/>
          </ac:grpSpMkLst>
        </pc:grpChg>
      </pc:sldChg>
      <pc:sldChg chg="modSp">
        <pc:chgData name="Sarah Langley" userId="S::sarah.langley@pearson.com::239c5547-87b3-47be-8ff1-783a9a4cc887" providerId="AD" clId="Web-{5944AA97-88D4-746C-C474-125E14297DCD}" dt="2023-10-05T13:08:00.052" v="19" actId="20577"/>
        <pc:sldMkLst>
          <pc:docMk/>
          <pc:sldMk cId="2006627977" sldId="321"/>
        </pc:sldMkLst>
        <pc:spChg chg="mod">
          <ac:chgData name="Sarah Langley" userId="S::sarah.langley@pearson.com::239c5547-87b3-47be-8ff1-783a9a4cc887" providerId="AD" clId="Web-{5944AA97-88D4-746C-C474-125E14297DCD}" dt="2023-10-05T13:08:00.052" v="19" actId="20577"/>
          <ac:spMkLst>
            <pc:docMk/>
            <pc:sldMk cId="2006627977" sldId="321"/>
            <ac:spMk id="34820" creationId="{8DCD7CE1-603D-4D59-3DBB-C13C0B6505F0}"/>
          </ac:spMkLst>
        </pc:spChg>
      </pc:sldChg>
      <pc:sldChg chg="modSp">
        <pc:chgData name="Sarah Langley" userId="S::sarah.langley@pearson.com::239c5547-87b3-47be-8ff1-783a9a4cc887" providerId="AD" clId="Web-{5944AA97-88D4-746C-C474-125E14297DCD}" dt="2023-10-05T13:03:13.887" v="5" actId="1076"/>
        <pc:sldMkLst>
          <pc:docMk/>
          <pc:sldMk cId="1499371489" sldId="347"/>
        </pc:sldMkLst>
        <pc:graphicFrameChg chg="mod">
          <ac:chgData name="Sarah Langley" userId="S::sarah.langley@pearson.com::239c5547-87b3-47be-8ff1-783a9a4cc887" providerId="AD" clId="Web-{5944AA97-88D4-746C-C474-125E14297DCD}" dt="2023-10-05T13:03:13.887" v="5" actId="1076"/>
          <ac:graphicFrameMkLst>
            <pc:docMk/>
            <pc:sldMk cId="1499371489" sldId="347"/>
            <ac:graphicFrameMk id="11" creationId="{DC9F7199-0C07-B283-627E-2741753307B5}"/>
          </ac:graphicFrameMkLst>
        </pc:graphicFrameChg>
      </pc:sldChg>
      <pc:sldChg chg="modSp">
        <pc:chgData name="Sarah Langley" userId="S::sarah.langley@pearson.com::239c5547-87b3-47be-8ff1-783a9a4cc887" providerId="AD" clId="Web-{5944AA97-88D4-746C-C474-125E14297DCD}" dt="2023-10-05T13:07:19.520" v="9" actId="1076"/>
        <pc:sldMkLst>
          <pc:docMk/>
          <pc:sldMk cId="612398501" sldId="352"/>
        </pc:sldMkLst>
        <pc:graphicFrameChg chg="mod">
          <ac:chgData name="Sarah Langley" userId="S::sarah.langley@pearson.com::239c5547-87b3-47be-8ff1-783a9a4cc887" providerId="AD" clId="Web-{5944AA97-88D4-746C-C474-125E14297DCD}" dt="2023-10-05T13:07:19.520" v="9" actId="1076"/>
          <ac:graphicFrameMkLst>
            <pc:docMk/>
            <pc:sldMk cId="612398501" sldId="352"/>
            <ac:graphicFrameMk id="5" creationId="{C7CA44EE-7E0D-E88C-5936-81E2D0D1A081}"/>
          </ac:graphicFrameMkLst>
        </pc:graphicFrameChg>
      </pc:sldChg>
      <pc:sldChg chg="modSp">
        <pc:chgData name="Sarah Langley" userId="S::sarah.langley@pearson.com::239c5547-87b3-47be-8ff1-783a9a4cc887" providerId="AD" clId="Web-{5944AA97-88D4-746C-C474-125E14297DCD}" dt="2023-10-05T13:07:45.193" v="13" actId="20577"/>
        <pc:sldMkLst>
          <pc:docMk/>
          <pc:sldMk cId="2739737216" sldId="354"/>
        </pc:sldMkLst>
        <pc:spChg chg="mod">
          <ac:chgData name="Sarah Langley" userId="S::sarah.langley@pearson.com::239c5547-87b3-47be-8ff1-783a9a4cc887" providerId="AD" clId="Web-{5944AA97-88D4-746C-C474-125E14297DCD}" dt="2023-10-05T13:07:45.193" v="13" actId="20577"/>
          <ac:spMkLst>
            <pc:docMk/>
            <pc:sldMk cId="2739737216" sldId="354"/>
            <ac:spMk id="34820" creationId="{8DCD7CE1-603D-4D59-3DBB-C13C0B6505F0}"/>
          </ac:spMkLst>
        </pc:spChg>
      </pc:sldChg>
    </pc:docChg>
  </pc:docChgLst>
  <pc:docChgLst>
    <pc:chgData name="Sarah Langley" userId="S::sarah.langley@pearson.com::239c5547-87b3-47be-8ff1-783a9a4cc887" providerId="AD" clId="Web-{7E18D966-203D-E150-73B6-CA1BFB5EDBF8}"/>
    <pc:docChg chg="modSld">
      <pc:chgData name="Sarah Langley" userId="S::sarah.langley@pearson.com::239c5547-87b3-47be-8ff1-783a9a4cc887" providerId="AD" clId="Web-{7E18D966-203D-E150-73B6-CA1BFB5EDBF8}" dt="2023-10-20T16:44:24.276" v="1" actId="14100"/>
      <pc:docMkLst>
        <pc:docMk/>
      </pc:docMkLst>
      <pc:sldChg chg="modSp">
        <pc:chgData name="Sarah Langley" userId="S::sarah.langley@pearson.com::239c5547-87b3-47be-8ff1-783a9a4cc887" providerId="AD" clId="Web-{7E18D966-203D-E150-73B6-CA1BFB5EDBF8}" dt="2023-10-20T16:44:24.276" v="1" actId="14100"/>
        <pc:sldMkLst>
          <pc:docMk/>
          <pc:sldMk cId="0" sldId="256"/>
        </pc:sldMkLst>
        <pc:spChg chg="mod">
          <ac:chgData name="Sarah Langley" userId="S::sarah.langley@pearson.com::239c5547-87b3-47be-8ff1-783a9a4cc887" providerId="AD" clId="Web-{7E18D966-203D-E150-73B6-CA1BFB5EDBF8}" dt="2023-10-20T16:44:21.182" v="0" actId="1076"/>
          <ac:spMkLst>
            <pc:docMk/>
            <pc:sldMk cId="0" sldId="256"/>
            <ac:spMk id="3" creationId="{986D29E0-B089-110D-BF1E-B3C37F2C37F9}"/>
          </ac:spMkLst>
        </pc:spChg>
        <pc:picChg chg="mod">
          <ac:chgData name="Sarah Langley" userId="S::sarah.langley@pearson.com::239c5547-87b3-47be-8ff1-783a9a4cc887" providerId="AD" clId="Web-{7E18D966-203D-E150-73B6-CA1BFB5EDBF8}" dt="2023-10-20T16:44:24.276" v="1" actId="14100"/>
          <ac:picMkLst>
            <pc:docMk/>
            <pc:sldMk cId="0" sldId="256"/>
            <ac:picMk id="4" creationId="{C135E16D-8E38-365A-0245-32FE1B3ACE61}"/>
          </ac:picMkLst>
        </pc:pic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5" dt="2023-09-30T10:28:52.277" idx="29">
    <p:pos x="10" y="10"/>
    <p:text>Maybe consider adding:</p:text>
    <p:extLst>
      <p:ext uri="{C676402C-5697-4E1C-873F-D02D1690AC5C}">
        <p15:threadingInfo xmlns:p15="http://schemas.microsoft.com/office/powerpoint/2012/main" timeZoneBias="-60"/>
      </p:ext>
    </p:extLst>
  </p:cm>
</p:cmLst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29.png"/><Relationship Id="rId7" Type="http://schemas.openxmlformats.org/officeDocument/2006/relationships/image" Target="../media/image2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29.png"/><Relationship Id="rId7" Type="http://schemas.openxmlformats.org/officeDocument/2006/relationships/image" Target="../media/image2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816D63-968C-4A55-9BEC-59743BC029E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 rtlCol="1"/>
        <a:lstStyle/>
        <a:p>
          <a:pPr rtl="1"/>
          <a:endParaRPr lang="en-US"/>
        </a:p>
      </dgm:t>
    </dgm:pt>
    <dgm:pt modelId="{12B01A0F-D3DB-4483-A684-EB3CDDB8C402}">
      <dgm:prSet/>
      <dgm:spPr/>
      <dgm:t>
        <a:bodyPr rtlCol="1"/>
        <a:lstStyle/>
        <a:p>
          <a:pPr rtl="1">
            <a:lnSpc>
              <a:spcPct val="100000"/>
            </a:lnSpc>
          </a:pPr>
          <a:r>
            <a:rPr lang="ar-SA" b="1" noProof="0" dirty="0"/>
            <a:t>أ تعلم إدارة الشؤون المالية الشخصية والمنتجات </a:t>
          </a:r>
          <a:br>
            <a:rPr lang="ar-SA" b="1" noProof="0" dirty="0"/>
          </a:br>
          <a:r>
            <a:rPr lang="ar-SA" b="1" noProof="0" dirty="0"/>
            <a:t>والخدمات المالية</a:t>
          </a:r>
        </a:p>
      </dgm:t>
    </dgm:pt>
    <dgm:pt modelId="{244FE7CD-09C9-4649-8078-2981EDCAFAF5}" type="parTrans" cxnId="{7C02C89A-B90E-4191-82FD-9CE4845EA376}">
      <dgm:prSet/>
      <dgm:spPr/>
      <dgm:t>
        <a:bodyPr rtlCol="1"/>
        <a:lstStyle/>
        <a:p>
          <a:pPr rtl="1"/>
          <a:endParaRPr lang="en-US"/>
        </a:p>
      </dgm:t>
    </dgm:pt>
    <dgm:pt modelId="{213FB626-D022-4DCE-A47B-D3479E29F97C}" type="sibTrans" cxnId="{7C02C89A-B90E-4191-82FD-9CE4845EA376}">
      <dgm:prSet/>
      <dgm:spPr/>
      <dgm:t>
        <a:bodyPr rtlCol="1"/>
        <a:lstStyle/>
        <a:p>
          <a:pPr rtl="1"/>
          <a:endParaRPr lang="en-US"/>
        </a:p>
      </dgm:t>
    </dgm:pt>
    <dgm:pt modelId="{56923969-828A-4BA8-B3D8-0D78B3954F0B}">
      <dgm:prSet/>
      <dgm:spPr/>
      <dgm:t>
        <a:bodyPr rtlCol="1"/>
        <a:lstStyle/>
        <a:p>
          <a:pPr rtl="1">
            <a:lnSpc>
              <a:spcPct val="100000"/>
            </a:lnSpc>
          </a:pPr>
          <a:r>
            <a:rPr lang="ar-SA" b="1" noProof="0" dirty="0"/>
            <a:t>ب قم بإعداد ميزانية شخصية تأخذ في الاعتبار الدخل </a:t>
          </a:r>
          <a:br>
            <a:rPr lang="ar-SA" b="1" noProof="0" dirty="0"/>
          </a:br>
          <a:r>
            <a:rPr lang="ar-SA" b="1" noProof="0" dirty="0"/>
            <a:t>والإنفاق الشخصي</a:t>
          </a:r>
        </a:p>
      </dgm:t>
    </dgm:pt>
    <dgm:pt modelId="{EDE96EA5-4272-4597-87C5-810736A70304}" type="parTrans" cxnId="{E1B2C347-2E28-49E0-B2E7-EDCC0F166AA5}">
      <dgm:prSet/>
      <dgm:spPr/>
      <dgm:t>
        <a:bodyPr rtlCol="1"/>
        <a:lstStyle/>
        <a:p>
          <a:pPr rtl="1"/>
          <a:endParaRPr lang="en-US"/>
        </a:p>
      </dgm:t>
    </dgm:pt>
    <dgm:pt modelId="{70055B61-415C-4256-B450-DFA4CB0F7EED}" type="sibTrans" cxnId="{E1B2C347-2E28-49E0-B2E7-EDCC0F166AA5}">
      <dgm:prSet/>
      <dgm:spPr/>
      <dgm:t>
        <a:bodyPr rtlCol="1"/>
        <a:lstStyle/>
        <a:p>
          <a:pPr rtl="1"/>
          <a:endParaRPr lang="en-US"/>
        </a:p>
      </dgm:t>
    </dgm:pt>
    <dgm:pt modelId="{61067BF9-26D6-4B13-BDFD-7E74DD3567ED}" type="pres">
      <dgm:prSet presAssocID="{49816D63-968C-4A55-9BEC-59743BC029E6}" presName="root" presStyleCnt="0">
        <dgm:presLayoutVars>
          <dgm:dir/>
          <dgm:resizeHandles val="exact"/>
        </dgm:presLayoutVars>
      </dgm:prSet>
      <dgm:spPr/>
    </dgm:pt>
    <dgm:pt modelId="{EE92A8AE-98EB-489C-B356-A192728D5660}" type="pres">
      <dgm:prSet presAssocID="{12B01A0F-D3DB-4483-A684-EB3CDDB8C402}" presName="compNode" presStyleCnt="0"/>
      <dgm:spPr/>
    </dgm:pt>
    <dgm:pt modelId="{C459F91B-A412-4046-9AE9-167787D1DE0B}" type="pres">
      <dgm:prSet presAssocID="{12B01A0F-D3DB-4483-A684-EB3CDDB8C402}" presName="bgRect" presStyleLbl="bgShp" presStyleIdx="0" presStyleCnt="2"/>
      <dgm:spPr/>
    </dgm:pt>
    <dgm:pt modelId="{F189B75D-60E8-4A38-AC23-0DC503925009}" type="pres">
      <dgm:prSet presAssocID="{12B01A0F-D3DB-4483-A684-EB3CDDB8C402}" presName="iconRect" presStyleLbl="node1" presStyleIdx="0" presStyleCnt="2" custLinFactX="500000" custLinFactNeighborX="581410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 with solid fill"/>
        </a:ext>
      </dgm:extLst>
    </dgm:pt>
    <dgm:pt modelId="{2A0C591D-F2EB-412E-9E5F-4B0B488D452A}" type="pres">
      <dgm:prSet presAssocID="{12B01A0F-D3DB-4483-A684-EB3CDDB8C402}" presName="spaceRect" presStyleCnt="0"/>
      <dgm:spPr/>
    </dgm:pt>
    <dgm:pt modelId="{BA239B92-C7E8-4937-BA2F-63BBE1282096}" type="pres">
      <dgm:prSet presAssocID="{12B01A0F-D3DB-4483-A684-EB3CDDB8C402}" presName="parTx" presStyleLbl="revTx" presStyleIdx="0" presStyleCnt="2" custLinFactNeighborX="-20639">
        <dgm:presLayoutVars>
          <dgm:chMax val="0"/>
          <dgm:chPref val="0"/>
        </dgm:presLayoutVars>
      </dgm:prSet>
      <dgm:spPr/>
    </dgm:pt>
    <dgm:pt modelId="{25B81F6A-4678-4CB6-B870-DCC32B8BE308}" type="pres">
      <dgm:prSet presAssocID="{213FB626-D022-4DCE-A47B-D3479E29F97C}" presName="sibTrans" presStyleCnt="0"/>
      <dgm:spPr/>
    </dgm:pt>
    <dgm:pt modelId="{580F3AD1-2DCA-4977-8677-DFF4FB7EA121}" type="pres">
      <dgm:prSet presAssocID="{56923969-828A-4BA8-B3D8-0D78B3954F0B}" presName="compNode" presStyleCnt="0"/>
      <dgm:spPr/>
    </dgm:pt>
    <dgm:pt modelId="{F43D942C-5076-405B-826A-BC7DA2026AC7}" type="pres">
      <dgm:prSet presAssocID="{56923969-828A-4BA8-B3D8-0D78B3954F0B}" presName="bgRect" presStyleLbl="bgShp" presStyleIdx="1" presStyleCnt="2"/>
      <dgm:spPr/>
    </dgm:pt>
    <dgm:pt modelId="{8ED43BA3-C6FA-40D0-98FE-78504CE20FC3}" type="pres">
      <dgm:prSet presAssocID="{56923969-828A-4BA8-B3D8-0D78B3954F0B}" presName="iconRect" presStyleLbl="node1" presStyleIdx="1" presStyleCnt="2" custLinFactX="500000" custLinFactNeighborX="581410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 with solid fill"/>
        </a:ext>
      </dgm:extLst>
    </dgm:pt>
    <dgm:pt modelId="{379730B0-BB0B-40F6-B12D-8E859490F291}" type="pres">
      <dgm:prSet presAssocID="{56923969-828A-4BA8-B3D8-0D78B3954F0B}" presName="spaceRect" presStyleCnt="0"/>
      <dgm:spPr/>
    </dgm:pt>
    <dgm:pt modelId="{C2A8200A-96B4-428C-8E55-83C8FFDC1FB3}" type="pres">
      <dgm:prSet presAssocID="{56923969-828A-4BA8-B3D8-0D78B3954F0B}" presName="parTx" presStyleLbl="revTx" presStyleIdx="1" presStyleCnt="2" custLinFactNeighborX="-20639">
        <dgm:presLayoutVars>
          <dgm:chMax val="0"/>
          <dgm:chPref val="0"/>
        </dgm:presLayoutVars>
      </dgm:prSet>
      <dgm:spPr/>
    </dgm:pt>
  </dgm:ptLst>
  <dgm:cxnLst>
    <dgm:cxn modelId="{21871D64-72DA-4E05-A3A7-0FB94129F53A}" type="presOf" srcId="{12B01A0F-D3DB-4483-A684-EB3CDDB8C402}" destId="{BA239B92-C7E8-4937-BA2F-63BBE1282096}" srcOrd="0" destOrd="0" presId="urn:microsoft.com/office/officeart/2018/2/layout/IconVerticalSolidList"/>
    <dgm:cxn modelId="{E1B2C347-2E28-49E0-B2E7-EDCC0F166AA5}" srcId="{49816D63-968C-4A55-9BEC-59743BC029E6}" destId="{56923969-828A-4BA8-B3D8-0D78B3954F0B}" srcOrd="1" destOrd="0" parTransId="{EDE96EA5-4272-4597-87C5-810736A70304}" sibTransId="{70055B61-415C-4256-B450-DFA4CB0F7EED}"/>
    <dgm:cxn modelId="{2EB42E8D-072D-471C-8F88-52777522F152}" type="presOf" srcId="{56923969-828A-4BA8-B3D8-0D78B3954F0B}" destId="{C2A8200A-96B4-428C-8E55-83C8FFDC1FB3}" srcOrd="0" destOrd="0" presId="urn:microsoft.com/office/officeart/2018/2/layout/IconVerticalSolidList"/>
    <dgm:cxn modelId="{7C02C89A-B90E-4191-82FD-9CE4845EA376}" srcId="{49816D63-968C-4A55-9BEC-59743BC029E6}" destId="{12B01A0F-D3DB-4483-A684-EB3CDDB8C402}" srcOrd="0" destOrd="0" parTransId="{244FE7CD-09C9-4649-8078-2981EDCAFAF5}" sibTransId="{213FB626-D022-4DCE-A47B-D3479E29F97C}"/>
    <dgm:cxn modelId="{390716D4-D918-415D-BB23-40D401583C72}" type="presOf" srcId="{49816D63-968C-4A55-9BEC-59743BC029E6}" destId="{61067BF9-26D6-4B13-BDFD-7E74DD3567ED}" srcOrd="0" destOrd="0" presId="urn:microsoft.com/office/officeart/2018/2/layout/IconVerticalSolidList"/>
    <dgm:cxn modelId="{CEE4C875-104F-4F56-AC4D-07E0D11E2784}" type="presParOf" srcId="{61067BF9-26D6-4B13-BDFD-7E74DD3567ED}" destId="{EE92A8AE-98EB-489C-B356-A192728D5660}" srcOrd="0" destOrd="0" presId="urn:microsoft.com/office/officeart/2018/2/layout/IconVerticalSolidList"/>
    <dgm:cxn modelId="{6BB7D70E-5A1A-4B44-8F6A-EEFC223B3E0E}" type="presParOf" srcId="{EE92A8AE-98EB-489C-B356-A192728D5660}" destId="{C459F91B-A412-4046-9AE9-167787D1DE0B}" srcOrd="0" destOrd="0" presId="urn:microsoft.com/office/officeart/2018/2/layout/IconVerticalSolidList"/>
    <dgm:cxn modelId="{E89F0CE3-15FD-4EF2-943B-F2965FDC7317}" type="presParOf" srcId="{EE92A8AE-98EB-489C-B356-A192728D5660}" destId="{F189B75D-60E8-4A38-AC23-0DC503925009}" srcOrd="1" destOrd="0" presId="urn:microsoft.com/office/officeart/2018/2/layout/IconVerticalSolidList"/>
    <dgm:cxn modelId="{7A0AF181-8637-40C7-A816-94387AC86CCC}" type="presParOf" srcId="{EE92A8AE-98EB-489C-B356-A192728D5660}" destId="{2A0C591D-F2EB-412E-9E5F-4B0B488D452A}" srcOrd="2" destOrd="0" presId="urn:microsoft.com/office/officeart/2018/2/layout/IconVerticalSolidList"/>
    <dgm:cxn modelId="{128FC341-090F-4ED6-99A1-1CF1EE98946B}" type="presParOf" srcId="{EE92A8AE-98EB-489C-B356-A192728D5660}" destId="{BA239B92-C7E8-4937-BA2F-63BBE1282096}" srcOrd="3" destOrd="0" presId="urn:microsoft.com/office/officeart/2018/2/layout/IconVerticalSolidList"/>
    <dgm:cxn modelId="{D238C958-9E0F-4587-9B4F-8CC0813D5DA1}" type="presParOf" srcId="{61067BF9-26D6-4B13-BDFD-7E74DD3567ED}" destId="{25B81F6A-4678-4CB6-B870-DCC32B8BE308}" srcOrd="1" destOrd="0" presId="urn:microsoft.com/office/officeart/2018/2/layout/IconVerticalSolidList"/>
    <dgm:cxn modelId="{4D0B7B5A-6085-4659-AC79-2896A5F43A95}" type="presParOf" srcId="{61067BF9-26D6-4B13-BDFD-7E74DD3567ED}" destId="{580F3AD1-2DCA-4977-8677-DFF4FB7EA121}" srcOrd="2" destOrd="0" presId="urn:microsoft.com/office/officeart/2018/2/layout/IconVerticalSolidList"/>
    <dgm:cxn modelId="{1A411787-0573-4F84-B27E-E69EC2A3C339}" type="presParOf" srcId="{580F3AD1-2DCA-4977-8677-DFF4FB7EA121}" destId="{F43D942C-5076-405B-826A-BC7DA2026AC7}" srcOrd="0" destOrd="0" presId="urn:microsoft.com/office/officeart/2018/2/layout/IconVerticalSolidList"/>
    <dgm:cxn modelId="{83BB126A-927E-4E1F-9431-51C4DBDD6768}" type="presParOf" srcId="{580F3AD1-2DCA-4977-8677-DFF4FB7EA121}" destId="{8ED43BA3-C6FA-40D0-98FE-78504CE20FC3}" srcOrd="1" destOrd="0" presId="urn:microsoft.com/office/officeart/2018/2/layout/IconVerticalSolidList"/>
    <dgm:cxn modelId="{E8658007-9D23-47E4-8C2D-7C1D9AD63447}" type="presParOf" srcId="{580F3AD1-2DCA-4977-8677-DFF4FB7EA121}" destId="{379730B0-BB0B-40F6-B12D-8E859490F291}" srcOrd="2" destOrd="0" presId="urn:microsoft.com/office/officeart/2018/2/layout/IconVerticalSolidList"/>
    <dgm:cxn modelId="{37E0060B-F65C-4FE0-A1ED-0A3EE55B1234}" type="presParOf" srcId="{580F3AD1-2DCA-4977-8677-DFF4FB7EA121}" destId="{C2A8200A-96B4-428C-8E55-83C8FFDC1FB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3F4FFB-BF9F-4EE8-B58E-FFED8E01943B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5FE25653-A7BA-47FB-8073-2B4FA7940492}">
      <dgm:prSet custT="1"/>
      <dgm:spPr>
        <a:gradFill rotWithShape="0">
          <a:gsLst>
            <a:gs pos="0">
              <a:schemeClr val="accent6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</dgm:spPr>
      <dgm:t>
        <a:bodyPr rtlCol="1"/>
        <a:lstStyle/>
        <a:p>
          <a:pPr rtl="1"/>
          <a:r>
            <a:rPr lang="ar" sz="3400" dirty="0">
              <a:solidFill>
                <a:srgbClr val="7030A0"/>
              </a:solidFill>
            </a:rPr>
            <a:t>أ-1 إدارة الشؤون المالية الشخصية</a:t>
          </a:r>
          <a:endParaRPr lang="en-US" sz="3400" dirty="0">
            <a:solidFill>
              <a:srgbClr val="7030A0"/>
            </a:solidFill>
          </a:endParaRPr>
        </a:p>
      </dgm:t>
    </dgm:pt>
    <dgm:pt modelId="{2FF7EEA5-BA7F-4838-809B-A6AA6FFC522A}" type="parTrans" cxnId="{2A0C2303-6DF6-4B31-916D-18CE0E3115D3}">
      <dgm:prSet/>
      <dgm:spPr/>
      <dgm:t>
        <a:bodyPr rtlCol="1"/>
        <a:lstStyle/>
        <a:p>
          <a:pPr rtl="1"/>
          <a:endParaRPr lang="en-US"/>
        </a:p>
      </dgm:t>
    </dgm:pt>
    <dgm:pt modelId="{FD9ABB40-9682-4D97-B80C-F7F64D08F683}" type="sibTrans" cxnId="{2A0C2303-6DF6-4B31-916D-18CE0E3115D3}">
      <dgm:prSet/>
      <dgm:spPr/>
      <dgm:t>
        <a:bodyPr rtlCol="1"/>
        <a:lstStyle/>
        <a:p>
          <a:pPr rtl="1"/>
          <a:endParaRPr lang="en-US"/>
        </a:p>
      </dgm:t>
    </dgm:pt>
    <dgm:pt modelId="{CCCABDE4-D42F-4A79-80D9-607472E8A4AF}">
      <dgm:prSet custT="1"/>
      <dgm:spPr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marL="0" lvl="0" indent="0" algn="ct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4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أ-2 مقدمو </a:t>
          </a:r>
          <a:br>
            <a:rPr lang="ar-EG" sz="34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</a:br>
          <a:r>
            <a:rPr lang="ar" sz="34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الخدمات المالية</a:t>
          </a:r>
          <a:endParaRPr lang="en-US" sz="3400" kern="1200" dirty="0">
            <a:solidFill>
              <a:srgbClr val="7030A0"/>
            </a:solidFill>
            <a:latin typeface="Verdana"/>
            <a:ea typeface="+mn-ea"/>
            <a:cs typeface="+mn-cs"/>
          </a:endParaRPr>
        </a:p>
      </dgm:t>
    </dgm:pt>
    <dgm:pt modelId="{EAAD90EE-0E21-4401-A75A-1643B5084443}" type="parTrans" cxnId="{1154BE59-1B58-418C-9504-EC0D688BA33C}">
      <dgm:prSet/>
      <dgm:spPr/>
      <dgm:t>
        <a:bodyPr rtlCol="1"/>
        <a:lstStyle/>
        <a:p>
          <a:pPr rtl="1"/>
          <a:endParaRPr lang="en-US"/>
        </a:p>
      </dgm:t>
    </dgm:pt>
    <dgm:pt modelId="{F2E7893A-50A6-440B-AD9A-267ED4D45C29}" type="sibTrans" cxnId="{1154BE59-1B58-418C-9504-EC0D688BA33C}">
      <dgm:prSet/>
      <dgm:spPr/>
      <dgm:t>
        <a:bodyPr rtlCol="1"/>
        <a:lstStyle/>
        <a:p>
          <a:pPr rtl="1"/>
          <a:endParaRPr lang="en-US"/>
        </a:p>
      </dgm:t>
    </dgm:pt>
    <dgm:pt modelId="{CD26852E-4EBB-497C-89F8-723E96217B92}">
      <dgm:prSet custT="1"/>
      <dgm:spPr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marL="0" lvl="0" indent="0" algn="ct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4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أ-3 المنتجات والخدمات المالية</a:t>
          </a:r>
          <a:endParaRPr lang="en-US" sz="3400" kern="1200" dirty="0">
            <a:solidFill>
              <a:srgbClr val="7030A0"/>
            </a:solidFill>
            <a:latin typeface="Verdana"/>
            <a:ea typeface="+mn-ea"/>
            <a:cs typeface="+mn-cs"/>
          </a:endParaRPr>
        </a:p>
      </dgm:t>
    </dgm:pt>
    <dgm:pt modelId="{28DEC12D-D78E-456D-B314-F141468F4213}" type="sibTrans" cxnId="{BC2540DE-653A-4042-BE5C-F0EE87DAF75D}">
      <dgm:prSet/>
      <dgm:spPr/>
      <dgm:t>
        <a:bodyPr rtlCol="1"/>
        <a:lstStyle/>
        <a:p>
          <a:pPr rtl="1"/>
          <a:endParaRPr lang="en-US"/>
        </a:p>
      </dgm:t>
    </dgm:pt>
    <dgm:pt modelId="{FF44BC0D-6132-4107-9BDB-91E2E0B05775}" type="parTrans" cxnId="{BC2540DE-653A-4042-BE5C-F0EE87DAF75D}">
      <dgm:prSet/>
      <dgm:spPr/>
      <dgm:t>
        <a:bodyPr rtlCol="1"/>
        <a:lstStyle/>
        <a:p>
          <a:pPr rtl="1"/>
          <a:endParaRPr lang="en-US"/>
        </a:p>
      </dgm:t>
    </dgm:pt>
    <dgm:pt modelId="{C2E0F2F4-0C32-9540-9E16-C54508DC64FE}" type="pres">
      <dgm:prSet presAssocID="{273F4FFB-BF9F-4EE8-B58E-FFED8E01943B}" presName="diagram" presStyleCnt="0">
        <dgm:presLayoutVars>
          <dgm:dir val="rev"/>
          <dgm:resizeHandles val="exact"/>
        </dgm:presLayoutVars>
      </dgm:prSet>
      <dgm:spPr/>
    </dgm:pt>
    <dgm:pt modelId="{40B8D0EB-42D3-F94B-89AB-EB0AD8AE92EB}" type="pres">
      <dgm:prSet presAssocID="{5FE25653-A7BA-47FB-8073-2B4FA7940492}" presName="node" presStyleLbl="node1" presStyleIdx="0" presStyleCnt="3">
        <dgm:presLayoutVars>
          <dgm:bulletEnabled val="1"/>
        </dgm:presLayoutVars>
      </dgm:prSet>
      <dgm:spPr/>
    </dgm:pt>
    <dgm:pt modelId="{78681F77-DF3B-7140-A437-26DBEB9D483D}" type="pres">
      <dgm:prSet presAssocID="{FD9ABB40-9682-4D97-B80C-F7F64D08F683}" presName="sibTrans" presStyleCnt="0"/>
      <dgm:spPr/>
    </dgm:pt>
    <dgm:pt modelId="{B54ED087-3C1B-CF4A-BD37-8BCD120117B5}" type="pres">
      <dgm:prSet presAssocID="{CCCABDE4-D42F-4A79-80D9-607472E8A4AF}" presName="node" presStyleLbl="node1" presStyleIdx="1" presStyleCnt="3">
        <dgm:presLayoutVars>
          <dgm:bulletEnabled val="1"/>
        </dgm:presLayoutVars>
      </dgm:prSet>
      <dgm:spPr/>
    </dgm:pt>
    <dgm:pt modelId="{14234F19-D8DF-AA44-9161-829F4C189814}" type="pres">
      <dgm:prSet presAssocID="{F2E7893A-50A6-440B-AD9A-267ED4D45C29}" presName="sibTrans" presStyleCnt="0"/>
      <dgm:spPr/>
    </dgm:pt>
    <dgm:pt modelId="{652427F8-5B2D-D047-8AF1-559BA2B28C2E}" type="pres">
      <dgm:prSet presAssocID="{CD26852E-4EBB-497C-89F8-723E96217B92}" presName="node" presStyleLbl="node1" presStyleIdx="2" presStyleCnt="3">
        <dgm:presLayoutVars>
          <dgm:bulletEnabled val="1"/>
        </dgm:presLayoutVars>
      </dgm:prSet>
      <dgm:spPr/>
    </dgm:pt>
  </dgm:ptLst>
  <dgm:cxnLst>
    <dgm:cxn modelId="{2A0C2303-6DF6-4B31-916D-18CE0E3115D3}" srcId="{273F4FFB-BF9F-4EE8-B58E-FFED8E01943B}" destId="{5FE25653-A7BA-47FB-8073-2B4FA7940492}" srcOrd="0" destOrd="0" parTransId="{2FF7EEA5-BA7F-4838-809B-A6AA6FFC522A}" sibTransId="{FD9ABB40-9682-4D97-B80C-F7F64D08F683}"/>
    <dgm:cxn modelId="{69068D27-FBD3-9441-9E3E-DEF472634792}" type="presOf" srcId="{273F4FFB-BF9F-4EE8-B58E-FFED8E01943B}" destId="{C2E0F2F4-0C32-9540-9E16-C54508DC64FE}" srcOrd="0" destOrd="0" presId="urn:microsoft.com/office/officeart/2005/8/layout/default"/>
    <dgm:cxn modelId="{AC230047-468C-ED4E-A097-45ADDD1F2E24}" type="presOf" srcId="{CD26852E-4EBB-497C-89F8-723E96217B92}" destId="{652427F8-5B2D-D047-8AF1-559BA2B28C2E}" srcOrd="0" destOrd="0" presId="urn:microsoft.com/office/officeart/2005/8/layout/default"/>
    <dgm:cxn modelId="{A6E07272-1A86-7041-98CE-0C88DC03D90E}" type="presOf" srcId="{5FE25653-A7BA-47FB-8073-2B4FA7940492}" destId="{40B8D0EB-42D3-F94B-89AB-EB0AD8AE92EB}" srcOrd="0" destOrd="0" presId="urn:microsoft.com/office/officeart/2005/8/layout/default"/>
    <dgm:cxn modelId="{1154BE59-1B58-418C-9504-EC0D688BA33C}" srcId="{273F4FFB-BF9F-4EE8-B58E-FFED8E01943B}" destId="{CCCABDE4-D42F-4A79-80D9-607472E8A4AF}" srcOrd="1" destOrd="0" parTransId="{EAAD90EE-0E21-4401-A75A-1643B5084443}" sibTransId="{F2E7893A-50A6-440B-AD9A-267ED4D45C29}"/>
    <dgm:cxn modelId="{BC2540DE-653A-4042-BE5C-F0EE87DAF75D}" srcId="{273F4FFB-BF9F-4EE8-B58E-FFED8E01943B}" destId="{CD26852E-4EBB-497C-89F8-723E96217B92}" srcOrd="2" destOrd="0" parTransId="{FF44BC0D-6132-4107-9BDB-91E2E0B05775}" sibTransId="{28DEC12D-D78E-456D-B314-F141468F4213}"/>
    <dgm:cxn modelId="{E004E1EB-AE0A-994E-8348-9DC93705E677}" type="presOf" srcId="{CCCABDE4-D42F-4A79-80D9-607472E8A4AF}" destId="{B54ED087-3C1B-CF4A-BD37-8BCD120117B5}" srcOrd="0" destOrd="0" presId="urn:microsoft.com/office/officeart/2005/8/layout/default"/>
    <dgm:cxn modelId="{20EB66E6-B7A1-8C4A-8F28-EA5AEEC47C45}" type="presParOf" srcId="{C2E0F2F4-0C32-9540-9E16-C54508DC64FE}" destId="{40B8D0EB-42D3-F94B-89AB-EB0AD8AE92EB}" srcOrd="0" destOrd="0" presId="urn:microsoft.com/office/officeart/2005/8/layout/default"/>
    <dgm:cxn modelId="{43B5C04E-2054-7847-AC60-02ED5DDBB451}" type="presParOf" srcId="{C2E0F2F4-0C32-9540-9E16-C54508DC64FE}" destId="{78681F77-DF3B-7140-A437-26DBEB9D483D}" srcOrd="1" destOrd="0" presId="urn:microsoft.com/office/officeart/2005/8/layout/default"/>
    <dgm:cxn modelId="{5F30B89E-5462-8A43-BD41-BECD0CD7548D}" type="presParOf" srcId="{C2E0F2F4-0C32-9540-9E16-C54508DC64FE}" destId="{B54ED087-3C1B-CF4A-BD37-8BCD120117B5}" srcOrd="2" destOrd="0" presId="urn:microsoft.com/office/officeart/2005/8/layout/default"/>
    <dgm:cxn modelId="{3CA190B2-FE22-B649-85CC-400B6894C91D}" type="presParOf" srcId="{C2E0F2F4-0C32-9540-9E16-C54508DC64FE}" destId="{14234F19-D8DF-AA44-9161-829F4C189814}" srcOrd="3" destOrd="0" presId="urn:microsoft.com/office/officeart/2005/8/layout/default"/>
    <dgm:cxn modelId="{21AB928B-AA63-7646-BD0B-9DB32887F788}" type="presParOf" srcId="{C2E0F2F4-0C32-9540-9E16-C54508DC64FE}" destId="{652427F8-5B2D-D047-8AF1-559BA2B28C2E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040EC1E-4890-40AE-A307-6B243F96F985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6CB5A597-84B5-4F7D-B0EF-309C5F8FB48D}">
      <dgm:prSet/>
      <dgm:spPr/>
      <dgm:t>
        <a:bodyPr rtlCol="1"/>
        <a:lstStyle/>
        <a:p>
          <a:pPr rtl="1"/>
          <a:r>
            <a:rPr lang="ar" noProof="0" dirty="0">
              <a:solidFill>
                <a:srgbClr val="7030A0"/>
              </a:solidFill>
            </a:rPr>
            <a:t>الحصول على تصنيف ائتمان سيء</a:t>
          </a:r>
        </a:p>
      </dgm:t>
    </dgm:pt>
    <dgm:pt modelId="{90AF5AB1-45E4-43F3-BA8F-7186DAE62A36}" type="parTrans" cxnId="{1D97A16B-9269-4AF2-A663-3A8E3596344E}">
      <dgm:prSet/>
      <dgm:spPr/>
      <dgm:t>
        <a:bodyPr rtlCol="1"/>
        <a:lstStyle/>
        <a:p>
          <a:pPr rtl="1"/>
          <a:endParaRPr lang="en-US"/>
        </a:p>
      </dgm:t>
    </dgm:pt>
    <dgm:pt modelId="{B3C3D17A-6F31-4615-A3E1-04E6B1079AF3}" type="sibTrans" cxnId="{1D97A16B-9269-4AF2-A663-3A8E3596344E}">
      <dgm:prSet/>
      <dgm:spPr/>
      <dgm:t>
        <a:bodyPr rtlCol="1"/>
        <a:lstStyle/>
        <a:p>
          <a:pPr rtl="1"/>
          <a:endParaRPr lang="en-US"/>
        </a:p>
      </dgm:t>
    </dgm:pt>
    <dgm:pt modelId="{3CA0F114-B3F7-4ABA-BEDA-D3E5BE545B51}">
      <dgm:prSet/>
      <dgm:spPr/>
      <dgm:t>
        <a:bodyPr rtlCol="1"/>
        <a:lstStyle/>
        <a:p>
          <a:pPr rtl="1"/>
          <a:r>
            <a:rPr lang="ar" dirty="0">
              <a:solidFill>
                <a:srgbClr val="7030A0"/>
              </a:solidFill>
            </a:rPr>
            <a:t>عدم تحصيل ما يكفي لسداد فواتيرك</a:t>
          </a:r>
          <a:endParaRPr lang="en-US" dirty="0">
            <a:solidFill>
              <a:srgbClr val="7030A0"/>
            </a:solidFill>
          </a:endParaRPr>
        </a:p>
      </dgm:t>
    </dgm:pt>
    <dgm:pt modelId="{88E4EC56-67EB-44F3-88B6-52D4409FC601}" type="parTrans" cxnId="{54F00255-4730-448B-AA69-99979314D1C4}">
      <dgm:prSet/>
      <dgm:spPr/>
      <dgm:t>
        <a:bodyPr rtlCol="1"/>
        <a:lstStyle/>
        <a:p>
          <a:pPr rtl="1"/>
          <a:endParaRPr lang="en-US"/>
        </a:p>
      </dgm:t>
    </dgm:pt>
    <dgm:pt modelId="{2E09FE5E-8AA7-4AC3-9889-71ED54EAEAC4}" type="sibTrans" cxnId="{54F00255-4730-448B-AA69-99979314D1C4}">
      <dgm:prSet/>
      <dgm:spPr/>
      <dgm:t>
        <a:bodyPr rtlCol="1"/>
        <a:lstStyle/>
        <a:p>
          <a:pPr rtl="1"/>
          <a:endParaRPr lang="en-US"/>
        </a:p>
      </dgm:t>
    </dgm:pt>
    <dgm:pt modelId="{1A74A477-AE32-42DC-8ED2-C51A6604BA7D}">
      <dgm:prSet/>
      <dgm:spPr/>
      <dgm:t>
        <a:bodyPr rtlCol="1"/>
        <a:lstStyle/>
        <a:p>
          <a:pPr rtl="1"/>
          <a:r>
            <a:rPr lang="ar">
              <a:solidFill>
                <a:srgbClr val="7030A0"/>
              </a:solidFill>
            </a:rPr>
            <a:t>صعوبة الحصول على قرض أو قرض عقاري</a:t>
          </a:r>
          <a:endParaRPr lang="en-US" dirty="0">
            <a:solidFill>
              <a:srgbClr val="7030A0"/>
            </a:solidFill>
          </a:endParaRPr>
        </a:p>
      </dgm:t>
    </dgm:pt>
    <dgm:pt modelId="{DDA2EFED-69E4-40ED-A777-55A92F9960F3}" type="parTrans" cxnId="{552BB7B4-CDA3-4C69-A69C-B963D129674A}">
      <dgm:prSet/>
      <dgm:spPr/>
      <dgm:t>
        <a:bodyPr rtlCol="1"/>
        <a:lstStyle/>
        <a:p>
          <a:pPr rtl="1"/>
          <a:endParaRPr lang="en-US"/>
        </a:p>
      </dgm:t>
    </dgm:pt>
    <dgm:pt modelId="{12DEAB97-36D0-48FE-91C9-EB448B45C08B}" type="sibTrans" cxnId="{552BB7B4-CDA3-4C69-A69C-B963D129674A}">
      <dgm:prSet/>
      <dgm:spPr/>
      <dgm:t>
        <a:bodyPr rtlCol="1"/>
        <a:lstStyle/>
        <a:p>
          <a:pPr rtl="1"/>
          <a:endParaRPr lang="en-US"/>
        </a:p>
      </dgm:t>
    </dgm:pt>
    <dgm:pt modelId="{9945427A-03D1-4EC2-8286-4B8C79F6CDE4}">
      <dgm:prSet/>
      <dgm:spPr/>
      <dgm:t>
        <a:bodyPr rtlCol="1"/>
        <a:lstStyle/>
        <a:p>
          <a:pPr rtl="1"/>
          <a:r>
            <a:rPr lang="ar">
              <a:solidFill>
                <a:srgbClr val="7030A0"/>
              </a:solidFill>
            </a:rPr>
            <a:t>عدم القدرة على دفع مقابل الأساسيات اليومية</a:t>
          </a:r>
          <a:endParaRPr lang="en-US" dirty="0">
            <a:solidFill>
              <a:srgbClr val="7030A0"/>
            </a:solidFill>
          </a:endParaRPr>
        </a:p>
      </dgm:t>
    </dgm:pt>
    <dgm:pt modelId="{D35C39A4-AA4B-461B-BC43-3D0C2E375776}" type="parTrans" cxnId="{8D30FC39-3A8E-4E77-BE47-84FBB5E60307}">
      <dgm:prSet/>
      <dgm:spPr/>
      <dgm:t>
        <a:bodyPr rtlCol="1"/>
        <a:lstStyle/>
        <a:p>
          <a:pPr rtl="1"/>
          <a:endParaRPr lang="en-US"/>
        </a:p>
      </dgm:t>
    </dgm:pt>
    <dgm:pt modelId="{F110C5C7-BB1A-4E69-8569-82592883F97E}" type="sibTrans" cxnId="{8D30FC39-3A8E-4E77-BE47-84FBB5E60307}">
      <dgm:prSet/>
      <dgm:spPr/>
      <dgm:t>
        <a:bodyPr rtlCol="1"/>
        <a:lstStyle/>
        <a:p>
          <a:pPr rtl="1"/>
          <a:endParaRPr lang="en-US"/>
        </a:p>
      </dgm:t>
    </dgm:pt>
    <dgm:pt modelId="{0FF93FF1-3F6F-4B53-9D11-2AC14B9CC4C8}">
      <dgm:prSet/>
      <dgm:spPr/>
      <dgm:t>
        <a:bodyPr rtlCol="1"/>
        <a:lstStyle/>
        <a:p>
          <a:pPr rtl="1"/>
          <a:r>
            <a:rPr lang="ar">
              <a:solidFill>
                <a:srgbClr val="7030A0"/>
              </a:solidFill>
            </a:rPr>
            <a:t>احتمال فقدان المنزل </a:t>
          </a:r>
          <a:endParaRPr lang="en-US" dirty="0">
            <a:solidFill>
              <a:srgbClr val="7030A0"/>
            </a:solidFill>
          </a:endParaRPr>
        </a:p>
      </dgm:t>
    </dgm:pt>
    <dgm:pt modelId="{0BB115A6-EEA7-4764-9DE8-B54ECFE82E39}" type="parTrans" cxnId="{94F05E53-8B5B-4042-B149-A28D13219C6C}">
      <dgm:prSet/>
      <dgm:spPr/>
      <dgm:t>
        <a:bodyPr rtlCol="1"/>
        <a:lstStyle/>
        <a:p>
          <a:pPr rtl="1"/>
          <a:endParaRPr lang="en-US"/>
        </a:p>
      </dgm:t>
    </dgm:pt>
    <dgm:pt modelId="{26517502-5F14-4DB6-8CF8-5C06EE53FDB1}" type="sibTrans" cxnId="{94F05E53-8B5B-4042-B149-A28D13219C6C}">
      <dgm:prSet/>
      <dgm:spPr/>
      <dgm:t>
        <a:bodyPr rtlCol="1"/>
        <a:lstStyle/>
        <a:p>
          <a:pPr rtl="1"/>
          <a:endParaRPr lang="en-US"/>
        </a:p>
      </dgm:t>
    </dgm:pt>
    <dgm:pt modelId="{7A99A046-AB55-4011-BBF8-6B3EE027131F}">
      <dgm:prSet/>
      <dgm:spPr/>
      <dgm:t>
        <a:bodyPr rtlCol="1"/>
        <a:lstStyle/>
        <a:p>
          <a:pPr rtl="1"/>
          <a:r>
            <a:rPr lang="ar" dirty="0">
              <a:solidFill>
                <a:srgbClr val="7030A0"/>
              </a:solidFill>
            </a:rPr>
            <a:t>وضع عائلتك تحت الضغط</a:t>
          </a:r>
          <a:endParaRPr lang="en-US" dirty="0">
            <a:solidFill>
              <a:srgbClr val="7030A0"/>
            </a:solidFill>
          </a:endParaRPr>
        </a:p>
      </dgm:t>
    </dgm:pt>
    <dgm:pt modelId="{A979AF85-046D-4CD4-B9DD-453DF6FBF192}" type="parTrans" cxnId="{DA382509-E644-46C4-82C5-F0D5C5057C63}">
      <dgm:prSet/>
      <dgm:spPr/>
      <dgm:t>
        <a:bodyPr rtlCol="1"/>
        <a:lstStyle/>
        <a:p>
          <a:pPr rtl="1"/>
          <a:endParaRPr lang="en-US"/>
        </a:p>
      </dgm:t>
    </dgm:pt>
    <dgm:pt modelId="{A458D1CD-C410-4BC8-849B-3BC2D8758171}" type="sibTrans" cxnId="{DA382509-E644-46C4-82C5-F0D5C5057C63}">
      <dgm:prSet/>
      <dgm:spPr/>
      <dgm:t>
        <a:bodyPr rtlCol="1"/>
        <a:lstStyle/>
        <a:p>
          <a:pPr rtl="1"/>
          <a:endParaRPr lang="en-US"/>
        </a:p>
      </dgm:t>
    </dgm:pt>
    <dgm:pt modelId="{07A4EA01-7809-A74F-BAE6-D9AB62DB5D9B}" type="pres">
      <dgm:prSet presAssocID="{E040EC1E-4890-40AE-A307-6B243F96F985}" presName="linear" presStyleCnt="0">
        <dgm:presLayoutVars>
          <dgm:animLvl val="lvl"/>
          <dgm:resizeHandles val="exact"/>
        </dgm:presLayoutVars>
      </dgm:prSet>
      <dgm:spPr/>
    </dgm:pt>
    <dgm:pt modelId="{5ADB5C2E-9073-C74B-BF3F-7C58487B6C3B}" type="pres">
      <dgm:prSet presAssocID="{6CB5A597-84B5-4F7D-B0EF-309C5F8FB48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94A40BF-3649-BE4C-8174-2E83D1A851CC}" type="pres">
      <dgm:prSet presAssocID="{B3C3D17A-6F31-4615-A3E1-04E6B1079AF3}" presName="spacer" presStyleCnt="0"/>
      <dgm:spPr/>
    </dgm:pt>
    <dgm:pt modelId="{ACF2900A-A55D-0148-BCB5-502D9A0EF0D1}" type="pres">
      <dgm:prSet presAssocID="{3CA0F114-B3F7-4ABA-BEDA-D3E5BE545B5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6A3157D0-6060-4149-8099-8299CE9E0FAF}" type="pres">
      <dgm:prSet presAssocID="{2E09FE5E-8AA7-4AC3-9889-71ED54EAEAC4}" presName="spacer" presStyleCnt="0"/>
      <dgm:spPr/>
    </dgm:pt>
    <dgm:pt modelId="{E86FC05E-D4C6-AC47-A206-0BE087901EC4}" type="pres">
      <dgm:prSet presAssocID="{1A74A477-AE32-42DC-8ED2-C51A6604BA7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9D583850-6B60-124A-9365-0B87FA1B91CD}" type="pres">
      <dgm:prSet presAssocID="{12DEAB97-36D0-48FE-91C9-EB448B45C08B}" presName="spacer" presStyleCnt="0"/>
      <dgm:spPr/>
    </dgm:pt>
    <dgm:pt modelId="{E0B0EFCB-FC80-1546-B2F1-E9DC408440BD}" type="pres">
      <dgm:prSet presAssocID="{9945427A-03D1-4EC2-8286-4B8C79F6CDE4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78D9FC61-13FB-B540-AE64-9BF2A9B57ED4}" type="pres">
      <dgm:prSet presAssocID="{F110C5C7-BB1A-4E69-8569-82592883F97E}" presName="spacer" presStyleCnt="0"/>
      <dgm:spPr/>
    </dgm:pt>
    <dgm:pt modelId="{47FC424C-3427-E546-A487-CAC2E327D6DF}" type="pres">
      <dgm:prSet presAssocID="{0FF93FF1-3F6F-4B53-9D11-2AC14B9CC4C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D866F15-51D8-0448-966F-89728D8C70A2}" type="pres">
      <dgm:prSet presAssocID="{26517502-5F14-4DB6-8CF8-5C06EE53FDB1}" presName="spacer" presStyleCnt="0"/>
      <dgm:spPr/>
    </dgm:pt>
    <dgm:pt modelId="{41ADEB50-83DC-7C44-86D4-B2D5ABAC9754}" type="pres">
      <dgm:prSet presAssocID="{7A99A046-AB55-4011-BBF8-6B3EE027131F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A382509-E644-46C4-82C5-F0D5C5057C63}" srcId="{E040EC1E-4890-40AE-A307-6B243F96F985}" destId="{7A99A046-AB55-4011-BBF8-6B3EE027131F}" srcOrd="5" destOrd="0" parTransId="{A979AF85-046D-4CD4-B9DD-453DF6FBF192}" sibTransId="{A458D1CD-C410-4BC8-849B-3BC2D8758171}"/>
    <dgm:cxn modelId="{7C51C611-EC43-C741-8DB8-F6462EA0CB22}" type="presOf" srcId="{1A74A477-AE32-42DC-8ED2-C51A6604BA7D}" destId="{E86FC05E-D4C6-AC47-A206-0BE087901EC4}" srcOrd="0" destOrd="0" presId="urn:microsoft.com/office/officeart/2005/8/layout/vList2"/>
    <dgm:cxn modelId="{2C49762A-97E1-3B48-B1AC-B27FDA801467}" type="presOf" srcId="{9945427A-03D1-4EC2-8286-4B8C79F6CDE4}" destId="{E0B0EFCB-FC80-1546-B2F1-E9DC408440BD}" srcOrd="0" destOrd="0" presId="urn:microsoft.com/office/officeart/2005/8/layout/vList2"/>
    <dgm:cxn modelId="{8D30FC39-3A8E-4E77-BE47-84FBB5E60307}" srcId="{E040EC1E-4890-40AE-A307-6B243F96F985}" destId="{9945427A-03D1-4EC2-8286-4B8C79F6CDE4}" srcOrd="3" destOrd="0" parTransId="{D35C39A4-AA4B-461B-BC43-3D0C2E375776}" sibTransId="{F110C5C7-BB1A-4E69-8569-82592883F97E}"/>
    <dgm:cxn modelId="{FB374361-7536-E042-9B61-C357219487A8}" type="presOf" srcId="{0FF93FF1-3F6F-4B53-9D11-2AC14B9CC4C8}" destId="{47FC424C-3427-E546-A487-CAC2E327D6DF}" srcOrd="0" destOrd="0" presId="urn:microsoft.com/office/officeart/2005/8/layout/vList2"/>
    <dgm:cxn modelId="{2617EF44-AF58-A547-ADA0-937CBCDE24C2}" type="presOf" srcId="{3CA0F114-B3F7-4ABA-BEDA-D3E5BE545B51}" destId="{ACF2900A-A55D-0148-BCB5-502D9A0EF0D1}" srcOrd="0" destOrd="0" presId="urn:microsoft.com/office/officeart/2005/8/layout/vList2"/>
    <dgm:cxn modelId="{1D97A16B-9269-4AF2-A663-3A8E3596344E}" srcId="{E040EC1E-4890-40AE-A307-6B243F96F985}" destId="{6CB5A597-84B5-4F7D-B0EF-309C5F8FB48D}" srcOrd="0" destOrd="0" parTransId="{90AF5AB1-45E4-43F3-BA8F-7186DAE62A36}" sibTransId="{B3C3D17A-6F31-4615-A3E1-04E6B1079AF3}"/>
    <dgm:cxn modelId="{94F05E53-8B5B-4042-B149-A28D13219C6C}" srcId="{E040EC1E-4890-40AE-A307-6B243F96F985}" destId="{0FF93FF1-3F6F-4B53-9D11-2AC14B9CC4C8}" srcOrd="4" destOrd="0" parTransId="{0BB115A6-EEA7-4764-9DE8-B54ECFE82E39}" sibTransId="{26517502-5F14-4DB6-8CF8-5C06EE53FDB1}"/>
    <dgm:cxn modelId="{54F00255-4730-448B-AA69-99979314D1C4}" srcId="{E040EC1E-4890-40AE-A307-6B243F96F985}" destId="{3CA0F114-B3F7-4ABA-BEDA-D3E5BE545B51}" srcOrd="1" destOrd="0" parTransId="{88E4EC56-67EB-44F3-88B6-52D4409FC601}" sibTransId="{2E09FE5E-8AA7-4AC3-9889-71ED54EAEAC4}"/>
    <dgm:cxn modelId="{5DC55C7B-5BA0-0146-B709-EA0CD90C204B}" type="presOf" srcId="{E040EC1E-4890-40AE-A307-6B243F96F985}" destId="{07A4EA01-7809-A74F-BAE6-D9AB62DB5D9B}" srcOrd="0" destOrd="0" presId="urn:microsoft.com/office/officeart/2005/8/layout/vList2"/>
    <dgm:cxn modelId="{FD8FBB90-B3A7-0541-BA5C-4778997A1BEF}" type="presOf" srcId="{6CB5A597-84B5-4F7D-B0EF-309C5F8FB48D}" destId="{5ADB5C2E-9073-C74B-BF3F-7C58487B6C3B}" srcOrd="0" destOrd="0" presId="urn:microsoft.com/office/officeart/2005/8/layout/vList2"/>
    <dgm:cxn modelId="{552BB7B4-CDA3-4C69-A69C-B963D129674A}" srcId="{E040EC1E-4890-40AE-A307-6B243F96F985}" destId="{1A74A477-AE32-42DC-8ED2-C51A6604BA7D}" srcOrd="2" destOrd="0" parTransId="{DDA2EFED-69E4-40ED-A777-55A92F9960F3}" sibTransId="{12DEAB97-36D0-48FE-91C9-EB448B45C08B}"/>
    <dgm:cxn modelId="{C9CFB4B8-1B99-7B4A-9C9C-FADD72BED742}" type="presOf" srcId="{7A99A046-AB55-4011-BBF8-6B3EE027131F}" destId="{41ADEB50-83DC-7C44-86D4-B2D5ABAC9754}" srcOrd="0" destOrd="0" presId="urn:microsoft.com/office/officeart/2005/8/layout/vList2"/>
    <dgm:cxn modelId="{4566B3DA-7855-4148-ACBB-6660630F6108}" type="presParOf" srcId="{07A4EA01-7809-A74F-BAE6-D9AB62DB5D9B}" destId="{5ADB5C2E-9073-C74B-BF3F-7C58487B6C3B}" srcOrd="0" destOrd="0" presId="urn:microsoft.com/office/officeart/2005/8/layout/vList2"/>
    <dgm:cxn modelId="{163DD48D-B7B7-E244-982D-904C43B39AF6}" type="presParOf" srcId="{07A4EA01-7809-A74F-BAE6-D9AB62DB5D9B}" destId="{294A40BF-3649-BE4C-8174-2E83D1A851CC}" srcOrd="1" destOrd="0" presId="urn:microsoft.com/office/officeart/2005/8/layout/vList2"/>
    <dgm:cxn modelId="{6577BA71-7785-1A4A-B3FE-7B4435B01799}" type="presParOf" srcId="{07A4EA01-7809-A74F-BAE6-D9AB62DB5D9B}" destId="{ACF2900A-A55D-0148-BCB5-502D9A0EF0D1}" srcOrd="2" destOrd="0" presId="urn:microsoft.com/office/officeart/2005/8/layout/vList2"/>
    <dgm:cxn modelId="{F5FCEA57-2317-C74B-B2DA-1817238AA7D6}" type="presParOf" srcId="{07A4EA01-7809-A74F-BAE6-D9AB62DB5D9B}" destId="{6A3157D0-6060-4149-8099-8299CE9E0FAF}" srcOrd="3" destOrd="0" presId="urn:microsoft.com/office/officeart/2005/8/layout/vList2"/>
    <dgm:cxn modelId="{6D91C5C4-B2B8-674A-8872-F2C7D5DB9073}" type="presParOf" srcId="{07A4EA01-7809-A74F-BAE6-D9AB62DB5D9B}" destId="{E86FC05E-D4C6-AC47-A206-0BE087901EC4}" srcOrd="4" destOrd="0" presId="urn:microsoft.com/office/officeart/2005/8/layout/vList2"/>
    <dgm:cxn modelId="{C77AD258-52B6-9146-A2BE-D50DA7E2A5E0}" type="presParOf" srcId="{07A4EA01-7809-A74F-BAE6-D9AB62DB5D9B}" destId="{9D583850-6B60-124A-9365-0B87FA1B91CD}" srcOrd="5" destOrd="0" presId="urn:microsoft.com/office/officeart/2005/8/layout/vList2"/>
    <dgm:cxn modelId="{E850B08C-9737-1042-BD6E-2502CB3A2200}" type="presParOf" srcId="{07A4EA01-7809-A74F-BAE6-D9AB62DB5D9B}" destId="{E0B0EFCB-FC80-1546-B2F1-E9DC408440BD}" srcOrd="6" destOrd="0" presId="urn:microsoft.com/office/officeart/2005/8/layout/vList2"/>
    <dgm:cxn modelId="{76322CE5-8D4E-4C4F-9C6B-DB969D470C59}" type="presParOf" srcId="{07A4EA01-7809-A74F-BAE6-D9AB62DB5D9B}" destId="{78D9FC61-13FB-B540-AE64-9BF2A9B57ED4}" srcOrd="7" destOrd="0" presId="urn:microsoft.com/office/officeart/2005/8/layout/vList2"/>
    <dgm:cxn modelId="{EC25AA33-874F-CC49-9B38-FCE928FFD3FB}" type="presParOf" srcId="{07A4EA01-7809-A74F-BAE6-D9AB62DB5D9B}" destId="{47FC424C-3427-E546-A487-CAC2E327D6DF}" srcOrd="8" destOrd="0" presId="urn:microsoft.com/office/officeart/2005/8/layout/vList2"/>
    <dgm:cxn modelId="{16485D8B-AF6B-EE48-BE30-DA231E789821}" type="presParOf" srcId="{07A4EA01-7809-A74F-BAE6-D9AB62DB5D9B}" destId="{CD866F15-51D8-0448-966F-89728D8C70A2}" srcOrd="9" destOrd="0" presId="urn:microsoft.com/office/officeart/2005/8/layout/vList2"/>
    <dgm:cxn modelId="{A7CEAE8D-A69F-A14D-A6C9-257A819E8486}" type="presParOf" srcId="{07A4EA01-7809-A74F-BAE6-D9AB62DB5D9B}" destId="{41ADEB50-83DC-7C44-86D4-B2D5ABAC9754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E09C1F6-6440-4775-A029-445B8659E9E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197A56FC-EC7F-4B6F-8421-56C44387884A}">
      <dgm:prSet custT="1"/>
      <dgm:spPr/>
      <dgm:t>
        <a:bodyPr rtlCol="1"/>
        <a:lstStyle/>
        <a:p>
          <a:pPr algn="r" rtl="1">
            <a:lnSpc>
              <a:spcPct val="100000"/>
            </a:lnSpc>
          </a:pPr>
          <a:r>
            <a:rPr lang="ar-SA" sz="1600" noProof="0" dirty="0"/>
            <a:t>إدارة شؤونك المالية الشخصية تتيح لك التخطيط </a:t>
          </a:r>
          <a:r>
            <a:rPr lang="ar-SA" sz="1600" b="1" noProof="0" dirty="0"/>
            <a:t>للظروف الطارئة</a:t>
          </a:r>
          <a:r>
            <a:rPr lang="ar-SA" sz="1600" noProof="0" dirty="0"/>
            <a:t>. </a:t>
          </a:r>
        </a:p>
      </dgm:t>
    </dgm:pt>
    <dgm:pt modelId="{5D3FB705-652D-4343-A56D-3F2D179F7EB4}" type="parTrans" cxnId="{DF2A5F22-42C9-4B4F-A287-CF45D4A6A755}">
      <dgm:prSet/>
      <dgm:spPr/>
      <dgm:t>
        <a:bodyPr rtlCol="1"/>
        <a:lstStyle/>
        <a:p>
          <a:pPr rtl="1"/>
          <a:endParaRPr lang="en-US"/>
        </a:p>
      </dgm:t>
    </dgm:pt>
    <dgm:pt modelId="{B6A81EF1-F0CD-4E81-94CF-64C92B49CBD0}" type="sibTrans" cxnId="{DF2A5F22-42C9-4B4F-A287-CF45D4A6A755}">
      <dgm:prSet/>
      <dgm:spPr/>
      <dgm:t>
        <a:bodyPr rtlCol="1"/>
        <a:lstStyle/>
        <a:p>
          <a:pPr rtl="1"/>
          <a:endParaRPr lang="en-US"/>
        </a:p>
      </dgm:t>
    </dgm:pt>
    <dgm:pt modelId="{60C8217E-51FC-4613-8703-B84F223781B3}">
      <dgm:prSet custT="1"/>
      <dgm:spPr/>
      <dgm:t>
        <a:bodyPr rtlCol="1"/>
        <a:lstStyle/>
        <a:p>
          <a:pPr algn="r" rtl="1">
            <a:lnSpc>
              <a:spcPct val="100000"/>
            </a:lnSpc>
          </a:pPr>
          <a:r>
            <a:rPr lang="ar-SA" sz="1600" noProof="0" dirty="0"/>
            <a:t>وهذا يعني وجود مدخرات أو تأمين لتغطية أي أحداث أو ظروف غير متوقعة </a:t>
          </a:r>
          <a:br>
            <a:rPr lang="ar-SA" sz="1600" noProof="0" dirty="0"/>
          </a:br>
          <a:r>
            <a:rPr lang="ar-SA" sz="1600" noProof="0" dirty="0"/>
            <a:t>قد تحدث.</a:t>
          </a:r>
        </a:p>
      </dgm:t>
    </dgm:pt>
    <dgm:pt modelId="{D5D3CF61-22D0-4372-BF63-BD654CFB7692}" type="parTrans" cxnId="{142D6AFF-D9A6-429B-A048-B78A7705E39A}">
      <dgm:prSet/>
      <dgm:spPr/>
      <dgm:t>
        <a:bodyPr rtlCol="1"/>
        <a:lstStyle/>
        <a:p>
          <a:pPr rtl="1"/>
          <a:endParaRPr lang="en-US"/>
        </a:p>
      </dgm:t>
    </dgm:pt>
    <dgm:pt modelId="{4FEF98FE-BECE-473B-8077-7BA9A00DF594}" type="sibTrans" cxnId="{142D6AFF-D9A6-429B-A048-B78A7705E39A}">
      <dgm:prSet/>
      <dgm:spPr/>
      <dgm:t>
        <a:bodyPr rtlCol="1"/>
        <a:lstStyle/>
        <a:p>
          <a:pPr rtl="1"/>
          <a:endParaRPr lang="en-US"/>
        </a:p>
      </dgm:t>
    </dgm:pt>
    <dgm:pt modelId="{F9E70DE0-3648-4E0C-8473-A85C4AF7B36B}">
      <dgm:prSet custT="1"/>
      <dgm:spPr/>
      <dgm:t>
        <a:bodyPr rtlCol="1"/>
        <a:lstStyle/>
        <a:p>
          <a:pPr algn="r" rtl="1">
            <a:lnSpc>
              <a:spcPct val="100000"/>
            </a:lnSpc>
          </a:pPr>
          <a:r>
            <a:rPr lang="ar-SA" sz="1600" noProof="0" dirty="0"/>
            <a:t> على سبيل المثال، </a:t>
          </a:r>
          <a:br>
            <a:rPr lang="ar-SA" sz="1600" noProof="0" dirty="0"/>
          </a:br>
          <a:r>
            <a:rPr lang="ar-SA" sz="1600" noProof="0" dirty="0"/>
            <a:t>قد يتعطل نظام التكييف </a:t>
          </a:r>
          <a:br>
            <a:rPr lang="ar-SA" sz="1600" noProof="0" dirty="0"/>
          </a:br>
          <a:r>
            <a:rPr lang="ar-SA" sz="1600" noProof="0" dirty="0"/>
            <a:t>أو التدفئة الخاص بك، </a:t>
          </a:r>
          <a:br>
            <a:rPr lang="ar-SA" sz="1600" noProof="0" dirty="0"/>
          </a:br>
          <a:r>
            <a:rPr lang="ar-SA" sz="1600" noProof="0" dirty="0"/>
            <a:t>أو قد تحتاج سيارتك </a:t>
          </a:r>
          <a:br>
            <a:rPr lang="ar-SA" sz="1600" noProof="0" dirty="0"/>
          </a:br>
          <a:r>
            <a:rPr lang="ar-SA" sz="1600" noProof="0" dirty="0"/>
            <a:t>إلى إصلاح.</a:t>
          </a:r>
        </a:p>
      </dgm:t>
    </dgm:pt>
    <dgm:pt modelId="{2D381DC4-F4F2-40A6-851D-B2E80C00D142}" type="parTrans" cxnId="{AAD8A29E-D057-4F95-8C08-C123D6EBDC58}">
      <dgm:prSet/>
      <dgm:spPr/>
      <dgm:t>
        <a:bodyPr rtlCol="1"/>
        <a:lstStyle/>
        <a:p>
          <a:pPr rtl="1"/>
          <a:endParaRPr lang="en-US"/>
        </a:p>
      </dgm:t>
    </dgm:pt>
    <dgm:pt modelId="{B308EA53-E0E2-4C9D-ACF8-AF4530F05E92}" type="sibTrans" cxnId="{AAD8A29E-D057-4F95-8C08-C123D6EBDC58}">
      <dgm:prSet/>
      <dgm:spPr/>
      <dgm:t>
        <a:bodyPr rtlCol="1"/>
        <a:lstStyle/>
        <a:p>
          <a:pPr rtl="1"/>
          <a:endParaRPr lang="en-US"/>
        </a:p>
      </dgm:t>
    </dgm:pt>
    <dgm:pt modelId="{34DD69D3-A179-4650-A6E7-4CCE8DB141BC}">
      <dgm:prSet custT="1"/>
      <dgm:spPr/>
      <dgm:t>
        <a:bodyPr rtlCol="1"/>
        <a:lstStyle/>
        <a:p>
          <a:pPr algn="r" rtl="1">
            <a:lnSpc>
              <a:spcPct val="100000"/>
            </a:lnSpc>
          </a:pPr>
          <a:r>
            <a:rPr lang="ar" sz="1600" noProof="0" dirty="0"/>
            <a:t>أو قد تفقد وظيفتك </a:t>
          </a:r>
          <a:br>
            <a:rPr lang="ar-EG" sz="1600" noProof="0" dirty="0"/>
          </a:br>
          <a:r>
            <a:rPr lang="ar" sz="1600" noProof="0" dirty="0"/>
            <a:t>بسبب عدم حاجة صاحب العمل لك بعد الآن </a:t>
          </a:r>
          <a:br>
            <a:rPr lang="ar-EG" sz="1600" noProof="0" dirty="0"/>
          </a:br>
          <a:r>
            <a:rPr lang="ar" sz="1600" noProof="0" dirty="0"/>
            <a:t>(تسريح العمالة الزائدة).</a:t>
          </a:r>
        </a:p>
      </dgm:t>
    </dgm:pt>
    <dgm:pt modelId="{5714F838-61D6-4507-9DA0-9BAF315545DD}" type="parTrans" cxnId="{9C91EA6C-9B4F-4D3C-A4E6-68A9CC25CDEC}">
      <dgm:prSet/>
      <dgm:spPr/>
      <dgm:t>
        <a:bodyPr rtlCol="1"/>
        <a:lstStyle/>
        <a:p>
          <a:pPr rtl="1"/>
          <a:endParaRPr lang="en-US"/>
        </a:p>
      </dgm:t>
    </dgm:pt>
    <dgm:pt modelId="{697BA591-F604-4A6F-8839-CF40CEC271EB}" type="sibTrans" cxnId="{9C91EA6C-9B4F-4D3C-A4E6-68A9CC25CDEC}">
      <dgm:prSet/>
      <dgm:spPr/>
      <dgm:t>
        <a:bodyPr rtlCol="1"/>
        <a:lstStyle/>
        <a:p>
          <a:pPr rtl="1"/>
          <a:endParaRPr lang="en-US"/>
        </a:p>
      </dgm:t>
    </dgm:pt>
    <dgm:pt modelId="{926EE76F-1437-4655-90A2-C10A2A2F0D41}" type="pres">
      <dgm:prSet presAssocID="{DE09C1F6-6440-4775-A029-445B8659E9ED}" presName="root" presStyleCnt="0">
        <dgm:presLayoutVars>
          <dgm:dir val="rev"/>
          <dgm:resizeHandles val="exact"/>
        </dgm:presLayoutVars>
      </dgm:prSet>
      <dgm:spPr/>
    </dgm:pt>
    <dgm:pt modelId="{C962F517-2325-4319-B862-592499FCD784}" type="pres">
      <dgm:prSet presAssocID="{197A56FC-EC7F-4B6F-8421-56C44387884A}" presName="compNode" presStyleCnt="0"/>
      <dgm:spPr/>
    </dgm:pt>
    <dgm:pt modelId="{71522A53-B4FD-4E52-B45E-229E86E55A85}" type="pres">
      <dgm:prSet presAssocID="{197A56FC-EC7F-4B6F-8421-56C44387884A}" presName="iconRect" presStyleLbl="node1" presStyleIdx="0" presStyleCnt="4" custScaleX="175862" custScaleY="156157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ueprint outline"/>
        </a:ext>
      </dgm:extLst>
    </dgm:pt>
    <dgm:pt modelId="{217D5D5F-72A9-453F-A69B-E4B6EB85DBD9}" type="pres">
      <dgm:prSet presAssocID="{197A56FC-EC7F-4B6F-8421-56C44387884A}" presName="spaceRect" presStyleCnt="0"/>
      <dgm:spPr/>
    </dgm:pt>
    <dgm:pt modelId="{D4E90273-39FC-4869-A658-54AB9C816A1C}" type="pres">
      <dgm:prSet presAssocID="{197A56FC-EC7F-4B6F-8421-56C44387884A}" presName="textRect" presStyleLbl="revTx" presStyleIdx="0" presStyleCnt="4">
        <dgm:presLayoutVars>
          <dgm:chMax val="1"/>
          <dgm:chPref val="1"/>
        </dgm:presLayoutVars>
      </dgm:prSet>
      <dgm:spPr/>
    </dgm:pt>
    <dgm:pt modelId="{C771945B-5564-41E6-8E43-E19884DF23CE}" type="pres">
      <dgm:prSet presAssocID="{B6A81EF1-F0CD-4E81-94CF-64C92B49CBD0}" presName="sibTrans" presStyleCnt="0"/>
      <dgm:spPr/>
    </dgm:pt>
    <dgm:pt modelId="{6D48F6C5-7E5F-4CE5-8337-0BBB8CCE9FD9}" type="pres">
      <dgm:prSet presAssocID="{60C8217E-51FC-4613-8703-B84F223781B3}" presName="compNode" presStyleCnt="0"/>
      <dgm:spPr/>
    </dgm:pt>
    <dgm:pt modelId="{4F2DAC90-18B9-4ED6-A110-C3A3CE9A8E8D}" type="pres">
      <dgm:prSet presAssocID="{60C8217E-51FC-4613-8703-B84F223781B3}" presName="iconRect" presStyleLbl="node1" presStyleIdx="1" presStyleCnt="4" custScaleX="143256" custScaleY="139778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6F8D368F-F20C-40E2-B0D6-4E24E0A4BA2C}" type="pres">
      <dgm:prSet presAssocID="{60C8217E-51FC-4613-8703-B84F223781B3}" presName="spaceRect" presStyleCnt="0"/>
      <dgm:spPr/>
    </dgm:pt>
    <dgm:pt modelId="{D87A120B-3083-4A77-9092-5C593E44C1B2}" type="pres">
      <dgm:prSet presAssocID="{60C8217E-51FC-4613-8703-B84F223781B3}" presName="textRect" presStyleLbl="revTx" presStyleIdx="1" presStyleCnt="4">
        <dgm:presLayoutVars>
          <dgm:chMax val="1"/>
          <dgm:chPref val="1"/>
        </dgm:presLayoutVars>
      </dgm:prSet>
      <dgm:spPr/>
    </dgm:pt>
    <dgm:pt modelId="{C7BE1E91-68FC-4BAC-8DEB-530ACB1D610F}" type="pres">
      <dgm:prSet presAssocID="{4FEF98FE-BECE-473B-8077-7BA9A00DF594}" presName="sibTrans" presStyleCnt="0"/>
      <dgm:spPr/>
    </dgm:pt>
    <dgm:pt modelId="{6B89D9C5-D837-4596-8919-C0C79D5E0E42}" type="pres">
      <dgm:prSet presAssocID="{F9E70DE0-3648-4E0C-8473-A85C4AF7B36B}" presName="compNode" presStyleCnt="0"/>
      <dgm:spPr/>
    </dgm:pt>
    <dgm:pt modelId="{866F1030-6EED-4FFF-A2FF-DFC885D1588C}" type="pres">
      <dgm:prSet presAssocID="{F9E70DE0-3648-4E0C-8473-A85C4AF7B36B}" presName="iconRect" presStyleLbl="node1" presStyleIdx="2" presStyleCnt="4" custScaleX="143225" custScaleY="157913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2B25B730-D664-45DF-A4C0-D5C6418C08CD}" type="pres">
      <dgm:prSet presAssocID="{F9E70DE0-3648-4E0C-8473-A85C4AF7B36B}" presName="spaceRect" presStyleCnt="0"/>
      <dgm:spPr/>
    </dgm:pt>
    <dgm:pt modelId="{30F7FBD4-BDF8-40BC-9FD9-CBC9B2129DF2}" type="pres">
      <dgm:prSet presAssocID="{F9E70DE0-3648-4E0C-8473-A85C4AF7B36B}" presName="textRect" presStyleLbl="revTx" presStyleIdx="2" presStyleCnt="4">
        <dgm:presLayoutVars>
          <dgm:chMax val="1"/>
          <dgm:chPref val="1"/>
        </dgm:presLayoutVars>
      </dgm:prSet>
      <dgm:spPr/>
    </dgm:pt>
    <dgm:pt modelId="{8F7BF8B9-5627-4E2D-8A2D-56CDDE73DB7A}" type="pres">
      <dgm:prSet presAssocID="{B308EA53-E0E2-4C9D-ACF8-AF4530F05E92}" presName="sibTrans" presStyleCnt="0"/>
      <dgm:spPr/>
    </dgm:pt>
    <dgm:pt modelId="{7A3C1FEB-A3D3-44CA-9AF0-E6E7BAB67186}" type="pres">
      <dgm:prSet presAssocID="{34DD69D3-A179-4650-A6E7-4CCE8DB141BC}" presName="compNode" presStyleCnt="0"/>
      <dgm:spPr/>
    </dgm:pt>
    <dgm:pt modelId="{97D171E3-6929-4BD1-83E3-4C3676AF9C8F}" type="pres">
      <dgm:prSet presAssocID="{34DD69D3-A179-4650-A6E7-4CCE8DB141BC}" presName="iconRect" presStyleLbl="node1" presStyleIdx="3" presStyleCnt="4" custScaleX="139563" custScaleY="139778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915C5380-080D-4179-B448-90FF276E8D20}" type="pres">
      <dgm:prSet presAssocID="{34DD69D3-A179-4650-A6E7-4CCE8DB141BC}" presName="spaceRect" presStyleCnt="0"/>
      <dgm:spPr/>
    </dgm:pt>
    <dgm:pt modelId="{C8EB84EB-F99A-46FB-A47C-9A88D0B89C7D}" type="pres">
      <dgm:prSet presAssocID="{34DD69D3-A179-4650-A6E7-4CCE8DB141B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5E1CF0E-DE2C-4F4E-B6F4-23FB95AE0033}" type="presOf" srcId="{34DD69D3-A179-4650-A6E7-4CCE8DB141BC}" destId="{C8EB84EB-F99A-46FB-A47C-9A88D0B89C7D}" srcOrd="0" destOrd="0" presId="urn:microsoft.com/office/officeart/2018/2/layout/IconLabelList"/>
    <dgm:cxn modelId="{41580F22-AB10-4123-B198-995C48EF1529}" type="presOf" srcId="{F9E70DE0-3648-4E0C-8473-A85C4AF7B36B}" destId="{30F7FBD4-BDF8-40BC-9FD9-CBC9B2129DF2}" srcOrd="0" destOrd="0" presId="urn:microsoft.com/office/officeart/2018/2/layout/IconLabelList"/>
    <dgm:cxn modelId="{DF2A5F22-42C9-4B4F-A287-CF45D4A6A755}" srcId="{DE09C1F6-6440-4775-A029-445B8659E9ED}" destId="{197A56FC-EC7F-4B6F-8421-56C44387884A}" srcOrd="0" destOrd="0" parTransId="{5D3FB705-652D-4343-A56D-3F2D179F7EB4}" sibTransId="{B6A81EF1-F0CD-4E81-94CF-64C92B49CBD0}"/>
    <dgm:cxn modelId="{8DCC7A42-F3F4-4965-8435-662517D01331}" type="presOf" srcId="{DE09C1F6-6440-4775-A029-445B8659E9ED}" destId="{926EE76F-1437-4655-90A2-C10A2A2F0D41}" srcOrd="0" destOrd="0" presId="urn:microsoft.com/office/officeart/2018/2/layout/IconLabelList"/>
    <dgm:cxn modelId="{9C91EA6C-9B4F-4D3C-A4E6-68A9CC25CDEC}" srcId="{DE09C1F6-6440-4775-A029-445B8659E9ED}" destId="{34DD69D3-A179-4650-A6E7-4CCE8DB141BC}" srcOrd="3" destOrd="0" parTransId="{5714F838-61D6-4507-9DA0-9BAF315545DD}" sibTransId="{697BA591-F604-4A6F-8839-CF40CEC271EB}"/>
    <dgm:cxn modelId="{89F6357B-C8F0-495F-A2FD-59BDEA73CC07}" type="presOf" srcId="{197A56FC-EC7F-4B6F-8421-56C44387884A}" destId="{D4E90273-39FC-4869-A658-54AB9C816A1C}" srcOrd="0" destOrd="0" presId="urn:microsoft.com/office/officeart/2018/2/layout/IconLabelList"/>
    <dgm:cxn modelId="{AAD8A29E-D057-4F95-8C08-C123D6EBDC58}" srcId="{DE09C1F6-6440-4775-A029-445B8659E9ED}" destId="{F9E70DE0-3648-4E0C-8473-A85C4AF7B36B}" srcOrd="2" destOrd="0" parTransId="{2D381DC4-F4F2-40A6-851D-B2E80C00D142}" sibTransId="{B308EA53-E0E2-4C9D-ACF8-AF4530F05E92}"/>
    <dgm:cxn modelId="{8427A6C5-E495-4C8C-BC1C-ADB11D64B511}" type="presOf" srcId="{60C8217E-51FC-4613-8703-B84F223781B3}" destId="{D87A120B-3083-4A77-9092-5C593E44C1B2}" srcOrd="0" destOrd="0" presId="urn:microsoft.com/office/officeart/2018/2/layout/IconLabelList"/>
    <dgm:cxn modelId="{142D6AFF-D9A6-429B-A048-B78A7705E39A}" srcId="{DE09C1F6-6440-4775-A029-445B8659E9ED}" destId="{60C8217E-51FC-4613-8703-B84F223781B3}" srcOrd="1" destOrd="0" parTransId="{D5D3CF61-22D0-4372-BF63-BD654CFB7692}" sibTransId="{4FEF98FE-BECE-473B-8077-7BA9A00DF594}"/>
    <dgm:cxn modelId="{D8C0CE5B-7E5A-4B75-9BDD-DC01FD780346}" type="presParOf" srcId="{926EE76F-1437-4655-90A2-C10A2A2F0D41}" destId="{C962F517-2325-4319-B862-592499FCD784}" srcOrd="0" destOrd="0" presId="urn:microsoft.com/office/officeart/2018/2/layout/IconLabelList"/>
    <dgm:cxn modelId="{FBC0F6B6-275C-4143-88DE-BB1634F78994}" type="presParOf" srcId="{C962F517-2325-4319-B862-592499FCD784}" destId="{71522A53-B4FD-4E52-B45E-229E86E55A85}" srcOrd="0" destOrd="0" presId="urn:microsoft.com/office/officeart/2018/2/layout/IconLabelList"/>
    <dgm:cxn modelId="{3C0FD0DC-D907-424E-BB70-D27D76D8D434}" type="presParOf" srcId="{C962F517-2325-4319-B862-592499FCD784}" destId="{217D5D5F-72A9-453F-A69B-E4B6EB85DBD9}" srcOrd="1" destOrd="0" presId="urn:microsoft.com/office/officeart/2018/2/layout/IconLabelList"/>
    <dgm:cxn modelId="{DDCA3320-60EF-4C8E-B50F-18A2C6BB03CC}" type="presParOf" srcId="{C962F517-2325-4319-B862-592499FCD784}" destId="{D4E90273-39FC-4869-A658-54AB9C816A1C}" srcOrd="2" destOrd="0" presId="urn:microsoft.com/office/officeart/2018/2/layout/IconLabelList"/>
    <dgm:cxn modelId="{0B153ADC-7438-46F0-BF96-128A58D643A6}" type="presParOf" srcId="{926EE76F-1437-4655-90A2-C10A2A2F0D41}" destId="{C771945B-5564-41E6-8E43-E19884DF23CE}" srcOrd="1" destOrd="0" presId="urn:microsoft.com/office/officeart/2018/2/layout/IconLabelList"/>
    <dgm:cxn modelId="{9103016C-A1F3-4801-892E-EFE71217BD45}" type="presParOf" srcId="{926EE76F-1437-4655-90A2-C10A2A2F0D41}" destId="{6D48F6C5-7E5F-4CE5-8337-0BBB8CCE9FD9}" srcOrd="2" destOrd="0" presId="urn:microsoft.com/office/officeart/2018/2/layout/IconLabelList"/>
    <dgm:cxn modelId="{22F87368-6BE4-4910-9386-6E45BA5D1725}" type="presParOf" srcId="{6D48F6C5-7E5F-4CE5-8337-0BBB8CCE9FD9}" destId="{4F2DAC90-18B9-4ED6-A110-C3A3CE9A8E8D}" srcOrd="0" destOrd="0" presId="urn:microsoft.com/office/officeart/2018/2/layout/IconLabelList"/>
    <dgm:cxn modelId="{2597C94D-D9B7-4B52-B242-4E12A7C3F4BE}" type="presParOf" srcId="{6D48F6C5-7E5F-4CE5-8337-0BBB8CCE9FD9}" destId="{6F8D368F-F20C-40E2-B0D6-4E24E0A4BA2C}" srcOrd="1" destOrd="0" presId="urn:microsoft.com/office/officeart/2018/2/layout/IconLabelList"/>
    <dgm:cxn modelId="{92D5AC7C-8A0F-4894-9619-1EC4DCD4EEF9}" type="presParOf" srcId="{6D48F6C5-7E5F-4CE5-8337-0BBB8CCE9FD9}" destId="{D87A120B-3083-4A77-9092-5C593E44C1B2}" srcOrd="2" destOrd="0" presId="urn:microsoft.com/office/officeart/2018/2/layout/IconLabelList"/>
    <dgm:cxn modelId="{68F580A9-66A0-44D8-9918-14AC757E0693}" type="presParOf" srcId="{926EE76F-1437-4655-90A2-C10A2A2F0D41}" destId="{C7BE1E91-68FC-4BAC-8DEB-530ACB1D610F}" srcOrd="3" destOrd="0" presId="urn:microsoft.com/office/officeart/2018/2/layout/IconLabelList"/>
    <dgm:cxn modelId="{8222FCD6-16E8-4E00-B907-F35CC19CDD8F}" type="presParOf" srcId="{926EE76F-1437-4655-90A2-C10A2A2F0D41}" destId="{6B89D9C5-D837-4596-8919-C0C79D5E0E42}" srcOrd="4" destOrd="0" presId="urn:microsoft.com/office/officeart/2018/2/layout/IconLabelList"/>
    <dgm:cxn modelId="{E8B5D94C-BF4F-4A11-80B7-7F6EEE4F08A3}" type="presParOf" srcId="{6B89D9C5-D837-4596-8919-C0C79D5E0E42}" destId="{866F1030-6EED-4FFF-A2FF-DFC885D1588C}" srcOrd="0" destOrd="0" presId="urn:microsoft.com/office/officeart/2018/2/layout/IconLabelList"/>
    <dgm:cxn modelId="{BB9FAC8D-53F5-4A7D-A2E9-F8B7570B2B59}" type="presParOf" srcId="{6B89D9C5-D837-4596-8919-C0C79D5E0E42}" destId="{2B25B730-D664-45DF-A4C0-D5C6418C08CD}" srcOrd="1" destOrd="0" presId="urn:microsoft.com/office/officeart/2018/2/layout/IconLabelList"/>
    <dgm:cxn modelId="{49B01E80-7104-4800-96B1-E4887F637191}" type="presParOf" srcId="{6B89D9C5-D837-4596-8919-C0C79D5E0E42}" destId="{30F7FBD4-BDF8-40BC-9FD9-CBC9B2129DF2}" srcOrd="2" destOrd="0" presId="urn:microsoft.com/office/officeart/2018/2/layout/IconLabelList"/>
    <dgm:cxn modelId="{B27471D7-C5EB-4BDB-A3A6-C470AA2FEBA3}" type="presParOf" srcId="{926EE76F-1437-4655-90A2-C10A2A2F0D41}" destId="{8F7BF8B9-5627-4E2D-8A2D-56CDDE73DB7A}" srcOrd="5" destOrd="0" presId="urn:microsoft.com/office/officeart/2018/2/layout/IconLabelList"/>
    <dgm:cxn modelId="{06FCA1D3-CC99-41CC-A8C8-F8E19A86628F}" type="presParOf" srcId="{926EE76F-1437-4655-90A2-C10A2A2F0D41}" destId="{7A3C1FEB-A3D3-44CA-9AF0-E6E7BAB67186}" srcOrd="6" destOrd="0" presId="urn:microsoft.com/office/officeart/2018/2/layout/IconLabelList"/>
    <dgm:cxn modelId="{AB3276D6-D63D-4675-A02A-9015F1B52B3A}" type="presParOf" srcId="{7A3C1FEB-A3D3-44CA-9AF0-E6E7BAB67186}" destId="{97D171E3-6929-4BD1-83E3-4C3676AF9C8F}" srcOrd="0" destOrd="0" presId="urn:microsoft.com/office/officeart/2018/2/layout/IconLabelList"/>
    <dgm:cxn modelId="{5B5D4FC8-2A65-4BF8-A82A-D50563607749}" type="presParOf" srcId="{7A3C1FEB-A3D3-44CA-9AF0-E6E7BAB67186}" destId="{915C5380-080D-4179-B448-90FF276E8D20}" srcOrd="1" destOrd="0" presId="urn:microsoft.com/office/officeart/2018/2/layout/IconLabelList"/>
    <dgm:cxn modelId="{6F502997-3FA6-49EF-A7BB-6ED78E38D98E}" type="presParOf" srcId="{7A3C1FEB-A3D3-44CA-9AF0-E6E7BAB67186}" destId="{C8EB84EB-F99A-46FB-A47C-9A88D0B89C7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C47A7A3-87FF-4FE6-9B8B-8845048F1F5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 rtlCol="1"/>
        <a:lstStyle/>
        <a:p>
          <a:pPr rtl="1"/>
          <a:endParaRPr lang="en-US"/>
        </a:p>
      </dgm:t>
    </dgm:pt>
    <dgm:pt modelId="{4E7D74EE-D4AF-4A55-B5C0-B47A784A7DB0}">
      <dgm:prSet/>
      <dgm:spPr/>
      <dgm:t>
        <a:bodyPr rtlCol="1"/>
        <a:lstStyle/>
        <a:p>
          <a:pPr rtl="1">
            <a:lnSpc>
              <a:spcPct val="100000"/>
            </a:lnSpc>
          </a:pPr>
          <a:r>
            <a:rPr lang="ar-SA" noProof="0" dirty="0"/>
            <a:t>البنوك التي تقدم منتجات وخدمات مالية مصممة للعائلات والأفراد.</a:t>
          </a:r>
        </a:p>
      </dgm:t>
    </dgm:pt>
    <dgm:pt modelId="{457677D7-8522-47B8-82D4-B64CA66E2BBD}" type="parTrans" cxnId="{D93995D1-E6AE-4DAE-BC4E-57E8E1D58AF0}">
      <dgm:prSet/>
      <dgm:spPr/>
      <dgm:t>
        <a:bodyPr rtlCol="1"/>
        <a:lstStyle/>
        <a:p>
          <a:pPr rtl="1"/>
          <a:endParaRPr lang="en-US"/>
        </a:p>
      </dgm:t>
    </dgm:pt>
    <dgm:pt modelId="{2C044C01-C615-467E-818E-A6894F34B751}" type="sibTrans" cxnId="{D93995D1-E6AE-4DAE-BC4E-57E8E1D58AF0}">
      <dgm:prSet/>
      <dgm:spPr/>
      <dgm:t>
        <a:bodyPr rtlCol="1"/>
        <a:lstStyle/>
        <a:p>
          <a:pPr rtl="1"/>
          <a:endParaRPr lang="en-US"/>
        </a:p>
      </dgm:t>
    </dgm:pt>
    <dgm:pt modelId="{FEE56C03-5AFC-4C76-9C1D-E7A586B543CA}">
      <dgm:prSet/>
      <dgm:spPr/>
      <dgm:t>
        <a:bodyPr rtlCol="1"/>
        <a:lstStyle/>
        <a:p>
          <a:pPr rtl="1">
            <a:lnSpc>
              <a:spcPct val="100000"/>
            </a:lnSpc>
          </a:pPr>
          <a:r>
            <a:rPr lang="ar-SA" b="1" noProof="0" dirty="0"/>
            <a:t>المستشارون الماليون المستقلون</a:t>
          </a:r>
          <a:r>
            <a:rPr lang="ar-SA" noProof="0" dirty="0"/>
            <a:t> و</a:t>
          </a:r>
          <a:r>
            <a:rPr lang="ar-SA" b="1" noProof="0" dirty="0"/>
            <a:t>المخططون الماليون الإسلاميون</a:t>
          </a:r>
          <a:r>
            <a:rPr lang="ar-SA" noProof="0" dirty="0"/>
            <a:t> الذين يساعدونك في اتخاذ القرارات المالية. </a:t>
          </a:r>
        </a:p>
      </dgm:t>
    </dgm:pt>
    <dgm:pt modelId="{DCA4B4B0-CFF4-46CE-9CA5-59BF2088CB82}" type="parTrans" cxnId="{5F557D3B-B56C-4DD2-B0DC-33094ECAAA5F}">
      <dgm:prSet/>
      <dgm:spPr/>
      <dgm:t>
        <a:bodyPr rtlCol="1"/>
        <a:lstStyle/>
        <a:p>
          <a:pPr rtl="1"/>
          <a:endParaRPr lang="en-US"/>
        </a:p>
      </dgm:t>
    </dgm:pt>
    <dgm:pt modelId="{FC26CDEB-EB0A-461E-97F4-44C1EFCCDA15}" type="sibTrans" cxnId="{5F557D3B-B56C-4DD2-B0DC-33094ECAAA5F}">
      <dgm:prSet/>
      <dgm:spPr/>
      <dgm:t>
        <a:bodyPr rtlCol="1"/>
        <a:lstStyle/>
        <a:p>
          <a:pPr rtl="1"/>
          <a:endParaRPr lang="en-US"/>
        </a:p>
      </dgm:t>
    </dgm:pt>
    <dgm:pt modelId="{357A5DB5-A692-4EC6-8DA3-FE79B54E25D5}" type="pres">
      <dgm:prSet presAssocID="{7C47A7A3-87FF-4FE6-9B8B-8845048F1F57}" presName="root" presStyleCnt="0">
        <dgm:presLayoutVars>
          <dgm:dir/>
          <dgm:resizeHandles val="exact"/>
        </dgm:presLayoutVars>
      </dgm:prSet>
      <dgm:spPr/>
    </dgm:pt>
    <dgm:pt modelId="{557C249F-875D-4C50-904F-6096E760EF2E}" type="pres">
      <dgm:prSet presAssocID="{4E7D74EE-D4AF-4A55-B5C0-B47A784A7DB0}" presName="compNode" presStyleCnt="0"/>
      <dgm:spPr/>
    </dgm:pt>
    <dgm:pt modelId="{AEBF2BA9-A84C-4789-8D25-F4D5D122DC1D}" type="pres">
      <dgm:prSet presAssocID="{4E7D74EE-D4AF-4A55-B5C0-B47A784A7DB0}" presName="bgRect" presStyleLbl="bgShp" presStyleIdx="0" presStyleCnt="2" custScaleX="97857" custScaleY="237601"/>
      <dgm:spPr/>
    </dgm:pt>
    <dgm:pt modelId="{0E6B74B0-39AE-4DF2-9FC2-D28A89D1E3A1}" type="pres">
      <dgm:prSet presAssocID="{4E7D74EE-D4AF-4A55-B5C0-B47A784A7DB0}" presName="iconRect" presStyleLbl="node1" presStyleIdx="0" presStyleCnt="2" custLinFactX="297619" custLinFactNeighborX="300000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2A466B32-EBD0-4EAE-B270-A24E0D1A349B}" type="pres">
      <dgm:prSet presAssocID="{4E7D74EE-D4AF-4A55-B5C0-B47A784A7DB0}" presName="spaceRect" presStyleCnt="0"/>
      <dgm:spPr/>
    </dgm:pt>
    <dgm:pt modelId="{8052FA35-F461-4165-A4B6-73034EDE1503}" type="pres">
      <dgm:prSet presAssocID="{4E7D74EE-D4AF-4A55-B5C0-B47A784A7DB0}" presName="parTx" presStyleLbl="revTx" presStyleIdx="0" presStyleCnt="2" custScaleX="83234" custScaleY="174416" custLinFactNeighborX="-38151">
        <dgm:presLayoutVars>
          <dgm:chMax val="0"/>
          <dgm:chPref val="0"/>
        </dgm:presLayoutVars>
      </dgm:prSet>
      <dgm:spPr/>
    </dgm:pt>
    <dgm:pt modelId="{78C20A62-A6C7-4BF9-B902-8E46D3264C9F}" type="pres">
      <dgm:prSet presAssocID="{2C044C01-C615-467E-818E-A6894F34B751}" presName="sibTrans" presStyleCnt="0"/>
      <dgm:spPr/>
    </dgm:pt>
    <dgm:pt modelId="{E59DCF70-5930-4F82-BCC0-4077947A6879}" type="pres">
      <dgm:prSet presAssocID="{FEE56C03-5AFC-4C76-9C1D-E7A586B543CA}" presName="compNode" presStyleCnt="0"/>
      <dgm:spPr/>
    </dgm:pt>
    <dgm:pt modelId="{17B08C84-05C8-46FF-AD77-94DCB8B39B1C}" type="pres">
      <dgm:prSet presAssocID="{FEE56C03-5AFC-4C76-9C1D-E7A586B543CA}" presName="bgRect" presStyleLbl="bgShp" presStyleIdx="1" presStyleCnt="2" custScaleY="199200"/>
      <dgm:spPr/>
    </dgm:pt>
    <dgm:pt modelId="{58CB5255-0A85-43FC-B05B-2F2172611002}" type="pres">
      <dgm:prSet presAssocID="{FEE56C03-5AFC-4C76-9C1D-E7A586B543CA}" presName="iconRect" presStyleLbl="node1" presStyleIdx="1" presStyleCnt="2" custLinFactX="281963" custLinFactNeighborX="300000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 with solid fill"/>
        </a:ext>
      </dgm:extLst>
    </dgm:pt>
    <dgm:pt modelId="{82F552CE-0A01-4659-BCA0-46EA11B379E4}" type="pres">
      <dgm:prSet presAssocID="{FEE56C03-5AFC-4C76-9C1D-E7A586B543CA}" presName="spaceRect" presStyleCnt="0"/>
      <dgm:spPr/>
    </dgm:pt>
    <dgm:pt modelId="{A50A5B72-D040-45B2-9CE8-9A4BC64A95EC}" type="pres">
      <dgm:prSet presAssocID="{FEE56C03-5AFC-4C76-9C1D-E7A586B543CA}" presName="parTx" presStyleLbl="revTx" presStyleIdx="1" presStyleCnt="2" custScaleY="136282" custLinFactNeighborX="-36903">
        <dgm:presLayoutVars>
          <dgm:chMax val="0"/>
          <dgm:chPref val="0"/>
        </dgm:presLayoutVars>
      </dgm:prSet>
      <dgm:spPr/>
    </dgm:pt>
  </dgm:ptLst>
  <dgm:cxnLst>
    <dgm:cxn modelId="{50282D35-5E15-044F-99B8-5CF02290CB1E}" type="presOf" srcId="{FEE56C03-5AFC-4C76-9C1D-E7A586B543CA}" destId="{A50A5B72-D040-45B2-9CE8-9A4BC64A95EC}" srcOrd="0" destOrd="0" presId="urn:microsoft.com/office/officeart/2018/2/layout/IconVerticalSolidList"/>
    <dgm:cxn modelId="{5F557D3B-B56C-4DD2-B0DC-33094ECAAA5F}" srcId="{7C47A7A3-87FF-4FE6-9B8B-8845048F1F57}" destId="{FEE56C03-5AFC-4C76-9C1D-E7A586B543CA}" srcOrd="1" destOrd="0" parTransId="{DCA4B4B0-CFF4-46CE-9CA5-59BF2088CB82}" sibTransId="{FC26CDEB-EB0A-461E-97F4-44C1EFCCDA15}"/>
    <dgm:cxn modelId="{E2977051-4111-4C41-9635-97180D765EE8}" type="presOf" srcId="{7C47A7A3-87FF-4FE6-9B8B-8845048F1F57}" destId="{357A5DB5-A692-4EC6-8DA3-FE79B54E25D5}" srcOrd="0" destOrd="0" presId="urn:microsoft.com/office/officeart/2018/2/layout/IconVerticalSolidList"/>
    <dgm:cxn modelId="{D93995D1-E6AE-4DAE-BC4E-57E8E1D58AF0}" srcId="{7C47A7A3-87FF-4FE6-9B8B-8845048F1F57}" destId="{4E7D74EE-D4AF-4A55-B5C0-B47A784A7DB0}" srcOrd="0" destOrd="0" parTransId="{457677D7-8522-47B8-82D4-B64CA66E2BBD}" sibTransId="{2C044C01-C615-467E-818E-A6894F34B751}"/>
    <dgm:cxn modelId="{35E36DDC-9393-BC49-BEA7-609F4FC04771}" type="presOf" srcId="{4E7D74EE-D4AF-4A55-B5C0-B47A784A7DB0}" destId="{8052FA35-F461-4165-A4B6-73034EDE1503}" srcOrd="0" destOrd="0" presId="urn:microsoft.com/office/officeart/2018/2/layout/IconVerticalSolidList"/>
    <dgm:cxn modelId="{0F594378-18CD-FD4D-A0FB-4A87B51CAD38}" type="presParOf" srcId="{357A5DB5-A692-4EC6-8DA3-FE79B54E25D5}" destId="{557C249F-875D-4C50-904F-6096E760EF2E}" srcOrd="0" destOrd="0" presId="urn:microsoft.com/office/officeart/2018/2/layout/IconVerticalSolidList"/>
    <dgm:cxn modelId="{30E64B57-A98C-3441-A921-EEAC31371527}" type="presParOf" srcId="{557C249F-875D-4C50-904F-6096E760EF2E}" destId="{AEBF2BA9-A84C-4789-8D25-F4D5D122DC1D}" srcOrd="0" destOrd="0" presId="urn:microsoft.com/office/officeart/2018/2/layout/IconVerticalSolidList"/>
    <dgm:cxn modelId="{BF18C973-F243-4340-BE3C-A0A8E3F194AF}" type="presParOf" srcId="{557C249F-875D-4C50-904F-6096E760EF2E}" destId="{0E6B74B0-39AE-4DF2-9FC2-D28A89D1E3A1}" srcOrd="1" destOrd="0" presId="urn:microsoft.com/office/officeart/2018/2/layout/IconVerticalSolidList"/>
    <dgm:cxn modelId="{26A20050-FFED-4343-B966-7A8944F508BA}" type="presParOf" srcId="{557C249F-875D-4C50-904F-6096E760EF2E}" destId="{2A466B32-EBD0-4EAE-B270-A24E0D1A349B}" srcOrd="2" destOrd="0" presId="urn:microsoft.com/office/officeart/2018/2/layout/IconVerticalSolidList"/>
    <dgm:cxn modelId="{D7AFD60F-3FCD-6044-B7DC-B176E738FC91}" type="presParOf" srcId="{557C249F-875D-4C50-904F-6096E760EF2E}" destId="{8052FA35-F461-4165-A4B6-73034EDE1503}" srcOrd="3" destOrd="0" presId="urn:microsoft.com/office/officeart/2018/2/layout/IconVerticalSolidList"/>
    <dgm:cxn modelId="{6EF25BF6-9AB9-024C-8729-D6FBE437B892}" type="presParOf" srcId="{357A5DB5-A692-4EC6-8DA3-FE79B54E25D5}" destId="{78C20A62-A6C7-4BF9-B902-8E46D3264C9F}" srcOrd="1" destOrd="0" presId="urn:microsoft.com/office/officeart/2018/2/layout/IconVerticalSolidList"/>
    <dgm:cxn modelId="{6DD253D9-9AFF-134A-BC8E-29DD69A6DFB4}" type="presParOf" srcId="{357A5DB5-A692-4EC6-8DA3-FE79B54E25D5}" destId="{E59DCF70-5930-4F82-BCC0-4077947A6879}" srcOrd="2" destOrd="0" presId="urn:microsoft.com/office/officeart/2018/2/layout/IconVerticalSolidList"/>
    <dgm:cxn modelId="{EE8BA67D-E52C-3A40-BA85-6427CB567E5F}" type="presParOf" srcId="{E59DCF70-5930-4F82-BCC0-4077947A6879}" destId="{17B08C84-05C8-46FF-AD77-94DCB8B39B1C}" srcOrd="0" destOrd="0" presId="urn:microsoft.com/office/officeart/2018/2/layout/IconVerticalSolidList"/>
    <dgm:cxn modelId="{18F09D24-E27C-EA41-B0B2-C41540E7BA52}" type="presParOf" srcId="{E59DCF70-5930-4F82-BCC0-4077947A6879}" destId="{58CB5255-0A85-43FC-B05B-2F2172611002}" srcOrd="1" destOrd="0" presId="urn:microsoft.com/office/officeart/2018/2/layout/IconVerticalSolidList"/>
    <dgm:cxn modelId="{07D89DED-E35E-7048-81B9-D1664FA03B84}" type="presParOf" srcId="{E59DCF70-5930-4F82-BCC0-4077947A6879}" destId="{82F552CE-0A01-4659-BCA0-46EA11B379E4}" srcOrd="2" destOrd="0" presId="urn:microsoft.com/office/officeart/2018/2/layout/IconVerticalSolidList"/>
    <dgm:cxn modelId="{5D0CEDC8-5FD5-F54E-9D91-F908521DC8D2}" type="presParOf" srcId="{E59DCF70-5930-4F82-BCC0-4077947A6879}" destId="{A50A5B72-D040-45B2-9CE8-9A4BC64A95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C47A7A3-87FF-4FE6-9B8B-8845048F1F5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 rtlCol="1"/>
        <a:lstStyle/>
        <a:p>
          <a:pPr rtl="1"/>
          <a:endParaRPr lang="en-US"/>
        </a:p>
      </dgm:t>
    </dgm:pt>
    <dgm:pt modelId="{5096B754-A9E4-4D26-9F9B-70BD0807B1B4}">
      <dgm:prSet/>
      <dgm:spPr/>
      <dgm:t>
        <a:bodyPr rtlCol="1"/>
        <a:lstStyle/>
        <a:p>
          <a:pPr rtl="1">
            <a:lnSpc>
              <a:spcPct val="100000"/>
            </a:lnSpc>
          </a:pPr>
          <a:r>
            <a:rPr lang="ar-SA" b="1" noProof="0" dirty="0"/>
            <a:t>شركات التمويل </a:t>
          </a:r>
          <a:r>
            <a:rPr lang="ar-SA" noProof="0" dirty="0"/>
            <a:t>التي تقدم قروضًا مضمونة للأفراد.</a:t>
          </a:r>
        </a:p>
      </dgm:t>
    </dgm:pt>
    <dgm:pt modelId="{E66941D6-0899-4C3D-B546-A954563DBEC0}" type="parTrans" cxnId="{F51B20F9-9BA1-4103-AEF8-FF3AF6A6FCAD}">
      <dgm:prSet/>
      <dgm:spPr/>
      <dgm:t>
        <a:bodyPr rtlCol="1"/>
        <a:lstStyle/>
        <a:p>
          <a:pPr rtl="1"/>
          <a:endParaRPr lang="en-US"/>
        </a:p>
      </dgm:t>
    </dgm:pt>
    <dgm:pt modelId="{87276FC2-173B-4B6E-8C0D-D7D5EC537B84}" type="sibTrans" cxnId="{F51B20F9-9BA1-4103-AEF8-FF3AF6A6FCAD}">
      <dgm:prSet/>
      <dgm:spPr/>
      <dgm:t>
        <a:bodyPr rtlCol="1"/>
        <a:lstStyle/>
        <a:p>
          <a:pPr rtl="1"/>
          <a:endParaRPr lang="en-US"/>
        </a:p>
      </dgm:t>
    </dgm:pt>
    <dgm:pt modelId="{DF34DF1F-07E5-47D6-973E-51CDEB41058F}">
      <dgm:prSet/>
      <dgm:spPr/>
      <dgm:t>
        <a:bodyPr rtlCol="1"/>
        <a:lstStyle/>
        <a:p>
          <a:pPr rtl="1">
            <a:lnSpc>
              <a:spcPct val="100000"/>
            </a:lnSpc>
          </a:pPr>
          <a:r>
            <a:rPr lang="ar-SA" b="1" noProof="0" dirty="0"/>
            <a:t>تجار التجزئة </a:t>
          </a:r>
          <a:r>
            <a:rPr lang="ar-SA" noProof="0" dirty="0"/>
            <a:t>الذين يقدمون خدمات بنكية ومنتجات مالية مثل بطاقات المتاجر والقروض الشخصية.</a:t>
          </a:r>
        </a:p>
      </dgm:t>
    </dgm:pt>
    <dgm:pt modelId="{D754460F-9A24-4F74-8FE9-DF2944300238}" type="parTrans" cxnId="{EEE70AC7-560D-4D1E-B16C-3241A46AB64A}">
      <dgm:prSet/>
      <dgm:spPr/>
      <dgm:t>
        <a:bodyPr rtlCol="1"/>
        <a:lstStyle/>
        <a:p>
          <a:pPr rtl="1"/>
          <a:endParaRPr lang="en-US"/>
        </a:p>
      </dgm:t>
    </dgm:pt>
    <dgm:pt modelId="{3155228D-8F48-4FF9-AFE7-C46ABF18F06D}" type="sibTrans" cxnId="{EEE70AC7-560D-4D1E-B16C-3241A46AB64A}">
      <dgm:prSet/>
      <dgm:spPr/>
      <dgm:t>
        <a:bodyPr rtlCol="1"/>
        <a:lstStyle/>
        <a:p>
          <a:pPr rtl="1"/>
          <a:endParaRPr lang="en-US"/>
        </a:p>
      </dgm:t>
    </dgm:pt>
    <dgm:pt modelId="{357A5DB5-A692-4EC6-8DA3-FE79B54E25D5}" type="pres">
      <dgm:prSet presAssocID="{7C47A7A3-87FF-4FE6-9B8B-8845048F1F57}" presName="root" presStyleCnt="0">
        <dgm:presLayoutVars>
          <dgm:dir/>
          <dgm:resizeHandles val="exact"/>
        </dgm:presLayoutVars>
      </dgm:prSet>
      <dgm:spPr/>
    </dgm:pt>
    <dgm:pt modelId="{A846AA51-67A3-4988-884C-B3710E1BD5A1}" type="pres">
      <dgm:prSet presAssocID="{5096B754-A9E4-4D26-9F9B-70BD0807B1B4}" presName="compNode" presStyleCnt="0"/>
      <dgm:spPr/>
    </dgm:pt>
    <dgm:pt modelId="{1C8F3BFB-5151-4FCB-861C-A1ADCF263D99}" type="pres">
      <dgm:prSet presAssocID="{5096B754-A9E4-4D26-9F9B-70BD0807B1B4}" presName="bgRect" presStyleLbl="bgShp" presStyleIdx="0" presStyleCnt="2" custScaleY="148499" custLinFactNeighborX="-4851" custLinFactNeighborY="5906"/>
      <dgm:spPr/>
    </dgm:pt>
    <dgm:pt modelId="{277EE526-1DD7-4798-88D2-D9B6AF1497CE}" type="pres">
      <dgm:prSet presAssocID="{5096B754-A9E4-4D26-9F9B-70BD0807B1B4}" presName="iconRect" presStyleLbl="node1" presStyleIdx="0" presStyleCnt="2" custLinFactX="180120" custLinFactNeighborX="200000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ACAF87C0-96AB-489D-8B3A-E190915998B4}" type="pres">
      <dgm:prSet presAssocID="{5096B754-A9E4-4D26-9F9B-70BD0807B1B4}" presName="spaceRect" presStyleCnt="0"/>
      <dgm:spPr/>
    </dgm:pt>
    <dgm:pt modelId="{260CB061-90AB-4132-B9F8-F81CBBAF805A}" type="pres">
      <dgm:prSet presAssocID="{5096B754-A9E4-4D26-9F9B-70BD0807B1B4}" presName="parTx" presStyleLbl="revTx" presStyleIdx="0" presStyleCnt="2" custLinFactNeighborX="-56252" custLinFactNeighborY="-1434">
        <dgm:presLayoutVars>
          <dgm:chMax val="0"/>
          <dgm:chPref val="0"/>
        </dgm:presLayoutVars>
      </dgm:prSet>
      <dgm:spPr/>
    </dgm:pt>
    <dgm:pt modelId="{C57C77B0-6ABC-450C-ACF6-1BBB42F9C3A5}" type="pres">
      <dgm:prSet presAssocID="{87276FC2-173B-4B6E-8C0D-D7D5EC537B84}" presName="sibTrans" presStyleCnt="0"/>
      <dgm:spPr/>
    </dgm:pt>
    <dgm:pt modelId="{FBEDEEB7-A2F2-4DBA-9E06-7742238F2F6E}" type="pres">
      <dgm:prSet presAssocID="{DF34DF1F-07E5-47D6-973E-51CDEB41058F}" presName="compNode" presStyleCnt="0"/>
      <dgm:spPr/>
    </dgm:pt>
    <dgm:pt modelId="{11E16A73-49F4-4CA7-8C08-CD58A38DFEDB}" type="pres">
      <dgm:prSet presAssocID="{DF34DF1F-07E5-47D6-973E-51CDEB41058F}" presName="bgRect" presStyleLbl="bgShp" presStyleIdx="1" presStyleCnt="2" custScaleY="151233" custLinFactNeighborX="-1071" custLinFactNeighborY="-13712"/>
      <dgm:spPr/>
    </dgm:pt>
    <dgm:pt modelId="{19213D54-A057-4DDF-9A65-5D2271FE9075}" type="pres">
      <dgm:prSet presAssocID="{DF34DF1F-07E5-47D6-973E-51CDEB41058F}" presName="iconRect" presStyleLbl="node1" presStyleIdx="1" presStyleCnt="2" custLinFactX="180120" custLinFactNeighborX="200000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F481F6C5-7139-467A-A04A-9FBEEF833F09}" type="pres">
      <dgm:prSet presAssocID="{DF34DF1F-07E5-47D6-973E-51CDEB41058F}" presName="spaceRect" presStyleCnt="0"/>
      <dgm:spPr/>
    </dgm:pt>
    <dgm:pt modelId="{85F334BE-5541-4D74-9F21-89F0543159D5}" type="pres">
      <dgm:prSet presAssocID="{DF34DF1F-07E5-47D6-973E-51CDEB41058F}" presName="parTx" presStyleLbl="revTx" presStyleIdx="1" presStyleCnt="2" custLinFactNeighborX="-56252" custLinFactNeighborY="-10611">
        <dgm:presLayoutVars>
          <dgm:chMax val="0"/>
          <dgm:chPref val="0"/>
        </dgm:presLayoutVars>
      </dgm:prSet>
      <dgm:spPr/>
    </dgm:pt>
  </dgm:ptLst>
  <dgm:cxnLst>
    <dgm:cxn modelId="{1D039F6F-D608-0E40-B975-96AFEA5179B2}" type="presOf" srcId="{DF34DF1F-07E5-47D6-973E-51CDEB41058F}" destId="{85F334BE-5541-4D74-9F21-89F0543159D5}" srcOrd="0" destOrd="0" presId="urn:microsoft.com/office/officeart/2018/2/layout/IconVerticalSolidList"/>
    <dgm:cxn modelId="{E2977051-4111-4C41-9635-97180D765EE8}" type="presOf" srcId="{7C47A7A3-87FF-4FE6-9B8B-8845048F1F57}" destId="{357A5DB5-A692-4EC6-8DA3-FE79B54E25D5}" srcOrd="0" destOrd="0" presId="urn:microsoft.com/office/officeart/2018/2/layout/IconVerticalSolidList"/>
    <dgm:cxn modelId="{BC50037E-6031-9F48-A551-53CB676C9E29}" type="presOf" srcId="{5096B754-A9E4-4D26-9F9B-70BD0807B1B4}" destId="{260CB061-90AB-4132-B9F8-F81CBBAF805A}" srcOrd="0" destOrd="0" presId="urn:microsoft.com/office/officeart/2018/2/layout/IconVerticalSolidList"/>
    <dgm:cxn modelId="{EEE70AC7-560D-4D1E-B16C-3241A46AB64A}" srcId="{7C47A7A3-87FF-4FE6-9B8B-8845048F1F57}" destId="{DF34DF1F-07E5-47D6-973E-51CDEB41058F}" srcOrd="1" destOrd="0" parTransId="{D754460F-9A24-4F74-8FE9-DF2944300238}" sibTransId="{3155228D-8F48-4FF9-AFE7-C46ABF18F06D}"/>
    <dgm:cxn modelId="{F51B20F9-9BA1-4103-AEF8-FF3AF6A6FCAD}" srcId="{7C47A7A3-87FF-4FE6-9B8B-8845048F1F57}" destId="{5096B754-A9E4-4D26-9F9B-70BD0807B1B4}" srcOrd="0" destOrd="0" parTransId="{E66941D6-0899-4C3D-B546-A954563DBEC0}" sibTransId="{87276FC2-173B-4B6E-8C0D-D7D5EC537B84}"/>
    <dgm:cxn modelId="{161BA730-4A73-3D43-AA31-8093F7173376}" type="presParOf" srcId="{357A5DB5-A692-4EC6-8DA3-FE79B54E25D5}" destId="{A846AA51-67A3-4988-884C-B3710E1BD5A1}" srcOrd="0" destOrd="0" presId="urn:microsoft.com/office/officeart/2018/2/layout/IconVerticalSolidList"/>
    <dgm:cxn modelId="{BA5BB2A3-FF5B-E84A-B2F2-0CA335B182C0}" type="presParOf" srcId="{A846AA51-67A3-4988-884C-B3710E1BD5A1}" destId="{1C8F3BFB-5151-4FCB-861C-A1ADCF263D99}" srcOrd="0" destOrd="0" presId="urn:microsoft.com/office/officeart/2018/2/layout/IconVerticalSolidList"/>
    <dgm:cxn modelId="{8D1E850A-AA91-D14F-8D93-A8B7BB3FDA6D}" type="presParOf" srcId="{A846AA51-67A3-4988-884C-B3710E1BD5A1}" destId="{277EE526-1DD7-4798-88D2-D9B6AF1497CE}" srcOrd="1" destOrd="0" presId="urn:microsoft.com/office/officeart/2018/2/layout/IconVerticalSolidList"/>
    <dgm:cxn modelId="{7EB3C08B-A588-4542-B8F0-E76290F5FB2B}" type="presParOf" srcId="{A846AA51-67A3-4988-884C-B3710E1BD5A1}" destId="{ACAF87C0-96AB-489D-8B3A-E190915998B4}" srcOrd="2" destOrd="0" presId="urn:microsoft.com/office/officeart/2018/2/layout/IconVerticalSolidList"/>
    <dgm:cxn modelId="{493F6741-CEA2-7541-96F1-9DD672A0568F}" type="presParOf" srcId="{A846AA51-67A3-4988-884C-B3710E1BD5A1}" destId="{260CB061-90AB-4132-B9F8-F81CBBAF805A}" srcOrd="3" destOrd="0" presId="urn:microsoft.com/office/officeart/2018/2/layout/IconVerticalSolidList"/>
    <dgm:cxn modelId="{72A8C975-7ADE-DB49-8F55-C74A8EE8FFD8}" type="presParOf" srcId="{357A5DB5-A692-4EC6-8DA3-FE79B54E25D5}" destId="{C57C77B0-6ABC-450C-ACF6-1BBB42F9C3A5}" srcOrd="1" destOrd="0" presId="urn:microsoft.com/office/officeart/2018/2/layout/IconVerticalSolidList"/>
    <dgm:cxn modelId="{D386C217-4852-1F43-915F-7C28ED8B4F20}" type="presParOf" srcId="{357A5DB5-A692-4EC6-8DA3-FE79B54E25D5}" destId="{FBEDEEB7-A2F2-4DBA-9E06-7742238F2F6E}" srcOrd="2" destOrd="0" presId="urn:microsoft.com/office/officeart/2018/2/layout/IconVerticalSolidList"/>
    <dgm:cxn modelId="{8B89F9B4-5474-7549-A660-80C85D7F2255}" type="presParOf" srcId="{FBEDEEB7-A2F2-4DBA-9E06-7742238F2F6E}" destId="{11E16A73-49F4-4CA7-8C08-CD58A38DFEDB}" srcOrd="0" destOrd="0" presId="urn:microsoft.com/office/officeart/2018/2/layout/IconVerticalSolidList"/>
    <dgm:cxn modelId="{75F9B592-3998-FB4A-9295-78EFB85487D8}" type="presParOf" srcId="{FBEDEEB7-A2F2-4DBA-9E06-7742238F2F6E}" destId="{19213D54-A057-4DDF-9A65-5D2271FE9075}" srcOrd="1" destOrd="0" presId="urn:microsoft.com/office/officeart/2018/2/layout/IconVerticalSolidList"/>
    <dgm:cxn modelId="{2CB9C7EA-9EBE-0546-A0D2-D6D5233143AA}" type="presParOf" srcId="{FBEDEEB7-A2F2-4DBA-9E06-7742238F2F6E}" destId="{F481F6C5-7139-467A-A04A-9FBEEF833F09}" srcOrd="2" destOrd="0" presId="urn:microsoft.com/office/officeart/2018/2/layout/IconVerticalSolidList"/>
    <dgm:cxn modelId="{8F802DD2-CE76-4B4A-9AA4-41CF2E61D69B}" type="presParOf" srcId="{FBEDEEB7-A2F2-4DBA-9E06-7742238F2F6E}" destId="{85F334BE-5541-4D74-9F21-89F0543159D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B6410DC-0081-4D4F-B3ED-EF2E3C906AE9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0AD2949A-5D8D-43F7-BA28-7694247FC19B}">
      <dgm:prSet custT="1"/>
      <dgm:spPr/>
      <dgm:t>
        <a:bodyPr rtlCol="1"/>
        <a:lstStyle/>
        <a:p>
          <a:pPr rtl="1"/>
          <a:r>
            <a:rPr lang="ar" sz="27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rPr>
            <a:t>تقديم نصائح مالية لك </a:t>
          </a:r>
          <a:br>
            <a:rPr lang="ar-EG" sz="27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ar" sz="27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rPr>
            <a:t>حول إدارة أموالك</a:t>
          </a:r>
          <a:endParaRPr lang="en-US" sz="2700" dirty="0">
            <a:solidFill>
              <a:srgbClr val="7030A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FD93358-1F0D-4038-8C4E-3BD020DAE659}" type="parTrans" cxnId="{0F0B0A9A-F83B-454E-8B53-C8F38CC8D11D}">
      <dgm:prSet/>
      <dgm:spPr/>
      <dgm:t>
        <a:bodyPr rtlCol="1"/>
        <a:lstStyle/>
        <a:p>
          <a:pPr rtl="1"/>
          <a:endParaRPr lang="en-US"/>
        </a:p>
      </dgm:t>
    </dgm:pt>
    <dgm:pt modelId="{483DD04A-0646-4CB2-82E8-A461BAF81621}" type="sibTrans" cxnId="{0F0B0A9A-F83B-454E-8B53-C8F38CC8D11D}">
      <dgm:prSet/>
      <dgm:spPr/>
      <dgm:t>
        <a:bodyPr rtlCol="1"/>
        <a:lstStyle/>
        <a:p>
          <a:pPr rtl="1"/>
          <a:endParaRPr lang="en-US"/>
        </a:p>
      </dgm:t>
    </dgm:pt>
    <dgm:pt modelId="{3D8F508F-D1EC-4A84-8C90-FE9144370130}">
      <dgm:prSet custT="1"/>
      <dgm:spPr/>
      <dgm:t>
        <a:bodyPr rtlCol="1"/>
        <a:lstStyle/>
        <a:p>
          <a:pPr marL="0" lvl="0" indent="0" algn="ctr" defTabSz="12001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7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توفير حساب ادخار </a:t>
          </a:r>
          <a:br>
            <a:rPr lang="ar-EG" sz="27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</a:br>
          <a:r>
            <a:rPr lang="ar" sz="27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أو استثمار لك</a:t>
          </a:r>
          <a:endParaRPr lang="en-US" sz="2700" kern="1200" dirty="0">
            <a:solidFill>
              <a:srgbClr val="7030A0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867BBC39-44E5-45F7-9E28-A5CA648EE61C}" type="parTrans" cxnId="{7400C6BA-5537-4C58-BB37-AB774FCBCB91}">
      <dgm:prSet/>
      <dgm:spPr/>
      <dgm:t>
        <a:bodyPr rtlCol="1"/>
        <a:lstStyle/>
        <a:p>
          <a:pPr rtl="1"/>
          <a:endParaRPr lang="en-US"/>
        </a:p>
      </dgm:t>
    </dgm:pt>
    <dgm:pt modelId="{ED37738C-EDB3-4F78-ADB4-F5A766CB30B4}" type="sibTrans" cxnId="{7400C6BA-5537-4C58-BB37-AB774FCBCB91}">
      <dgm:prSet/>
      <dgm:spPr/>
      <dgm:t>
        <a:bodyPr rtlCol="1"/>
        <a:lstStyle/>
        <a:p>
          <a:pPr rtl="1"/>
          <a:endParaRPr lang="en-US"/>
        </a:p>
      </dgm:t>
    </dgm:pt>
    <dgm:pt modelId="{DD52E930-650A-4083-9805-BBD86F7AE237}">
      <dgm:prSet custT="1"/>
      <dgm:spPr/>
      <dgm:t>
        <a:bodyPr rtlCol="1"/>
        <a:lstStyle/>
        <a:p>
          <a:pPr marL="0" lvl="0" indent="0" algn="ctr" defTabSz="12001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7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توفير تأمين ضد المرض أو الخسارة المالية لك</a:t>
          </a:r>
          <a:endParaRPr lang="en-US" sz="2700" kern="1200" dirty="0">
            <a:solidFill>
              <a:srgbClr val="7030A0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F037393F-9D28-4041-BB43-25792A8D2F87}" type="parTrans" cxnId="{5926BF01-E6A0-4B0C-B128-6DBC2A524FE1}">
      <dgm:prSet/>
      <dgm:spPr/>
      <dgm:t>
        <a:bodyPr rtlCol="1"/>
        <a:lstStyle/>
        <a:p>
          <a:pPr rtl="1"/>
          <a:endParaRPr lang="en-US"/>
        </a:p>
      </dgm:t>
    </dgm:pt>
    <dgm:pt modelId="{B8F7A6F1-170D-44FE-8E6F-3D9EAB40E28D}" type="sibTrans" cxnId="{5926BF01-E6A0-4B0C-B128-6DBC2A524FE1}">
      <dgm:prSet/>
      <dgm:spPr/>
      <dgm:t>
        <a:bodyPr rtlCol="1"/>
        <a:lstStyle/>
        <a:p>
          <a:pPr rtl="1"/>
          <a:endParaRPr lang="en-US"/>
        </a:p>
      </dgm:t>
    </dgm:pt>
    <dgm:pt modelId="{3F123ACC-7F7F-4691-88C1-209D7589EC88}">
      <dgm:prSet custT="1"/>
      <dgm:spPr/>
      <dgm:t>
        <a:bodyPr rtlCol="1"/>
        <a:lstStyle/>
        <a:p>
          <a:pPr marL="0" lvl="0" indent="0" algn="ctr" defTabSz="12001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7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إقراضك الأموال</a:t>
          </a:r>
          <a:endParaRPr lang="en-US" sz="2700" kern="1200" dirty="0">
            <a:solidFill>
              <a:srgbClr val="7030A0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411FFC53-17EC-4AA9-85BC-81759C39A45C}" type="parTrans" cxnId="{CEBD9356-ABDF-4BFF-9122-8F2682259102}">
      <dgm:prSet/>
      <dgm:spPr/>
      <dgm:t>
        <a:bodyPr rtlCol="1"/>
        <a:lstStyle/>
        <a:p>
          <a:pPr rtl="1"/>
          <a:endParaRPr lang="en-US"/>
        </a:p>
      </dgm:t>
    </dgm:pt>
    <dgm:pt modelId="{DEF2DD7D-F51F-42CD-BCB9-B6BEA9F76B49}" type="sibTrans" cxnId="{CEBD9356-ABDF-4BFF-9122-8F2682259102}">
      <dgm:prSet/>
      <dgm:spPr/>
      <dgm:t>
        <a:bodyPr rtlCol="1"/>
        <a:lstStyle/>
        <a:p>
          <a:pPr rtl="1"/>
          <a:endParaRPr lang="en-US"/>
        </a:p>
      </dgm:t>
    </dgm:pt>
    <dgm:pt modelId="{2C174A85-1A0B-4943-9CF5-A1E29F752590}" type="pres">
      <dgm:prSet presAssocID="{7B6410DC-0081-4D4F-B3ED-EF2E3C906AE9}" presName="diagram" presStyleCnt="0">
        <dgm:presLayoutVars>
          <dgm:dir val="rev"/>
          <dgm:resizeHandles val="exact"/>
        </dgm:presLayoutVars>
      </dgm:prSet>
      <dgm:spPr/>
    </dgm:pt>
    <dgm:pt modelId="{70E3A4F9-BDA7-F64F-8A60-FB18E70EFFBD}" type="pres">
      <dgm:prSet presAssocID="{0AD2949A-5D8D-43F7-BA28-7694247FC19B}" presName="node" presStyleLbl="node1" presStyleIdx="0" presStyleCnt="4">
        <dgm:presLayoutVars>
          <dgm:bulletEnabled val="1"/>
        </dgm:presLayoutVars>
      </dgm:prSet>
      <dgm:spPr/>
    </dgm:pt>
    <dgm:pt modelId="{C5552880-CEED-5742-95FC-6E01E0AA7162}" type="pres">
      <dgm:prSet presAssocID="{483DD04A-0646-4CB2-82E8-A461BAF81621}" presName="sibTrans" presStyleCnt="0"/>
      <dgm:spPr/>
    </dgm:pt>
    <dgm:pt modelId="{7E0DEAFB-9584-0544-BEA5-942789D24BE8}" type="pres">
      <dgm:prSet presAssocID="{3D8F508F-D1EC-4A84-8C90-FE9144370130}" presName="node" presStyleLbl="node1" presStyleIdx="1" presStyleCnt="4">
        <dgm:presLayoutVars>
          <dgm:bulletEnabled val="1"/>
        </dgm:presLayoutVars>
      </dgm:prSet>
      <dgm:spPr/>
    </dgm:pt>
    <dgm:pt modelId="{48869FC2-E547-DE47-A6AB-B0321CC61753}" type="pres">
      <dgm:prSet presAssocID="{ED37738C-EDB3-4F78-ADB4-F5A766CB30B4}" presName="sibTrans" presStyleCnt="0"/>
      <dgm:spPr/>
    </dgm:pt>
    <dgm:pt modelId="{C0C2202E-C4D5-554A-B86B-7F125DD6C63B}" type="pres">
      <dgm:prSet presAssocID="{DD52E930-650A-4083-9805-BBD86F7AE237}" presName="node" presStyleLbl="node1" presStyleIdx="2" presStyleCnt="4">
        <dgm:presLayoutVars>
          <dgm:bulletEnabled val="1"/>
        </dgm:presLayoutVars>
      </dgm:prSet>
      <dgm:spPr/>
    </dgm:pt>
    <dgm:pt modelId="{8B700F11-004F-5949-94B9-DAF9A0482D4F}" type="pres">
      <dgm:prSet presAssocID="{B8F7A6F1-170D-44FE-8E6F-3D9EAB40E28D}" presName="sibTrans" presStyleCnt="0"/>
      <dgm:spPr/>
    </dgm:pt>
    <dgm:pt modelId="{AD19CB81-8447-FB4C-8C0C-B8D2DA76FD38}" type="pres">
      <dgm:prSet presAssocID="{3F123ACC-7F7F-4691-88C1-209D7589EC88}" presName="node" presStyleLbl="node1" presStyleIdx="3" presStyleCnt="4">
        <dgm:presLayoutVars>
          <dgm:bulletEnabled val="1"/>
        </dgm:presLayoutVars>
      </dgm:prSet>
      <dgm:spPr/>
    </dgm:pt>
  </dgm:ptLst>
  <dgm:cxnLst>
    <dgm:cxn modelId="{5926BF01-E6A0-4B0C-B128-6DBC2A524FE1}" srcId="{7B6410DC-0081-4D4F-B3ED-EF2E3C906AE9}" destId="{DD52E930-650A-4083-9805-BBD86F7AE237}" srcOrd="2" destOrd="0" parTransId="{F037393F-9D28-4041-BB43-25792A8D2F87}" sibTransId="{B8F7A6F1-170D-44FE-8E6F-3D9EAB40E28D}"/>
    <dgm:cxn modelId="{4B2A320D-8420-DB46-B030-8CBD92F9EE16}" type="presOf" srcId="{DD52E930-650A-4083-9805-BBD86F7AE237}" destId="{C0C2202E-C4D5-554A-B86B-7F125DD6C63B}" srcOrd="0" destOrd="0" presId="urn:microsoft.com/office/officeart/2005/8/layout/default"/>
    <dgm:cxn modelId="{CEBD9356-ABDF-4BFF-9122-8F2682259102}" srcId="{7B6410DC-0081-4D4F-B3ED-EF2E3C906AE9}" destId="{3F123ACC-7F7F-4691-88C1-209D7589EC88}" srcOrd="3" destOrd="0" parTransId="{411FFC53-17EC-4AA9-85BC-81759C39A45C}" sibTransId="{DEF2DD7D-F51F-42CD-BCB9-B6BEA9F76B49}"/>
    <dgm:cxn modelId="{C5396E99-222A-B24B-A5D9-F69B9ECB10D9}" type="presOf" srcId="{7B6410DC-0081-4D4F-B3ED-EF2E3C906AE9}" destId="{2C174A85-1A0B-4943-9CF5-A1E29F752590}" srcOrd="0" destOrd="0" presId="urn:microsoft.com/office/officeart/2005/8/layout/default"/>
    <dgm:cxn modelId="{0F0B0A9A-F83B-454E-8B53-C8F38CC8D11D}" srcId="{7B6410DC-0081-4D4F-B3ED-EF2E3C906AE9}" destId="{0AD2949A-5D8D-43F7-BA28-7694247FC19B}" srcOrd="0" destOrd="0" parTransId="{4FD93358-1F0D-4038-8C4E-3BD020DAE659}" sibTransId="{483DD04A-0646-4CB2-82E8-A461BAF81621}"/>
    <dgm:cxn modelId="{7400C6BA-5537-4C58-BB37-AB774FCBCB91}" srcId="{7B6410DC-0081-4D4F-B3ED-EF2E3C906AE9}" destId="{3D8F508F-D1EC-4A84-8C90-FE9144370130}" srcOrd="1" destOrd="0" parTransId="{867BBC39-44E5-45F7-9E28-A5CA648EE61C}" sibTransId="{ED37738C-EDB3-4F78-ADB4-F5A766CB30B4}"/>
    <dgm:cxn modelId="{51F6EFC1-FA2F-F846-AF7D-8520FB463DE9}" type="presOf" srcId="{0AD2949A-5D8D-43F7-BA28-7694247FC19B}" destId="{70E3A4F9-BDA7-F64F-8A60-FB18E70EFFBD}" srcOrd="0" destOrd="0" presId="urn:microsoft.com/office/officeart/2005/8/layout/default"/>
    <dgm:cxn modelId="{3CF448CB-32CB-7248-BF84-9104B17BD37A}" type="presOf" srcId="{3D8F508F-D1EC-4A84-8C90-FE9144370130}" destId="{7E0DEAFB-9584-0544-BEA5-942789D24BE8}" srcOrd="0" destOrd="0" presId="urn:microsoft.com/office/officeart/2005/8/layout/default"/>
    <dgm:cxn modelId="{2CD609CD-FF2B-7F47-8095-6E45DD69D16F}" type="presOf" srcId="{3F123ACC-7F7F-4691-88C1-209D7589EC88}" destId="{AD19CB81-8447-FB4C-8C0C-B8D2DA76FD38}" srcOrd="0" destOrd="0" presId="urn:microsoft.com/office/officeart/2005/8/layout/default"/>
    <dgm:cxn modelId="{62C3AF42-018D-A74C-87A1-6CB05D947B85}" type="presParOf" srcId="{2C174A85-1A0B-4943-9CF5-A1E29F752590}" destId="{70E3A4F9-BDA7-F64F-8A60-FB18E70EFFBD}" srcOrd="0" destOrd="0" presId="urn:microsoft.com/office/officeart/2005/8/layout/default"/>
    <dgm:cxn modelId="{4AE0F0C5-BE71-3F45-AE6B-25DCCBEC2E52}" type="presParOf" srcId="{2C174A85-1A0B-4943-9CF5-A1E29F752590}" destId="{C5552880-CEED-5742-95FC-6E01E0AA7162}" srcOrd="1" destOrd="0" presId="urn:microsoft.com/office/officeart/2005/8/layout/default"/>
    <dgm:cxn modelId="{E3BB40B8-2895-D347-A2FA-FF9BCCB2A3C7}" type="presParOf" srcId="{2C174A85-1A0B-4943-9CF5-A1E29F752590}" destId="{7E0DEAFB-9584-0544-BEA5-942789D24BE8}" srcOrd="2" destOrd="0" presId="urn:microsoft.com/office/officeart/2005/8/layout/default"/>
    <dgm:cxn modelId="{46DD2213-C1BE-144B-852F-4DE4EDB85953}" type="presParOf" srcId="{2C174A85-1A0B-4943-9CF5-A1E29F752590}" destId="{48869FC2-E547-DE47-A6AB-B0321CC61753}" srcOrd="3" destOrd="0" presId="urn:microsoft.com/office/officeart/2005/8/layout/default"/>
    <dgm:cxn modelId="{C26D1DFF-E949-9242-B141-0F9F721E9A26}" type="presParOf" srcId="{2C174A85-1A0B-4943-9CF5-A1E29F752590}" destId="{C0C2202E-C4D5-554A-B86B-7F125DD6C63B}" srcOrd="4" destOrd="0" presId="urn:microsoft.com/office/officeart/2005/8/layout/default"/>
    <dgm:cxn modelId="{FE18B73D-E2A5-0743-B428-B618CAA3BE49}" type="presParOf" srcId="{2C174A85-1A0B-4943-9CF5-A1E29F752590}" destId="{8B700F11-004F-5949-94B9-DAF9A0482D4F}" srcOrd="5" destOrd="0" presId="urn:microsoft.com/office/officeart/2005/8/layout/default"/>
    <dgm:cxn modelId="{0F6FF7C2-6C4B-2D49-AEE9-B2CFC1C42B10}" type="presParOf" srcId="{2C174A85-1A0B-4943-9CF5-A1E29F752590}" destId="{AD19CB81-8447-FB4C-8C0C-B8D2DA76FD3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2189D00-CD19-494C-88B0-BB631B98EBB0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71BC4846-EC08-4A9E-9D30-9D0B353B22AE}">
      <dgm:prSet/>
      <dgm:spPr/>
      <dgm:t>
        <a:bodyPr rtlCol="1"/>
        <a:lstStyle/>
        <a:p>
          <a:pPr rtl="1"/>
          <a:r>
            <a:rPr lang="ar-SA" b="1" noProof="0" dirty="0">
              <a:solidFill>
                <a:srgbClr val="7030A0"/>
              </a:solidFill>
            </a:rPr>
            <a:t>الحماية التأمينية</a:t>
          </a:r>
          <a:r>
            <a:rPr lang="ar-SA" noProof="0" dirty="0">
              <a:solidFill>
                <a:srgbClr val="7030A0"/>
              </a:solidFill>
            </a:rPr>
            <a:t> تحميك وممتلكاتك من مخاطر الخسارة أو الضرر </a:t>
          </a:r>
          <a:br>
            <a:rPr lang="ar-SA" noProof="0" dirty="0">
              <a:solidFill>
                <a:srgbClr val="7030A0"/>
              </a:solidFill>
            </a:rPr>
          </a:br>
          <a:r>
            <a:rPr lang="ar-SA" noProof="0" dirty="0">
              <a:solidFill>
                <a:srgbClr val="7030A0"/>
              </a:solidFill>
            </a:rPr>
            <a:t>أو السرقة. </a:t>
          </a:r>
        </a:p>
      </dgm:t>
    </dgm:pt>
    <dgm:pt modelId="{4643B480-73DA-4822-94FC-EA84013B85BD}" type="parTrans" cxnId="{47096525-310F-4C03-91D9-0EBB063F7266}">
      <dgm:prSet/>
      <dgm:spPr/>
      <dgm:t>
        <a:bodyPr rtlCol="1"/>
        <a:lstStyle/>
        <a:p>
          <a:pPr rtl="1"/>
          <a:endParaRPr lang="en-US"/>
        </a:p>
      </dgm:t>
    </dgm:pt>
    <dgm:pt modelId="{7893BDD2-378C-49E7-92F5-B33072391B5C}" type="sibTrans" cxnId="{47096525-310F-4C03-91D9-0EBB063F7266}">
      <dgm:prSet/>
      <dgm:spPr/>
      <dgm:t>
        <a:bodyPr rtlCol="1"/>
        <a:lstStyle/>
        <a:p>
          <a:pPr rtl="1"/>
          <a:endParaRPr lang="en-US"/>
        </a:p>
      </dgm:t>
    </dgm:pt>
    <dgm:pt modelId="{54A7A1D7-C686-4000-BB15-3732759EAAB5}">
      <dgm:prSet/>
      <dgm:spPr/>
      <dgm:t>
        <a:bodyPr rtlCol="1"/>
        <a:lstStyle/>
        <a:p>
          <a:pPr rtl="1"/>
          <a:r>
            <a:rPr lang="ar-SA" b="1" noProof="0" dirty="0">
              <a:solidFill>
                <a:srgbClr val="7030A0"/>
              </a:solidFill>
            </a:rPr>
            <a:t>التأمين على الحياة</a:t>
          </a:r>
          <a:r>
            <a:rPr lang="ar-SA" noProof="0" dirty="0">
              <a:solidFill>
                <a:srgbClr val="7030A0"/>
              </a:solidFill>
            </a:rPr>
            <a:t> </a:t>
          </a:r>
          <a:br>
            <a:rPr lang="ar-EG" noProof="0" dirty="0">
              <a:solidFill>
                <a:srgbClr val="7030A0"/>
              </a:solidFill>
            </a:rPr>
          </a:br>
          <a:r>
            <a:rPr lang="ar-SA" noProof="0" dirty="0">
              <a:solidFill>
                <a:srgbClr val="7030A0"/>
              </a:solidFill>
            </a:rPr>
            <a:t>(على سبيل المثال، التأمين الكامل على الحياة) الذي يدفع مبلغًا صافيًا من الضرائب عند وفاتك.</a:t>
          </a:r>
        </a:p>
      </dgm:t>
    </dgm:pt>
    <dgm:pt modelId="{AC3F2C62-949E-407F-93B6-C02304A1E90B}" type="parTrans" cxnId="{68987131-C888-4616-AC89-F9A45F333052}">
      <dgm:prSet/>
      <dgm:spPr/>
      <dgm:t>
        <a:bodyPr rtlCol="1"/>
        <a:lstStyle/>
        <a:p>
          <a:pPr rtl="1"/>
          <a:endParaRPr lang="en-US"/>
        </a:p>
      </dgm:t>
    </dgm:pt>
    <dgm:pt modelId="{E575492F-4488-4823-9D4F-AE46FF9D0039}" type="sibTrans" cxnId="{68987131-C888-4616-AC89-F9A45F333052}">
      <dgm:prSet/>
      <dgm:spPr/>
      <dgm:t>
        <a:bodyPr rtlCol="1"/>
        <a:lstStyle/>
        <a:p>
          <a:pPr rtl="1"/>
          <a:endParaRPr lang="en-US"/>
        </a:p>
      </dgm:t>
    </dgm:pt>
    <dgm:pt modelId="{2818054A-ED1F-4B4D-B30C-04432D8930CD}" type="pres">
      <dgm:prSet presAssocID="{E2189D00-CD19-494C-88B0-BB631B98EBB0}" presName="hierChild1" presStyleCnt="0">
        <dgm:presLayoutVars>
          <dgm:chPref val="1"/>
          <dgm:dir val="rev"/>
          <dgm:animOne val="branch"/>
          <dgm:animLvl val="lvl"/>
          <dgm:resizeHandles/>
        </dgm:presLayoutVars>
      </dgm:prSet>
      <dgm:spPr/>
    </dgm:pt>
    <dgm:pt modelId="{6CC93A06-8123-6D4C-883C-574F07FF4CB6}" type="pres">
      <dgm:prSet presAssocID="{71BC4846-EC08-4A9E-9D30-9D0B353B22AE}" presName="hierRoot1" presStyleCnt="0"/>
      <dgm:spPr/>
    </dgm:pt>
    <dgm:pt modelId="{A2ED3AD4-43B1-7946-90FC-BA1457E3ECC6}" type="pres">
      <dgm:prSet presAssocID="{71BC4846-EC08-4A9E-9D30-9D0B353B22AE}" presName="composite" presStyleCnt="0"/>
      <dgm:spPr/>
    </dgm:pt>
    <dgm:pt modelId="{B641A7E3-B392-054B-8033-0BF9A969E927}" type="pres">
      <dgm:prSet presAssocID="{71BC4846-EC08-4A9E-9D30-9D0B353B22AE}" presName="background" presStyleLbl="node0" presStyleIdx="0" presStyleCnt="2"/>
      <dgm:spPr/>
    </dgm:pt>
    <dgm:pt modelId="{E7CC420B-2FF4-A343-B4EE-06778623D888}" type="pres">
      <dgm:prSet presAssocID="{71BC4846-EC08-4A9E-9D30-9D0B353B22AE}" presName="text" presStyleLbl="fgAcc0" presStyleIdx="0" presStyleCnt="2">
        <dgm:presLayoutVars>
          <dgm:chPref val="3"/>
        </dgm:presLayoutVars>
      </dgm:prSet>
      <dgm:spPr/>
    </dgm:pt>
    <dgm:pt modelId="{8A6E71FE-A499-E24F-A51D-6B565A4CF939}" type="pres">
      <dgm:prSet presAssocID="{71BC4846-EC08-4A9E-9D30-9D0B353B22AE}" presName="hierChild2" presStyleCnt="0"/>
      <dgm:spPr/>
    </dgm:pt>
    <dgm:pt modelId="{37C22F16-0C70-0242-B544-56170A8D57A8}" type="pres">
      <dgm:prSet presAssocID="{54A7A1D7-C686-4000-BB15-3732759EAAB5}" presName="hierRoot1" presStyleCnt="0"/>
      <dgm:spPr/>
    </dgm:pt>
    <dgm:pt modelId="{9CB98475-C990-364A-B881-CE9EF3F45E35}" type="pres">
      <dgm:prSet presAssocID="{54A7A1D7-C686-4000-BB15-3732759EAAB5}" presName="composite" presStyleCnt="0"/>
      <dgm:spPr/>
    </dgm:pt>
    <dgm:pt modelId="{4E754831-5726-C646-B186-547B43D1FCE6}" type="pres">
      <dgm:prSet presAssocID="{54A7A1D7-C686-4000-BB15-3732759EAAB5}" presName="background" presStyleLbl="node0" presStyleIdx="1" presStyleCnt="2"/>
      <dgm:spPr/>
    </dgm:pt>
    <dgm:pt modelId="{EB555F53-F4B0-0643-AD96-2AB947864638}" type="pres">
      <dgm:prSet presAssocID="{54A7A1D7-C686-4000-BB15-3732759EAAB5}" presName="text" presStyleLbl="fgAcc0" presStyleIdx="1" presStyleCnt="2">
        <dgm:presLayoutVars>
          <dgm:chPref val="3"/>
        </dgm:presLayoutVars>
      </dgm:prSet>
      <dgm:spPr/>
    </dgm:pt>
    <dgm:pt modelId="{522CB8ED-999E-3743-9F61-D62CCBCFDE8E}" type="pres">
      <dgm:prSet presAssocID="{54A7A1D7-C686-4000-BB15-3732759EAAB5}" presName="hierChild2" presStyleCnt="0"/>
      <dgm:spPr/>
    </dgm:pt>
  </dgm:ptLst>
  <dgm:cxnLst>
    <dgm:cxn modelId="{DA10C706-71EC-B543-93D3-0C99A6C1C31F}" type="presOf" srcId="{54A7A1D7-C686-4000-BB15-3732759EAAB5}" destId="{EB555F53-F4B0-0643-AD96-2AB947864638}" srcOrd="0" destOrd="0" presId="urn:microsoft.com/office/officeart/2005/8/layout/hierarchy1"/>
    <dgm:cxn modelId="{47096525-310F-4C03-91D9-0EBB063F7266}" srcId="{E2189D00-CD19-494C-88B0-BB631B98EBB0}" destId="{71BC4846-EC08-4A9E-9D30-9D0B353B22AE}" srcOrd="0" destOrd="0" parTransId="{4643B480-73DA-4822-94FC-EA84013B85BD}" sibTransId="{7893BDD2-378C-49E7-92F5-B33072391B5C}"/>
    <dgm:cxn modelId="{68987131-C888-4616-AC89-F9A45F333052}" srcId="{E2189D00-CD19-494C-88B0-BB631B98EBB0}" destId="{54A7A1D7-C686-4000-BB15-3732759EAAB5}" srcOrd="1" destOrd="0" parTransId="{AC3F2C62-949E-407F-93B6-C02304A1E90B}" sibTransId="{E575492F-4488-4823-9D4F-AE46FF9D0039}"/>
    <dgm:cxn modelId="{0FB69C76-36A7-054C-8E59-5E6CDEDD19E6}" type="presOf" srcId="{71BC4846-EC08-4A9E-9D30-9D0B353B22AE}" destId="{E7CC420B-2FF4-A343-B4EE-06778623D888}" srcOrd="0" destOrd="0" presId="urn:microsoft.com/office/officeart/2005/8/layout/hierarchy1"/>
    <dgm:cxn modelId="{4BA92BD3-DEEB-444C-88F4-23AE305038C0}" type="presOf" srcId="{E2189D00-CD19-494C-88B0-BB631B98EBB0}" destId="{2818054A-ED1F-4B4D-B30C-04432D8930CD}" srcOrd="0" destOrd="0" presId="urn:microsoft.com/office/officeart/2005/8/layout/hierarchy1"/>
    <dgm:cxn modelId="{30FB0250-BC2F-2C46-87DD-25DFA81F9BD9}" type="presParOf" srcId="{2818054A-ED1F-4B4D-B30C-04432D8930CD}" destId="{6CC93A06-8123-6D4C-883C-574F07FF4CB6}" srcOrd="0" destOrd="0" presId="urn:microsoft.com/office/officeart/2005/8/layout/hierarchy1"/>
    <dgm:cxn modelId="{A407CBC1-8E01-8E49-BE8A-7F3ED10DCEF2}" type="presParOf" srcId="{6CC93A06-8123-6D4C-883C-574F07FF4CB6}" destId="{A2ED3AD4-43B1-7946-90FC-BA1457E3ECC6}" srcOrd="0" destOrd="0" presId="urn:microsoft.com/office/officeart/2005/8/layout/hierarchy1"/>
    <dgm:cxn modelId="{6508C80D-255B-D648-83F1-43E35BC3FF54}" type="presParOf" srcId="{A2ED3AD4-43B1-7946-90FC-BA1457E3ECC6}" destId="{B641A7E3-B392-054B-8033-0BF9A969E927}" srcOrd="0" destOrd="0" presId="urn:microsoft.com/office/officeart/2005/8/layout/hierarchy1"/>
    <dgm:cxn modelId="{1EFAE09F-8FA3-0D4B-919F-2FBCA0358EFB}" type="presParOf" srcId="{A2ED3AD4-43B1-7946-90FC-BA1457E3ECC6}" destId="{E7CC420B-2FF4-A343-B4EE-06778623D888}" srcOrd="1" destOrd="0" presId="urn:microsoft.com/office/officeart/2005/8/layout/hierarchy1"/>
    <dgm:cxn modelId="{84702B88-CE3B-3744-A266-F3D8E7C0B068}" type="presParOf" srcId="{6CC93A06-8123-6D4C-883C-574F07FF4CB6}" destId="{8A6E71FE-A499-E24F-A51D-6B565A4CF939}" srcOrd="1" destOrd="0" presId="urn:microsoft.com/office/officeart/2005/8/layout/hierarchy1"/>
    <dgm:cxn modelId="{8FA20BCD-C179-3B47-A164-1D7BDE1AD537}" type="presParOf" srcId="{2818054A-ED1F-4B4D-B30C-04432D8930CD}" destId="{37C22F16-0C70-0242-B544-56170A8D57A8}" srcOrd="1" destOrd="0" presId="urn:microsoft.com/office/officeart/2005/8/layout/hierarchy1"/>
    <dgm:cxn modelId="{C69A3094-E01F-3C40-BF11-389E8171182F}" type="presParOf" srcId="{37C22F16-0C70-0242-B544-56170A8D57A8}" destId="{9CB98475-C990-364A-B881-CE9EF3F45E35}" srcOrd="0" destOrd="0" presId="urn:microsoft.com/office/officeart/2005/8/layout/hierarchy1"/>
    <dgm:cxn modelId="{1511EACC-FD1A-284E-9832-58B0804E5966}" type="presParOf" srcId="{9CB98475-C990-364A-B881-CE9EF3F45E35}" destId="{4E754831-5726-C646-B186-547B43D1FCE6}" srcOrd="0" destOrd="0" presId="urn:microsoft.com/office/officeart/2005/8/layout/hierarchy1"/>
    <dgm:cxn modelId="{9786B7F9-127F-5F40-9C50-5057DDF69A61}" type="presParOf" srcId="{9CB98475-C990-364A-B881-CE9EF3F45E35}" destId="{EB555F53-F4B0-0643-AD96-2AB947864638}" srcOrd="1" destOrd="0" presId="urn:microsoft.com/office/officeart/2005/8/layout/hierarchy1"/>
    <dgm:cxn modelId="{734BBAB1-0BAE-DB43-883E-BDED53FB7944}" type="presParOf" srcId="{37C22F16-0C70-0242-B544-56170A8D57A8}" destId="{522CB8ED-999E-3743-9F61-D62CCBCFDE8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22DC3FA-8138-4902-BCBB-BE8A412357D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 rtlCol="1"/>
        <a:lstStyle/>
        <a:p>
          <a:pPr rtl="1"/>
          <a:endParaRPr lang="en-US"/>
        </a:p>
      </dgm:t>
    </dgm:pt>
    <dgm:pt modelId="{17976F88-C0AF-4F47-BA92-41E9AAE3E9F6}">
      <dgm:prSet/>
      <dgm:spPr/>
      <dgm:t>
        <a:bodyPr rtlCol="1"/>
        <a:lstStyle/>
        <a:p>
          <a:pPr rtl="1"/>
          <a:r>
            <a:rPr lang="ar-SA" b="1" noProof="0" dirty="0">
              <a:latin typeface="Arial" panose="020B0604020202020204" pitchFamily="34" charset="0"/>
              <a:cs typeface="Arial" panose="020B0604020202020204" pitchFamily="34" charset="0"/>
            </a:rPr>
            <a:t>بطاقات الائتمان</a:t>
          </a:r>
          <a:r>
            <a:rPr lang="ar-SA" noProof="0" dirty="0">
              <a:latin typeface="Arial" panose="020B0604020202020204" pitchFamily="34" charset="0"/>
              <a:cs typeface="Arial" panose="020B0604020202020204" pitchFamily="34" charset="0"/>
            </a:rPr>
            <a:t> التي تسمح لك باقتراض المال حتى حد معين.</a:t>
          </a:r>
        </a:p>
      </dgm:t>
    </dgm:pt>
    <dgm:pt modelId="{F7A67A42-A72B-4DE2-ACF0-954BC5CCD312}" type="parTrans" cxnId="{1AA78F09-ACD0-4423-ABFB-905FF1A30FF7}">
      <dgm:prSet/>
      <dgm:spPr/>
      <dgm:t>
        <a:bodyPr rtlCol="1"/>
        <a:lstStyle/>
        <a:p>
          <a:pPr rtl="1"/>
          <a:endParaRPr lang="en-US"/>
        </a:p>
      </dgm:t>
    </dgm:pt>
    <dgm:pt modelId="{4B581340-5BB2-437A-8CA8-13AA7E464B34}" type="sibTrans" cxnId="{1AA78F09-ACD0-4423-ABFB-905FF1A30FF7}">
      <dgm:prSet/>
      <dgm:spPr/>
      <dgm:t>
        <a:bodyPr rtlCol="1"/>
        <a:lstStyle/>
        <a:p>
          <a:pPr rtl="1"/>
          <a:endParaRPr lang="en-US"/>
        </a:p>
      </dgm:t>
    </dgm:pt>
    <dgm:pt modelId="{DB55EBFC-1567-45EC-8780-2F0A3723AF48}">
      <dgm:prSet/>
      <dgm:spPr/>
      <dgm:t>
        <a:bodyPr rtlCol="1"/>
        <a:lstStyle/>
        <a:p>
          <a:pPr rtl="1"/>
          <a:r>
            <a:rPr lang="ar-SA" b="1" noProof="0" dirty="0">
              <a:latin typeface="Arial" panose="020B0604020202020204" pitchFamily="34" charset="0"/>
              <a:cs typeface="Arial" panose="020B0604020202020204" pitchFamily="34" charset="0"/>
            </a:rPr>
            <a:t>القروض الشخصية </a:t>
          </a:r>
          <a:r>
            <a:rPr lang="ar-SA" noProof="0" dirty="0">
              <a:latin typeface="Arial" panose="020B0604020202020204" pitchFamily="34" charset="0"/>
              <a:cs typeface="Arial" panose="020B0604020202020204" pitchFamily="34" charset="0"/>
            </a:rPr>
            <a:t>على مدى فترة زمنية محددة مثل 24 شهرًا.</a:t>
          </a:r>
        </a:p>
      </dgm:t>
    </dgm:pt>
    <dgm:pt modelId="{A147AB01-0319-404E-8AE6-BD97DBAB7BBA}" type="parTrans" cxnId="{A99448AB-EE0F-4BA5-A4CD-24851BB15850}">
      <dgm:prSet/>
      <dgm:spPr/>
      <dgm:t>
        <a:bodyPr rtlCol="1"/>
        <a:lstStyle/>
        <a:p>
          <a:pPr rtl="1"/>
          <a:endParaRPr lang="en-US"/>
        </a:p>
      </dgm:t>
    </dgm:pt>
    <dgm:pt modelId="{71BC606D-FC09-4650-9893-BD4DF424C77B}" type="sibTrans" cxnId="{A99448AB-EE0F-4BA5-A4CD-24851BB15850}">
      <dgm:prSet/>
      <dgm:spPr/>
      <dgm:t>
        <a:bodyPr rtlCol="1"/>
        <a:lstStyle/>
        <a:p>
          <a:pPr rtl="1"/>
          <a:endParaRPr lang="en-US"/>
        </a:p>
      </dgm:t>
    </dgm:pt>
    <dgm:pt modelId="{05DB3B00-EDF8-4829-AF83-10B1DE72C512}">
      <dgm:prSet/>
      <dgm:spPr/>
      <dgm:t>
        <a:bodyPr rtlCol="1"/>
        <a:lstStyle/>
        <a:p>
          <a:pPr rtl="1"/>
          <a:r>
            <a:rPr lang="ar-SA" b="1" noProof="0" dirty="0">
              <a:latin typeface="Arial" panose="020B0604020202020204" pitchFamily="34" charset="0"/>
              <a:cs typeface="Arial" panose="020B0604020202020204" pitchFamily="34" charset="0"/>
            </a:rPr>
            <a:t>السحوبات على المكشوف</a:t>
          </a:r>
          <a:r>
            <a:rPr lang="ar-SA" noProof="0" dirty="0">
              <a:latin typeface="Arial" panose="020B0604020202020204" pitchFamily="34" charset="0"/>
              <a:cs typeface="Arial" panose="020B0604020202020204" pitchFamily="34" charset="0"/>
            </a:rPr>
            <a:t> عندما تنفق أكثر مما لديك في حسابك الحالي.</a:t>
          </a:r>
        </a:p>
      </dgm:t>
    </dgm:pt>
    <dgm:pt modelId="{1E289198-5683-4EA0-AA8D-AA7252D7AA52}" type="parTrans" cxnId="{81F05095-8AC9-4993-89BC-5C2604EC3179}">
      <dgm:prSet/>
      <dgm:spPr/>
      <dgm:t>
        <a:bodyPr rtlCol="1"/>
        <a:lstStyle/>
        <a:p>
          <a:pPr rtl="1"/>
          <a:endParaRPr lang="en-US"/>
        </a:p>
      </dgm:t>
    </dgm:pt>
    <dgm:pt modelId="{82BE678C-43B7-47BE-A1F7-C4024DEFDC88}" type="sibTrans" cxnId="{81F05095-8AC9-4993-89BC-5C2604EC3179}">
      <dgm:prSet/>
      <dgm:spPr/>
      <dgm:t>
        <a:bodyPr rtlCol="1"/>
        <a:lstStyle/>
        <a:p>
          <a:pPr rtl="1"/>
          <a:endParaRPr lang="en-US"/>
        </a:p>
      </dgm:t>
    </dgm:pt>
    <dgm:pt modelId="{654F0FB4-907D-4733-B63A-7A38651B3202}">
      <dgm:prSet/>
      <dgm:spPr/>
      <dgm:t>
        <a:bodyPr rtlCol="1"/>
        <a:lstStyle/>
        <a:p>
          <a:pPr rtl="1"/>
          <a:r>
            <a:rPr lang="ar-SA" b="1" noProof="0" dirty="0">
              <a:latin typeface="Arial" panose="020B0604020202020204" pitchFamily="34" charset="0"/>
              <a:cs typeface="Arial" panose="020B0604020202020204" pitchFamily="34" charset="0"/>
            </a:rPr>
            <a:t>"اشترِ الآن وادفع لاحقًا"</a:t>
          </a:r>
          <a:r>
            <a:rPr lang="ar-SA" noProof="0" dirty="0">
              <a:latin typeface="Arial" panose="020B0604020202020204" pitchFamily="34" charset="0"/>
              <a:cs typeface="Arial" panose="020B0604020202020204" pitchFamily="34" charset="0"/>
            </a:rPr>
            <a:t>، حيث تقوم بسداد المبلغ بالأقساط على مدى </a:t>
          </a:r>
          <a:br>
            <a:rPr lang="ar-EG" noProof="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ar-SA" noProof="0" dirty="0">
              <a:latin typeface="Arial" panose="020B0604020202020204" pitchFamily="34" charset="0"/>
              <a:cs typeface="Arial" panose="020B0604020202020204" pitchFamily="34" charset="0"/>
            </a:rPr>
            <a:t>وقت محدد.</a:t>
          </a:r>
        </a:p>
      </dgm:t>
    </dgm:pt>
    <dgm:pt modelId="{DD7F93FE-E9BF-46EE-8B04-683C970D5C08}" type="parTrans" cxnId="{FB4C9AD9-2ABA-4FED-8375-0D661D0926E8}">
      <dgm:prSet/>
      <dgm:spPr/>
      <dgm:t>
        <a:bodyPr rtlCol="1"/>
        <a:lstStyle/>
        <a:p>
          <a:pPr rtl="1"/>
          <a:endParaRPr lang="en-US"/>
        </a:p>
      </dgm:t>
    </dgm:pt>
    <dgm:pt modelId="{B48C3D3E-E13A-4EC7-92BB-2C935607648B}" type="sibTrans" cxnId="{FB4C9AD9-2ABA-4FED-8375-0D661D0926E8}">
      <dgm:prSet/>
      <dgm:spPr/>
      <dgm:t>
        <a:bodyPr rtlCol="1"/>
        <a:lstStyle/>
        <a:p>
          <a:pPr rtl="1"/>
          <a:endParaRPr lang="en-US"/>
        </a:p>
      </dgm:t>
    </dgm:pt>
    <dgm:pt modelId="{DD407F08-3704-4F99-A41D-3CFD686B2858}" type="pres">
      <dgm:prSet presAssocID="{222DC3FA-8138-4902-BCBB-BE8A412357D0}" presName="root" presStyleCnt="0">
        <dgm:presLayoutVars>
          <dgm:dir/>
          <dgm:resizeHandles val="exact"/>
        </dgm:presLayoutVars>
      </dgm:prSet>
      <dgm:spPr/>
    </dgm:pt>
    <dgm:pt modelId="{E7197072-EEFB-4734-98BB-9CD8E2A890BB}" type="pres">
      <dgm:prSet presAssocID="{17976F88-C0AF-4F47-BA92-41E9AAE3E9F6}" presName="compNode" presStyleCnt="0"/>
      <dgm:spPr/>
    </dgm:pt>
    <dgm:pt modelId="{2B2EB8AB-ADAF-4B6C-9E87-DBDC6AA28C8B}" type="pres">
      <dgm:prSet presAssocID="{17976F88-C0AF-4F47-BA92-41E9AAE3E9F6}" presName="bgRect" presStyleLbl="bgShp" presStyleIdx="0" presStyleCnt="4"/>
      <dgm:spPr/>
    </dgm:pt>
    <dgm:pt modelId="{A9A34606-DC12-4021-BFA0-AEA4EA5F4B40}" type="pres">
      <dgm:prSet presAssocID="{17976F88-C0AF-4F47-BA92-41E9AAE3E9F6}" presName="iconRect" presStyleLbl="node1" presStyleIdx="0" presStyleCnt="4" custLinFactX="300000" custLinFactNeighborX="328065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68AAD645-6E9C-49B0-BE1C-42BA4081704E}" type="pres">
      <dgm:prSet presAssocID="{17976F88-C0AF-4F47-BA92-41E9AAE3E9F6}" presName="spaceRect" presStyleCnt="0"/>
      <dgm:spPr/>
    </dgm:pt>
    <dgm:pt modelId="{FA59C365-0713-4554-A68E-3D59AAB2FE07}" type="pres">
      <dgm:prSet presAssocID="{17976F88-C0AF-4F47-BA92-41E9AAE3E9F6}" presName="parTx" presStyleLbl="revTx" presStyleIdx="0" presStyleCnt="4" custLinFactNeighborX="-67674">
        <dgm:presLayoutVars>
          <dgm:chMax val="0"/>
          <dgm:chPref val="0"/>
        </dgm:presLayoutVars>
      </dgm:prSet>
      <dgm:spPr/>
    </dgm:pt>
    <dgm:pt modelId="{0D69C298-5BD8-4401-903F-33CDB3F85E47}" type="pres">
      <dgm:prSet presAssocID="{4B581340-5BB2-437A-8CA8-13AA7E464B34}" presName="sibTrans" presStyleCnt="0"/>
      <dgm:spPr/>
    </dgm:pt>
    <dgm:pt modelId="{360AE387-DA2A-436E-BDFA-611A8C8BEC1B}" type="pres">
      <dgm:prSet presAssocID="{DB55EBFC-1567-45EC-8780-2F0A3723AF48}" presName="compNode" presStyleCnt="0"/>
      <dgm:spPr/>
    </dgm:pt>
    <dgm:pt modelId="{16861FFE-9569-4377-B46A-B7665FAC8D33}" type="pres">
      <dgm:prSet presAssocID="{DB55EBFC-1567-45EC-8780-2F0A3723AF48}" presName="bgRect" presStyleLbl="bgShp" presStyleIdx="1" presStyleCnt="4"/>
      <dgm:spPr/>
    </dgm:pt>
    <dgm:pt modelId="{1C156C65-1F87-4B7A-9795-EE7364B527A2}" type="pres">
      <dgm:prSet presAssocID="{DB55EBFC-1567-45EC-8780-2F0A3723AF48}" presName="iconRect" presStyleLbl="node1" presStyleIdx="1" presStyleCnt="4" custLinFactX="300000" custLinFactNeighborX="339902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E4675F1-C442-4E67-BDD2-DD4A17A15A35}" type="pres">
      <dgm:prSet presAssocID="{DB55EBFC-1567-45EC-8780-2F0A3723AF48}" presName="spaceRect" presStyleCnt="0"/>
      <dgm:spPr/>
    </dgm:pt>
    <dgm:pt modelId="{8225B803-5676-47FF-BA2C-9690D697F73D}" type="pres">
      <dgm:prSet presAssocID="{DB55EBFC-1567-45EC-8780-2F0A3723AF48}" presName="parTx" presStyleLbl="revTx" presStyleIdx="1" presStyleCnt="4" custLinFactNeighborX="-77064">
        <dgm:presLayoutVars>
          <dgm:chMax val="0"/>
          <dgm:chPref val="0"/>
        </dgm:presLayoutVars>
      </dgm:prSet>
      <dgm:spPr/>
    </dgm:pt>
    <dgm:pt modelId="{F212AA4A-1D03-4A70-A886-72E7E18E904C}" type="pres">
      <dgm:prSet presAssocID="{71BC606D-FC09-4650-9893-BD4DF424C77B}" presName="sibTrans" presStyleCnt="0"/>
      <dgm:spPr/>
    </dgm:pt>
    <dgm:pt modelId="{2E55C9FA-770F-48C2-BA03-8A8B5C6FDB57}" type="pres">
      <dgm:prSet presAssocID="{05DB3B00-EDF8-4829-AF83-10B1DE72C512}" presName="compNode" presStyleCnt="0"/>
      <dgm:spPr/>
    </dgm:pt>
    <dgm:pt modelId="{76232288-CE99-446A-BF28-F1D8098918EE}" type="pres">
      <dgm:prSet presAssocID="{05DB3B00-EDF8-4829-AF83-10B1DE72C512}" presName="bgRect" presStyleLbl="bgShp" presStyleIdx="2" presStyleCnt="4"/>
      <dgm:spPr/>
    </dgm:pt>
    <dgm:pt modelId="{21CED365-2896-409C-9282-78979A195D48}" type="pres">
      <dgm:prSet presAssocID="{05DB3B00-EDF8-4829-AF83-10B1DE72C512}" presName="iconRect" presStyleLbl="node1" presStyleIdx="2" presStyleCnt="4" custLinFactX="300000" custLinFactNeighborX="339902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72E52625-5331-4C48-BE27-FD17668248CA}" type="pres">
      <dgm:prSet presAssocID="{05DB3B00-EDF8-4829-AF83-10B1DE72C512}" presName="spaceRect" presStyleCnt="0"/>
      <dgm:spPr/>
    </dgm:pt>
    <dgm:pt modelId="{21B33B49-FA14-4ABC-8CB2-43FA389F359C}" type="pres">
      <dgm:prSet presAssocID="{05DB3B00-EDF8-4829-AF83-10B1DE72C512}" presName="parTx" presStyleLbl="revTx" presStyleIdx="2" presStyleCnt="4" custLinFactNeighborX="-48894">
        <dgm:presLayoutVars>
          <dgm:chMax val="0"/>
          <dgm:chPref val="0"/>
        </dgm:presLayoutVars>
      </dgm:prSet>
      <dgm:spPr/>
    </dgm:pt>
    <dgm:pt modelId="{3FBDB4E7-19C6-4F79-AF85-7A5A7508297D}" type="pres">
      <dgm:prSet presAssocID="{82BE678C-43B7-47BE-A1F7-C4024DEFDC88}" presName="sibTrans" presStyleCnt="0"/>
      <dgm:spPr/>
    </dgm:pt>
    <dgm:pt modelId="{249D7015-50E2-4BB8-9959-7954F1AFA302}" type="pres">
      <dgm:prSet presAssocID="{654F0FB4-907D-4733-B63A-7A38651B3202}" presName="compNode" presStyleCnt="0"/>
      <dgm:spPr/>
    </dgm:pt>
    <dgm:pt modelId="{4FA06390-BB12-4636-89F1-02C4B6EEDB83}" type="pres">
      <dgm:prSet presAssocID="{654F0FB4-907D-4733-B63A-7A38651B3202}" presName="bgRect" presStyleLbl="bgShp" presStyleIdx="3" presStyleCnt="4"/>
      <dgm:spPr/>
    </dgm:pt>
    <dgm:pt modelId="{30A2F4AC-868B-4AA0-ADE9-2D67EC23CA3B}" type="pres">
      <dgm:prSet presAssocID="{654F0FB4-907D-4733-B63A-7A38651B3202}" presName="iconRect" presStyleLbl="node1" presStyleIdx="3" presStyleCnt="4" custLinFactX="300000" custLinFactNeighborX="339902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EF5804E6-1865-429B-B316-99639BAA6D81}" type="pres">
      <dgm:prSet presAssocID="{654F0FB4-907D-4733-B63A-7A38651B3202}" presName="spaceRect" presStyleCnt="0"/>
      <dgm:spPr/>
    </dgm:pt>
    <dgm:pt modelId="{3199D0C5-4CA8-4AD9-9862-A316A169D082}" type="pres">
      <dgm:prSet presAssocID="{654F0FB4-907D-4733-B63A-7A38651B3202}" presName="parTx" presStyleLbl="revTx" presStyleIdx="3" presStyleCnt="4" custLinFactNeighborX="-33870">
        <dgm:presLayoutVars>
          <dgm:chMax val="0"/>
          <dgm:chPref val="0"/>
        </dgm:presLayoutVars>
      </dgm:prSet>
      <dgm:spPr/>
    </dgm:pt>
  </dgm:ptLst>
  <dgm:cxnLst>
    <dgm:cxn modelId="{7A22CA03-5133-4F07-AFF9-0BDAA6506CF5}" type="presOf" srcId="{05DB3B00-EDF8-4829-AF83-10B1DE72C512}" destId="{21B33B49-FA14-4ABC-8CB2-43FA389F359C}" srcOrd="0" destOrd="0" presId="urn:microsoft.com/office/officeart/2018/2/layout/IconVerticalSolidList"/>
    <dgm:cxn modelId="{1AA78F09-ACD0-4423-ABFB-905FF1A30FF7}" srcId="{222DC3FA-8138-4902-BCBB-BE8A412357D0}" destId="{17976F88-C0AF-4F47-BA92-41E9AAE3E9F6}" srcOrd="0" destOrd="0" parTransId="{F7A67A42-A72B-4DE2-ACF0-954BC5CCD312}" sibTransId="{4B581340-5BB2-437A-8CA8-13AA7E464B34}"/>
    <dgm:cxn modelId="{F7B5EA44-24E5-4DC5-8D1C-BB7FFEECC575}" type="presOf" srcId="{17976F88-C0AF-4F47-BA92-41E9AAE3E9F6}" destId="{FA59C365-0713-4554-A68E-3D59AAB2FE07}" srcOrd="0" destOrd="0" presId="urn:microsoft.com/office/officeart/2018/2/layout/IconVerticalSolidList"/>
    <dgm:cxn modelId="{81F05095-8AC9-4993-89BC-5C2604EC3179}" srcId="{222DC3FA-8138-4902-BCBB-BE8A412357D0}" destId="{05DB3B00-EDF8-4829-AF83-10B1DE72C512}" srcOrd="2" destOrd="0" parTransId="{1E289198-5683-4EA0-AA8D-AA7252D7AA52}" sibTransId="{82BE678C-43B7-47BE-A1F7-C4024DEFDC88}"/>
    <dgm:cxn modelId="{A99448AB-EE0F-4BA5-A4CD-24851BB15850}" srcId="{222DC3FA-8138-4902-BCBB-BE8A412357D0}" destId="{DB55EBFC-1567-45EC-8780-2F0A3723AF48}" srcOrd="1" destOrd="0" parTransId="{A147AB01-0319-404E-8AE6-BD97DBAB7BBA}" sibTransId="{71BC606D-FC09-4650-9893-BD4DF424C77B}"/>
    <dgm:cxn modelId="{3A6B61AC-1755-4388-B3C4-714A851EB735}" type="presOf" srcId="{DB55EBFC-1567-45EC-8780-2F0A3723AF48}" destId="{8225B803-5676-47FF-BA2C-9690D697F73D}" srcOrd="0" destOrd="0" presId="urn:microsoft.com/office/officeart/2018/2/layout/IconVerticalSolidList"/>
    <dgm:cxn modelId="{71B5EDAE-7238-4EFD-8E1D-70DC0DB5BEA0}" type="presOf" srcId="{222DC3FA-8138-4902-BCBB-BE8A412357D0}" destId="{DD407F08-3704-4F99-A41D-3CFD686B2858}" srcOrd="0" destOrd="0" presId="urn:microsoft.com/office/officeart/2018/2/layout/IconVerticalSolidList"/>
    <dgm:cxn modelId="{FB4C9AD9-2ABA-4FED-8375-0D661D0926E8}" srcId="{222DC3FA-8138-4902-BCBB-BE8A412357D0}" destId="{654F0FB4-907D-4733-B63A-7A38651B3202}" srcOrd="3" destOrd="0" parTransId="{DD7F93FE-E9BF-46EE-8B04-683C970D5C08}" sibTransId="{B48C3D3E-E13A-4EC7-92BB-2C935607648B}"/>
    <dgm:cxn modelId="{4D3015EF-058A-45CF-AE1A-2E73E21DE435}" type="presOf" srcId="{654F0FB4-907D-4733-B63A-7A38651B3202}" destId="{3199D0C5-4CA8-4AD9-9862-A316A169D082}" srcOrd="0" destOrd="0" presId="urn:microsoft.com/office/officeart/2018/2/layout/IconVerticalSolidList"/>
    <dgm:cxn modelId="{C4973463-68F4-4183-B38B-F017BA9911EF}" type="presParOf" srcId="{DD407F08-3704-4F99-A41D-3CFD686B2858}" destId="{E7197072-EEFB-4734-98BB-9CD8E2A890BB}" srcOrd="0" destOrd="0" presId="urn:microsoft.com/office/officeart/2018/2/layout/IconVerticalSolidList"/>
    <dgm:cxn modelId="{04FC66A9-BF0C-43E1-870A-F82581E16831}" type="presParOf" srcId="{E7197072-EEFB-4734-98BB-9CD8E2A890BB}" destId="{2B2EB8AB-ADAF-4B6C-9E87-DBDC6AA28C8B}" srcOrd="0" destOrd="0" presId="urn:microsoft.com/office/officeart/2018/2/layout/IconVerticalSolidList"/>
    <dgm:cxn modelId="{EBD7B2B5-4787-4BC8-BEC4-16D84CE2C12D}" type="presParOf" srcId="{E7197072-EEFB-4734-98BB-9CD8E2A890BB}" destId="{A9A34606-DC12-4021-BFA0-AEA4EA5F4B40}" srcOrd="1" destOrd="0" presId="urn:microsoft.com/office/officeart/2018/2/layout/IconVerticalSolidList"/>
    <dgm:cxn modelId="{B9E951EE-4BB2-4AC0-AAF9-B06741B1D0F5}" type="presParOf" srcId="{E7197072-EEFB-4734-98BB-9CD8E2A890BB}" destId="{68AAD645-6E9C-49B0-BE1C-42BA4081704E}" srcOrd="2" destOrd="0" presId="urn:microsoft.com/office/officeart/2018/2/layout/IconVerticalSolidList"/>
    <dgm:cxn modelId="{7E21A08F-1304-44F9-A51E-FB79CA5732CE}" type="presParOf" srcId="{E7197072-EEFB-4734-98BB-9CD8E2A890BB}" destId="{FA59C365-0713-4554-A68E-3D59AAB2FE07}" srcOrd="3" destOrd="0" presId="urn:microsoft.com/office/officeart/2018/2/layout/IconVerticalSolidList"/>
    <dgm:cxn modelId="{8AC0BD12-44E6-43CA-8072-60618CB00CAE}" type="presParOf" srcId="{DD407F08-3704-4F99-A41D-3CFD686B2858}" destId="{0D69C298-5BD8-4401-903F-33CDB3F85E47}" srcOrd="1" destOrd="0" presId="urn:microsoft.com/office/officeart/2018/2/layout/IconVerticalSolidList"/>
    <dgm:cxn modelId="{1387977C-BD0A-400C-AFCC-20E40A756E66}" type="presParOf" srcId="{DD407F08-3704-4F99-A41D-3CFD686B2858}" destId="{360AE387-DA2A-436E-BDFA-611A8C8BEC1B}" srcOrd="2" destOrd="0" presId="urn:microsoft.com/office/officeart/2018/2/layout/IconVerticalSolidList"/>
    <dgm:cxn modelId="{C71655DD-3B27-4676-AB4E-B39F5BA89407}" type="presParOf" srcId="{360AE387-DA2A-436E-BDFA-611A8C8BEC1B}" destId="{16861FFE-9569-4377-B46A-B7665FAC8D33}" srcOrd="0" destOrd="0" presId="urn:microsoft.com/office/officeart/2018/2/layout/IconVerticalSolidList"/>
    <dgm:cxn modelId="{4C2B035D-635E-476E-9E6B-CCCF06E495BA}" type="presParOf" srcId="{360AE387-DA2A-436E-BDFA-611A8C8BEC1B}" destId="{1C156C65-1F87-4B7A-9795-EE7364B527A2}" srcOrd="1" destOrd="0" presId="urn:microsoft.com/office/officeart/2018/2/layout/IconVerticalSolidList"/>
    <dgm:cxn modelId="{1E0F7606-5A2A-4CFC-AE83-9EB31294BD24}" type="presParOf" srcId="{360AE387-DA2A-436E-BDFA-611A8C8BEC1B}" destId="{8E4675F1-C442-4E67-BDD2-DD4A17A15A35}" srcOrd="2" destOrd="0" presId="urn:microsoft.com/office/officeart/2018/2/layout/IconVerticalSolidList"/>
    <dgm:cxn modelId="{CCADCFB6-F884-435E-B521-9CEF4EBD9F5D}" type="presParOf" srcId="{360AE387-DA2A-436E-BDFA-611A8C8BEC1B}" destId="{8225B803-5676-47FF-BA2C-9690D697F73D}" srcOrd="3" destOrd="0" presId="urn:microsoft.com/office/officeart/2018/2/layout/IconVerticalSolidList"/>
    <dgm:cxn modelId="{1A0F1B62-4475-4DC0-AFF2-C82E17002DC7}" type="presParOf" srcId="{DD407F08-3704-4F99-A41D-3CFD686B2858}" destId="{F212AA4A-1D03-4A70-A886-72E7E18E904C}" srcOrd="3" destOrd="0" presId="urn:microsoft.com/office/officeart/2018/2/layout/IconVerticalSolidList"/>
    <dgm:cxn modelId="{716101A3-AA3F-49ED-895C-A444ACD443F3}" type="presParOf" srcId="{DD407F08-3704-4F99-A41D-3CFD686B2858}" destId="{2E55C9FA-770F-48C2-BA03-8A8B5C6FDB57}" srcOrd="4" destOrd="0" presId="urn:microsoft.com/office/officeart/2018/2/layout/IconVerticalSolidList"/>
    <dgm:cxn modelId="{8FD7EB78-E978-43DB-94D8-AD6DBBB434AC}" type="presParOf" srcId="{2E55C9FA-770F-48C2-BA03-8A8B5C6FDB57}" destId="{76232288-CE99-446A-BF28-F1D8098918EE}" srcOrd="0" destOrd="0" presId="urn:microsoft.com/office/officeart/2018/2/layout/IconVerticalSolidList"/>
    <dgm:cxn modelId="{5FA34E18-EA84-4F50-ADD7-4BEB88013468}" type="presParOf" srcId="{2E55C9FA-770F-48C2-BA03-8A8B5C6FDB57}" destId="{21CED365-2896-409C-9282-78979A195D48}" srcOrd="1" destOrd="0" presId="urn:microsoft.com/office/officeart/2018/2/layout/IconVerticalSolidList"/>
    <dgm:cxn modelId="{C25B1290-4F54-49E8-B4F9-0C252BBE1CCC}" type="presParOf" srcId="{2E55C9FA-770F-48C2-BA03-8A8B5C6FDB57}" destId="{72E52625-5331-4C48-BE27-FD17668248CA}" srcOrd="2" destOrd="0" presId="urn:microsoft.com/office/officeart/2018/2/layout/IconVerticalSolidList"/>
    <dgm:cxn modelId="{0901A4D4-BB7B-40BA-AF70-6B21ACD304C2}" type="presParOf" srcId="{2E55C9FA-770F-48C2-BA03-8A8B5C6FDB57}" destId="{21B33B49-FA14-4ABC-8CB2-43FA389F359C}" srcOrd="3" destOrd="0" presId="urn:microsoft.com/office/officeart/2018/2/layout/IconVerticalSolidList"/>
    <dgm:cxn modelId="{A0E648B3-75E8-4873-B29C-E40C53E5CD70}" type="presParOf" srcId="{DD407F08-3704-4F99-A41D-3CFD686B2858}" destId="{3FBDB4E7-19C6-4F79-AF85-7A5A7508297D}" srcOrd="5" destOrd="0" presId="urn:microsoft.com/office/officeart/2018/2/layout/IconVerticalSolidList"/>
    <dgm:cxn modelId="{AD9896CE-ED2C-40AA-B2BB-966C7E781739}" type="presParOf" srcId="{DD407F08-3704-4F99-A41D-3CFD686B2858}" destId="{249D7015-50E2-4BB8-9959-7954F1AFA302}" srcOrd="6" destOrd="0" presId="urn:microsoft.com/office/officeart/2018/2/layout/IconVerticalSolidList"/>
    <dgm:cxn modelId="{2E5F1F02-4C27-47FA-B373-6BBBA5422AB6}" type="presParOf" srcId="{249D7015-50E2-4BB8-9959-7954F1AFA302}" destId="{4FA06390-BB12-4636-89F1-02C4B6EEDB83}" srcOrd="0" destOrd="0" presId="urn:microsoft.com/office/officeart/2018/2/layout/IconVerticalSolidList"/>
    <dgm:cxn modelId="{C17FC5F5-6FC6-439D-8327-0E3838BE6629}" type="presParOf" srcId="{249D7015-50E2-4BB8-9959-7954F1AFA302}" destId="{30A2F4AC-868B-4AA0-ADE9-2D67EC23CA3B}" srcOrd="1" destOrd="0" presId="urn:microsoft.com/office/officeart/2018/2/layout/IconVerticalSolidList"/>
    <dgm:cxn modelId="{40B7C1D6-0E6D-4F32-BC90-4223AB7878D0}" type="presParOf" srcId="{249D7015-50E2-4BB8-9959-7954F1AFA302}" destId="{EF5804E6-1865-429B-B316-99639BAA6D81}" srcOrd="2" destOrd="0" presId="urn:microsoft.com/office/officeart/2018/2/layout/IconVerticalSolidList"/>
    <dgm:cxn modelId="{2F4A0A07-3360-4C32-ADDB-4A07FC1E413B}" type="presParOf" srcId="{249D7015-50E2-4BB8-9959-7954F1AFA302}" destId="{3199D0C5-4CA8-4AD9-9862-A316A169D08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CB04DCF-4FD9-4EE8-9725-82DD30C70DCD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1DB6E61C-50EB-4812-AC9B-5659C62762B1}">
      <dgm:prSet custT="1"/>
      <dgm:spPr/>
      <dgm:t>
        <a:bodyPr rtlCol="1"/>
        <a:lstStyle/>
        <a:p>
          <a:pPr rtl="1"/>
          <a:r>
            <a:rPr lang="ar" sz="2700" b="1" noProof="0" dirty="0">
              <a:solidFill>
                <a:srgbClr val="7030A0"/>
              </a:solidFill>
            </a:rPr>
            <a:t>قرض بضامن</a:t>
          </a:r>
        </a:p>
      </dgm:t>
    </dgm:pt>
    <dgm:pt modelId="{CA8E0F40-DB3D-4309-8F2A-DCE2AA8CF2E8}" type="parTrans" cxnId="{E22C9F1C-9743-4C8A-815E-9F6ECAEAC881}">
      <dgm:prSet/>
      <dgm:spPr/>
      <dgm:t>
        <a:bodyPr rtlCol="1"/>
        <a:lstStyle/>
        <a:p>
          <a:pPr rtl="1"/>
          <a:endParaRPr lang="en-US"/>
        </a:p>
      </dgm:t>
    </dgm:pt>
    <dgm:pt modelId="{7198E668-C5BD-44D6-B797-8868BB3D3280}" type="sibTrans" cxnId="{E22C9F1C-9743-4C8A-815E-9F6ECAEAC881}">
      <dgm:prSet/>
      <dgm:spPr/>
      <dgm:t>
        <a:bodyPr rtlCol="1"/>
        <a:lstStyle/>
        <a:p>
          <a:pPr rtl="1"/>
          <a:endParaRPr lang="en-US"/>
        </a:p>
      </dgm:t>
    </dgm:pt>
    <dgm:pt modelId="{F7F8C8A4-3EA4-417A-8018-E9D8B7F41EE8}">
      <dgm:prSet custT="1"/>
      <dgm:spPr/>
      <dgm:t>
        <a:bodyPr rtlCol="1"/>
        <a:lstStyle/>
        <a:p>
          <a:pPr rtl="1"/>
          <a:r>
            <a:rPr lang="ar-SA" sz="2700" b="1" noProof="0" dirty="0">
              <a:solidFill>
                <a:srgbClr val="7030A0"/>
              </a:solidFill>
            </a:rPr>
            <a:t>قرض </a:t>
          </a:r>
          <a:r>
            <a:rPr lang="ar-SA" sz="2700" noProof="0" dirty="0">
              <a:solidFill>
                <a:srgbClr val="7030A0"/>
              </a:solidFill>
            </a:rPr>
            <a:t>من العائلة </a:t>
          </a:r>
          <a:br>
            <a:rPr lang="en-US" sz="2700" noProof="0" dirty="0">
              <a:solidFill>
                <a:srgbClr val="7030A0"/>
              </a:solidFill>
            </a:rPr>
          </a:br>
          <a:r>
            <a:rPr lang="ar-SA" sz="2700" noProof="0" dirty="0">
              <a:solidFill>
                <a:srgbClr val="7030A0"/>
              </a:solidFill>
            </a:rPr>
            <a:t>والأصدقاء بدلاً من مقدم الخدمات المالية</a:t>
          </a:r>
        </a:p>
      </dgm:t>
    </dgm:pt>
    <dgm:pt modelId="{941D162D-7428-470B-BD7F-FC163ED1287E}" type="parTrans" cxnId="{73E5E4E4-20E1-4ACC-9DCC-8E48D08F844C}">
      <dgm:prSet/>
      <dgm:spPr/>
      <dgm:t>
        <a:bodyPr rtlCol="1"/>
        <a:lstStyle/>
        <a:p>
          <a:pPr rtl="1"/>
          <a:endParaRPr lang="en-US"/>
        </a:p>
      </dgm:t>
    </dgm:pt>
    <dgm:pt modelId="{90907CED-3906-4B69-B7AE-F148FEF740B0}" type="sibTrans" cxnId="{73E5E4E4-20E1-4ACC-9DCC-8E48D08F844C}">
      <dgm:prSet/>
      <dgm:spPr/>
      <dgm:t>
        <a:bodyPr rtlCol="1"/>
        <a:lstStyle/>
        <a:p>
          <a:pPr rtl="1"/>
          <a:endParaRPr lang="en-US"/>
        </a:p>
      </dgm:t>
    </dgm:pt>
    <dgm:pt modelId="{573EE27C-227E-6B44-B59C-516D3A1235BF}" type="pres">
      <dgm:prSet presAssocID="{0CB04DCF-4FD9-4EE8-9725-82DD30C70DCD}" presName="hierChild1" presStyleCnt="0">
        <dgm:presLayoutVars>
          <dgm:chPref val="1"/>
          <dgm:dir val="rev"/>
          <dgm:animOne val="branch"/>
          <dgm:animLvl val="lvl"/>
          <dgm:resizeHandles/>
        </dgm:presLayoutVars>
      </dgm:prSet>
      <dgm:spPr/>
    </dgm:pt>
    <dgm:pt modelId="{6B85F6F0-22B6-D84D-8D5E-AA05B530C753}" type="pres">
      <dgm:prSet presAssocID="{1DB6E61C-50EB-4812-AC9B-5659C62762B1}" presName="hierRoot1" presStyleCnt="0"/>
      <dgm:spPr/>
    </dgm:pt>
    <dgm:pt modelId="{8528F9CE-4ABB-FE4B-876D-A60D27F38BAE}" type="pres">
      <dgm:prSet presAssocID="{1DB6E61C-50EB-4812-AC9B-5659C62762B1}" presName="composite" presStyleCnt="0"/>
      <dgm:spPr/>
    </dgm:pt>
    <dgm:pt modelId="{103AAFA2-E0D8-0F45-BC8D-CD0A661C0772}" type="pres">
      <dgm:prSet presAssocID="{1DB6E61C-50EB-4812-AC9B-5659C62762B1}" presName="background" presStyleLbl="node0" presStyleIdx="0" presStyleCnt="2"/>
      <dgm:spPr/>
    </dgm:pt>
    <dgm:pt modelId="{1D0A8261-F4EC-D147-BAA4-A9B07BD80B7B}" type="pres">
      <dgm:prSet presAssocID="{1DB6E61C-50EB-4812-AC9B-5659C62762B1}" presName="text" presStyleLbl="fgAcc0" presStyleIdx="0" presStyleCnt="2">
        <dgm:presLayoutVars>
          <dgm:chPref val="3"/>
        </dgm:presLayoutVars>
      </dgm:prSet>
      <dgm:spPr/>
    </dgm:pt>
    <dgm:pt modelId="{5EC566F7-6785-714B-A059-70625E499D9A}" type="pres">
      <dgm:prSet presAssocID="{1DB6E61C-50EB-4812-AC9B-5659C62762B1}" presName="hierChild2" presStyleCnt="0"/>
      <dgm:spPr/>
    </dgm:pt>
    <dgm:pt modelId="{A65CC556-147E-3941-BD2D-FD6F174D2297}" type="pres">
      <dgm:prSet presAssocID="{F7F8C8A4-3EA4-417A-8018-E9D8B7F41EE8}" presName="hierRoot1" presStyleCnt="0"/>
      <dgm:spPr/>
    </dgm:pt>
    <dgm:pt modelId="{5377E951-5456-7F4C-9E98-FF3DECEFFCF7}" type="pres">
      <dgm:prSet presAssocID="{F7F8C8A4-3EA4-417A-8018-E9D8B7F41EE8}" presName="composite" presStyleCnt="0"/>
      <dgm:spPr/>
    </dgm:pt>
    <dgm:pt modelId="{B7343E87-ADE7-1447-A233-E40AC727C8BC}" type="pres">
      <dgm:prSet presAssocID="{F7F8C8A4-3EA4-417A-8018-E9D8B7F41EE8}" presName="background" presStyleLbl="node0" presStyleIdx="1" presStyleCnt="2"/>
      <dgm:spPr/>
    </dgm:pt>
    <dgm:pt modelId="{6A571BEF-9768-1F4F-8CC9-7318EB8EF86A}" type="pres">
      <dgm:prSet presAssocID="{F7F8C8A4-3EA4-417A-8018-E9D8B7F41EE8}" presName="text" presStyleLbl="fgAcc0" presStyleIdx="1" presStyleCnt="2">
        <dgm:presLayoutVars>
          <dgm:chPref val="3"/>
        </dgm:presLayoutVars>
      </dgm:prSet>
      <dgm:spPr/>
    </dgm:pt>
    <dgm:pt modelId="{D37F7661-F563-984E-AFFA-43D1CE2AEF0E}" type="pres">
      <dgm:prSet presAssocID="{F7F8C8A4-3EA4-417A-8018-E9D8B7F41EE8}" presName="hierChild2" presStyleCnt="0"/>
      <dgm:spPr/>
    </dgm:pt>
  </dgm:ptLst>
  <dgm:cxnLst>
    <dgm:cxn modelId="{E22C9F1C-9743-4C8A-815E-9F6ECAEAC881}" srcId="{0CB04DCF-4FD9-4EE8-9725-82DD30C70DCD}" destId="{1DB6E61C-50EB-4812-AC9B-5659C62762B1}" srcOrd="0" destOrd="0" parTransId="{CA8E0F40-DB3D-4309-8F2A-DCE2AA8CF2E8}" sibTransId="{7198E668-C5BD-44D6-B797-8868BB3D3280}"/>
    <dgm:cxn modelId="{F487BE3A-2CD4-5149-925B-AA8960FE5738}" type="presOf" srcId="{1DB6E61C-50EB-4812-AC9B-5659C62762B1}" destId="{1D0A8261-F4EC-D147-BAA4-A9B07BD80B7B}" srcOrd="0" destOrd="0" presId="urn:microsoft.com/office/officeart/2005/8/layout/hierarchy1"/>
    <dgm:cxn modelId="{08AEBECC-F96D-7C42-B2DC-5E290324E98D}" type="presOf" srcId="{0CB04DCF-4FD9-4EE8-9725-82DD30C70DCD}" destId="{573EE27C-227E-6B44-B59C-516D3A1235BF}" srcOrd="0" destOrd="0" presId="urn:microsoft.com/office/officeart/2005/8/layout/hierarchy1"/>
    <dgm:cxn modelId="{73E5E4E4-20E1-4ACC-9DCC-8E48D08F844C}" srcId="{0CB04DCF-4FD9-4EE8-9725-82DD30C70DCD}" destId="{F7F8C8A4-3EA4-417A-8018-E9D8B7F41EE8}" srcOrd="1" destOrd="0" parTransId="{941D162D-7428-470B-BD7F-FC163ED1287E}" sibTransId="{90907CED-3906-4B69-B7AE-F148FEF740B0}"/>
    <dgm:cxn modelId="{2E7679E5-3619-FF49-BA16-9BC1FDFA5B6C}" type="presOf" srcId="{F7F8C8A4-3EA4-417A-8018-E9D8B7F41EE8}" destId="{6A571BEF-9768-1F4F-8CC9-7318EB8EF86A}" srcOrd="0" destOrd="0" presId="urn:microsoft.com/office/officeart/2005/8/layout/hierarchy1"/>
    <dgm:cxn modelId="{2D1498AC-6262-474D-853A-D2E4543A8DE1}" type="presParOf" srcId="{573EE27C-227E-6B44-B59C-516D3A1235BF}" destId="{6B85F6F0-22B6-D84D-8D5E-AA05B530C753}" srcOrd="0" destOrd="0" presId="urn:microsoft.com/office/officeart/2005/8/layout/hierarchy1"/>
    <dgm:cxn modelId="{3A792726-42A9-D948-811A-05FDADBE17A0}" type="presParOf" srcId="{6B85F6F0-22B6-D84D-8D5E-AA05B530C753}" destId="{8528F9CE-4ABB-FE4B-876D-A60D27F38BAE}" srcOrd="0" destOrd="0" presId="urn:microsoft.com/office/officeart/2005/8/layout/hierarchy1"/>
    <dgm:cxn modelId="{6863B7B4-6DC7-A643-9B89-433BAAA738F1}" type="presParOf" srcId="{8528F9CE-4ABB-FE4B-876D-A60D27F38BAE}" destId="{103AAFA2-E0D8-0F45-BC8D-CD0A661C0772}" srcOrd="0" destOrd="0" presId="urn:microsoft.com/office/officeart/2005/8/layout/hierarchy1"/>
    <dgm:cxn modelId="{D3BDF055-7933-1945-8F2B-2912EBF14B7D}" type="presParOf" srcId="{8528F9CE-4ABB-FE4B-876D-A60D27F38BAE}" destId="{1D0A8261-F4EC-D147-BAA4-A9B07BD80B7B}" srcOrd="1" destOrd="0" presId="urn:microsoft.com/office/officeart/2005/8/layout/hierarchy1"/>
    <dgm:cxn modelId="{2168745D-1C46-E042-A2D2-541529D02CC1}" type="presParOf" srcId="{6B85F6F0-22B6-D84D-8D5E-AA05B530C753}" destId="{5EC566F7-6785-714B-A059-70625E499D9A}" srcOrd="1" destOrd="0" presId="urn:microsoft.com/office/officeart/2005/8/layout/hierarchy1"/>
    <dgm:cxn modelId="{D3455CEE-4086-234B-8E0B-4550E7BB91B6}" type="presParOf" srcId="{573EE27C-227E-6B44-B59C-516D3A1235BF}" destId="{A65CC556-147E-3941-BD2D-FD6F174D2297}" srcOrd="1" destOrd="0" presId="urn:microsoft.com/office/officeart/2005/8/layout/hierarchy1"/>
    <dgm:cxn modelId="{6F258517-71F1-9247-99BD-19571A05F07D}" type="presParOf" srcId="{A65CC556-147E-3941-BD2D-FD6F174D2297}" destId="{5377E951-5456-7F4C-9E98-FF3DECEFFCF7}" srcOrd="0" destOrd="0" presId="urn:microsoft.com/office/officeart/2005/8/layout/hierarchy1"/>
    <dgm:cxn modelId="{1DFA1A51-2E96-3245-99B4-2CA158F6A829}" type="presParOf" srcId="{5377E951-5456-7F4C-9E98-FF3DECEFFCF7}" destId="{B7343E87-ADE7-1447-A233-E40AC727C8BC}" srcOrd="0" destOrd="0" presId="urn:microsoft.com/office/officeart/2005/8/layout/hierarchy1"/>
    <dgm:cxn modelId="{281AC9E3-92C9-1040-B324-2EEC91B00B75}" type="presParOf" srcId="{5377E951-5456-7F4C-9E98-FF3DECEFFCF7}" destId="{6A571BEF-9768-1F4F-8CC9-7318EB8EF86A}" srcOrd="1" destOrd="0" presId="urn:microsoft.com/office/officeart/2005/8/layout/hierarchy1"/>
    <dgm:cxn modelId="{5EF5E7D1-E981-3D44-B950-5E5BF8AD480F}" type="presParOf" srcId="{A65CC556-147E-3941-BD2D-FD6F174D2297}" destId="{D37F7661-F563-984E-AFFA-43D1CE2AEF0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E37E0A6-0D8B-4E56-8F23-B964A6EBFD82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C7BA1E94-59C4-4FC8-B4A2-12E6DA7AAC2D}">
      <dgm:prSet custT="1"/>
      <dgm:spPr/>
      <dgm:t>
        <a:bodyPr rtlCol="1"/>
        <a:lstStyle/>
        <a:p>
          <a:pPr rtl="1"/>
          <a:r>
            <a:rPr lang="ar" sz="2700" dirty="0">
              <a:solidFill>
                <a:srgbClr val="7030A0"/>
              </a:solidFill>
            </a:rPr>
            <a:t>المعاشات الحكومية</a:t>
          </a:r>
          <a:endParaRPr lang="en-US" sz="2700" dirty="0">
            <a:solidFill>
              <a:srgbClr val="7030A0"/>
            </a:solidFill>
          </a:endParaRPr>
        </a:p>
      </dgm:t>
    </dgm:pt>
    <dgm:pt modelId="{6821CF4F-ECE8-468F-9774-85F03DF122F2}" type="parTrans" cxnId="{B6ED14F2-8095-465F-88E5-F307E528ACA2}">
      <dgm:prSet/>
      <dgm:spPr/>
      <dgm:t>
        <a:bodyPr rtlCol="1"/>
        <a:lstStyle/>
        <a:p>
          <a:pPr rtl="1"/>
          <a:endParaRPr lang="en-US"/>
        </a:p>
      </dgm:t>
    </dgm:pt>
    <dgm:pt modelId="{9F2D9E44-254A-44E6-88C4-58BEA27D9EFF}" type="sibTrans" cxnId="{B6ED14F2-8095-465F-88E5-F307E528ACA2}">
      <dgm:prSet/>
      <dgm:spPr/>
      <dgm:t>
        <a:bodyPr rtlCol="1"/>
        <a:lstStyle/>
        <a:p>
          <a:pPr rtl="1"/>
          <a:endParaRPr lang="en-US"/>
        </a:p>
      </dgm:t>
    </dgm:pt>
    <dgm:pt modelId="{CEBFF17D-6F47-4C92-8616-8C94CCFAF56B}">
      <dgm:prSet custT="1"/>
      <dgm:spPr/>
      <dgm:t>
        <a:bodyPr rtlCol="1"/>
        <a:lstStyle/>
        <a:p>
          <a:pPr rtl="1"/>
          <a:r>
            <a:rPr lang="ar" sz="2700" dirty="0">
              <a:solidFill>
                <a:srgbClr val="7030A0"/>
              </a:solidFill>
            </a:rPr>
            <a:t>برامج تقاعد الشركات</a:t>
          </a:r>
          <a:endParaRPr lang="en-US" sz="2700" dirty="0">
            <a:solidFill>
              <a:srgbClr val="7030A0"/>
            </a:solidFill>
          </a:endParaRPr>
        </a:p>
      </dgm:t>
    </dgm:pt>
    <dgm:pt modelId="{3BE8DD98-AC20-4224-A0AA-443A8F06775F}" type="parTrans" cxnId="{195E2ADF-50C1-42A7-BF34-075FC6615E54}">
      <dgm:prSet/>
      <dgm:spPr/>
      <dgm:t>
        <a:bodyPr rtlCol="1"/>
        <a:lstStyle/>
        <a:p>
          <a:pPr rtl="1"/>
          <a:endParaRPr lang="en-US"/>
        </a:p>
      </dgm:t>
    </dgm:pt>
    <dgm:pt modelId="{3905E87B-CEBF-474F-AACA-67CB563AE66F}" type="sibTrans" cxnId="{195E2ADF-50C1-42A7-BF34-075FC6615E54}">
      <dgm:prSet/>
      <dgm:spPr/>
      <dgm:t>
        <a:bodyPr rtlCol="1"/>
        <a:lstStyle/>
        <a:p>
          <a:pPr rtl="1"/>
          <a:endParaRPr lang="en-US"/>
        </a:p>
      </dgm:t>
    </dgm:pt>
    <dgm:pt modelId="{674F96BE-FD68-4239-AFC7-AEDC21C18FA7}">
      <dgm:prSet custT="1"/>
      <dgm:spPr/>
      <dgm:t>
        <a:bodyPr rtlCol="1"/>
        <a:lstStyle/>
        <a:p>
          <a:pPr rtl="1"/>
          <a:r>
            <a:rPr lang="ar" sz="2700" dirty="0">
              <a:solidFill>
                <a:srgbClr val="7030A0"/>
              </a:solidFill>
            </a:rPr>
            <a:t>برامج التقاعد الخاصة</a:t>
          </a:r>
          <a:endParaRPr lang="en-US" sz="2700" dirty="0">
            <a:solidFill>
              <a:srgbClr val="7030A0"/>
            </a:solidFill>
          </a:endParaRPr>
        </a:p>
      </dgm:t>
    </dgm:pt>
    <dgm:pt modelId="{FFF280D9-1726-4439-BC27-3809C855AC69}" type="parTrans" cxnId="{5580C5C1-8328-4256-9003-9AC0E96CEE38}">
      <dgm:prSet/>
      <dgm:spPr/>
      <dgm:t>
        <a:bodyPr rtlCol="1"/>
        <a:lstStyle/>
        <a:p>
          <a:pPr rtl="1"/>
          <a:endParaRPr lang="en-US"/>
        </a:p>
      </dgm:t>
    </dgm:pt>
    <dgm:pt modelId="{0534C62D-8238-41D8-A8C0-31892921396B}" type="sibTrans" cxnId="{5580C5C1-8328-4256-9003-9AC0E96CEE38}">
      <dgm:prSet/>
      <dgm:spPr/>
      <dgm:t>
        <a:bodyPr rtlCol="1"/>
        <a:lstStyle/>
        <a:p>
          <a:pPr rtl="1"/>
          <a:endParaRPr lang="en-US"/>
        </a:p>
      </dgm:t>
    </dgm:pt>
    <dgm:pt modelId="{C4C0446E-0EB8-DA48-916C-456FA036582B}" type="pres">
      <dgm:prSet presAssocID="{0E37E0A6-0D8B-4E56-8F23-B964A6EBFD82}" presName="hierChild1" presStyleCnt="0">
        <dgm:presLayoutVars>
          <dgm:chPref val="1"/>
          <dgm:dir val="rev"/>
          <dgm:animOne val="branch"/>
          <dgm:animLvl val="lvl"/>
          <dgm:resizeHandles/>
        </dgm:presLayoutVars>
      </dgm:prSet>
      <dgm:spPr/>
    </dgm:pt>
    <dgm:pt modelId="{B27D398D-80C7-DF44-805A-E50F86669845}" type="pres">
      <dgm:prSet presAssocID="{C7BA1E94-59C4-4FC8-B4A2-12E6DA7AAC2D}" presName="hierRoot1" presStyleCnt="0"/>
      <dgm:spPr/>
    </dgm:pt>
    <dgm:pt modelId="{8D5B7CA6-FEA1-744D-A198-9C76BCB957DE}" type="pres">
      <dgm:prSet presAssocID="{C7BA1E94-59C4-4FC8-B4A2-12E6DA7AAC2D}" presName="composite" presStyleCnt="0"/>
      <dgm:spPr/>
    </dgm:pt>
    <dgm:pt modelId="{897496F3-5A3B-2F42-8EB1-7E5516379E2E}" type="pres">
      <dgm:prSet presAssocID="{C7BA1E94-59C4-4FC8-B4A2-12E6DA7AAC2D}" presName="background" presStyleLbl="node0" presStyleIdx="0" presStyleCnt="3"/>
      <dgm:spPr/>
    </dgm:pt>
    <dgm:pt modelId="{06F0CAC9-1FF9-974C-B3A2-9242881E3CEA}" type="pres">
      <dgm:prSet presAssocID="{C7BA1E94-59C4-4FC8-B4A2-12E6DA7AAC2D}" presName="text" presStyleLbl="fgAcc0" presStyleIdx="0" presStyleCnt="3">
        <dgm:presLayoutVars>
          <dgm:chPref val="3"/>
        </dgm:presLayoutVars>
      </dgm:prSet>
      <dgm:spPr/>
    </dgm:pt>
    <dgm:pt modelId="{788D67A9-1F24-5A49-A1C4-983CB9EE12B2}" type="pres">
      <dgm:prSet presAssocID="{C7BA1E94-59C4-4FC8-B4A2-12E6DA7AAC2D}" presName="hierChild2" presStyleCnt="0"/>
      <dgm:spPr/>
    </dgm:pt>
    <dgm:pt modelId="{12C05757-22AE-5446-A0CC-6DEBD4FC3E30}" type="pres">
      <dgm:prSet presAssocID="{CEBFF17D-6F47-4C92-8616-8C94CCFAF56B}" presName="hierRoot1" presStyleCnt="0"/>
      <dgm:spPr/>
    </dgm:pt>
    <dgm:pt modelId="{DCBF6253-7D31-F44E-90E8-FA11D46B54CE}" type="pres">
      <dgm:prSet presAssocID="{CEBFF17D-6F47-4C92-8616-8C94CCFAF56B}" presName="composite" presStyleCnt="0"/>
      <dgm:spPr/>
    </dgm:pt>
    <dgm:pt modelId="{09FD4DD1-B2CD-364C-8B37-209EFCD5D271}" type="pres">
      <dgm:prSet presAssocID="{CEBFF17D-6F47-4C92-8616-8C94CCFAF56B}" presName="background" presStyleLbl="node0" presStyleIdx="1" presStyleCnt="3"/>
      <dgm:spPr/>
    </dgm:pt>
    <dgm:pt modelId="{75EA66CA-1C51-0448-BA14-41F809F0C181}" type="pres">
      <dgm:prSet presAssocID="{CEBFF17D-6F47-4C92-8616-8C94CCFAF56B}" presName="text" presStyleLbl="fgAcc0" presStyleIdx="1" presStyleCnt="3">
        <dgm:presLayoutVars>
          <dgm:chPref val="3"/>
        </dgm:presLayoutVars>
      </dgm:prSet>
      <dgm:spPr/>
    </dgm:pt>
    <dgm:pt modelId="{CA9554D4-C09E-9742-BAA1-0E01388D85AD}" type="pres">
      <dgm:prSet presAssocID="{CEBFF17D-6F47-4C92-8616-8C94CCFAF56B}" presName="hierChild2" presStyleCnt="0"/>
      <dgm:spPr/>
    </dgm:pt>
    <dgm:pt modelId="{25BFDB28-9D49-4144-8FC9-4FDD8522C7F5}" type="pres">
      <dgm:prSet presAssocID="{674F96BE-FD68-4239-AFC7-AEDC21C18FA7}" presName="hierRoot1" presStyleCnt="0"/>
      <dgm:spPr/>
    </dgm:pt>
    <dgm:pt modelId="{A179DBD5-E3C6-B94A-A6CB-A0B82A258ACD}" type="pres">
      <dgm:prSet presAssocID="{674F96BE-FD68-4239-AFC7-AEDC21C18FA7}" presName="composite" presStyleCnt="0"/>
      <dgm:spPr/>
    </dgm:pt>
    <dgm:pt modelId="{2F43642A-CE57-0D40-86B2-962EBF351287}" type="pres">
      <dgm:prSet presAssocID="{674F96BE-FD68-4239-AFC7-AEDC21C18FA7}" presName="background" presStyleLbl="node0" presStyleIdx="2" presStyleCnt="3"/>
      <dgm:spPr/>
    </dgm:pt>
    <dgm:pt modelId="{C128A66D-09C6-C741-B02C-B70DF21ECC1C}" type="pres">
      <dgm:prSet presAssocID="{674F96BE-FD68-4239-AFC7-AEDC21C18FA7}" presName="text" presStyleLbl="fgAcc0" presStyleIdx="2" presStyleCnt="3">
        <dgm:presLayoutVars>
          <dgm:chPref val="3"/>
        </dgm:presLayoutVars>
      </dgm:prSet>
      <dgm:spPr/>
    </dgm:pt>
    <dgm:pt modelId="{65D87ED9-90A9-9F44-B658-CEED714DF0C0}" type="pres">
      <dgm:prSet presAssocID="{674F96BE-FD68-4239-AFC7-AEDC21C18FA7}" presName="hierChild2" presStyleCnt="0"/>
      <dgm:spPr/>
    </dgm:pt>
  </dgm:ptLst>
  <dgm:cxnLst>
    <dgm:cxn modelId="{72041CA5-5D01-FD41-BF77-732B2BB44087}" type="presOf" srcId="{C7BA1E94-59C4-4FC8-B4A2-12E6DA7AAC2D}" destId="{06F0CAC9-1FF9-974C-B3A2-9242881E3CEA}" srcOrd="0" destOrd="0" presId="urn:microsoft.com/office/officeart/2005/8/layout/hierarchy1"/>
    <dgm:cxn modelId="{F901BDB5-CCE4-7344-A3BA-BB760F6965C0}" type="presOf" srcId="{0E37E0A6-0D8B-4E56-8F23-B964A6EBFD82}" destId="{C4C0446E-0EB8-DA48-916C-456FA036582B}" srcOrd="0" destOrd="0" presId="urn:microsoft.com/office/officeart/2005/8/layout/hierarchy1"/>
    <dgm:cxn modelId="{5580C5C1-8328-4256-9003-9AC0E96CEE38}" srcId="{0E37E0A6-0D8B-4E56-8F23-B964A6EBFD82}" destId="{674F96BE-FD68-4239-AFC7-AEDC21C18FA7}" srcOrd="2" destOrd="0" parTransId="{FFF280D9-1726-4439-BC27-3809C855AC69}" sibTransId="{0534C62D-8238-41D8-A8C0-31892921396B}"/>
    <dgm:cxn modelId="{195E2ADF-50C1-42A7-BF34-075FC6615E54}" srcId="{0E37E0A6-0D8B-4E56-8F23-B964A6EBFD82}" destId="{CEBFF17D-6F47-4C92-8616-8C94CCFAF56B}" srcOrd="1" destOrd="0" parTransId="{3BE8DD98-AC20-4224-A0AA-443A8F06775F}" sibTransId="{3905E87B-CEBF-474F-AACA-67CB563AE66F}"/>
    <dgm:cxn modelId="{77F8DDED-801B-1142-BF98-A27CA7F96805}" type="presOf" srcId="{674F96BE-FD68-4239-AFC7-AEDC21C18FA7}" destId="{C128A66D-09C6-C741-B02C-B70DF21ECC1C}" srcOrd="0" destOrd="0" presId="urn:microsoft.com/office/officeart/2005/8/layout/hierarchy1"/>
    <dgm:cxn modelId="{7164ADEF-DB5A-2746-92A5-4AE602EB5953}" type="presOf" srcId="{CEBFF17D-6F47-4C92-8616-8C94CCFAF56B}" destId="{75EA66CA-1C51-0448-BA14-41F809F0C181}" srcOrd="0" destOrd="0" presId="urn:microsoft.com/office/officeart/2005/8/layout/hierarchy1"/>
    <dgm:cxn modelId="{B6ED14F2-8095-465F-88E5-F307E528ACA2}" srcId="{0E37E0A6-0D8B-4E56-8F23-B964A6EBFD82}" destId="{C7BA1E94-59C4-4FC8-B4A2-12E6DA7AAC2D}" srcOrd="0" destOrd="0" parTransId="{6821CF4F-ECE8-468F-9774-85F03DF122F2}" sibTransId="{9F2D9E44-254A-44E6-88C4-58BEA27D9EFF}"/>
    <dgm:cxn modelId="{F90696B6-BA69-C449-8D79-A3713B3FAC30}" type="presParOf" srcId="{C4C0446E-0EB8-DA48-916C-456FA036582B}" destId="{B27D398D-80C7-DF44-805A-E50F86669845}" srcOrd="0" destOrd="0" presId="urn:microsoft.com/office/officeart/2005/8/layout/hierarchy1"/>
    <dgm:cxn modelId="{57E67264-F23D-414D-8CED-9C9DA89B5E9A}" type="presParOf" srcId="{B27D398D-80C7-DF44-805A-E50F86669845}" destId="{8D5B7CA6-FEA1-744D-A198-9C76BCB957DE}" srcOrd="0" destOrd="0" presId="urn:microsoft.com/office/officeart/2005/8/layout/hierarchy1"/>
    <dgm:cxn modelId="{2DD99716-AD60-6341-BB5F-E7A515B2D1B2}" type="presParOf" srcId="{8D5B7CA6-FEA1-744D-A198-9C76BCB957DE}" destId="{897496F3-5A3B-2F42-8EB1-7E5516379E2E}" srcOrd="0" destOrd="0" presId="urn:microsoft.com/office/officeart/2005/8/layout/hierarchy1"/>
    <dgm:cxn modelId="{401E8DA9-2985-3A4F-BEF5-46E92603C7C0}" type="presParOf" srcId="{8D5B7CA6-FEA1-744D-A198-9C76BCB957DE}" destId="{06F0CAC9-1FF9-974C-B3A2-9242881E3CEA}" srcOrd="1" destOrd="0" presId="urn:microsoft.com/office/officeart/2005/8/layout/hierarchy1"/>
    <dgm:cxn modelId="{754B2749-970D-2B4D-9150-FD8926D60AA4}" type="presParOf" srcId="{B27D398D-80C7-DF44-805A-E50F86669845}" destId="{788D67A9-1F24-5A49-A1C4-983CB9EE12B2}" srcOrd="1" destOrd="0" presId="urn:microsoft.com/office/officeart/2005/8/layout/hierarchy1"/>
    <dgm:cxn modelId="{F45ADAD1-FFED-274E-B653-51A8968AECEA}" type="presParOf" srcId="{C4C0446E-0EB8-DA48-916C-456FA036582B}" destId="{12C05757-22AE-5446-A0CC-6DEBD4FC3E30}" srcOrd="1" destOrd="0" presId="urn:microsoft.com/office/officeart/2005/8/layout/hierarchy1"/>
    <dgm:cxn modelId="{661689F9-7CEF-DC4F-947A-06EA20E09B1B}" type="presParOf" srcId="{12C05757-22AE-5446-A0CC-6DEBD4FC3E30}" destId="{DCBF6253-7D31-F44E-90E8-FA11D46B54CE}" srcOrd="0" destOrd="0" presId="urn:microsoft.com/office/officeart/2005/8/layout/hierarchy1"/>
    <dgm:cxn modelId="{DA6EBFF2-7EAD-0D46-BA56-FB92FC86B717}" type="presParOf" srcId="{DCBF6253-7D31-F44E-90E8-FA11D46B54CE}" destId="{09FD4DD1-B2CD-364C-8B37-209EFCD5D271}" srcOrd="0" destOrd="0" presId="urn:microsoft.com/office/officeart/2005/8/layout/hierarchy1"/>
    <dgm:cxn modelId="{2816F029-FA45-2F4C-B3F4-19EC2AF8D2E5}" type="presParOf" srcId="{DCBF6253-7D31-F44E-90E8-FA11D46B54CE}" destId="{75EA66CA-1C51-0448-BA14-41F809F0C181}" srcOrd="1" destOrd="0" presId="urn:microsoft.com/office/officeart/2005/8/layout/hierarchy1"/>
    <dgm:cxn modelId="{59A57E73-3EFF-8548-BB7F-A891C1B53123}" type="presParOf" srcId="{12C05757-22AE-5446-A0CC-6DEBD4FC3E30}" destId="{CA9554D4-C09E-9742-BAA1-0E01388D85AD}" srcOrd="1" destOrd="0" presId="urn:microsoft.com/office/officeart/2005/8/layout/hierarchy1"/>
    <dgm:cxn modelId="{CE5C1AF3-B6A4-414E-8B5C-2EEB267309FA}" type="presParOf" srcId="{C4C0446E-0EB8-DA48-916C-456FA036582B}" destId="{25BFDB28-9D49-4144-8FC9-4FDD8522C7F5}" srcOrd="2" destOrd="0" presId="urn:microsoft.com/office/officeart/2005/8/layout/hierarchy1"/>
    <dgm:cxn modelId="{DF87C1A0-89AA-7D4B-84EC-900C93789470}" type="presParOf" srcId="{25BFDB28-9D49-4144-8FC9-4FDD8522C7F5}" destId="{A179DBD5-E3C6-B94A-A6CB-A0B82A258ACD}" srcOrd="0" destOrd="0" presId="urn:microsoft.com/office/officeart/2005/8/layout/hierarchy1"/>
    <dgm:cxn modelId="{CB306A0D-BCD9-F64F-BF01-6CBE6BF035F0}" type="presParOf" srcId="{A179DBD5-E3C6-B94A-A6CB-A0B82A258ACD}" destId="{2F43642A-CE57-0D40-86B2-962EBF351287}" srcOrd="0" destOrd="0" presId="urn:microsoft.com/office/officeart/2005/8/layout/hierarchy1"/>
    <dgm:cxn modelId="{09F48337-4CD3-4647-9DA0-CCBA5D43B8F0}" type="presParOf" srcId="{A179DBD5-E3C6-B94A-A6CB-A0B82A258ACD}" destId="{C128A66D-09C6-C741-B02C-B70DF21ECC1C}" srcOrd="1" destOrd="0" presId="urn:microsoft.com/office/officeart/2005/8/layout/hierarchy1"/>
    <dgm:cxn modelId="{67AD63FA-9371-1D47-B69D-54A963FC88F4}" type="presParOf" srcId="{25BFDB28-9D49-4144-8FC9-4FDD8522C7F5}" destId="{65D87ED9-90A9-9F44-B658-CEED714DF0C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73F4FFB-BF9F-4EE8-B58E-FFED8E01943B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5FE25653-A7BA-47FB-8073-2B4FA7940492}">
      <dgm:prSet custT="1"/>
      <dgm:spPr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rtl="1"/>
          <a:r>
            <a:rPr lang="ar" sz="4200" dirty="0">
              <a:solidFill>
                <a:srgbClr val="7030A0"/>
              </a:solidFill>
            </a:rPr>
            <a:t>ب-1 إعداد ميزانية شخصية</a:t>
          </a:r>
          <a:endParaRPr lang="en-US" sz="4200" dirty="0">
            <a:solidFill>
              <a:srgbClr val="7030A0"/>
            </a:solidFill>
          </a:endParaRPr>
        </a:p>
      </dgm:t>
    </dgm:pt>
    <dgm:pt modelId="{2FF7EEA5-BA7F-4838-809B-A6AA6FFC522A}" type="parTrans" cxnId="{2A0C2303-6DF6-4B31-916D-18CE0E3115D3}">
      <dgm:prSet/>
      <dgm:spPr/>
      <dgm:t>
        <a:bodyPr rtlCol="1"/>
        <a:lstStyle/>
        <a:p>
          <a:pPr rtl="1"/>
          <a:endParaRPr lang="en-US"/>
        </a:p>
      </dgm:t>
    </dgm:pt>
    <dgm:pt modelId="{FD9ABB40-9682-4D97-B80C-F7F64D08F683}" type="sibTrans" cxnId="{2A0C2303-6DF6-4B31-916D-18CE0E3115D3}">
      <dgm:prSet/>
      <dgm:spPr/>
      <dgm:t>
        <a:bodyPr rtlCol="1"/>
        <a:lstStyle/>
        <a:p>
          <a:pPr rtl="1"/>
          <a:endParaRPr lang="en-US"/>
        </a:p>
      </dgm:t>
    </dgm:pt>
    <dgm:pt modelId="{CCCABDE4-D42F-4A79-80D9-607472E8A4AF}">
      <dgm:prSet custT="1"/>
      <dgm:spPr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rtl="1"/>
          <a:r>
            <a:rPr lang="ar" sz="4200" dirty="0">
              <a:solidFill>
                <a:srgbClr val="7030A0"/>
              </a:solidFill>
            </a:rPr>
            <a:t>ب-2 تحليل الميزانية الشخصية</a:t>
          </a:r>
          <a:endParaRPr lang="en-US" sz="4200" dirty="0">
            <a:solidFill>
              <a:srgbClr val="7030A0"/>
            </a:solidFill>
          </a:endParaRPr>
        </a:p>
      </dgm:t>
    </dgm:pt>
    <dgm:pt modelId="{EAAD90EE-0E21-4401-A75A-1643B5084443}" type="parTrans" cxnId="{1154BE59-1B58-418C-9504-EC0D688BA33C}">
      <dgm:prSet/>
      <dgm:spPr/>
      <dgm:t>
        <a:bodyPr rtlCol="1"/>
        <a:lstStyle/>
        <a:p>
          <a:pPr rtl="1"/>
          <a:endParaRPr lang="en-US"/>
        </a:p>
      </dgm:t>
    </dgm:pt>
    <dgm:pt modelId="{F2E7893A-50A6-440B-AD9A-267ED4D45C29}" type="sibTrans" cxnId="{1154BE59-1B58-418C-9504-EC0D688BA33C}">
      <dgm:prSet/>
      <dgm:spPr/>
      <dgm:t>
        <a:bodyPr rtlCol="1"/>
        <a:lstStyle/>
        <a:p>
          <a:pPr rtl="1"/>
          <a:endParaRPr lang="en-US"/>
        </a:p>
      </dgm:t>
    </dgm:pt>
    <dgm:pt modelId="{C2E0F2F4-0C32-9540-9E16-C54508DC64FE}" type="pres">
      <dgm:prSet presAssocID="{273F4FFB-BF9F-4EE8-B58E-FFED8E01943B}" presName="diagram" presStyleCnt="0">
        <dgm:presLayoutVars>
          <dgm:dir val="rev"/>
          <dgm:resizeHandles val="exact"/>
        </dgm:presLayoutVars>
      </dgm:prSet>
      <dgm:spPr/>
    </dgm:pt>
    <dgm:pt modelId="{40B8D0EB-42D3-F94B-89AB-EB0AD8AE92EB}" type="pres">
      <dgm:prSet presAssocID="{5FE25653-A7BA-47FB-8073-2B4FA7940492}" presName="node" presStyleLbl="node1" presStyleIdx="0" presStyleCnt="2">
        <dgm:presLayoutVars>
          <dgm:bulletEnabled val="1"/>
        </dgm:presLayoutVars>
      </dgm:prSet>
      <dgm:spPr/>
    </dgm:pt>
    <dgm:pt modelId="{78681F77-DF3B-7140-A437-26DBEB9D483D}" type="pres">
      <dgm:prSet presAssocID="{FD9ABB40-9682-4D97-B80C-F7F64D08F683}" presName="sibTrans" presStyleCnt="0"/>
      <dgm:spPr/>
    </dgm:pt>
    <dgm:pt modelId="{B54ED087-3C1B-CF4A-BD37-8BCD120117B5}" type="pres">
      <dgm:prSet presAssocID="{CCCABDE4-D42F-4A79-80D9-607472E8A4AF}" presName="node" presStyleLbl="node1" presStyleIdx="1" presStyleCnt="2">
        <dgm:presLayoutVars>
          <dgm:bulletEnabled val="1"/>
        </dgm:presLayoutVars>
      </dgm:prSet>
      <dgm:spPr/>
    </dgm:pt>
  </dgm:ptLst>
  <dgm:cxnLst>
    <dgm:cxn modelId="{2A0C2303-6DF6-4B31-916D-18CE0E3115D3}" srcId="{273F4FFB-BF9F-4EE8-B58E-FFED8E01943B}" destId="{5FE25653-A7BA-47FB-8073-2B4FA7940492}" srcOrd="0" destOrd="0" parTransId="{2FF7EEA5-BA7F-4838-809B-A6AA6FFC522A}" sibTransId="{FD9ABB40-9682-4D97-B80C-F7F64D08F683}"/>
    <dgm:cxn modelId="{69068D27-FBD3-9441-9E3E-DEF472634792}" type="presOf" srcId="{273F4FFB-BF9F-4EE8-B58E-FFED8E01943B}" destId="{C2E0F2F4-0C32-9540-9E16-C54508DC64FE}" srcOrd="0" destOrd="0" presId="urn:microsoft.com/office/officeart/2005/8/layout/default"/>
    <dgm:cxn modelId="{A6E07272-1A86-7041-98CE-0C88DC03D90E}" type="presOf" srcId="{5FE25653-A7BA-47FB-8073-2B4FA7940492}" destId="{40B8D0EB-42D3-F94B-89AB-EB0AD8AE92EB}" srcOrd="0" destOrd="0" presId="urn:microsoft.com/office/officeart/2005/8/layout/default"/>
    <dgm:cxn modelId="{1154BE59-1B58-418C-9504-EC0D688BA33C}" srcId="{273F4FFB-BF9F-4EE8-B58E-FFED8E01943B}" destId="{CCCABDE4-D42F-4A79-80D9-607472E8A4AF}" srcOrd="1" destOrd="0" parTransId="{EAAD90EE-0E21-4401-A75A-1643B5084443}" sibTransId="{F2E7893A-50A6-440B-AD9A-267ED4D45C29}"/>
    <dgm:cxn modelId="{E004E1EB-AE0A-994E-8348-9DC93705E677}" type="presOf" srcId="{CCCABDE4-D42F-4A79-80D9-607472E8A4AF}" destId="{B54ED087-3C1B-CF4A-BD37-8BCD120117B5}" srcOrd="0" destOrd="0" presId="urn:microsoft.com/office/officeart/2005/8/layout/default"/>
    <dgm:cxn modelId="{20EB66E6-B7A1-8C4A-8F28-EA5AEEC47C45}" type="presParOf" srcId="{C2E0F2F4-0C32-9540-9E16-C54508DC64FE}" destId="{40B8D0EB-42D3-F94B-89AB-EB0AD8AE92EB}" srcOrd="0" destOrd="0" presId="urn:microsoft.com/office/officeart/2005/8/layout/default"/>
    <dgm:cxn modelId="{43B5C04E-2054-7847-AC60-02ED5DDBB451}" type="presParOf" srcId="{C2E0F2F4-0C32-9540-9E16-C54508DC64FE}" destId="{78681F77-DF3B-7140-A437-26DBEB9D483D}" srcOrd="1" destOrd="0" presId="urn:microsoft.com/office/officeart/2005/8/layout/default"/>
    <dgm:cxn modelId="{5F30B89E-5462-8A43-BD41-BECD0CD7548D}" type="presParOf" srcId="{C2E0F2F4-0C32-9540-9E16-C54508DC64FE}" destId="{B54ED087-3C1B-CF4A-BD37-8BCD120117B5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5EF64BB-92B8-47CE-A2C1-23E5689B64AF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B5A314A1-560A-40B6-9F9E-E8165F680609}">
      <dgm:prSet custT="1"/>
      <dgm:spPr/>
      <dgm:t>
        <a:bodyPr rtlCol="1"/>
        <a:lstStyle/>
        <a:p>
          <a:pPr rtl="1"/>
          <a:r>
            <a:rPr lang="ar" sz="1700" noProof="0" dirty="0">
              <a:solidFill>
                <a:srgbClr val="7030A0"/>
              </a:solidFill>
            </a:rPr>
            <a:t>حساب مقدار المال </a:t>
          </a:r>
          <a:br>
            <a:rPr lang="ar-EG" sz="1700" noProof="0" dirty="0">
              <a:solidFill>
                <a:srgbClr val="7030A0"/>
              </a:solidFill>
            </a:rPr>
          </a:br>
          <a:r>
            <a:rPr lang="ar" sz="1700" noProof="0" dirty="0">
              <a:solidFill>
                <a:srgbClr val="7030A0"/>
              </a:solidFill>
            </a:rPr>
            <a:t>الذي سيتبقى لديك في نهاية </a:t>
          </a:r>
          <a:br>
            <a:rPr lang="ar-EG" sz="1700" noProof="0" dirty="0">
              <a:solidFill>
                <a:srgbClr val="7030A0"/>
              </a:solidFill>
            </a:rPr>
          </a:br>
          <a:r>
            <a:rPr lang="ar" sz="1700" noProof="0" dirty="0">
              <a:solidFill>
                <a:srgbClr val="7030A0"/>
              </a:solidFill>
            </a:rPr>
            <a:t>كل شهر</a:t>
          </a:r>
        </a:p>
      </dgm:t>
    </dgm:pt>
    <dgm:pt modelId="{CC578141-7C64-4232-9EF0-117029690862}" type="parTrans" cxnId="{F7D6192F-1F7B-4CC4-A114-721C844C35A4}">
      <dgm:prSet/>
      <dgm:spPr/>
      <dgm:t>
        <a:bodyPr rtlCol="1"/>
        <a:lstStyle/>
        <a:p>
          <a:pPr rtl="1"/>
          <a:endParaRPr lang="en-US"/>
        </a:p>
      </dgm:t>
    </dgm:pt>
    <dgm:pt modelId="{68648794-B465-4BDC-94EF-18D519ED8424}" type="sibTrans" cxnId="{F7D6192F-1F7B-4CC4-A114-721C844C35A4}">
      <dgm:prSet/>
      <dgm:spPr/>
      <dgm:t>
        <a:bodyPr rtlCol="1"/>
        <a:lstStyle/>
        <a:p>
          <a:pPr rtl="1"/>
          <a:endParaRPr lang="en-US"/>
        </a:p>
      </dgm:t>
    </dgm:pt>
    <dgm:pt modelId="{8D7A7C23-E901-4454-B527-90A6A365D08F}">
      <dgm:prSet custT="1"/>
      <dgm:spPr/>
      <dgm:t>
        <a:bodyPr rtlCol="1"/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700" kern="1200" noProof="0" dirty="0">
              <a:solidFill>
                <a:srgbClr val="7030A0"/>
              </a:solidFill>
              <a:latin typeface="Verdana"/>
              <a:ea typeface="+mn-ea"/>
              <a:cs typeface="+mn-cs"/>
            </a:rPr>
            <a:t>المساعدة في تخطيط </a:t>
          </a:r>
          <a:br>
            <a:rPr lang="ar-EG" sz="1700" kern="1200" noProof="0" dirty="0">
              <a:solidFill>
                <a:srgbClr val="7030A0"/>
              </a:solidFill>
              <a:latin typeface="Verdana"/>
              <a:ea typeface="+mn-ea"/>
              <a:cs typeface="+mn-cs"/>
            </a:rPr>
          </a:br>
          <a:r>
            <a:rPr lang="ar" sz="1700" kern="1200" noProof="0" dirty="0">
              <a:solidFill>
                <a:srgbClr val="7030A0"/>
              </a:solidFill>
              <a:latin typeface="Verdana"/>
              <a:ea typeface="+mn-ea"/>
              <a:cs typeface="+mn-cs"/>
            </a:rPr>
            <a:t>النفقات المستقبلية</a:t>
          </a:r>
        </a:p>
      </dgm:t>
    </dgm:pt>
    <dgm:pt modelId="{A705E458-9061-41CE-A62B-E0863B66FFDA}" type="parTrans" cxnId="{4DE6423A-190A-4B47-9BD4-06444D460727}">
      <dgm:prSet/>
      <dgm:spPr/>
      <dgm:t>
        <a:bodyPr rtlCol="1"/>
        <a:lstStyle/>
        <a:p>
          <a:pPr rtl="1"/>
          <a:endParaRPr lang="en-US"/>
        </a:p>
      </dgm:t>
    </dgm:pt>
    <dgm:pt modelId="{4899417C-2BF4-4F81-80DD-7C1AF296004F}" type="sibTrans" cxnId="{4DE6423A-190A-4B47-9BD4-06444D460727}">
      <dgm:prSet/>
      <dgm:spPr/>
      <dgm:t>
        <a:bodyPr rtlCol="1"/>
        <a:lstStyle/>
        <a:p>
          <a:pPr rtl="1"/>
          <a:endParaRPr lang="en-US"/>
        </a:p>
      </dgm:t>
    </dgm:pt>
    <dgm:pt modelId="{42C44C29-5589-4396-8C0D-2F5FAB4CAE72}">
      <dgm:prSet custT="1"/>
      <dgm:spPr/>
      <dgm:t>
        <a:bodyPr rtlCol="1"/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700" kern="1200" noProof="0" dirty="0">
              <a:solidFill>
                <a:srgbClr val="7030A0"/>
              </a:solidFill>
              <a:latin typeface="Verdana"/>
              <a:ea typeface="+mn-ea"/>
              <a:cs typeface="+mn-cs"/>
            </a:rPr>
            <a:t>مساعدتك في التخطيط لمدخراتك المستقبلية.</a:t>
          </a:r>
        </a:p>
      </dgm:t>
    </dgm:pt>
    <dgm:pt modelId="{ABB9364D-7A5E-4515-A5F5-D4A0B17C59EE}" type="parTrans" cxnId="{6A1ECEC0-5017-456E-98D3-9EA0CF0E3A9D}">
      <dgm:prSet/>
      <dgm:spPr/>
      <dgm:t>
        <a:bodyPr rtlCol="1"/>
        <a:lstStyle/>
        <a:p>
          <a:pPr rtl="1"/>
          <a:endParaRPr lang="en-US"/>
        </a:p>
      </dgm:t>
    </dgm:pt>
    <dgm:pt modelId="{B3173D03-1C16-4910-98E3-B309B9202647}" type="sibTrans" cxnId="{6A1ECEC0-5017-456E-98D3-9EA0CF0E3A9D}">
      <dgm:prSet/>
      <dgm:spPr/>
      <dgm:t>
        <a:bodyPr rtlCol="1"/>
        <a:lstStyle/>
        <a:p>
          <a:pPr rtl="1"/>
          <a:endParaRPr lang="en-US"/>
        </a:p>
      </dgm:t>
    </dgm:pt>
    <dgm:pt modelId="{1E7743DE-BA28-BB42-876A-783725574E0D}" type="pres">
      <dgm:prSet presAssocID="{75EF64BB-92B8-47CE-A2C1-23E5689B64AF}" presName="hierChild1" presStyleCnt="0">
        <dgm:presLayoutVars>
          <dgm:chPref val="1"/>
          <dgm:dir val="rev"/>
          <dgm:animOne val="branch"/>
          <dgm:animLvl val="lvl"/>
          <dgm:resizeHandles/>
        </dgm:presLayoutVars>
      </dgm:prSet>
      <dgm:spPr/>
    </dgm:pt>
    <dgm:pt modelId="{1365EDCD-59A8-F44B-AB40-AA2A32B7920D}" type="pres">
      <dgm:prSet presAssocID="{B5A314A1-560A-40B6-9F9E-E8165F680609}" presName="hierRoot1" presStyleCnt="0"/>
      <dgm:spPr/>
    </dgm:pt>
    <dgm:pt modelId="{F81062BC-BD53-704B-ACE4-D3490A5E3B31}" type="pres">
      <dgm:prSet presAssocID="{B5A314A1-560A-40B6-9F9E-E8165F680609}" presName="composite" presStyleCnt="0"/>
      <dgm:spPr/>
    </dgm:pt>
    <dgm:pt modelId="{EAF9CF8E-8D16-AA46-9453-761FAC8D61DC}" type="pres">
      <dgm:prSet presAssocID="{B5A314A1-560A-40B6-9F9E-E8165F680609}" presName="background" presStyleLbl="node0" presStyleIdx="0" presStyleCnt="3"/>
      <dgm:spPr/>
    </dgm:pt>
    <dgm:pt modelId="{C3E45D85-60A0-8847-8981-B6F5DE604F45}" type="pres">
      <dgm:prSet presAssocID="{B5A314A1-560A-40B6-9F9E-E8165F680609}" presName="text" presStyleLbl="fgAcc0" presStyleIdx="0" presStyleCnt="3">
        <dgm:presLayoutVars>
          <dgm:chPref val="3"/>
        </dgm:presLayoutVars>
      </dgm:prSet>
      <dgm:spPr/>
    </dgm:pt>
    <dgm:pt modelId="{60DEE080-D831-CD4E-8833-EDD294D68679}" type="pres">
      <dgm:prSet presAssocID="{B5A314A1-560A-40B6-9F9E-E8165F680609}" presName="hierChild2" presStyleCnt="0"/>
      <dgm:spPr/>
    </dgm:pt>
    <dgm:pt modelId="{8A3E9DB5-BDB5-2D4D-9CD2-D28CDAD1DF92}" type="pres">
      <dgm:prSet presAssocID="{8D7A7C23-E901-4454-B527-90A6A365D08F}" presName="hierRoot1" presStyleCnt="0"/>
      <dgm:spPr/>
    </dgm:pt>
    <dgm:pt modelId="{9C2DD6AA-0C3B-BB48-893B-46BCC1934F6A}" type="pres">
      <dgm:prSet presAssocID="{8D7A7C23-E901-4454-B527-90A6A365D08F}" presName="composite" presStyleCnt="0"/>
      <dgm:spPr/>
    </dgm:pt>
    <dgm:pt modelId="{C6E92F2C-29AA-0B49-8E66-49EAFCE911ED}" type="pres">
      <dgm:prSet presAssocID="{8D7A7C23-E901-4454-B527-90A6A365D08F}" presName="background" presStyleLbl="node0" presStyleIdx="1" presStyleCnt="3"/>
      <dgm:spPr/>
    </dgm:pt>
    <dgm:pt modelId="{37A35B17-4308-A64B-8A0D-80757EE13412}" type="pres">
      <dgm:prSet presAssocID="{8D7A7C23-E901-4454-B527-90A6A365D08F}" presName="text" presStyleLbl="fgAcc0" presStyleIdx="1" presStyleCnt="3">
        <dgm:presLayoutVars>
          <dgm:chPref val="3"/>
        </dgm:presLayoutVars>
      </dgm:prSet>
      <dgm:spPr/>
    </dgm:pt>
    <dgm:pt modelId="{54647EF8-60C9-1240-B0EC-E7E634B268EC}" type="pres">
      <dgm:prSet presAssocID="{8D7A7C23-E901-4454-B527-90A6A365D08F}" presName="hierChild2" presStyleCnt="0"/>
      <dgm:spPr/>
    </dgm:pt>
    <dgm:pt modelId="{D0F42392-64FB-BD46-B2E0-D2F9532E2426}" type="pres">
      <dgm:prSet presAssocID="{42C44C29-5589-4396-8C0D-2F5FAB4CAE72}" presName="hierRoot1" presStyleCnt="0"/>
      <dgm:spPr/>
    </dgm:pt>
    <dgm:pt modelId="{6DAC78DD-B835-8D4E-8AC8-4DC2915383AB}" type="pres">
      <dgm:prSet presAssocID="{42C44C29-5589-4396-8C0D-2F5FAB4CAE72}" presName="composite" presStyleCnt="0"/>
      <dgm:spPr/>
    </dgm:pt>
    <dgm:pt modelId="{21A7712A-1723-074E-ACF8-E6539B4F5444}" type="pres">
      <dgm:prSet presAssocID="{42C44C29-5589-4396-8C0D-2F5FAB4CAE72}" presName="background" presStyleLbl="node0" presStyleIdx="2" presStyleCnt="3"/>
      <dgm:spPr/>
    </dgm:pt>
    <dgm:pt modelId="{7B4D39E1-CD2F-554F-A591-BDC7C3153222}" type="pres">
      <dgm:prSet presAssocID="{42C44C29-5589-4396-8C0D-2F5FAB4CAE72}" presName="text" presStyleLbl="fgAcc0" presStyleIdx="2" presStyleCnt="3">
        <dgm:presLayoutVars>
          <dgm:chPref val="3"/>
        </dgm:presLayoutVars>
      </dgm:prSet>
      <dgm:spPr/>
    </dgm:pt>
    <dgm:pt modelId="{BD8909C1-D72C-2848-9B50-EB50E9ED3BA4}" type="pres">
      <dgm:prSet presAssocID="{42C44C29-5589-4396-8C0D-2F5FAB4CAE72}" presName="hierChild2" presStyleCnt="0"/>
      <dgm:spPr/>
    </dgm:pt>
  </dgm:ptLst>
  <dgm:cxnLst>
    <dgm:cxn modelId="{BE11240B-D16C-5F4D-B763-F79A2A54D21E}" type="presOf" srcId="{B5A314A1-560A-40B6-9F9E-E8165F680609}" destId="{C3E45D85-60A0-8847-8981-B6F5DE604F45}" srcOrd="0" destOrd="0" presId="urn:microsoft.com/office/officeart/2005/8/layout/hierarchy1"/>
    <dgm:cxn modelId="{F7D6192F-1F7B-4CC4-A114-721C844C35A4}" srcId="{75EF64BB-92B8-47CE-A2C1-23E5689B64AF}" destId="{B5A314A1-560A-40B6-9F9E-E8165F680609}" srcOrd="0" destOrd="0" parTransId="{CC578141-7C64-4232-9EF0-117029690862}" sibTransId="{68648794-B465-4BDC-94EF-18D519ED8424}"/>
    <dgm:cxn modelId="{4DE6423A-190A-4B47-9BD4-06444D460727}" srcId="{75EF64BB-92B8-47CE-A2C1-23E5689B64AF}" destId="{8D7A7C23-E901-4454-B527-90A6A365D08F}" srcOrd="1" destOrd="0" parTransId="{A705E458-9061-41CE-A62B-E0863B66FFDA}" sibTransId="{4899417C-2BF4-4F81-80DD-7C1AF296004F}"/>
    <dgm:cxn modelId="{1123016E-503F-9C48-9F88-B9701B3A8E4A}" type="presOf" srcId="{42C44C29-5589-4396-8C0D-2F5FAB4CAE72}" destId="{7B4D39E1-CD2F-554F-A591-BDC7C3153222}" srcOrd="0" destOrd="0" presId="urn:microsoft.com/office/officeart/2005/8/layout/hierarchy1"/>
    <dgm:cxn modelId="{3F8A8390-D546-EE4B-B612-C9DD706D183D}" type="presOf" srcId="{8D7A7C23-E901-4454-B527-90A6A365D08F}" destId="{37A35B17-4308-A64B-8A0D-80757EE13412}" srcOrd="0" destOrd="0" presId="urn:microsoft.com/office/officeart/2005/8/layout/hierarchy1"/>
    <dgm:cxn modelId="{6A1ECEC0-5017-456E-98D3-9EA0CF0E3A9D}" srcId="{75EF64BB-92B8-47CE-A2C1-23E5689B64AF}" destId="{42C44C29-5589-4396-8C0D-2F5FAB4CAE72}" srcOrd="2" destOrd="0" parTransId="{ABB9364D-7A5E-4515-A5F5-D4A0B17C59EE}" sibTransId="{B3173D03-1C16-4910-98E3-B309B9202647}"/>
    <dgm:cxn modelId="{ED3015D9-E89F-7448-8B4F-A173218FA66F}" type="presOf" srcId="{75EF64BB-92B8-47CE-A2C1-23E5689B64AF}" destId="{1E7743DE-BA28-BB42-876A-783725574E0D}" srcOrd="0" destOrd="0" presId="urn:microsoft.com/office/officeart/2005/8/layout/hierarchy1"/>
    <dgm:cxn modelId="{62C99267-BC57-AA45-9F3B-89EDFCF7A38A}" type="presParOf" srcId="{1E7743DE-BA28-BB42-876A-783725574E0D}" destId="{1365EDCD-59A8-F44B-AB40-AA2A32B7920D}" srcOrd="0" destOrd="0" presId="urn:microsoft.com/office/officeart/2005/8/layout/hierarchy1"/>
    <dgm:cxn modelId="{D5073539-5C0B-EB46-8856-1A38DEF39321}" type="presParOf" srcId="{1365EDCD-59A8-F44B-AB40-AA2A32B7920D}" destId="{F81062BC-BD53-704B-ACE4-D3490A5E3B31}" srcOrd="0" destOrd="0" presId="urn:microsoft.com/office/officeart/2005/8/layout/hierarchy1"/>
    <dgm:cxn modelId="{2F31C8D7-8EEB-0542-9B59-10A7982C57E1}" type="presParOf" srcId="{F81062BC-BD53-704B-ACE4-D3490A5E3B31}" destId="{EAF9CF8E-8D16-AA46-9453-761FAC8D61DC}" srcOrd="0" destOrd="0" presId="urn:microsoft.com/office/officeart/2005/8/layout/hierarchy1"/>
    <dgm:cxn modelId="{82013232-B4F6-F847-8E51-7BE498E89FAF}" type="presParOf" srcId="{F81062BC-BD53-704B-ACE4-D3490A5E3B31}" destId="{C3E45D85-60A0-8847-8981-B6F5DE604F45}" srcOrd="1" destOrd="0" presId="urn:microsoft.com/office/officeart/2005/8/layout/hierarchy1"/>
    <dgm:cxn modelId="{4301B1C9-A107-B248-82FA-8C985BD9EDEB}" type="presParOf" srcId="{1365EDCD-59A8-F44B-AB40-AA2A32B7920D}" destId="{60DEE080-D831-CD4E-8833-EDD294D68679}" srcOrd="1" destOrd="0" presId="urn:microsoft.com/office/officeart/2005/8/layout/hierarchy1"/>
    <dgm:cxn modelId="{74952D5A-ABA2-6642-BC77-E81E126035F1}" type="presParOf" srcId="{1E7743DE-BA28-BB42-876A-783725574E0D}" destId="{8A3E9DB5-BDB5-2D4D-9CD2-D28CDAD1DF92}" srcOrd="1" destOrd="0" presId="urn:microsoft.com/office/officeart/2005/8/layout/hierarchy1"/>
    <dgm:cxn modelId="{427934D6-3622-8D4B-89E7-E941365DA9F9}" type="presParOf" srcId="{8A3E9DB5-BDB5-2D4D-9CD2-D28CDAD1DF92}" destId="{9C2DD6AA-0C3B-BB48-893B-46BCC1934F6A}" srcOrd="0" destOrd="0" presId="urn:microsoft.com/office/officeart/2005/8/layout/hierarchy1"/>
    <dgm:cxn modelId="{6E07E561-8AB7-5B41-82DE-84D43F18F47E}" type="presParOf" srcId="{9C2DD6AA-0C3B-BB48-893B-46BCC1934F6A}" destId="{C6E92F2C-29AA-0B49-8E66-49EAFCE911ED}" srcOrd="0" destOrd="0" presId="urn:microsoft.com/office/officeart/2005/8/layout/hierarchy1"/>
    <dgm:cxn modelId="{F8F59F51-EE9A-CC4C-A31B-5B0641B5B27C}" type="presParOf" srcId="{9C2DD6AA-0C3B-BB48-893B-46BCC1934F6A}" destId="{37A35B17-4308-A64B-8A0D-80757EE13412}" srcOrd="1" destOrd="0" presId="urn:microsoft.com/office/officeart/2005/8/layout/hierarchy1"/>
    <dgm:cxn modelId="{246BFAEA-C113-7849-86B3-B14BFFE5AFF6}" type="presParOf" srcId="{8A3E9DB5-BDB5-2D4D-9CD2-D28CDAD1DF92}" destId="{54647EF8-60C9-1240-B0EC-E7E634B268EC}" srcOrd="1" destOrd="0" presId="urn:microsoft.com/office/officeart/2005/8/layout/hierarchy1"/>
    <dgm:cxn modelId="{8B6FB5D6-F801-E14B-93E0-F5DE1ACDCD88}" type="presParOf" srcId="{1E7743DE-BA28-BB42-876A-783725574E0D}" destId="{D0F42392-64FB-BD46-B2E0-D2F9532E2426}" srcOrd="2" destOrd="0" presId="urn:microsoft.com/office/officeart/2005/8/layout/hierarchy1"/>
    <dgm:cxn modelId="{7A48ABF5-A049-244F-A122-E553D48D27AD}" type="presParOf" srcId="{D0F42392-64FB-BD46-B2E0-D2F9532E2426}" destId="{6DAC78DD-B835-8D4E-8AC8-4DC2915383AB}" srcOrd="0" destOrd="0" presId="urn:microsoft.com/office/officeart/2005/8/layout/hierarchy1"/>
    <dgm:cxn modelId="{65596F27-4CEC-8647-975C-9875DB2B25C2}" type="presParOf" srcId="{6DAC78DD-B835-8D4E-8AC8-4DC2915383AB}" destId="{21A7712A-1723-074E-ACF8-E6539B4F5444}" srcOrd="0" destOrd="0" presId="urn:microsoft.com/office/officeart/2005/8/layout/hierarchy1"/>
    <dgm:cxn modelId="{5D48641B-3D6A-CA43-9F79-883CB8492558}" type="presParOf" srcId="{6DAC78DD-B835-8D4E-8AC8-4DC2915383AB}" destId="{7B4D39E1-CD2F-554F-A591-BDC7C3153222}" srcOrd="1" destOrd="0" presId="urn:microsoft.com/office/officeart/2005/8/layout/hierarchy1"/>
    <dgm:cxn modelId="{1200C605-16B0-8E46-8786-4C5BA349DD8E}" type="presParOf" srcId="{D0F42392-64FB-BD46-B2E0-D2F9532E2426}" destId="{BD8909C1-D72C-2848-9B50-EB50E9ED3BA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576AE52-9D2B-43A7-9FDE-EDBB8F6A4650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/>
      <dgm:spPr/>
      <dgm:t>
        <a:bodyPr rtlCol="1"/>
        <a:lstStyle/>
        <a:p>
          <a:pPr rtl="1"/>
          <a:endParaRPr lang="en-US"/>
        </a:p>
      </dgm:t>
    </dgm:pt>
    <dgm:pt modelId="{EB3650DA-BDB3-4F27-AA0B-9228357C542D}">
      <dgm:prSet/>
      <dgm:spPr/>
      <dgm:t>
        <a:bodyPr rtlCol="1"/>
        <a:lstStyle/>
        <a:p>
          <a:pPr rtl="1"/>
          <a:r>
            <a:rPr lang="ar" dirty="0">
              <a:solidFill>
                <a:srgbClr val="7030A0"/>
              </a:solidFill>
            </a:rPr>
            <a:t>o إجمالي الدخل الشهري</a:t>
          </a:r>
          <a:endParaRPr lang="en-US" dirty="0">
            <a:solidFill>
              <a:srgbClr val="7030A0"/>
            </a:solidFill>
          </a:endParaRPr>
        </a:p>
      </dgm:t>
    </dgm:pt>
    <dgm:pt modelId="{B71E8B1C-BBD0-4425-800B-003CCD326CDD}" type="parTrans" cxnId="{7881E85B-5972-4A81-82BB-229F7527E6C7}">
      <dgm:prSet/>
      <dgm:spPr/>
      <dgm:t>
        <a:bodyPr rtlCol="1"/>
        <a:lstStyle/>
        <a:p>
          <a:pPr rtl="1"/>
          <a:endParaRPr lang="en-US"/>
        </a:p>
      </dgm:t>
    </dgm:pt>
    <dgm:pt modelId="{754313A6-DE70-41B1-A367-95A072E64C35}" type="sibTrans" cxnId="{7881E85B-5972-4A81-82BB-229F7527E6C7}">
      <dgm:prSet/>
      <dgm:spPr/>
      <dgm:t>
        <a:bodyPr rtlCol="1"/>
        <a:lstStyle/>
        <a:p>
          <a:pPr rtl="1"/>
          <a:endParaRPr lang="en-US"/>
        </a:p>
      </dgm:t>
    </dgm:pt>
    <dgm:pt modelId="{EFA06F23-D34F-4DA2-923D-15BD762C2B60}">
      <dgm:prSet/>
      <dgm:spPr/>
      <dgm:t>
        <a:bodyPr rtlCol="1"/>
        <a:lstStyle/>
        <a:p>
          <a:pPr rtl="1"/>
          <a:r>
            <a:rPr lang="ar">
              <a:solidFill>
                <a:srgbClr val="7030A0"/>
              </a:solidFill>
            </a:rPr>
            <a:t>o إجمالي النفقات الشهرية</a:t>
          </a:r>
          <a:endParaRPr lang="en-US" dirty="0">
            <a:solidFill>
              <a:srgbClr val="7030A0"/>
            </a:solidFill>
          </a:endParaRPr>
        </a:p>
      </dgm:t>
    </dgm:pt>
    <dgm:pt modelId="{038029EE-EB9A-4614-9441-289A25391228}" type="parTrans" cxnId="{3F7A46D8-3CA5-4909-82D2-3B7674D22754}">
      <dgm:prSet/>
      <dgm:spPr/>
      <dgm:t>
        <a:bodyPr rtlCol="1"/>
        <a:lstStyle/>
        <a:p>
          <a:pPr rtl="1"/>
          <a:endParaRPr lang="en-US"/>
        </a:p>
      </dgm:t>
    </dgm:pt>
    <dgm:pt modelId="{851D4FFF-49FA-462A-BE27-567B6C2525CF}" type="sibTrans" cxnId="{3F7A46D8-3CA5-4909-82D2-3B7674D22754}">
      <dgm:prSet/>
      <dgm:spPr/>
      <dgm:t>
        <a:bodyPr rtlCol="1"/>
        <a:lstStyle/>
        <a:p>
          <a:pPr rtl="1"/>
          <a:endParaRPr lang="en-US"/>
        </a:p>
      </dgm:t>
    </dgm:pt>
    <dgm:pt modelId="{1CE92CB5-DCEB-4E8D-BE27-CD3124B32E8C}">
      <dgm:prSet/>
      <dgm:spPr/>
      <dgm:t>
        <a:bodyPr rtlCol="1"/>
        <a:lstStyle/>
        <a:p>
          <a:pPr rtl="1"/>
          <a:r>
            <a:rPr lang="ar">
              <a:solidFill>
                <a:srgbClr val="7030A0"/>
              </a:solidFill>
            </a:rPr>
            <a:t>o صافي التدفقات النقدية الشهرية</a:t>
          </a:r>
          <a:endParaRPr lang="en-US" dirty="0">
            <a:solidFill>
              <a:srgbClr val="7030A0"/>
            </a:solidFill>
          </a:endParaRPr>
        </a:p>
      </dgm:t>
    </dgm:pt>
    <dgm:pt modelId="{A39CC24E-4CC3-47A5-B3EA-A3ED9F3C35B8}" type="parTrans" cxnId="{FB1615F1-83AE-4771-BAD4-353921A9B024}">
      <dgm:prSet/>
      <dgm:spPr/>
      <dgm:t>
        <a:bodyPr rtlCol="1"/>
        <a:lstStyle/>
        <a:p>
          <a:pPr rtl="1"/>
          <a:endParaRPr lang="en-US"/>
        </a:p>
      </dgm:t>
    </dgm:pt>
    <dgm:pt modelId="{0D2518C8-AE70-469E-BEF3-0E07CF70113B}" type="sibTrans" cxnId="{FB1615F1-83AE-4771-BAD4-353921A9B024}">
      <dgm:prSet/>
      <dgm:spPr/>
      <dgm:t>
        <a:bodyPr rtlCol="1"/>
        <a:lstStyle/>
        <a:p>
          <a:pPr rtl="1"/>
          <a:endParaRPr lang="en-US"/>
        </a:p>
      </dgm:t>
    </dgm:pt>
    <dgm:pt modelId="{7439FB75-FE33-43FE-9BFA-3CE864043C25}">
      <dgm:prSet/>
      <dgm:spPr/>
      <dgm:t>
        <a:bodyPr rtlCol="1"/>
        <a:lstStyle/>
        <a:p>
          <a:pPr rtl="1"/>
          <a:r>
            <a:rPr lang="ar">
              <a:solidFill>
                <a:srgbClr val="7030A0"/>
              </a:solidFill>
            </a:rPr>
            <a:t>o الرصيد الافتتاحي الشهري</a:t>
          </a:r>
          <a:endParaRPr lang="en-US" dirty="0">
            <a:solidFill>
              <a:srgbClr val="7030A0"/>
            </a:solidFill>
          </a:endParaRPr>
        </a:p>
      </dgm:t>
    </dgm:pt>
    <dgm:pt modelId="{A6E96742-7458-4BC9-8C2E-87A50C94DFD1}" type="parTrans" cxnId="{655D9B8B-5199-4DEC-B3B8-BC8E05E016EA}">
      <dgm:prSet/>
      <dgm:spPr/>
      <dgm:t>
        <a:bodyPr rtlCol="1"/>
        <a:lstStyle/>
        <a:p>
          <a:pPr rtl="1"/>
          <a:endParaRPr lang="en-US"/>
        </a:p>
      </dgm:t>
    </dgm:pt>
    <dgm:pt modelId="{13830BBE-1E49-4B42-9DB2-88E235770AE7}" type="sibTrans" cxnId="{655D9B8B-5199-4DEC-B3B8-BC8E05E016EA}">
      <dgm:prSet/>
      <dgm:spPr/>
      <dgm:t>
        <a:bodyPr rtlCol="1"/>
        <a:lstStyle/>
        <a:p>
          <a:pPr rtl="1"/>
          <a:endParaRPr lang="en-US"/>
        </a:p>
      </dgm:t>
    </dgm:pt>
    <dgm:pt modelId="{EE32113E-698C-4620-97BE-8018BAD93A43}">
      <dgm:prSet/>
      <dgm:spPr/>
      <dgm:t>
        <a:bodyPr rtlCol="1"/>
        <a:lstStyle/>
        <a:p>
          <a:pPr rtl="1"/>
          <a:r>
            <a:rPr lang="ar">
              <a:solidFill>
                <a:srgbClr val="7030A0"/>
              </a:solidFill>
            </a:rPr>
            <a:t>o الرصيد الختامي الشهري</a:t>
          </a:r>
          <a:endParaRPr lang="en-US" dirty="0">
            <a:solidFill>
              <a:srgbClr val="7030A0"/>
            </a:solidFill>
          </a:endParaRPr>
        </a:p>
      </dgm:t>
    </dgm:pt>
    <dgm:pt modelId="{F2E50012-A8B7-44A1-8C38-6C7414E1A1B9}" type="parTrans" cxnId="{952D561C-918C-425B-B4DB-74E77DF161C2}">
      <dgm:prSet/>
      <dgm:spPr/>
      <dgm:t>
        <a:bodyPr rtlCol="1"/>
        <a:lstStyle/>
        <a:p>
          <a:pPr rtl="1"/>
          <a:endParaRPr lang="en-US"/>
        </a:p>
      </dgm:t>
    </dgm:pt>
    <dgm:pt modelId="{F4C38C57-8155-4B5D-B489-AFB09077026F}" type="sibTrans" cxnId="{952D561C-918C-425B-B4DB-74E77DF161C2}">
      <dgm:prSet/>
      <dgm:spPr/>
      <dgm:t>
        <a:bodyPr rtlCol="1"/>
        <a:lstStyle/>
        <a:p>
          <a:pPr rtl="1"/>
          <a:endParaRPr lang="en-US"/>
        </a:p>
      </dgm:t>
    </dgm:pt>
    <dgm:pt modelId="{B712F09E-C93B-6A49-B80A-103DE6FB547B}" type="pres">
      <dgm:prSet presAssocID="{F576AE52-9D2B-43A7-9FDE-EDBB8F6A4650}" presName="linear" presStyleCnt="0">
        <dgm:presLayoutVars>
          <dgm:animLvl val="lvl"/>
          <dgm:resizeHandles val="exact"/>
        </dgm:presLayoutVars>
      </dgm:prSet>
      <dgm:spPr/>
    </dgm:pt>
    <dgm:pt modelId="{06735592-9009-3542-8798-16CDE6EE71E6}" type="pres">
      <dgm:prSet presAssocID="{EB3650DA-BDB3-4F27-AA0B-9228357C542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5ECD522-9A00-EE4D-93AF-99040F795116}" type="pres">
      <dgm:prSet presAssocID="{754313A6-DE70-41B1-A367-95A072E64C35}" presName="spacer" presStyleCnt="0"/>
      <dgm:spPr/>
    </dgm:pt>
    <dgm:pt modelId="{D3087CEE-4A54-7D47-8756-C7EF85C440E8}" type="pres">
      <dgm:prSet presAssocID="{EFA06F23-D34F-4DA2-923D-15BD762C2B6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BE1E727-F155-A645-89E3-16DA57C4153F}" type="pres">
      <dgm:prSet presAssocID="{851D4FFF-49FA-462A-BE27-567B6C2525CF}" presName="spacer" presStyleCnt="0"/>
      <dgm:spPr/>
    </dgm:pt>
    <dgm:pt modelId="{956C3D53-FC76-3848-830A-236FF89810ED}" type="pres">
      <dgm:prSet presAssocID="{1CE92CB5-DCEB-4E8D-BE27-CD3124B32E8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BC9E64F-35B6-BF43-AD5D-BC4E13F9C525}" type="pres">
      <dgm:prSet presAssocID="{0D2518C8-AE70-469E-BEF3-0E07CF70113B}" presName="spacer" presStyleCnt="0"/>
      <dgm:spPr/>
    </dgm:pt>
    <dgm:pt modelId="{4C5EF0A1-0FE7-DE4B-BF64-84584863E984}" type="pres">
      <dgm:prSet presAssocID="{7439FB75-FE33-43FE-9BFA-3CE864043C2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D6B5124-7DCC-E241-A2DE-C55A6C2A3291}" type="pres">
      <dgm:prSet presAssocID="{13830BBE-1E49-4B42-9DB2-88E235770AE7}" presName="spacer" presStyleCnt="0"/>
      <dgm:spPr/>
    </dgm:pt>
    <dgm:pt modelId="{611AA7F4-9ECB-794E-A7A0-EB6DB59B1C81}" type="pres">
      <dgm:prSet presAssocID="{EE32113E-698C-4620-97BE-8018BAD93A4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52D561C-918C-425B-B4DB-74E77DF161C2}" srcId="{F576AE52-9D2B-43A7-9FDE-EDBB8F6A4650}" destId="{EE32113E-698C-4620-97BE-8018BAD93A43}" srcOrd="4" destOrd="0" parTransId="{F2E50012-A8B7-44A1-8C38-6C7414E1A1B9}" sibTransId="{F4C38C57-8155-4B5D-B489-AFB09077026F}"/>
    <dgm:cxn modelId="{1080DC1C-DE51-DB49-954D-6A5E3B5DC19B}" type="presOf" srcId="{1CE92CB5-DCEB-4E8D-BE27-CD3124B32E8C}" destId="{956C3D53-FC76-3848-830A-236FF89810ED}" srcOrd="0" destOrd="0" presId="urn:microsoft.com/office/officeart/2005/8/layout/vList2"/>
    <dgm:cxn modelId="{CC26993C-FB3F-6742-97E8-3D7026359710}" type="presOf" srcId="{7439FB75-FE33-43FE-9BFA-3CE864043C25}" destId="{4C5EF0A1-0FE7-DE4B-BF64-84584863E984}" srcOrd="0" destOrd="0" presId="urn:microsoft.com/office/officeart/2005/8/layout/vList2"/>
    <dgm:cxn modelId="{9910D240-8DAD-4F4D-BA72-ABDE295C077B}" type="presOf" srcId="{EB3650DA-BDB3-4F27-AA0B-9228357C542D}" destId="{06735592-9009-3542-8798-16CDE6EE71E6}" srcOrd="0" destOrd="0" presId="urn:microsoft.com/office/officeart/2005/8/layout/vList2"/>
    <dgm:cxn modelId="{7881E85B-5972-4A81-82BB-229F7527E6C7}" srcId="{F576AE52-9D2B-43A7-9FDE-EDBB8F6A4650}" destId="{EB3650DA-BDB3-4F27-AA0B-9228357C542D}" srcOrd="0" destOrd="0" parTransId="{B71E8B1C-BBD0-4425-800B-003CCD326CDD}" sibTransId="{754313A6-DE70-41B1-A367-95A072E64C35}"/>
    <dgm:cxn modelId="{A3AFA160-624A-CE42-8E99-B7E83D00CEB4}" type="presOf" srcId="{F576AE52-9D2B-43A7-9FDE-EDBB8F6A4650}" destId="{B712F09E-C93B-6A49-B80A-103DE6FB547B}" srcOrd="0" destOrd="0" presId="urn:microsoft.com/office/officeart/2005/8/layout/vList2"/>
    <dgm:cxn modelId="{CB81AB83-69FC-A047-8706-F6141378646C}" type="presOf" srcId="{EFA06F23-D34F-4DA2-923D-15BD762C2B60}" destId="{D3087CEE-4A54-7D47-8756-C7EF85C440E8}" srcOrd="0" destOrd="0" presId="urn:microsoft.com/office/officeart/2005/8/layout/vList2"/>
    <dgm:cxn modelId="{655D9B8B-5199-4DEC-B3B8-BC8E05E016EA}" srcId="{F576AE52-9D2B-43A7-9FDE-EDBB8F6A4650}" destId="{7439FB75-FE33-43FE-9BFA-3CE864043C25}" srcOrd="3" destOrd="0" parTransId="{A6E96742-7458-4BC9-8C2E-87A50C94DFD1}" sibTransId="{13830BBE-1E49-4B42-9DB2-88E235770AE7}"/>
    <dgm:cxn modelId="{3F7A46D8-3CA5-4909-82D2-3B7674D22754}" srcId="{F576AE52-9D2B-43A7-9FDE-EDBB8F6A4650}" destId="{EFA06F23-D34F-4DA2-923D-15BD762C2B60}" srcOrd="1" destOrd="0" parTransId="{038029EE-EB9A-4614-9441-289A25391228}" sibTransId="{851D4FFF-49FA-462A-BE27-567B6C2525CF}"/>
    <dgm:cxn modelId="{FB1615F1-83AE-4771-BAD4-353921A9B024}" srcId="{F576AE52-9D2B-43A7-9FDE-EDBB8F6A4650}" destId="{1CE92CB5-DCEB-4E8D-BE27-CD3124B32E8C}" srcOrd="2" destOrd="0" parTransId="{A39CC24E-4CC3-47A5-B3EA-A3ED9F3C35B8}" sibTransId="{0D2518C8-AE70-469E-BEF3-0E07CF70113B}"/>
    <dgm:cxn modelId="{14D970F2-5593-3543-B642-0DC5E86222B9}" type="presOf" srcId="{EE32113E-698C-4620-97BE-8018BAD93A43}" destId="{611AA7F4-9ECB-794E-A7A0-EB6DB59B1C81}" srcOrd="0" destOrd="0" presId="urn:microsoft.com/office/officeart/2005/8/layout/vList2"/>
    <dgm:cxn modelId="{4BECF79E-E335-604A-82EE-D6804B40C6E9}" type="presParOf" srcId="{B712F09E-C93B-6A49-B80A-103DE6FB547B}" destId="{06735592-9009-3542-8798-16CDE6EE71E6}" srcOrd="0" destOrd="0" presId="urn:microsoft.com/office/officeart/2005/8/layout/vList2"/>
    <dgm:cxn modelId="{FA9ED4EF-6C83-9D4D-918A-D686429A2EB8}" type="presParOf" srcId="{B712F09E-C93B-6A49-B80A-103DE6FB547B}" destId="{A5ECD522-9A00-EE4D-93AF-99040F795116}" srcOrd="1" destOrd="0" presId="urn:microsoft.com/office/officeart/2005/8/layout/vList2"/>
    <dgm:cxn modelId="{A5722819-CFCF-984A-9B9A-5D0B14CC829E}" type="presParOf" srcId="{B712F09E-C93B-6A49-B80A-103DE6FB547B}" destId="{D3087CEE-4A54-7D47-8756-C7EF85C440E8}" srcOrd="2" destOrd="0" presId="urn:microsoft.com/office/officeart/2005/8/layout/vList2"/>
    <dgm:cxn modelId="{73764B39-E87A-6B49-B685-2540B3D5BC48}" type="presParOf" srcId="{B712F09E-C93B-6A49-B80A-103DE6FB547B}" destId="{EBE1E727-F155-A645-89E3-16DA57C4153F}" srcOrd="3" destOrd="0" presId="urn:microsoft.com/office/officeart/2005/8/layout/vList2"/>
    <dgm:cxn modelId="{B9CC58E8-DBAF-D04C-BDA5-1B07DA1A6E98}" type="presParOf" srcId="{B712F09E-C93B-6A49-B80A-103DE6FB547B}" destId="{956C3D53-FC76-3848-830A-236FF89810ED}" srcOrd="4" destOrd="0" presId="urn:microsoft.com/office/officeart/2005/8/layout/vList2"/>
    <dgm:cxn modelId="{39A01360-E21C-7247-B6F5-A8AE329FC888}" type="presParOf" srcId="{B712F09E-C93B-6A49-B80A-103DE6FB547B}" destId="{5BC9E64F-35B6-BF43-AD5D-BC4E13F9C525}" srcOrd="5" destOrd="0" presId="urn:microsoft.com/office/officeart/2005/8/layout/vList2"/>
    <dgm:cxn modelId="{968DA811-D184-3A47-98D9-20559F85A54E}" type="presParOf" srcId="{B712F09E-C93B-6A49-B80A-103DE6FB547B}" destId="{4C5EF0A1-0FE7-DE4B-BF64-84584863E984}" srcOrd="6" destOrd="0" presId="urn:microsoft.com/office/officeart/2005/8/layout/vList2"/>
    <dgm:cxn modelId="{899894A4-D27B-9946-B666-18703B012D88}" type="presParOf" srcId="{B712F09E-C93B-6A49-B80A-103DE6FB547B}" destId="{5D6B5124-7DCC-E241-A2DE-C55A6C2A3291}" srcOrd="7" destOrd="0" presId="urn:microsoft.com/office/officeart/2005/8/layout/vList2"/>
    <dgm:cxn modelId="{3433210F-F087-704B-B0CF-43D0A99441FF}" type="presParOf" srcId="{B712F09E-C93B-6A49-B80A-103DE6FB547B}" destId="{611AA7F4-9ECB-794E-A7A0-EB6DB59B1C8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59F91B-A412-4046-9AE9-167787D1DE0B}">
      <dsp:nvSpPr>
        <dsp:cNvPr id="0" name=""/>
        <dsp:cNvSpPr/>
      </dsp:nvSpPr>
      <dsp:spPr>
        <a:xfrm>
          <a:off x="0" y="630217"/>
          <a:ext cx="8207375" cy="116347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89B75D-60E8-4A38-AC23-0DC503925009}">
      <dsp:nvSpPr>
        <dsp:cNvPr id="0" name=""/>
        <dsp:cNvSpPr/>
      </dsp:nvSpPr>
      <dsp:spPr>
        <a:xfrm>
          <a:off x="7272037" y="892000"/>
          <a:ext cx="639913" cy="639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39B92-C7E8-4937-BA2F-63BBE1282096}">
      <dsp:nvSpPr>
        <dsp:cNvPr id="0" name=""/>
        <dsp:cNvSpPr/>
      </dsp:nvSpPr>
      <dsp:spPr>
        <a:xfrm>
          <a:off x="0" y="630217"/>
          <a:ext cx="6863557" cy="1163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135" tIns="123135" rIns="123135" bIns="123135" numCol="1" spcCol="1270" rtlCol="1" anchor="ctr" anchorCtr="0">
          <a:noAutofit/>
        </a:bodyPr>
        <a:lstStyle/>
        <a:p>
          <a:pPr marL="0" lvl="0" indent="0" algn="r" defTabSz="11112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500" b="1" kern="1200" noProof="0" dirty="0"/>
            <a:t>أ تعلم إدارة الشؤون المالية الشخصية والمنتجات </a:t>
          </a:r>
          <a:br>
            <a:rPr lang="ar-SA" sz="2500" b="1" kern="1200" noProof="0" dirty="0"/>
          </a:br>
          <a:r>
            <a:rPr lang="ar-SA" sz="2500" b="1" kern="1200" noProof="0" dirty="0"/>
            <a:t>والخدمات المالية</a:t>
          </a:r>
        </a:p>
      </dsp:txBody>
      <dsp:txXfrm>
        <a:off x="0" y="630217"/>
        <a:ext cx="6863557" cy="1163478"/>
      </dsp:txXfrm>
    </dsp:sp>
    <dsp:sp modelId="{F43D942C-5076-405B-826A-BC7DA2026AC7}">
      <dsp:nvSpPr>
        <dsp:cNvPr id="0" name=""/>
        <dsp:cNvSpPr/>
      </dsp:nvSpPr>
      <dsp:spPr>
        <a:xfrm>
          <a:off x="0" y="2084565"/>
          <a:ext cx="8207375" cy="116347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D43BA3-C6FA-40D0-98FE-78504CE20FC3}">
      <dsp:nvSpPr>
        <dsp:cNvPr id="0" name=""/>
        <dsp:cNvSpPr/>
      </dsp:nvSpPr>
      <dsp:spPr>
        <a:xfrm>
          <a:off x="7272037" y="2346348"/>
          <a:ext cx="639913" cy="639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A8200A-96B4-428C-8E55-83C8FFDC1FB3}">
      <dsp:nvSpPr>
        <dsp:cNvPr id="0" name=""/>
        <dsp:cNvSpPr/>
      </dsp:nvSpPr>
      <dsp:spPr>
        <a:xfrm>
          <a:off x="0" y="2084565"/>
          <a:ext cx="6863557" cy="1163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135" tIns="123135" rIns="123135" bIns="123135" numCol="1" spcCol="1270" rtlCol="1" anchor="ctr" anchorCtr="0">
          <a:noAutofit/>
        </a:bodyPr>
        <a:lstStyle/>
        <a:p>
          <a:pPr marL="0" lvl="0" indent="0" algn="r" defTabSz="11112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500" b="1" kern="1200" noProof="0" dirty="0"/>
            <a:t>ب قم بإعداد ميزانية شخصية تأخذ في الاعتبار الدخل </a:t>
          </a:r>
          <a:br>
            <a:rPr lang="ar-SA" sz="2500" b="1" kern="1200" noProof="0" dirty="0"/>
          </a:br>
          <a:r>
            <a:rPr lang="ar-SA" sz="2500" b="1" kern="1200" noProof="0" dirty="0"/>
            <a:t>والإنفاق الشخصي</a:t>
          </a:r>
        </a:p>
      </dsp:txBody>
      <dsp:txXfrm>
        <a:off x="0" y="2084565"/>
        <a:ext cx="6863557" cy="11634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B8D0EB-42D3-F94B-89AB-EB0AD8AE92EB}">
      <dsp:nvSpPr>
        <dsp:cNvPr id="0" name=""/>
        <dsp:cNvSpPr/>
      </dsp:nvSpPr>
      <dsp:spPr>
        <a:xfrm>
          <a:off x="4258978" y="1874"/>
          <a:ext cx="3105818" cy="1863490"/>
        </a:xfrm>
        <a:prstGeom prst="rect">
          <a:avLst/>
        </a:prstGeom>
        <a:gradFill rotWithShape="0">
          <a:gsLst>
            <a:gs pos="0">
              <a:schemeClr val="accent6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rtlCol="1" anchor="ctr" anchorCtr="0">
          <a:noAutofit/>
        </a:bodyPr>
        <a:lstStyle/>
        <a:p>
          <a:pPr marL="0" lvl="0" indent="0" algn="ct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400" kern="1200" dirty="0">
              <a:solidFill>
                <a:srgbClr val="7030A0"/>
              </a:solidFill>
            </a:rPr>
            <a:t>أ-1 إدارة الشؤون المالية الشخصية</a:t>
          </a:r>
          <a:endParaRPr lang="en-US" sz="3400" kern="1200" dirty="0">
            <a:solidFill>
              <a:srgbClr val="7030A0"/>
            </a:solidFill>
          </a:endParaRPr>
        </a:p>
      </dsp:txBody>
      <dsp:txXfrm>
        <a:off x="4258978" y="1874"/>
        <a:ext cx="3105818" cy="1863490"/>
      </dsp:txXfrm>
    </dsp:sp>
    <dsp:sp modelId="{B54ED087-3C1B-CF4A-BD37-8BCD120117B5}">
      <dsp:nvSpPr>
        <dsp:cNvPr id="0" name=""/>
        <dsp:cNvSpPr/>
      </dsp:nvSpPr>
      <dsp:spPr>
        <a:xfrm>
          <a:off x="842578" y="1874"/>
          <a:ext cx="3105818" cy="1863490"/>
        </a:xfrm>
        <a:prstGeom prst="rect">
          <a:avLst/>
        </a:prstGeom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rtlCol="1" anchor="ctr" anchorCtr="0">
          <a:noAutofit/>
        </a:bodyPr>
        <a:lstStyle/>
        <a:p>
          <a:pPr marL="0" lvl="0" indent="0" algn="ct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4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أ-2 مقدمو </a:t>
          </a:r>
          <a:br>
            <a:rPr lang="ar-EG" sz="34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</a:br>
          <a:r>
            <a:rPr lang="ar" sz="34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الخدمات المالية</a:t>
          </a:r>
          <a:endParaRPr lang="en-US" sz="3400" kern="1200" dirty="0">
            <a:solidFill>
              <a:srgbClr val="7030A0"/>
            </a:solidFill>
            <a:latin typeface="Verdana"/>
            <a:ea typeface="+mn-ea"/>
            <a:cs typeface="+mn-cs"/>
          </a:endParaRPr>
        </a:p>
      </dsp:txBody>
      <dsp:txXfrm>
        <a:off x="842578" y="1874"/>
        <a:ext cx="3105818" cy="1863490"/>
      </dsp:txXfrm>
    </dsp:sp>
    <dsp:sp modelId="{652427F8-5B2D-D047-8AF1-559BA2B28C2E}">
      <dsp:nvSpPr>
        <dsp:cNvPr id="0" name=""/>
        <dsp:cNvSpPr/>
      </dsp:nvSpPr>
      <dsp:spPr>
        <a:xfrm>
          <a:off x="2550778" y="2175946"/>
          <a:ext cx="3105818" cy="1863490"/>
        </a:xfrm>
        <a:prstGeom prst="rect">
          <a:avLst/>
        </a:prstGeom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rtlCol="1" anchor="ctr" anchorCtr="0">
          <a:noAutofit/>
        </a:bodyPr>
        <a:lstStyle/>
        <a:p>
          <a:pPr marL="0" lvl="0" indent="0" algn="ct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4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أ-3 المنتجات والخدمات المالية</a:t>
          </a:r>
          <a:endParaRPr lang="en-US" sz="3400" kern="1200" dirty="0">
            <a:solidFill>
              <a:srgbClr val="7030A0"/>
            </a:solidFill>
            <a:latin typeface="Verdana"/>
            <a:ea typeface="+mn-ea"/>
            <a:cs typeface="+mn-cs"/>
          </a:endParaRPr>
        </a:p>
      </dsp:txBody>
      <dsp:txXfrm>
        <a:off x="2550778" y="2175946"/>
        <a:ext cx="3105818" cy="18634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DB5C2E-9073-C74B-BF3F-7C58487B6C3B}">
      <dsp:nvSpPr>
        <dsp:cNvPr id="0" name=""/>
        <dsp:cNvSpPr/>
      </dsp:nvSpPr>
      <dsp:spPr>
        <a:xfrm>
          <a:off x="0" y="107236"/>
          <a:ext cx="5111751" cy="62741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rtlCol="1" anchor="ctr" anchorCtr="0">
          <a:noAutofit/>
        </a:bodyPr>
        <a:lstStyle/>
        <a:p>
          <a:pPr marL="0" lvl="0" indent="0" algn="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600" kern="1200" noProof="0" dirty="0">
              <a:solidFill>
                <a:srgbClr val="7030A0"/>
              </a:solidFill>
            </a:rPr>
            <a:t>الحصول على تصنيف ائتمان سيء</a:t>
          </a:r>
        </a:p>
      </dsp:txBody>
      <dsp:txXfrm>
        <a:off x="30628" y="137864"/>
        <a:ext cx="5050495" cy="566156"/>
      </dsp:txXfrm>
    </dsp:sp>
    <dsp:sp modelId="{ACF2900A-A55D-0148-BCB5-502D9A0EF0D1}">
      <dsp:nvSpPr>
        <dsp:cNvPr id="0" name=""/>
        <dsp:cNvSpPr/>
      </dsp:nvSpPr>
      <dsp:spPr>
        <a:xfrm>
          <a:off x="0" y="809528"/>
          <a:ext cx="5111751" cy="62741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rtlCol="1" anchor="ctr" anchorCtr="0">
          <a:noAutofit/>
        </a:bodyPr>
        <a:lstStyle/>
        <a:p>
          <a:pPr marL="0" lvl="0" indent="0" algn="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600" kern="1200" dirty="0">
              <a:solidFill>
                <a:srgbClr val="7030A0"/>
              </a:solidFill>
            </a:rPr>
            <a:t>عدم تحصيل ما يكفي لسداد فواتيرك</a:t>
          </a:r>
          <a:endParaRPr lang="en-US" sz="2600" kern="1200" dirty="0">
            <a:solidFill>
              <a:srgbClr val="7030A0"/>
            </a:solidFill>
          </a:endParaRPr>
        </a:p>
      </dsp:txBody>
      <dsp:txXfrm>
        <a:off x="30628" y="840156"/>
        <a:ext cx="5050495" cy="566156"/>
      </dsp:txXfrm>
    </dsp:sp>
    <dsp:sp modelId="{E86FC05E-D4C6-AC47-A206-0BE087901EC4}">
      <dsp:nvSpPr>
        <dsp:cNvPr id="0" name=""/>
        <dsp:cNvSpPr/>
      </dsp:nvSpPr>
      <dsp:spPr>
        <a:xfrm>
          <a:off x="0" y="1511821"/>
          <a:ext cx="5111751" cy="62741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rtlCol="1" anchor="ctr" anchorCtr="0">
          <a:noAutofit/>
        </a:bodyPr>
        <a:lstStyle/>
        <a:p>
          <a:pPr marL="0" lvl="0" indent="0" algn="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600" kern="1200">
              <a:solidFill>
                <a:srgbClr val="7030A0"/>
              </a:solidFill>
            </a:rPr>
            <a:t>صعوبة الحصول على قرض أو قرض عقاري</a:t>
          </a:r>
          <a:endParaRPr lang="en-US" sz="2600" kern="1200" dirty="0">
            <a:solidFill>
              <a:srgbClr val="7030A0"/>
            </a:solidFill>
          </a:endParaRPr>
        </a:p>
      </dsp:txBody>
      <dsp:txXfrm>
        <a:off x="30628" y="1542449"/>
        <a:ext cx="5050495" cy="566156"/>
      </dsp:txXfrm>
    </dsp:sp>
    <dsp:sp modelId="{E0B0EFCB-FC80-1546-B2F1-E9DC408440BD}">
      <dsp:nvSpPr>
        <dsp:cNvPr id="0" name=""/>
        <dsp:cNvSpPr/>
      </dsp:nvSpPr>
      <dsp:spPr>
        <a:xfrm>
          <a:off x="0" y="2214113"/>
          <a:ext cx="5111751" cy="62741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rtlCol="1" anchor="ctr" anchorCtr="0">
          <a:noAutofit/>
        </a:bodyPr>
        <a:lstStyle/>
        <a:p>
          <a:pPr marL="0" lvl="0" indent="0" algn="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600" kern="1200">
              <a:solidFill>
                <a:srgbClr val="7030A0"/>
              </a:solidFill>
            </a:rPr>
            <a:t>عدم القدرة على دفع مقابل الأساسيات اليومية</a:t>
          </a:r>
          <a:endParaRPr lang="en-US" sz="2600" kern="1200" dirty="0">
            <a:solidFill>
              <a:srgbClr val="7030A0"/>
            </a:solidFill>
          </a:endParaRPr>
        </a:p>
      </dsp:txBody>
      <dsp:txXfrm>
        <a:off x="30628" y="2244741"/>
        <a:ext cx="5050495" cy="566156"/>
      </dsp:txXfrm>
    </dsp:sp>
    <dsp:sp modelId="{47FC424C-3427-E546-A487-CAC2E327D6DF}">
      <dsp:nvSpPr>
        <dsp:cNvPr id="0" name=""/>
        <dsp:cNvSpPr/>
      </dsp:nvSpPr>
      <dsp:spPr>
        <a:xfrm>
          <a:off x="0" y="2916406"/>
          <a:ext cx="5111751" cy="62741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rtlCol="1" anchor="ctr" anchorCtr="0">
          <a:noAutofit/>
        </a:bodyPr>
        <a:lstStyle/>
        <a:p>
          <a:pPr marL="0" lvl="0" indent="0" algn="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600" kern="1200">
              <a:solidFill>
                <a:srgbClr val="7030A0"/>
              </a:solidFill>
            </a:rPr>
            <a:t>احتمال فقدان المنزل </a:t>
          </a:r>
          <a:endParaRPr lang="en-US" sz="2600" kern="1200" dirty="0">
            <a:solidFill>
              <a:srgbClr val="7030A0"/>
            </a:solidFill>
          </a:endParaRPr>
        </a:p>
      </dsp:txBody>
      <dsp:txXfrm>
        <a:off x="30628" y="2947034"/>
        <a:ext cx="5050495" cy="566156"/>
      </dsp:txXfrm>
    </dsp:sp>
    <dsp:sp modelId="{41ADEB50-83DC-7C44-86D4-B2D5ABAC9754}">
      <dsp:nvSpPr>
        <dsp:cNvPr id="0" name=""/>
        <dsp:cNvSpPr/>
      </dsp:nvSpPr>
      <dsp:spPr>
        <a:xfrm>
          <a:off x="0" y="3618698"/>
          <a:ext cx="5111751" cy="62741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rtlCol="1" anchor="ctr" anchorCtr="0">
          <a:noAutofit/>
        </a:bodyPr>
        <a:lstStyle/>
        <a:p>
          <a:pPr marL="0" lvl="0" indent="0" algn="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600" kern="1200" dirty="0">
              <a:solidFill>
                <a:srgbClr val="7030A0"/>
              </a:solidFill>
            </a:rPr>
            <a:t>وضع عائلتك تحت الضغط</a:t>
          </a:r>
          <a:endParaRPr lang="en-US" sz="2600" kern="1200" dirty="0">
            <a:solidFill>
              <a:srgbClr val="7030A0"/>
            </a:solidFill>
          </a:endParaRPr>
        </a:p>
      </dsp:txBody>
      <dsp:txXfrm>
        <a:off x="30628" y="3649326"/>
        <a:ext cx="5050495" cy="5661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522A53-B4FD-4E52-B45E-229E86E55A85}">
      <dsp:nvSpPr>
        <dsp:cNvPr id="0" name=""/>
        <dsp:cNvSpPr/>
      </dsp:nvSpPr>
      <dsp:spPr>
        <a:xfrm>
          <a:off x="6407944" y="803444"/>
          <a:ext cx="1396660" cy="12401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E90273-39FC-4869-A658-54AB9C816A1C}">
      <dsp:nvSpPr>
        <dsp:cNvPr id="0" name=""/>
        <dsp:cNvSpPr/>
      </dsp:nvSpPr>
      <dsp:spPr>
        <a:xfrm>
          <a:off x="6223852" y="2163214"/>
          <a:ext cx="1764843" cy="1147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1" anchor="t" anchorCtr="0">
          <a:noAutofit/>
        </a:bodyPr>
        <a:lstStyle/>
        <a:p>
          <a:pPr marL="0" lvl="0" indent="0" algn="r" defTabSz="7112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kern="1200" noProof="0" dirty="0"/>
            <a:t>إدارة شؤونك المالية الشخصية تتيح لك التخطيط </a:t>
          </a:r>
          <a:r>
            <a:rPr lang="ar-SA" sz="1600" b="1" kern="1200" noProof="0" dirty="0"/>
            <a:t>للظروف الطارئة</a:t>
          </a:r>
          <a:r>
            <a:rPr lang="ar-SA" sz="1600" kern="1200" noProof="0" dirty="0"/>
            <a:t>. </a:t>
          </a:r>
        </a:p>
      </dsp:txBody>
      <dsp:txXfrm>
        <a:off x="6223852" y="2163214"/>
        <a:ext cx="1764843" cy="1147148"/>
      </dsp:txXfrm>
    </dsp:sp>
    <dsp:sp modelId="{4F2DAC90-18B9-4ED6-A110-C3A3CE9A8E8D}">
      <dsp:nvSpPr>
        <dsp:cNvPr id="0" name=""/>
        <dsp:cNvSpPr/>
      </dsp:nvSpPr>
      <dsp:spPr>
        <a:xfrm>
          <a:off x="4463728" y="835963"/>
          <a:ext cx="1137710" cy="1110088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7A120B-3083-4A77-9092-5C593E44C1B2}">
      <dsp:nvSpPr>
        <dsp:cNvPr id="0" name=""/>
        <dsp:cNvSpPr/>
      </dsp:nvSpPr>
      <dsp:spPr>
        <a:xfrm>
          <a:off x="4150161" y="2130694"/>
          <a:ext cx="1764843" cy="1147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1" anchor="t" anchorCtr="0">
          <a:noAutofit/>
        </a:bodyPr>
        <a:lstStyle/>
        <a:p>
          <a:pPr marL="0" lvl="0" indent="0" algn="r" defTabSz="7112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kern="1200" noProof="0" dirty="0"/>
            <a:t>وهذا يعني وجود مدخرات أو تأمين لتغطية أي أحداث أو ظروف غير متوقعة </a:t>
          </a:r>
          <a:br>
            <a:rPr lang="ar-SA" sz="1600" kern="1200" noProof="0" dirty="0"/>
          </a:br>
          <a:r>
            <a:rPr lang="ar-SA" sz="1600" kern="1200" noProof="0" dirty="0"/>
            <a:t>قد تحدث.</a:t>
          </a:r>
        </a:p>
      </dsp:txBody>
      <dsp:txXfrm>
        <a:off x="4150161" y="2130694"/>
        <a:ext cx="1764843" cy="1147148"/>
      </dsp:txXfrm>
    </dsp:sp>
    <dsp:sp modelId="{866F1030-6EED-4FFF-A2FF-DFC885D1588C}">
      <dsp:nvSpPr>
        <dsp:cNvPr id="0" name=""/>
        <dsp:cNvSpPr/>
      </dsp:nvSpPr>
      <dsp:spPr>
        <a:xfrm>
          <a:off x="2390159" y="799957"/>
          <a:ext cx="1137463" cy="1254112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F7FBD4-BDF8-40BC-9FD9-CBC9B2129DF2}">
      <dsp:nvSpPr>
        <dsp:cNvPr id="0" name=""/>
        <dsp:cNvSpPr/>
      </dsp:nvSpPr>
      <dsp:spPr>
        <a:xfrm>
          <a:off x="2076469" y="2166700"/>
          <a:ext cx="1764843" cy="1147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1" anchor="t" anchorCtr="0">
          <a:noAutofit/>
        </a:bodyPr>
        <a:lstStyle/>
        <a:p>
          <a:pPr marL="0" lvl="0" indent="0" algn="r" defTabSz="7112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kern="1200" noProof="0" dirty="0"/>
            <a:t> على سبيل المثال، </a:t>
          </a:r>
          <a:br>
            <a:rPr lang="ar-SA" sz="1600" kern="1200" noProof="0" dirty="0"/>
          </a:br>
          <a:r>
            <a:rPr lang="ar-SA" sz="1600" kern="1200" noProof="0" dirty="0"/>
            <a:t>قد يتعطل نظام التكييف </a:t>
          </a:r>
          <a:br>
            <a:rPr lang="ar-SA" sz="1600" kern="1200" noProof="0" dirty="0"/>
          </a:br>
          <a:r>
            <a:rPr lang="ar-SA" sz="1600" kern="1200" noProof="0" dirty="0"/>
            <a:t>أو التدفئة الخاص بك، </a:t>
          </a:r>
          <a:br>
            <a:rPr lang="ar-SA" sz="1600" kern="1200" noProof="0" dirty="0"/>
          </a:br>
          <a:r>
            <a:rPr lang="ar-SA" sz="1600" kern="1200" noProof="0" dirty="0"/>
            <a:t>أو قد تحتاج سيارتك </a:t>
          </a:r>
          <a:br>
            <a:rPr lang="ar-SA" sz="1600" kern="1200" noProof="0" dirty="0"/>
          </a:br>
          <a:r>
            <a:rPr lang="ar-SA" sz="1600" kern="1200" noProof="0" dirty="0"/>
            <a:t>إلى إصلاح.</a:t>
          </a:r>
        </a:p>
      </dsp:txBody>
      <dsp:txXfrm>
        <a:off x="2076469" y="2166700"/>
        <a:ext cx="1764843" cy="1147148"/>
      </dsp:txXfrm>
    </dsp:sp>
    <dsp:sp modelId="{97D171E3-6929-4BD1-83E3-4C3676AF9C8F}">
      <dsp:nvSpPr>
        <dsp:cNvPr id="0" name=""/>
        <dsp:cNvSpPr/>
      </dsp:nvSpPr>
      <dsp:spPr>
        <a:xfrm>
          <a:off x="331009" y="835963"/>
          <a:ext cx="1108380" cy="1110088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EB84EB-F99A-46FB-A47C-9A88D0B89C7D}">
      <dsp:nvSpPr>
        <dsp:cNvPr id="0" name=""/>
        <dsp:cNvSpPr/>
      </dsp:nvSpPr>
      <dsp:spPr>
        <a:xfrm>
          <a:off x="2778" y="2130694"/>
          <a:ext cx="1764843" cy="1147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1" anchor="t" anchorCtr="0">
          <a:noAutofit/>
        </a:bodyPr>
        <a:lstStyle/>
        <a:p>
          <a:pPr marL="0" lvl="0" indent="0" algn="r" defTabSz="7112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kern="1200" noProof="0" dirty="0"/>
            <a:t>أو قد تفقد وظيفتك </a:t>
          </a:r>
          <a:br>
            <a:rPr lang="ar-EG" sz="1600" kern="1200" noProof="0" dirty="0"/>
          </a:br>
          <a:r>
            <a:rPr lang="ar" sz="1600" kern="1200" noProof="0" dirty="0"/>
            <a:t>بسبب عدم حاجة صاحب العمل لك بعد الآن </a:t>
          </a:r>
          <a:br>
            <a:rPr lang="ar-EG" sz="1600" kern="1200" noProof="0" dirty="0"/>
          </a:br>
          <a:r>
            <a:rPr lang="ar" sz="1600" kern="1200" noProof="0" dirty="0"/>
            <a:t>(تسريح العمالة الزائدة).</a:t>
          </a:r>
        </a:p>
      </dsp:txBody>
      <dsp:txXfrm>
        <a:off x="2778" y="2130694"/>
        <a:ext cx="1764843" cy="11471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BF2BA9-A84C-4789-8D25-F4D5D122DC1D}">
      <dsp:nvSpPr>
        <dsp:cNvPr id="0" name=""/>
        <dsp:cNvSpPr/>
      </dsp:nvSpPr>
      <dsp:spPr>
        <a:xfrm>
          <a:off x="0" y="427"/>
          <a:ext cx="4068333" cy="240773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6B74B0-39AE-4DF2-9FC2-D28A89D1E3A1}">
      <dsp:nvSpPr>
        <dsp:cNvPr id="0" name=""/>
        <dsp:cNvSpPr/>
      </dsp:nvSpPr>
      <dsp:spPr>
        <a:xfrm>
          <a:off x="3592779" y="925622"/>
          <a:ext cx="557342" cy="557342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52FA35-F461-4165-A4B6-73034EDE1503}">
      <dsp:nvSpPr>
        <dsp:cNvPr id="0" name=""/>
        <dsp:cNvSpPr/>
      </dsp:nvSpPr>
      <dsp:spPr>
        <a:xfrm>
          <a:off x="209598" y="320570"/>
          <a:ext cx="2561985" cy="1767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246" tIns="107246" rIns="107246" bIns="107246" numCol="1" spcCol="1270" rtlCol="1" anchor="ctr" anchorCtr="0">
          <a:noAutofit/>
        </a:bodyPr>
        <a:lstStyle/>
        <a:p>
          <a:pPr marL="0" lvl="0" indent="0" algn="r" defTabSz="8001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800" kern="1200" noProof="0" dirty="0"/>
            <a:t>البنوك التي تقدم منتجات وخدمات مالية مصممة للعائلات والأفراد.</a:t>
          </a:r>
        </a:p>
      </dsp:txBody>
      <dsp:txXfrm>
        <a:off x="209598" y="320570"/>
        <a:ext cx="2561985" cy="1767446"/>
      </dsp:txXfrm>
    </dsp:sp>
    <dsp:sp modelId="{17B08C84-05C8-46FF-AD77-94DCB8B39B1C}">
      <dsp:nvSpPr>
        <dsp:cNvPr id="0" name=""/>
        <dsp:cNvSpPr/>
      </dsp:nvSpPr>
      <dsp:spPr>
        <a:xfrm>
          <a:off x="0" y="2661497"/>
          <a:ext cx="4248472" cy="201859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CB5255-0A85-43FC-B05B-2F2172611002}">
      <dsp:nvSpPr>
        <dsp:cNvPr id="0" name=""/>
        <dsp:cNvSpPr/>
      </dsp:nvSpPr>
      <dsp:spPr>
        <a:xfrm>
          <a:off x="3550068" y="3392123"/>
          <a:ext cx="557342" cy="5573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0A5B72-D040-45B2-9CE8-9A4BC64A95EC}">
      <dsp:nvSpPr>
        <dsp:cNvPr id="0" name=""/>
        <dsp:cNvSpPr/>
      </dsp:nvSpPr>
      <dsp:spPr>
        <a:xfrm>
          <a:off x="34526" y="2980287"/>
          <a:ext cx="3078051" cy="1381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246" tIns="107246" rIns="107246" bIns="107246" numCol="1" spcCol="1270" rtlCol="1" anchor="ctr" anchorCtr="0">
          <a:noAutofit/>
        </a:bodyPr>
        <a:lstStyle/>
        <a:p>
          <a:pPr marL="0" lvl="0" indent="0" algn="r" defTabSz="8001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800" b="1" kern="1200" noProof="0" dirty="0"/>
            <a:t>المستشارون الماليون المستقلون</a:t>
          </a:r>
          <a:r>
            <a:rPr lang="ar-SA" sz="1800" kern="1200" noProof="0" dirty="0"/>
            <a:t> و</a:t>
          </a:r>
          <a:r>
            <a:rPr lang="ar-SA" sz="1800" b="1" kern="1200" noProof="0" dirty="0"/>
            <a:t>المخططون الماليون الإسلاميون</a:t>
          </a:r>
          <a:r>
            <a:rPr lang="ar-SA" sz="1800" kern="1200" noProof="0" dirty="0"/>
            <a:t> الذين يساعدونك في اتخاذ القرارات المالية. </a:t>
          </a:r>
        </a:p>
      </dsp:txBody>
      <dsp:txXfrm>
        <a:off x="34526" y="2980287"/>
        <a:ext cx="3078051" cy="138101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8F3BFB-5151-4FCB-861C-A1ADCF263D99}">
      <dsp:nvSpPr>
        <dsp:cNvPr id="0" name=""/>
        <dsp:cNvSpPr/>
      </dsp:nvSpPr>
      <dsp:spPr>
        <a:xfrm>
          <a:off x="0" y="145569"/>
          <a:ext cx="4453334" cy="21179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7EE526-1DD7-4798-88D2-D9B6AF1497CE}">
      <dsp:nvSpPr>
        <dsp:cNvPr id="0" name=""/>
        <dsp:cNvSpPr/>
      </dsp:nvSpPr>
      <dsp:spPr>
        <a:xfrm>
          <a:off x="3413181" y="728089"/>
          <a:ext cx="784423" cy="784423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0CB061-90AB-4132-B9F8-F81CBBAF805A}">
      <dsp:nvSpPr>
        <dsp:cNvPr id="0" name=""/>
        <dsp:cNvSpPr/>
      </dsp:nvSpPr>
      <dsp:spPr>
        <a:xfrm>
          <a:off x="68831" y="386737"/>
          <a:ext cx="2806045" cy="14262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942" tIns="150942" rIns="150942" bIns="150942" numCol="1" spcCol="1270" rtlCol="1" anchor="ctr" anchorCtr="0">
          <a:noAutofit/>
        </a:bodyPr>
        <a:lstStyle/>
        <a:p>
          <a:pPr marL="0" lvl="0" indent="0" algn="r" defTabSz="8445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900" b="1" kern="1200" noProof="0" dirty="0"/>
            <a:t>شركات التمويل </a:t>
          </a:r>
          <a:r>
            <a:rPr lang="ar-SA" sz="1900" kern="1200" noProof="0" dirty="0"/>
            <a:t>التي تقدم قروضًا مضمونة للأفراد.</a:t>
          </a:r>
        </a:p>
      </dsp:txBody>
      <dsp:txXfrm>
        <a:off x="68831" y="386737"/>
        <a:ext cx="2806045" cy="1426223"/>
      </dsp:txXfrm>
    </dsp:sp>
    <dsp:sp modelId="{11E16A73-49F4-4CA7-8C08-CD58A38DFEDB}">
      <dsp:nvSpPr>
        <dsp:cNvPr id="0" name=""/>
        <dsp:cNvSpPr/>
      </dsp:nvSpPr>
      <dsp:spPr>
        <a:xfrm>
          <a:off x="0" y="2340257"/>
          <a:ext cx="4453334" cy="215692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213D54-A057-4DDF-9A65-5D2271FE9075}">
      <dsp:nvSpPr>
        <dsp:cNvPr id="0" name=""/>
        <dsp:cNvSpPr/>
      </dsp:nvSpPr>
      <dsp:spPr>
        <a:xfrm>
          <a:off x="3413181" y="3222069"/>
          <a:ext cx="784423" cy="784423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F334BE-5541-4D74-9F21-89F0543159D5}">
      <dsp:nvSpPr>
        <dsp:cNvPr id="0" name=""/>
        <dsp:cNvSpPr/>
      </dsp:nvSpPr>
      <dsp:spPr>
        <a:xfrm>
          <a:off x="68831" y="2749832"/>
          <a:ext cx="2806045" cy="14262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942" tIns="150942" rIns="150942" bIns="150942" numCol="1" spcCol="1270" rtlCol="1" anchor="ctr" anchorCtr="0">
          <a:noAutofit/>
        </a:bodyPr>
        <a:lstStyle/>
        <a:p>
          <a:pPr marL="0" lvl="0" indent="0" algn="r" defTabSz="8445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900" b="1" kern="1200" noProof="0" dirty="0"/>
            <a:t>تجار التجزئة </a:t>
          </a:r>
          <a:r>
            <a:rPr lang="ar-SA" sz="1900" kern="1200" noProof="0" dirty="0"/>
            <a:t>الذين يقدمون خدمات بنكية ومنتجات مالية مثل بطاقات المتاجر والقروض الشخصية.</a:t>
          </a:r>
        </a:p>
      </dsp:txBody>
      <dsp:txXfrm>
        <a:off x="68831" y="2749832"/>
        <a:ext cx="2806045" cy="142622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E3A4F9-BDA7-F64F-8A60-FB18E70EFFBD}">
      <dsp:nvSpPr>
        <dsp:cNvPr id="0" name=""/>
        <dsp:cNvSpPr/>
      </dsp:nvSpPr>
      <dsp:spPr>
        <a:xfrm>
          <a:off x="4258978" y="1874"/>
          <a:ext cx="3105818" cy="186349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rtlCol="1" anchor="ctr" anchorCtr="0">
          <a:noAutofit/>
        </a:bodyPr>
        <a:lstStyle/>
        <a:p>
          <a:pPr marL="0" lvl="0" indent="0" algn="ctr" defTabSz="12001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700" kern="1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rPr>
            <a:t>تقديم نصائح مالية لك </a:t>
          </a:r>
          <a:br>
            <a:rPr lang="ar-EG" sz="2700" kern="1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ar" sz="2700" kern="1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rPr>
            <a:t>حول إدارة أموالك</a:t>
          </a:r>
          <a:endParaRPr lang="en-US" sz="2700" kern="1200" dirty="0">
            <a:solidFill>
              <a:srgbClr val="7030A0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258978" y="1874"/>
        <a:ext cx="3105818" cy="1863490"/>
      </dsp:txXfrm>
    </dsp:sp>
    <dsp:sp modelId="{7E0DEAFB-9584-0544-BEA5-942789D24BE8}">
      <dsp:nvSpPr>
        <dsp:cNvPr id="0" name=""/>
        <dsp:cNvSpPr/>
      </dsp:nvSpPr>
      <dsp:spPr>
        <a:xfrm>
          <a:off x="842578" y="1874"/>
          <a:ext cx="3105818" cy="186349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rtlCol="1" anchor="ctr" anchorCtr="0">
          <a:noAutofit/>
        </a:bodyPr>
        <a:lstStyle/>
        <a:p>
          <a:pPr marL="0" lvl="0" indent="0" algn="ctr" defTabSz="12001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7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توفير حساب ادخار </a:t>
          </a:r>
          <a:br>
            <a:rPr lang="ar-EG" sz="27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</a:br>
          <a:r>
            <a:rPr lang="ar" sz="27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أو استثمار لك</a:t>
          </a:r>
          <a:endParaRPr lang="en-US" sz="2700" kern="1200" dirty="0">
            <a:solidFill>
              <a:srgbClr val="7030A0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842578" y="1874"/>
        <a:ext cx="3105818" cy="1863490"/>
      </dsp:txXfrm>
    </dsp:sp>
    <dsp:sp modelId="{C0C2202E-C4D5-554A-B86B-7F125DD6C63B}">
      <dsp:nvSpPr>
        <dsp:cNvPr id="0" name=""/>
        <dsp:cNvSpPr/>
      </dsp:nvSpPr>
      <dsp:spPr>
        <a:xfrm>
          <a:off x="4258978" y="2175946"/>
          <a:ext cx="3105818" cy="186349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rtlCol="1" anchor="ctr" anchorCtr="0">
          <a:noAutofit/>
        </a:bodyPr>
        <a:lstStyle/>
        <a:p>
          <a:pPr marL="0" lvl="0" indent="0" algn="ctr" defTabSz="12001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7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توفير تأمين ضد المرض أو الخسارة المالية لك</a:t>
          </a:r>
          <a:endParaRPr lang="en-US" sz="2700" kern="1200" dirty="0">
            <a:solidFill>
              <a:srgbClr val="7030A0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4258978" y="2175946"/>
        <a:ext cx="3105818" cy="1863490"/>
      </dsp:txXfrm>
    </dsp:sp>
    <dsp:sp modelId="{AD19CB81-8447-FB4C-8C0C-B8D2DA76FD38}">
      <dsp:nvSpPr>
        <dsp:cNvPr id="0" name=""/>
        <dsp:cNvSpPr/>
      </dsp:nvSpPr>
      <dsp:spPr>
        <a:xfrm>
          <a:off x="842578" y="2175946"/>
          <a:ext cx="3105818" cy="186349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rtlCol="1" anchor="ctr" anchorCtr="0">
          <a:noAutofit/>
        </a:bodyPr>
        <a:lstStyle/>
        <a:p>
          <a:pPr marL="0" lvl="0" indent="0" algn="ctr" defTabSz="12001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7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إقراضك الأموال</a:t>
          </a:r>
          <a:endParaRPr lang="en-US" sz="2700" kern="1200" dirty="0">
            <a:solidFill>
              <a:srgbClr val="7030A0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842578" y="2175946"/>
        <a:ext cx="3105818" cy="186349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41A7E3-B392-054B-8033-0BF9A969E927}">
      <dsp:nvSpPr>
        <dsp:cNvPr id="0" name=""/>
        <dsp:cNvSpPr/>
      </dsp:nvSpPr>
      <dsp:spPr>
        <a:xfrm>
          <a:off x="4299053" y="637016"/>
          <a:ext cx="3516587" cy="22330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7CC420B-2FF4-A343-B4EE-06778623D888}">
      <dsp:nvSpPr>
        <dsp:cNvPr id="0" name=""/>
        <dsp:cNvSpPr/>
      </dsp:nvSpPr>
      <dsp:spPr>
        <a:xfrm>
          <a:off x="4689785" y="1008212"/>
          <a:ext cx="3516587" cy="2233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rtlCol="1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800" b="1" kern="1200" noProof="0" dirty="0">
              <a:solidFill>
                <a:srgbClr val="7030A0"/>
              </a:solidFill>
            </a:rPr>
            <a:t>الحماية التأمينية</a:t>
          </a:r>
          <a:r>
            <a:rPr lang="ar-SA" sz="2800" kern="1200" noProof="0" dirty="0">
              <a:solidFill>
                <a:srgbClr val="7030A0"/>
              </a:solidFill>
            </a:rPr>
            <a:t> تحميك وممتلكاتك من مخاطر الخسارة أو الضرر </a:t>
          </a:r>
          <a:br>
            <a:rPr lang="ar-SA" sz="2800" kern="1200" noProof="0" dirty="0">
              <a:solidFill>
                <a:srgbClr val="7030A0"/>
              </a:solidFill>
            </a:rPr>
          </a:br>
          <a:r>
            <a:rPr lang="ar-SA" sz="2800" kern="1200" noProof="0" dirty="0">
              <a:solidFill>
                <a:srgbClr val="7030A0"/>
              </a:solidFill>
            </a:rPr>
            <a:t>أو السرقة. </a:t>
          </a:r>
        </a:p>
      </dsp:txBody>
      <dsp:txXfrm>
        <a:off x="4755188" y="1073615"/>
        <a:ext cx="3385781" cy="2102227"/>
      </dsp:txXfrm>
    </dsp:sp>
    <dsp:sp modelId="{4E754831-5726-C646-B186-547B43D1FCE6}">
      <dsp:nvSpPr>
        <dsp:cNvPr id="0" name=""/>
        <dsp:cNvSpPr/>
      </dsp:nvSpPr>
      <dsp:spPr>
        <a:xfrm>
          <a:off x="1001" y="637016"/>
          <a:ext cx="3516587" cy="22330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B555F53-F4B0-0643-AD96-2AB947864638}">
      <dsp:nvSpPr>
        <dsp:cNvPr id="0" name=""/>
        <dsp:cNvSpPr/>
      </dsp:nvSpPr>
      <dsp:spPr>
        <a:xfrm>
          <a:off x="391733" y="1008212"/>
          <a:ext cx="3516587" cy="2233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rtlCol="1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800" b="1" kern="1200" noProof="0" dirty="0">
              <a:solidFill>
                <a:srgbClr val="7030A0"/>
              </a:solidFill>
            </a:rPr>
            <a:t>التأمين على الحياة</a:t>
          </a:r>
          <a:r>
            <a:rPr lang="ar-SA" sz="2800" kern="1200" noProof="0" dirty="0">
              <a:solidFill>
                <a:srgbClr val="7030A0"/>
              </a:solidFill>
            </a:rPr>
            <a:t> </a:t>
          </a:r>
          <a:br>
            <a:rPr lang="ar-EG" sz="2800" kern="1200" noProof="0" dirty="0">
              <a:solidFill>
                <a:srgbClr val="7030A0"/>
              </a:solidFill>
            </a:rPr>
          </a:br>
          <a:r>
            <a:rPr lang="ar-SA" sz="2800" kern="1200" noProof="0" dirty="0">
              <a:solidFill>
                <a:srgbClr val="7030A0"/>
              </a:solidFill>
            </a:rPr>
            <a:t>(على سبيل المثال، التأمين الكامل على الحياة) الذي يدفع مبلغًا صافيًا من الضرائب عند وفاتك.</a:t>
          </a:r>
        </a:p>
      </dsp:txBody>
      <dsp:txXfrm>
        <a:off x="457136" y="1073615"/>
        <a:ext cx="3385781" cy="210222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2EB8AB-ADAF-4B6C-9E87-DBDC6AA28C8B}">
      <dsp:nvSpPr>
        <dsp:cNvPr id="0" name=""/>
        <dsp:cNvSpPr/>
      </dsp:nvSpPr>
      <dsp:spPr>
        <a:xfrm>
          <a:off x="0" y="2077"/>
          <a:ext cx="4949768" cy="1052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A34606-DC12-4021-BFA0-AEA4EA5F4B40}">
      <dsp:nvSpPr>
        <dsp:cNvPr id="0" name=""/>
        <dsp:cNvSpPr/>
      </dsp:nvSpPr>
      <dsp:spPr>
        <a:xfrm>
          <a:off x="3954946" y="238940"/>
          <a:ext cx="579000" cy="579000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59C365-0713-4554-A68E-3D59AAB2FE07}">
      <dsp:nvSpPr>
        <dsp:cNvPr id="0" name=""/>
        <dsp:cNvSpPr/>
      </dsp:nvSpPr>
      <dsp:spPr>
        <a:xfrm>
          <a:off x="0" y="2077"/>
          <a:ext cx="3733867" cy="105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414" tIns="111414" rIns="111414" bIns="111414" numCol="1" spcCol="1270" rtlCol="1" anchor="ctr" anchorCtr="0">
          <a:noAutofit/>
        </a:bodyPr>
        <a:lstStyle/>
        <a:p>
          <a:pPr marL="0" lvl="0" indent="0" algn="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100" b="1" kern="1200" noProof="0" dirty="0">
              <a:latin typeface="Arial" panose="020B0604020202020204" pitchFamily="34" charset="0"/>
              <a:cs typeface="Arial" panose="020B0604020202020204" pitchFamily="34" charset="0"/>
            </a:rPr>
            <a:t>بطاقات الائتمان</a:t>
          </a:r>
          <a:r>
            <a:rPr lang="ar-SA" sz="2100" kern="1200" noProof="0" dirty="0">
              <a:latin typeface="Arial" panose="020B0604020202020204" pitchFamily="34" charset="0"/>
              <a:cs typeface="Arial" panose="020B0604020202020204" pitchFamily="34" charset="0"/>
            </a:rPr>
            <a:t> التي تسمح لك باقتراض المال حتى حد معين.</a:t>
          </a:r>
        </a:p>
      </dsp:txBody>
      <dsp:txXfrm>
        <a:off x="0" y="2077"/>
        <a:ext cx="3733867" cy="1052727"/>
      </dsp:txXfrm>
    </dsp:sp>
    <dsp:sp modelId="{16861FFE-9569-4377-B46A-B7665FAC8D33}">
      <dsp:nvSpPr>
        <dsp:cNvPr id="0" name=""/>
        <dsp:cNvSpPr/>
      </dsp:nvSpPr>
      <dsp:spPr>
        <a:xfrm>
          <a:off x="0" y="1317986"/>
          <a:ext cx="4949768" cy="1052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156C65-1F87-4B7A-9795-EE7364B527A2}">
      <dsp:nvSpPr>
        <dsp:cNvPr id="0" name=""/>
        <dsp:cNvSpPr/>
      </dsp:nvSpPr>
      <dsp:spPr>
        <a:xfrm>
          <a:off x="4023482" y="1554849"/>
          <a:ext cx="579000" cy="579000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25B803-5676-47FF-BA2C-9690D697F73D}">
      <dsp:nvSpPr>
        <dsp:cNvPr id="0" name=""/>
        <dsp:cNvSpPr/>
      </dsp:nvSpPr>
      <dsp:spPr>
        <a:xfrm>
          <a:off x="0" y="1317986"/>
          <a:ext cx="3733867" cy="105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414" tIns="111414" rIns="111414" bIns="111414" numCol="1" spcCol="1270" rtlCol="1" anchor="ctr" anchorCtr="0">
          <a:noAutofit/>
        </a:bodyPr>
        <a:lstStyle/>
        <a:p>
          <a:pPr marL="0" lvl="0" indent="0" algn="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100" b="1" kern="1200" noProof="0" dirty="0">
              <a:latin typeface="Arial" panose="020B0604020202020204" pitchFamily="34" charset="0"/>
              <a:cs typeface="Arial" panose="020B0604020202020204" pitchFamily="34" charset="0"/>
            </a:rPr>
            <a:t>القروض الشخصية </a:t>
          </a:r>
          <a:r>
            <a:rPr lang="ar-SA" sz="2100" kern="1200" noProof="0" dirty="0">
              <a:latin typeface="Arial" panose="020B0604020202020204" pitchFamily="34" charset="0"/>
              <a:cs typeface="Arial" panose="020B0604020202020204" pitchFamily="34" charset="0"/>
            </a:rPr>
            <a:t>على مدى فترة زمنية محددة مثل 24 شهرًا.</a:t>
          </a:r>
        </a:p>
      </dsp:txBody>
      <dsp:txXfrm>
        <a:off x="0" y="1317986"/>
        <a:ext cx="3733867" cy="1052727"/>
      </dsp:txXfrm>
    </dsp:sp>
    <dsp:sp modelId="{76232288-CE99-446A-BF28-F1D8098918EE}">
      <dsp:nvSpPr>
        <dsp:cNvPr id="0" name=""/>
        <dsp:cNvSpPr/>
      </dsp:nvSpPr>
      <dsp:spPr>
        <a:xfrm>
          <a:off x="0" y="2633895"/>
          <a:ext cx="4949768" cy="1052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CED365-2896-409C-9282-78979A195D48}">
      <dsp:nvSpPr>
        <dsp:cNvPr id="0" name=""/>
        <dsp:cNvSpPr/>
      </dsp:nvSpPr>
      <dsp:spPr>
        <a:xfrm>
          <a:off x="4023482" y="2870759"/>
          <a:ext cx="579000" cy="579000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B33B49-FA14-4ABC-8CB2-43FA389F359C}">
      <dsp:nvSpPr>
        <dsp:cNvPr id="0" name=""/>
        <dsp:cNvSpPr/>
      </dsp:nvSpPr>
      <dsp:spPr>
        <a:xfrm>
          <a:off x="0" y="2633895"/>
          <a:ext cx="3733867" cy="105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414" tIns="111414" rIns="111414" bIns="111414" numCol="1" spcCol="1270" rtlCol="1" anchor="ctr" anchorCtr="0">
          <a:noAutofit/>
        </a:bodyPr>
        <a:lstStyle/>
        <a:p>
          <a:pPr marL="0" lvl="0" indent="0" algn="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100" b="1" kern="1200" noProof="0" dirty="0">
              <a:latin typeface="Arial" panose="020B0604020202020204" pitchFamily="34" charset="0"/>
              <a:cs typeface="Arial" panose="020B0604020202020204" pitchFamily="34" charset="0"/>
            </a:rPr>
            <a:t>السحوبات على المكشوف</a:t>
          </a:r>
          <a:r>
            <a:rPr lang="ar-SA" sz="2100" kern="1200" noProof="0" dirty="0">
              <a:latin typeface="Arial" panose="020B0604020202020204" pitchFamily="34" charset="0"/>
              <a:cs typeface="Arial" panose="020B0604020202020204" pitchFamily="34" charset="0"/>
            </a:rPr>
            <a:t> عندما تنفق أكثر مما لديك في حسابك الحالي.</a:t>
          </a:r>
        </a:p>
      </dsp:txBody>
      <dsp:txXfrm>
        <a:off x="0" y="2633895"/>
        <a:ext cx="3733867" cy="1052727"/>
      </dsp:txXfrm>
    </dsp:sp>
    <dsp:sp modelId="{4FA06390-BB12-4636-89F1-02C4B6EEDB83}">
      <dsp:nvSpPr>
        <dsp:cNvPr id="0" name=""/>
        <dsp:cNvSpPr/>
      </dsp:nvSpPr>
      <dsp:spPr>
        <a:xfrm>
          <a:off x="0" y="3949804"/>
          <a:ext cx="4949768" cy="1052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A2F4AC-868B-4AA0-ADE9-2D67EC23CA3B}">
      <dsp:nvSpPr>
        <dsp:cNvPr id="0" name=""/>
        <dsp:cNvSpPr/>
      </dsp:nvSpPr>
      <dsp:spPr>
        <a:xfrm>
          <a:off x="4023482" y="4186668"/>
          <a:ext cx="579000" cy="579000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99D0C5-4CA8-4AD9-9862-A316A169D082}">
      <dsp:nvSpPr>
        <dsp:cNvPr id="0" name=""/>
        <dsp:cNvSpPr/>
      </dsp:nvSpPr>
      <dsp:spPr>
        <a:xfrm>
          <a:off x="0" y="3949804"/>
          <a:ext cx="3733867" cy="105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414" tIns="111414" rIns="111414" bIns="111414" numCol="1" spcCol="1270" rtlCol="1" anchor="ctr" anchorCtr="0">
          <a:noAutofit/>
        </a:bodyPr>
        <a:lstStyle/>
        <a:p>
          <a:pPr marL="0" lvl="0" indent="0" algn="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100" b="1" kern="1200" noProof="0" dirty="0">
              <a:latin typeface="Arial" panose="020B0604020202020204" pitchFamily="34" charset="0"/>
              <a:cs typeface="Arial" panose="020B0604020202020204" pitchFamily="34" charset="0"/>
            </a:rPr>
            <a:t>"اشترِ الآن وادفع لاحقًا"</a:t>
          </a:r>
          <a:r>
            <a:rPr lang="ar-SA" sz="2100" kern="1200" noProof="0" dirty="0">
              <a:latin typeface="Arial" panose="020B0604020202020204" pitchFamily="34" charset="0"/>
              <a:cs typeface="Arial" panose="020B0604020202020204" pitchFamily="34" charset="0"/>
            </a:rPr>
            <a:t>، حيث تقوم بسداد المبلغ بالأقساط على مدى </a:t>
          </a:r>
          <a:br>
            <a:rPr lang="ar-EG" sz="2100" kern="1200" noProof="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ar-SA" sz="2100" kern="1200" noProof="0" dirty="0">
              <a:latin typeface="Arial" panose="020B0604020202020204" pitchFamily="34" charset="0"/>
              <a:cs typeface="Arial" panose="020B0604020202020204" pitchFamily="34" charset="0"/>
            </a:rPr>
            <a:t>وقت محدد.</a:t>
          </a:r>
        </a:p>
      </dsp:txBody>
      <dsp:txXfrm>
        <a:off x="0" y="3949804"/>
        <a:ext cx="3733867" cy="105272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AAFA2-E0D8-0F45-BC8D-CD0A661C0772}">
      <dsp:nvSpPr>
        <dsp:cNvPr id="0" name=""/>
        <dsp:cNvSpPr/>
      </dsp:nvSpPr>
      <dsp:spPr>
        <a:xfrm>
          <a:off x="4299053" y="637103"/>
          <a:ext cx="3516587" cy="2233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D0A8261-F4EC-D147-BAA4-A9B07BD80B7B}">
      <dsp:nvSpPr>
        <dsp:cNvPr id="0" name=""/>
        <dsp:cNvSpPr/>
      </dsp:nvSpPr>
      <dsp:spPr>
        <a:xfrm>
          <a:off x="4689785" y="1008299"/>
          <a:ext cx="3516587" cy="2233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rtlCol="1" anchor="ctr" anchorCtr="0">
          <a:noAutofit/>
        </a:bodyPr>
        <a:lstStyle/>
        <a:p>
          <a:pPr marL="0" lvl="0" indent="0" algn="ctr" defTabSz="12001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700" b="1" kern="1200" noProof="0" dirty="0">
              <a:solidFill>
                <a:srgbClr val="7030A0"/>
              </a:solidFill>
            </a:rPr>
            <a:t>قرض بضامن</a:t>
          </a:r>
        </a:p>
      </dsp:txBody>
      <dsp:txXfrm>
        <a:off x="4755188" y="1073702"/>
        <a:ext cx="3385781" cy="2102227"/>
      </dsp:txXfrm>
    </dsp:sp>
    <dsp:sp modelId="{B7343E87-ADE7-1447-A233-E40AC727C8BC}">
      <dsp:nvSpPr>
        <dsp:cNvPr id="0" name=""/>
        <dsp:cNvSpPr/>
      </dsp:nvSpPr>
      <dsp:spPr>
        <a:xfrm>
          <a:off x="1001" y="637103"/>
          <a:ext cx="3516587" cy="2233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A571BEF-9768-1F4F-8CC9-7318EB8EF86A}">
      <dsp:nvSpPr>
        <dsp:cNvPr id="0" name=""/>
        <dsp:cNvSpPr/>
      </dsp:nvSpPr>
      <dsp:spPr>
        <a:xfrm>
          <a:off x="391733" y="1008299"/>
          <a:ext cx="3516587" cy="2233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rtlCol="1" anchor="ctr" anchorCtr="0">
          <a:noAutofit/>
        </a:bodyPr>
        <a:lstStyle/>
        <a:p>
          <a:pPr marL="0" lvl="0" indent="0" algn="ctr" defTabSz="12001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700" b="1" kern="1200" noProof="0" dirty="0">
              <a:solidFill>
                <a:srgbClr val="7030A0"/>
              </a:solidFill>
            </a:rPr>
            <a:t>قرض </a:t>
          </a:r>
          <a:r>
            <a:rPr lang="ar-SA" sz="2700" kern="1200" noProof="0" dirty="0">
              <a:solidFill>
                <a:srgbClr val="7030A0"/>
              </a:solidFill>
            </a:rPr>
            <a:t>من العائلة </a:t>
          </a:r>
          <a:br>
            <a:rPr lang="en-US" sz="2700" kern="1200" noProof="0" dirty="0">
              <a:solidFill>
                <a:srgbClr val="7030A0"/>
              </a:solidFill>
            </a:rPr>
          </a:br>
          <a:r>
            <a:rPr lang="ar-SA" sz="2700" kern="1200" noProof="0" dirty="0">
              <a:solidFill>
                <a:srgbClr val="7030A0"/>
              </a:solidFill>
            </a:rPr>
            <a:t>والأصدقاء بدلاً من مقدم الخدمات المالية</a:t>
          </a:r>
        </a:p>
      </dsp:txBody>
      <dsp:txXfrm>
        <a:off x="457136" y="1073702"/>
        <a:ext cx="3385781" cy="210222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7496F3-5A3B-2F42-8EB1-7E5516379E2E}">
      <dsp:nvSpPr>
        <dsp:cNvPr id="0" name=""/>
        <dsp:cNvSpPr/>
      </dsp:nvSpPr>
      <dsp:spPr>
        <a:xfrm>
          <a:off x="5642570" y="553866"/>
          <a:ext cx="2308324" cy="14657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6F0CAC9-1FF9-974C-B3A2-9242881E3CEA}">
      <dsp:nvSpPr>
        <dsp:cNvPr id="0" name=""/>
        <dsp:cNvSpPr/>
      </dsp:nvSpPr>
      <dsp:spPr>
        <a:xfrm>
          <a:off x="5899050" y="797523"/>
          <a:ext cx="2308324" cy="14657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rtlCol="1" anchor="ctr" anchorCtr="0">
          <a:noAutofit/>
        </a:bodyPr>
        <a:lstStyle/>
        <a:p>
          <a:pPr marL="0" lvl="0" indent="0" algn="ctr" defTabSz="12001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700" kern="1200" dirty="0">
              <a:solidFill>
                <a:srgbClr val="7030A0"/>
              </a:solidFill>
            </a:rPr>
            <a:t>المعاشات الحكومية</a:t>
          </a:r>
          <a:endParaRPr lang="en-US" sz="2700" kern="1200" dirty="0">
            <a:solidFill>
              <a:srgbClr val="7030A0"/>
            </a:solidFill>
          </a:endParaRPr>
        </a:p>
      </dsp:txBody>
      <dsp:txXfrm>
        <a:off x="5941981" y="840454"/>
        <a:ext cx="2222462" cy="1379923"/>
      </dsp:txXfrm>
    </dsp:sp>
    <dsp:sp modelId="{09FD4DD1-B2CD-364C-8B37-209EFCD5D271}">
      <dsp:nvSpPr>
        <dsp:cNvPr id="0" name=""/>
        <dsp:cNvSpPr/>
      </dsp:nvSpPr>
      <dsp:spPr>
        <a:xfrm>
          <a:off x="2821285" y="553866"/>
          <a:ext cx="2308324" cy="14657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5EA66CA-1C51-0448-BA14-41F809F0C181}">
      <dsp:nvSpPr>
        <dsp:cNvPr id="0" name=""/>
        <dsp:cNvSpPr/>
      </dsp:nvSpPr>
      <dsp:spPr>
        <a:xfrm>
          <a:off x="3077765" y="797523"/>
          <a:ext cx="2308324" cy="14657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rtlCol="1" anchor="ctr" anchorCtr="0">
          <a:noAutofit/>
        </a:bodyPr>
        <a:lstStyle/>
        <a:p>
          <a:pPr marL="0" lvl="0" indent="0" algn="ctr" defTabSz="12001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700" kern="1200" dirty="0">
              <a:solidFill>
                <a:srgbClr val="7030A0"/>
              </a:solidFill>
            </a:rPr>
            <a:t>برامج تقاعد الشركات</a:t>
          </a:r>
          <a:endParaRPr lang="en-US" sz="2700" kern="1200" dirty="0">
            <a:solidFill>
              <a:srgbClr val="7030A0"/>
            </a:solidFill>
          </a:endParaRPr>
        </a:p>
      </dsp:txBody>
      <dsp:txXfrm>
        <a:off x="3120696" y="840454"/>
        <a:ext cx="2222462" cy="1379923"/>
      </dsp:txXfrm>
    </dsp:sp>
    <dsp:sp modelId="{2F43642A-CE57-0D40-86B2-962EBF351287}">
      <dsp:nvSpPr>
        <dsp:cNvPr id="0" name=""/>
        <dsp:cNvSpPr/>
      </dsp:nvSpPr>
      <dsp:spPr>
        <a:xfrm>
          <a:off x="0" y="553866"/>
          <a:ext cx="2308324" cy="14657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128A66D-09C6-C741-B02C-B70DF21ECC1C}">
      <dsp:nvSpPr>
        <dsp:cNvPr id="0" name=""/>
        <dsp:cNvSpPr/>
      </dsp:nvSpPr>
      <dsp:spPr>
        <a:xfrm>
          <a:off x="256480" y="797523"/>
          <a:ext cx="2308324" cy="14657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rtlCol="1" anchor="ctr" anchorCtr="0">
          <a:noAutofit/>
        </a:bodyPr>
        <a:lstStyle/>
        <a:p>
          <a:pPr marL="0" lvl="0" indent="0" algn="ctr" defTabSz="12001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700" kern="1200" dirty="0">
              <a:solidFill>
                <a:srgbClr val="7030A0"/>
              </a:solidFill>
            </a:rPr>
            <a:t>برامج التقاعد الخاصة</a:t>
          </a:r>
          <a:endParaRPr lang="en-US" sz="2700" kern="1200" dirty="0">
            <a:solidFill>
              <a:srgbClr val="7030A0"/>
            </a:solidFill>
          </a:endParaRPr>
        </a:p>
      </dsp:txBody>
      <dsp:txXfrm>
        <a:off x="299411" y="840454"/>
        <a:ext cx="2222462" cy="137992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B8D0EB-42D3-F94B-89AB-EB0AD8AE92EB}">
      <dsp:nvSpPr>
        <dsp:cNvPr id="0" name=""/>
        <dsp:cNvSpPr/>
      </dsp:nvSpPr>
      <dsp:spPr>
        <a:xfrm>
          <a:off x="4299053" y="848691"/>
          <a:ext cx="3907319" cy="2344391"/>
        </a:xfrm>
        <a:prstGeom prst="rect">
          <a:avLst/>
        </a:prstGeom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rtlCol="1" anchor="ctr" anchorCtr="0">
          <a:noAutofit/>
        </a:bodyPr>
        <a:lstStyle/>
        <a:p>
          <a:pPr marL="0" lvl="0" indent="0" algn="ctr" defTabSz="1866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4200" kern="1200" dirty="0">
              <a:solidFill>
                <a:srgbClr val="7030A0"/>
              </a:solidFill>
            </a:rPr>
            <a:t>ب-1 إعداد ميزانية شخصية</a:t>
          </a:r>
          <a:endParaRPr lang="en-US" sz="4200" kern="1200" dirty="0">
            <a:solidFill>
              <a:srgbClr val="7030A0"/>
            </a:solidFill>
          </a:endParaRPr>
        </a:p>
      </dsp:txBody>
      <dsp:txXfrm>
        <a:off x="4299053" y="848691"/>
        <a:ext cx="3907319" cy="2344391"/>
      </dsp:txXfrm>
    </dsp:sp>
    <dsp:sp modelId="{B54ED087-3C1B-CF4A-BD37-8BCD120117B5}">
      <dsp:nvSpPr>
        <dsp:cNvPr id="0" name=""/>
        <dsp:cNvSpPr/>
      </dsp:nvSpPr>
      <dsp:spPr>
        <a:xfrm>
          <a:off x="1001" y="848691"/>
          <a:ext cx="3907319" cy="2344391"/>
        </a:xfrm>
        <a:prstGeom prst="rect">
          <a:avLst/>
        </a:prstGeom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rtlCol="1" anchor="ctr" anchorCtr="0">
          <a:noAutofit/>
        </a:bodyPr>
        <a:lstStyle/>
        <a:p>
          <a:pPr marL="0" lvl="0" indent="0" algn="ctr" defTabSz="1866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4200" kern="1200" dirty="0">
              <a:solidFill>
                <a:srgbClr val="7030A0"/>
              </a:solidFill>
            </a:rPr>
            <a:t>ب-2 تحليل الميزانية الشخصية</a:t>
          </a:r>
          <a:endParaRPr lang="en-US" sz="4200" kern="1200" dirty="0">
            <a:solidFill>
              <a:srgbClr val="7030A0"/>
            </a:solidFill>
          </a:endParaRPr>
        </a:p>
      </dsp:txBody>
      <dsp:txXfrm>
        <a:off x="1001" y="848691"/>
        <a:ext cx="3907319" cy="234439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F9CF8E-8D16-AA46-9453-761FAC8D61DC}">
      <dsp:nvSpPr>
        <dsp:cNvPr id="0" name=""/>
        <dsp:cNvSpPr/>
      </dsp:nvSpPr>
      <dsp:spPr>
        <a:xfrm>
          <a:off x="5642570" y="657446"/>
          <a:ext cx="2308324" cy="14657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3E45D85-60A0-8847-8981-B6F5DE604F45}">
      <dsp:nvSpPr>
        <dsp:cNvPr id="0" name=""/>
        <dsp:cNvSpPr/>
      </dsp:nvSpPr>
      <dsp:spPr>
        <a:xfrm>
          <a:off x="5899050" y="901103"/>
          <a:ext cx="2308324" cy="14657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rtlCol="1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700" kern="1200" noProof="0" dirty="0">
              <a:solidFill>
                <a:srgbClr val="7030A0"/>
              </a:solidFill>
            </a:rPr>
            <a:t>حساب مقدار المال </a:t>
          </a:r>
          <a:br>
            <a:rPr lang="ar-EG" sz="1700" kern="1200" noProof="0" dirty="0">
              <a:solidFill>
                <a:srgbClr val="7030A0"/>
              </a:solidFill>
            </a:rPr>
          </a:br>
          <a:r>
            <a:rPr lang="ar" sz="1700" kern="1200" noProof="0" dirty="0">
              <a:solidFill>
                <a:srgbClr val="7030A0"/>
              </a:solidFill>
            </a:rPr>
            <a:t>الذي سيتبقى لديك في نهاية </a:t>
          </a:r>
          <a:br>
            <a:rPr lang="ar-EG" sz="1700" kern="1200" noProof="0" dirty="0">
              <a:solidFill>
                <a:srgbClr val="7030A0"/>
              </a:solidFill>
            </a:rPr>
          </a:br>
          <a:r>
            <a:rPr lang="ar" sz="1700" kern="1200" noProof="0" dirty="0">
              <a:solidFill>
                <a:srgbClr val="7030A0"/>
              </a:solidFill>
            </a:rPr>
            <a:t>كل شهر</a:t>
          </a:r>
        </a:p>
      </dsp:txBody>
      <dsp:txXfrm>
        <a:off x="5941981" y="944034"/>
        <a:ext cx="2222462" cy="1379923"/>
      </dsp:txXfrm>
    </dsp:sp>
    <dsp:sp modelId="{C6E92F2C-29AA-0B49-8E66-49EAFCE911ED}">
      <dsp:nvSpPr>
        <dsp:cNvPr id="0" name=""/>
        <dsp:cNvSpPr/>
      </dsp:nvSpPr>
      <dsp:spPr>
        <a:xfrm>
          <a:off x="2821285" y="657446"/>
          <a:ext cx="2308324" cy="14657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7A35B17-4308-A64B-8A0D-80757EE13412}">
      <dsp:nvSpPr>
        <dsp:cNvPr id="0" name=""/>
        <dsp:cNvSpPr/>
      </dsp:nvSpPr>
      <dsp:spPr>
        <a:xfrm>
          <a:off x="3077765" y="901103"/>
          <a:ext cx="2308324" cy="14657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rtlCol="1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700" kern="1200" noProof="0" dirty="0">
              <a:solidFill>
                <a:srgbClr val="7030A0"/>
              </a:solidFill>
              <a:latin typeface="Verdana"/>
              <a:ea typeface="+mn-ea"/>
              <a:cs typeface="+mn-cs"/>
            </a:rPr>
            <a:t>المساعدة في تخطيط </a:t>
          </a:r>
          <a:br>
            <a:rPr lang="ar-EG" sz="1700" kern="1200" noProof="0" dirty="0">
              <a:solidFill>
                <a:srgbClr val="7030A0"/>
              </a:solidFill>
              <a:latin typeface="Verdana"/>
              <a:ea typeface="+mn-ea"/>
              <a:cs typeface="+mn-cs"/>
            </a:rPr>
          </a:br>
          <a:r>
            <a:rPr lang="ar" sz="1700" kern="1200" noProof="0" dirty="0">
              <a:solidFill>
                <a:srgbClr val="7030A0"/>
              </a:solidFill>
              <a:latin typeface="Verdana"/>
              <a:ea typeface="+mn-ea"/>
              <a:cs typeface="+mn-cs"/>
            </a:rPr>
            <a:t>النفقات المستقبلية</a:t>
          </a:r>
        </a:p>
      </dsp:txBody>
      <dsp:txXfrm>
        <a:off x="3120696" y="944034"/>
        <a:ext cx="2222462" cy="1379923"/>
      </dsp:txXfrm>
    </dsp:sp>
    <dsp:sp modelId="{21A7712A-1723-074E-ACF8-E6539B4F5444}">
      <dsp:nvSpPr>
        <dsp:cNvPr id="0" name=""/>
        <dsp:cNvSpPr/>
      </dsp:nvSpPr>
      <dsp:spPr>
        <a:xfrm>
          <a:off x="0" y="657446"/>
          <a:ext cx="2308324" cy="14657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B4D39E1-CD2F-554F-A591-BDC7C3153222}">
      <dsp:nvSpPr>
        <dsp:cNvPr id="0" name=""/>
        <dsp:cNvSpPr/>
      </dsp:nvSpPr>
      <dsp:spPr>
        <a:xfrm>
          <a:off x="256480" y="901103"/>
          <a:ext cx="2308324" cy="14657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rtlCol="1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700" kern="1200" noProof="0" dirty="0">
              <a:solidFill>
                <a:srgbClr val="7030A0"/>
              </a:solidFill>
              <a:latin typeface="Verdana"/>
              <a:ea typeface="+mn-ea"/>
              <a:cs typeface="+mn-cs"/>
            </a:rPr>
            <a:t>مساعدتك في التخطيط لمدخراتك المستقبلية.</a:t>
          </a:r>
        </a:p>
      </dsp:txBody>
      <dsp:txXfrm>
        <a:off x="299411" y="944034"/>
        <a:ext cx="2222462" cy="1379923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735592-9009-3542-8798-16CDE6EE71E6}">
      <dsp:nvSpPr>
        <dsp:cNvPr id="0" name=""/>
        <dsp:cNvSpPr/>
      </dsp:nvSpPr>
      <dsp:spPr>
        <a:xfrm>
          <a:off x="0" y="24614"/>
          <a:ext cx="6828878" cy="62361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rtlCol="1" anchor="ctr" anchorCtr="0">
          <a:noAutofit/>
        </a:bodyPr>
        <a:lstStyle/>
        <a:p>
          <a:pPr marL="0" lvl="0" indent="0" algn="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600" kern="1200" dirty="0">
              <a:solidFill>
                <a:srgbClr val="7030A0"/>
              </a:solidFill>
            </a:rPr>
            <a:t>o إجمالي الدخل الشهري</a:t>
          </a:r>
          <a:endParaRPr lang="en-US" sz="2600" kern="1200" dirty="0">
            <a:solidFill>
              <a:srgbClr val="7030A0"/>
            </a:solidFill>
          </a:endParaRPr>
        </a:p>
      </dsp:txBody>
      <dsp:txXfrm>
        <a:off x="30442" y="55056"/>
        <a:ext cx="6767994" cy="562726"/>
      </dsp:txXfrm>
    </dsp:sp>
    <dsp:sp modelId="{D3087CEE-4A54-7D47-8756-C7EF85C440E8}">
      <dsp:nvSpPr>
        <dsp:cNvPr id="0" name=""/>
        <dsp:cNvSpPr/>
      </dsp:nvSpPr>
      <dsp:spPr>
        <a:xfrm>
          <a:off x="0" y="723104"/>
          <a:ext cx="6828878" cy="62361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rtlCol="1" anchor="ctr" anchorCtr="0">
          <a:noAutofit/>
        </a:bodyPr>
        <a:lstStyle/>
        <a:p>
          <a:pPr marL="0" lvl="0" indent="0" algn="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600" kern="1200">
              <a:solidFill>
                <a:srgbClr val="7030A0"/>
              </a:solidFill>
            </a:rPr>
            <a:t>o إجمالي النفقات الشهرية</a:t>
          </a:r>
          <a:endParaRPr lang="en-US" sz="2600" kern="1200" dirty="0">
            <a:solidFill>
              <a:srgbClr val="7030A0"/>
            </a:solidFill>
          </a:endParaRPr>
        </a:p>
      </dsp:txBody>
      <dsp:txXfrm>
        <a:off x="30442" y="753546"/>
        <a:ext cx="6767994" cy="562726"/>
      </dsp:txXfrm>
    </dsp:sp>
    <dsp:sp modelId="{956C3D53-FC76-3848-830A-236FF89810ED}">
      <dsp:nvSpPr>
        <dsp:cNvPr id="0" name=""/>
        <dsp:cNvSpPr/>
      </dsp:nvSpPr>
      <dsp:spPr>
        <a:xfrm>
          <a:off x="0" y="1421594"/>
          <a:ext cx="6828878" cy="62361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rtlCol="1" anchor="ctr" anchorCtr="0">
          <a:noAutofit/>
        </a:bodyPr>
        <a:lstStyle/>
        <a:p>
          <a:pPr marL="0" lvl="0" indent="0" algn="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600" kern="1200">
              <a:solidFill>
                <a:srgbClr val="7030A0"/>
              </a:solidFill>
            </a:rPr>
            <a:t>o صافي التدفقات النقدية الشهرية</a:t>
          </a:r>
          <a:endParaRPr lang="en-US" sz="2600" kern="1200" dirty="0">
            <a:solidFill>
              <a:srgbClr val="7030A0"/>
            </a:solidFill>
          </a:endParaRPr>
        </a:p>
      </dsp:txBody>
      <dsp:txXfrm>
        <a:off x="30442" y="1452036"/>
        <a:ext cx="6767994" cy="562726"/>
      </dsp:txXfrm>
    </dsp:sp>
    <dsp:sp modelId="{4C5EF0A1-0FE7-DE4B-BF64-84584863E984}">
      <dsp:nvSpPr>
        <dsp:cNvPr id="0" name=""/>
        <dsp:cNvSpPr/>
      </dsp:nvSpPr>
      <dsp:spPr>
        <a:xfrm>
          <a:off x="0" y="2120085"/>
          <a:ext cx="6828878" cy="62361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rtlCol="1" anchor="ctr" anchorCtr="0">
          <a:noAutofit/>
        </a:bodyPr>
        <a:lstStyle/>
        <a:p>
          <a:pPr marL="0" lvl="0" indent="0" algn="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600" kern="1200">
              <a:solidFill>
                <a:srgbClr val="7030A0"/>
              </a:solidFill>
            </a:rPr>
            <a:t>o الرصيد الافتتاحي الشهري</a:t>
          </a:r>
          <a:endParaRPr lang="en-US" sz="2600" kern="1200" dirty="0">
            <a:solidFill>
              <a:srgbClr val="7030A0"/>
            </a:solidFill>
          </a:endParaRPr>
        </a:p>
      </dsp:txBody>
      <dsp:txXfrm>
        <a:off x="30442" y="2150527"/>
        <a:ext cx="6767994" cy="562726"/>
      </dsp:txXfrm>
    </dsp:sp>
    <dsp:sp modelId="{611AA7F4-9ECB-794E-A7A0-EB6DB59B1C81}">
      <dsp:nvSpPr>
        <dsp:cNvPr id="0" name=""/>
        <dsp:cNvSpPr/>
      </dsp:nvSpPr>
      <dsp:spPr>
        <a:xfrm>
          <a:off x="0" y="2818575"/>
          <a:ext cx="6828878" cy="62361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rtlCol="1" anchor="ctr" anchorCtr="0">
          <a:noAutofit/>
        </a:bodyPr>
        <a:lstStyle/>
        <a:p>
          <a:pPr marL="0" lvl="0" indent="0" algn="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600" kern="1200">
              <a:solidFill>
                <a:srgbClr val="7030A0"/>
              </a:solidFill>
            </a:rPr>
            <a:t>o الرصيد الختامي الشهري</a:t>
          </a:r>
          <a:endParaRPr lang="en-US" sz="2600" kern="1200" dirty="0">
            <a:solidFill>
              <a:srgbClr val="7030A0"/>
            </a:solidFill>
          </a:endParaRPr>
        </a:p>
      </dsp:txBody>
      <dsp:txXfrm>
        <a:off x="30442" y="2849017"/>
        <a:ext cx="6767994" cy="5627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 algn="r" rtl="1">
          <a:lnSpc>
            <a:spcPct val="100000"/>
          </a:lnSpc>
        </a:lvl1pPr>
        <a:lvl2pPr algn="r" rtl="1"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 algn="r" rtl="1"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 algn="r" rtl="1">
          <a:lnSpc>
            <a:spcPct val="100000"/>
          </a:lnSpc>
        </a:lvl1pPr>
        <a:lvl2pPr algn="r" rtl="1"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 algn="r" rtl="1">
          <a:lnSpc>
            <a:spcPct val="100000"/>
          </a:lnSpc>
        </a:lvl1pPr>
        <a:lvl2pPr algn="r" rtl="1"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 algn="r" rtl="1">
          <a:lnSpc>
            <a:spcPct val="100000"/>
          </a:lnSpc>
        </a:lvl1pPr>
        <a:lvl2pPr algn="r" rtl="1"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/>
              <a:t>Click to edit Master text styles</a:t>
            </a:r>
          </a:p>
          <a:p>
            <a:pPr lvl="1" rtl="1"/>
            <a:r>
              <a:rPr lang="ar" noProof="0"/>
              <a:t>Second level</a:t>
            </a:r>
          </a:p>
          <a:p>
            <a:pPr lvl="2" rtl="1"/>
            <a:r>
              <a:rPr lang="ar" noProof="0"/>
              <a:t>Third level</a:t>
            </a:r>
          </a:p>
          <a:p>
            <a:pPr lvl="3" rtl="1"/>
            <a:r>
              <a:rPr lang="ar" noProof="0"/>
              <a:t>Fourth level</a:t>
            </a:r>
          </a:p>
          <a:p>
            <a:pPr lvl="4" rtl="1"/>
            <a:r>
              <a:rPr lang="ar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874456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08394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49561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92540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790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75233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67052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40073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8282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947746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05282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algn="ctr"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823502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85500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algn="ctr" rtl="1"/>
            <a:r>
              <a:rPr lang="ar"/>
              <a:t>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039978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algn="ctr" rtl="1"/>
            <a:r>
              <a:rPr lang="ar"/>
              <a:t>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333282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ar"/>
              <a:t>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6355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133609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4707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741029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 rtl="1"/>
              <a:t>30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79328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Unit X: 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</a:lstStyle>
          <a:p>
            <a:pPr rtl="1"/>
            <a:r>
              <a:rPr lang="ar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96144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audio" Target="../media/audio1.bin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image" Target="../media/image6.jpeg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audio" Target="../media/audio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5" Type="http://schemas.openxmlformats.org/officeDocument/2006/relationships/image" Target="../media/image7.jpeg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audio" Target="../media/audio1.bin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2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6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5.xml"/><Relationship Id="rId5" Type="http://schemas.openxmlformats.org/officeDocument/2006/relationships/slideLayout" Target="../slideLayouts/slideLayout79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4.xml"/><Relationship Id="rId4" Type="http://schemas.openxmlformats.org/officeDocument/2006/relationships/slideLayout" Target="../slideLayouts/slideLayout78.xml"/><Relationship Id="rId9" Type="http://schemas.openxmlformats.org/officeDocument/2006/relationships/slideLayout" Target="../slideLayouts/slideLayout83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4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8.xml"/><Relationship Id="rId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1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03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7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22.xml"/><Relationship Id="rId2" Type="http://schemas.openxmlformats.org/officeDocument/2006/relationships/slideLayout" Target="../slideLayouts/slideLayout112.xml"/><Relationship Id="rId16" Type="http://schemas.openxmlformats.org/officeDocument/2006/relationships/image" Target="../media/image11.jpg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84A9C739-84DA-A4E4-DADE-9DAB7AEC04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1.xml"/><Relationship Id="rId4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3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3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15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8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2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14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8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18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2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1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18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1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2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2.xml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3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2.xml"/><Relationship Id="rId6" Type="http://schemas.openxmlformats.org/officeDocument/2006/relationships/diagramQuickStyle" Target="../diagrams/quickStyle13.xml"/><Relationship Id="rId5" Type="http://schemas.openxmlformats.org/officeDocument/2006/relationships/diagramLayout" Target="../diagrams/layout13.xml"/><Relationship Id="rId4" Type="http://schemas.openxmlformats.org/officeDocument/2006/relationships/diagramData" Target="../diagrams/data13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4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2.xml"/><Relationship Id="rId6" Type="http://schemas.openxmlformats.org/officeDocument/2006/relationships/diagramQuickStyle" Target="../diagrams/quickStyle14.xml"/><Relationship Id="rId5" Type="http://schemas.openxmlformats.org/officeDocument/2006/relationships/diagramLayout" Target="../diagrams/layout14.xml"/><Relationship Id="rId4" Type="http://schemas.openxmlformats.org/officeDocument/2006/relationships/diagramData" Target="../diagrams/data14.xml"/><Relationship Id="rId9" Type="http://schemas.openxmlformats.org/officeDocument/2006/relationships/comments" Target="../comments/commen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4.xml"/><Relationship Id="rId4" Type="http://schemas.openxmlformats.org/officeDocument/2006/relationships/image" Target="../media/image4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4.xml"/><Relationship Id="rId4" Type="http://schemas.openxmlformats.org/officeDocument/2006/relationships/image" Target="../media/image4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38956" y="1455869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-SA" dirty="0"/>
              <a:t>الوحدة 17</a:t>
            </a:r>
            <a:br>
              <a:rPr lang="ar-SA" altLang="en-US" dirty="0"/>
            </a:br>
            <a:r>
              <a:rPr lang="ar-SA" dirty="0"/>
              <a:t>إدارة الشؤون المالية الشخصية</a:t>
            </a:r>
            <a:br>
              <a:rPr lang="ar-SA" altLang="en-US" dirty="0"/>
            </a:br>
            <a:br>
              <a:rPr lang="ar-SA" altLang="en-US" dirty="0"/>
            </a:br>
            <a:endParaRPr lang="ar-SA" altLang="en-US" dirty="0"/>
          </a:p>
        </p:txBody>
      </p:sp>
      <p:sp>
        <p:nvSpPr>
          <p:cNvPr id="28680" name="Footer Placeholder 2">
            <a:extLst>
              <a:ext uri="{FF2B5EF4-FFF2-40B4-BE49-F238E27FC236}">
                <a16:creationId xmlns:a16="http://schemas.microsoft.com/office/drawing/2014/main" id="{250B1923-7747-07CF-317E-05CAA217C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59538"/>
            <a:ext cx="9144000" cy="287337"/>
          </a:xfrm>
        </p:spPr>
        <p:txBody>
          <a:bodyPr wrap="square" rtlCol="1" anchor="t">
            <a:normAutofit/>
          </a:bodyPr>
          <a:lstStyle/>
          <a:p>
            <a:pPr algn="ctr"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-SA" sz="1400" dirty="0"/>
              <a:t>© شركة بيرسون إيديوكيشن ليمتد 2023. لا يُسمح بالنسخ إلا للمؤسسة المُشترية فقط</a:t>
            </a:r>
            <a:r>
              <a:rPr lang="ar-EG" sz="1400" dirty="0"/>
              <a:t> </a:t>
            </a:r>
            <a:r>
              <a:rPr lang="ar-SA" sz="1400" dirty="0"/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3F3ECCC-7F81-6946-9A04-71F6223B3F2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  <p:pic>
        <p:nvPicPr>
          <p:cNvPr id="5" name="Picture 4" descr="A person in a yellow head scarf under money&#10;&#10;Description automatically generated">
            <a:extLst>
              <a:ext uri="{FF2B5EF4-FFF2-40B4-BE49-F238E27FC236}">
                <a16:creationId xmlns:a16="http://schemas.microsoft.com/office/drawing/2014/main" id="{F02F0C78-772A-F9F9-3C13-3AA60DDC85A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8173" y="3068960"/>
            <a:ext cx="4315116" cy="2876744"/>
          </a:xfrm>
          <a:prstGeom prst="rect">
            <a:avLst/>
          </a:prstGeom>
        </p:spPr>
      </p:pic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6951" y="134076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-SA" dirty="0"/>
              <a:t>إدارة الشؤون المالية الشخصية</a:t>
            </a:r>
            <a:endParaRPr lang="ar-SA" altLang="en-US" dirty="0">
              <a:highlight>
                <a:srgbClr val="FFFF00"/>
              </a:highlight>
            </a:endParaRP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8" y="2416543"/>
            <a:ext cx="8424935" cy="372787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-SA" sz="2800" dirty="0"/>
              <a:t>في هذه الوحدة، سيتعرف المتعلمون على أهمية إدارة أمورهم </a:t>
            </a:r>
            <a:br>
              <a:rPr lang="ar-SA" sz="2800" dirty="0"/>
            </a:br>
            <a:r>
              <a:rPr lang="ar-SA" sz="2800" dirty="0"/>
              <a:t>المالية الشخصية.</a:t>
            </a:r>
          </a:p>
          <a:p>
            <a:pPr marL="0" indent="0" rtl="1">
              <a:buNone/>
            </a:pPr>
            <a:r>
              <a:rPr lang="ar-SA" sz="2800" dirty="0"/>
              <a:t>سيًحصّلون معرفة وفهمًا جيدًا حول مختلف المنتجات والخدمات </a:t>
            </a:r>
            <a:br>
              <a:rPr lang="ar-SA" sz="2800" dirty="0"/>
            </a:br>
            <a:r>
              <a:rPr lang="ar-SA" sz="2800" dirty="0"/>
              <a:t>المالية المتاحة. </a:t>
            </a:r>
          </a:p>
          <a:p>
            <a:pPr marL="0" indent="0" rtl="1">
              <a:buNone/>
            </a:pPr>
            <a:r>
              <a:rPr lang="ar-SA" sz="2800" dirty="0"/>
              <a:t>سيستكشفون الميزانيات الشخصية وسيقومون بإعداد ميزانيات شخصية تأخذ في الاعتبار الأجور والنفقات الشخصية.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49A80D6-5DF2-3102-03D1-1555C705E0D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dirty="0"/>
              <a:t>أهداف التعلم</a:t>
            </a:r>
            <a:endParaRPr lang="ar" altLang="en-US" dirty="0"/>
          </a:p>
        </p:txBody>
      </p:sp>
      <p:graphicFrame>
        <p:nvGraphicFramePr>
          <p:cNvPr id="32773" name="Content Placeholder 3">
            <a:extLst>
              <a:ext uri="{FF2B5EF4-FFF2-40B4-BE49-F238E27FC236}">
                <a16:creationId xmlns:a16="http://schemas.microsoft.com/office/drawing/2014/main" id="{B617BCA7-F402-EA08-9C0C-630C9DA79D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5166325"/>
              </p:ext>
            </p:extLst>
          </p:nvPr>
        </p:nvGraphicFramePr>
        <p:xfrm>
          <a:off x="468313" y="2195513"/>
          <a:ext cx="8207375" cy="3878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4F42AC6-8255-6867-A783-292C6985692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972FC8C-DE48-E72E-644B-B7FEA8508A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9371278"/>
              </p:ext>
            </p:extLst>
          </p:nvPr>
        </p:nvGraphicFramePr>
        <p:xfrm>
          <a:off x="457199" y="2196000"/>
          <a:ext cx="8207375" cy="4041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BA046072-89F1-313F-A9F5-6C06A79BE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400" b="1" dirty="0">
                <a:solidFill>
                  <a:schemeClr val="tx2"/>
                </a:solidFill>
              </a:rPr>
              <a:t>هدف التعلم أ - الموضوعات</a:t>
            </a:r>
            <a:endParaRPr lang="ar" altLang="en-US" sz="3400" b="1" dirty="0">
              <a:solidFill>
                <a:schemeClr val="tx2"/>
              </a:solidFill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B6508E5-8AA5-6C6A-DCDA-81E748B2BD9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61E0-738C-F832-DC86-37065D1A9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951924"/>
          </a:xfrm>
        </p:spPr>
        <p:txBody>
          <a:bodyPr wrap="square" rtlCol="1" anchor="ctr">
            <a:normAutofit/>
          </a:bodyPr>
          <a:lstStyle/>
          <a:p>
            <a:pPr rtl="1">
              <a:lnSpc>
                <a:spcPct val="90000"/>
              </a:lnSpc>
            </a:pPr>
            <a:r>
              <a:rPr lang="ar-SA" sz="3200" dirty="0">
                <a:effectLst/>
              </a:rPr>
              <a:t>أ-1 إدارة الشؤون المالية الشخصية (1)</a:t>
            </a:r>
            <a:endParaRPr lang="ar-SA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D2D87-AC72-CD4B-9403-621D3926E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5592" y="3417068"/>
            <a:ext cx="4333429" cy="2587617"/>
          </a:xfrm>
        </p:spPr>
        <p:txBody>
          <a:bodyPr wrap="square" rtlCol="1" anchor="t">
            <a:normAutofit/>
          </a:bodyPr>
          <a:lstStyle/>
          <a:p>
            <a:pPr rtl="1"/>
            <a:r>
              <a:rPr lang="ar-SA" dirty="0">
                <a:effectLst/>
                <a:latin typeface="Helvetica" pitchFamily="2" charset="0"/>
              </a:rPr>
              <a:t>تجنب الوقوع فريسةً للديون</a:t>
            </a:r>
          </a:p>
          <a:p>
            <a:pPr rtl="1"/>
            <a:r>
              <a:rPr lang="ar-SA" dirty="0">
                <a:effectLst/>
                <a:latin typeface="Helvetica" pitchFamily="2" charset="0"/>
              </a:rPr>
              <a:t>التحكم في الإنفاق</a:t>
            </a:r>
          </a:p>
          <a:p>
            <a:pPr rtl="1"/>
            <a:r>
              <a:rPr lang="ar-SA" dirty="0"/>
              <a:t>تحصيل ما يكفي لسداد فواتيرك</a:t>
            </a:r>
          </a:p>
          <a:p>
            <a:pPr rtl="1"/>
            <a:r>
              <a:rPr lang="ar-SA" dirty="0">
                <a:effectLst/>
                <a:latin typeface="Helvetica" pitchFamily="2" charset="0"/>
              </a:rPr>
              <a:t>التخطيط والتوفير للأحداث المستقبلية</a:t>
            </a:r>
          </a:p>
          <a:p>
            <a:pPr rtl="1"/>
            <a:r>
              <a:rPr lang="ar-SA" dirty="0">
                <a:effectLst/>
                <a:latin typeface="Helvetica" pitchFamily="2" charset="0"/>
              </a:rPr>
              <a:t>الحفاظ على تصنيف ائتماني جيد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E88F95-6533-30D6-EAF4-23FD11C7F1B0}"/>
              </a:ext>
            </a:extLst>
          </p:cNvPr>
          <p:cNvSpPr txBox="1"/>
          <p:nvPr/>
        </p:nvSpPr>
        <p:spPr>
          <a:xfrm>
            <a:off x="827584" y="1983662"/>
            <a:ext cx="756827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-SA" sz="2400" dirty="0"/>
              <a:t>كيف يمكن لإدارة شئونك المالية الشخصية مساعدتك؟ يمكن أن تساعدك في:</a:t>
            </a:r>
            <a:endParaRPr lang="ar-SA" sz="2800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03C78DA-7D4D-0658-DEAF-05B346A877B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  <p:pic>
        <p:nvPicPr>
          <p:cNvPr id="6" name="Picture 5" descr="Stacks of coins with icons on them&#10;&#10;Description automatically generated">
            <a:extLst>
              <a:ext uri="{FF2B5EF4-FFF2-40B4-BE49-F238E27FC236}">
                <a16:creationId xmlns:a16="http://schemas.microsoft.com/office/drawing/2014/main" id="{052AFCA5-3114-6A09-DEFA-287736661A6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8064" y="3140968"/>
            <a:ext cx="3416384" cy="227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634923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8A245-74F7-02D9-D34C-114F6B0AA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345" y="980728"/>
            <a:ext cx="8362454" cy="937657"/>
          </a:xfrm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/>
          <a:p>
            <a:pPr algn="ctr" rtl="1">
              <a:lnSpc>
                <a:spcPct val="90000"/>
              </a:lnSpc>
            </a:pPr>
            <a:br>
              <a:rPr lang="ar-SA" sz="1400" dirty="0">
                <a:effectLst/>
              </a:rPr>
            </a:br>
            <a:r>
              <a:rPr lang="ar-SA" sz="3200" dirty="0"/>
              <a:t>أ-1 إدارة الشؤون المالية الشخصية (2)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48814CB1-1782-F21D-CC62-6A4FE5257C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5250230"/>
              </p:ext>
            </p:extLst>
          </p:nvPr>
        </p:nvGraphicFramePr>
        <p:xfrm>
          <a:off x="457201" y="2024844"/>
          <a:ext cx="5111751" cy="4353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B3CBBC0-85D0-E44B-46F3-B7CFA5E7247D}"/>
              </a:ext>
            </a:extLst>
          </p:cNvPr>
          <p:cNvSpPr txBox="1"/>
          <p:nvPr/>
        </p:nvSpPr>
        <p:spPr bwMode="auto">
          <a:xfrm>
            <a:off x="5678486" y="2276872"/>
            <a:ext cx="3008313" cy="384929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>
              <a:spcBef>
                <a:spcPct val="20000"/>
              </a:spcBef>
            </a:pPr>
            <a:r>
              <a:rPr lang="ar-SA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ما هي العواقب التي قد تنجم عن عدم إدارة شؤونك </a:t>
            </a:r>
            <a:br>
              <a:rPr lang="ar-SA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</a:br>
            <a:r>
              <a:rPr lang="ar-SA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المالية بكفاءة؟ </a:t>
            </a:r>
          </a:p>
          <a:p>
            <a:pPr rtl="1">
              <a:spcBef>
                <a:spcPct val="20000"/>
              </a:spcBef>
            </a:pPr>
            <a:endParaRPr lang="ar-SA" sz="2400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  <a:p>
            <a:pPr rtl="1">
              <a:spcBef>
                <a:spcPct val="20000"/>
              </a:spcBef>
            </a:pPr>
            <a:r>
              <a:rPr lang="ar-SA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يمكن أن تتعرض لما يلي: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D5AE3D-0C22-0D25-0115-C085F4411C4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6278694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F6D297-8358-C7CE-51F0-FC207D99A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</p:spPr>
        <p:txBody>
          <a:bodyPr rtlCol="1"/>
          <a:lstStyle/>
          <a:p>
            <a:pPr rtl="1"/>
            <a:r>
              <a:rPr lang="ar-SA" sz="3200" dirty="0">
                <a:effectLst/>
              </a:rPr>
              <a:t>أ-1 إدارة الشؤون المالية الشخصية (3)</a:t>
            </a:r>
            <a:endParaRPr lang="ar-SA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3A824-3236-EA8C-EF9E-4F369C750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84865" y="2996952"/>
            <a:ext cx="4701935" cy="3672408"/>
          </a:xfrm>
        </p:spPr>
        <p:txBody>
          <a:bodyPr rtlCol="1"/>
          <a:lstStyle/>
          <a:p>
            <a:pPr rtl="1"/>
            <a:r>
              <a:rPr lang="ar-SA" sz="2000" dirty="0">
                <a:effectLst/>
                <a:latin typeface="Helvetica" pitchFamily="2" charset="0"/>
              </a:rPr>
              <a:t>كشوف الحسابات البنكية وبطاقات الائتمان </a:t>
            </a:r>
            <a:br>
              <a:rPr lang="ar-EG" sz="2000" dirty="0">
                <a:effectLst/>
                <a:latin typeface="Helvetica" pitchFamily="2" charset="0"/>
              </a:rPr>
            </a:br>
            <a:r>
              <a:rPr lang="ar-SA" sz="2000" dirty="0">
                <a:effectLst/>
                <a:latin typeface="Helvetica" pitchFamily="2" charset="0"/>
              </a:rPr>
              <a:t>(يمكن أن تكون هذه ورقية أو عبر الإنترنت).</a:t>
            </a:r>
          </a:p>
          <a:p>
            <a:pPr rtl="1"/>
            <a:r>
              <a:rPr lang="ar-SA" sz="2000" dirty="0">
                <a:effectLst/>
                <a:latin typeface="Helvetica" pitchFamily="2" charset="0"/>
              </a:rPr>
              <a:t>قسائم دفاتر الشيكات (تُعرف أحيانًا باسم </a:t>
            </a:r>
            <a:br>
              <a:rPr lang="ar-EG" sz="2000" dirty="0">
                <a:effectLst/>
                <a:latin typeface="Helvetica" pitchFamily="2" charset="0"/>
              </a:rPr>
            </a:br>
            <a:r>
              <a:rPr lang="ar-SA" sz="2000" dirty="0">
                <a:effectLst/>
                <a:latin typeface="Helvetica" pitchFamily="2" charset="0"/>
              </a:rPr>
              <a:t>كعوب الشيكات)</a:t>
            </a:r>
          </a:p>
          <a:p>
            <a:pPr rtl="1"/>
            <a:r>
              <a:rPr lang="ar-SA" sz="2000" dirty="0"/>
              <a:t>الإيصالات (مثلاً من المتاجر عند الشراء).</a:t>
            </a:r>
          </a:p>
          <a:p>
            <a:pPr rtl="1"/>
            <a:r>
              <a:rPr lang="ar-SA" sz="2000" dirty="0"/>
              <a:t>الفواتير (مثل فواتير المنافع الخدمية).</a:t>
            </a:r>
          </a:p>
          <a:p>
            <a:pPr rtl="1"/>
            <a:r>
              <a:rPr lang="ar-SA" sz="2000" dirty="0">
                <a:effectLst/>
                <a:latin typeface="Helvetica" pitchFamily="2" charset="0"/>
              </a:rPr>
              <a:t>كشوف الرواتب</a:t>
            </a:r>
          </a:p>
          <a:p>
            <a:pPr rtl="1">
              <a:buFont typeface="Arial" panose="020B0604020202020204" pitchFamily="34" charset="0"/>
              <a:buChar char="•"/>
            </a:pPr>
            <a:endParaRPr lang="ar-SA" sz="2000" dirty="0">
              <a:effectLst/>
              <a:latin typeface="Helvetica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9C53BD6-2D94-BEDB-B979-F117118589F0}"/>
              </a:ext>
            </a:extLst>
          </p:cNvPr>
          <p:cNvGrpSpPr/>
          <p:nvPr/>
        </p:nvGrpSpPr>
        <p:grpSpPr>
          <a:xfrm>
            <a:off x="457200" y="4509120"/>
            <a:ext cx="2723337" cy="1800200"/>
            <a:chOff x="0" y="353532"/>
            <a:chExt cx="2564804" cy="153888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64E0CD6-BF13-560B-568B-02580BFD7BD7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919A67F-46A4-179A-3010-639207841481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sz="2000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sz="2000" dirty="0">
                  <a:solidFill>
                    <a:srgbClr val="7030A0"/>
                  </a:solidFill>
                </a:rPr>
                <a:t>لماذا قد تحتاج إلى الاحتفاظ بسجلات لدخلك ونفقاتك؟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057E0DC-8BAE-99EE-958D-47039A8D71ED}"/>
              </a:ext>
            </a:extLst>
          </p:cNvPr>
          <p:cNvSpPr txBox="1"/>
          <p:nvPr/>
        </p:nvSpPr>
        <p:spPr>
          <a:xfrm>
            <a:off x="711052" y="2040724"/>
            <a:ext cx="8181428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-SA" sz="2000" dirty="0">
                <a:effectLst/>
                <a:latin typeface="Helvetica" pitchFamily="2" charset="0"/>
              </a:rPr>
              <a:t>جزء من إدارة شئونك المالية الشخصية يتضمن الاحتفاظ بسجلاتك الشخصية ومراجعتها. </a:t>
            </a:r>
            <a:br>
              <a:rPr lang="ar-SA" sz="2000" dirty="0">
                <a:effectLst/>
                <a:latin typeface="Helvetica" pitchFamily="2" charset="0"/>
              </a:rPr>
            </a:br>
            <a:r>
              <a:rPr lang="ar-SA" sz="2000" dirty="0">
                <a:effectLst/>
                <a:latin typeface="Helvetica" pitchFamily="2" charset="0"/>
              </a:rPr>
              <a:t>وتشمل ما يلي:</a:t>
            </a:r>
            <a:endParaRPr lang="ar-SA" sz="2000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17C8179-923C-01A7-D78C-6EDA589FC94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  <p:pic>
        <p:nvPicPr>
          <p:cNvPr id="10" name="Picture 9" descr="A person handing a receipt to a person">
            <a:extLst>
              <a:ext uri="{FF2B5EF4-FFF2-40B4-BE49-F238E27FC236}">
                <a16:creationId xmlns:a16="http://schemas.microsoft.com/office/drawing/2014/main" id="{8D674F21-4064-4485-1B9A-AFBBD2AB475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735" y="2528846"/>
            <a:ext cx="2723337" cy="181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90570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E1A3A052-250F-2592-674F-0F3FD61C5B1D}"/>
              </a:ext>
            </a:extLst>
          </p:cNvPr>
          <p:cNvSpPr txBox="1">
            <a:spLocks/>
          </p:cNvSpPr>
          <p:nvPr/>
        </p:nvSpPr>
        <p:spPr bwMode="auto">
          <a:xfrm>
            <a:off x="457200" y="1195388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lnSpc>
                <a:spcPct val="90000"/>
              </a:lnSpc>
              <a:spcAft>
                <a:spcPts val="600"/>
              </a:spcAft>
            </a:pPr>
            <a:r>
              <a:rPr lang="ar" sz="3700" kern="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أ-1 إدارة الشؤون المالية الشخصية (3)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609AC07-8AB2-E4F2-BCCD-D9E8180F807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59051988"/>
              </p:ext>
            </p:extLst>
          </p:nvPr>
        </p:nvGraphicFramePr>
        <p:xfrm>
          <a:off x="468312" y="2195513"/>
          <a:ext cx="7991475" cy="4113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29DACC6-B767-59E4-FFC4-D5FB6C429DF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452961407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3A824-3236-EA8C-EF9E-4F369C7504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3848" y="3140967"/>
            <a:ext cx="5462445" cy="3252615"/>
          </a:xfrm>
        </p:spPr>
        <p:txBody>
          <a:bodyPr wrap="square" rtlCol="1" anchor="t">
            <a:normAutofit/>
          </a:bodyPr>
          <a:lstStyle/>
          <a:p>
            <a:pPr marL="0" indent="0" rtl="1">
              <a:lnSpc>
                <a:spcPct val="90000"/>
              </a:lnSpc>
              <a:buNone/>
            </a:pPr>
            <a:r>
              <a:rPr lang="ar-SA" sz="2000" dirty="0"/>
              <a:t>قد ترغب مثلاً في:</a:t>
            </a:r>
          </a:p>
          <a:p>
            <a:pPr rtl="1">
              <a:lnSpc>
                <a:spcPct val="90000"/>
              </a:lnSpc>
            </a:pPr>
            <a:r>
              <a:rPr lang="ar-SA" sz="2000" dirty="0"/>
              <a:t>الالتحاق بالجامعة أو الكلية</a:t>
            </a:r>
          </a:p>
          <a:p>
            <a:pPr rtl="1">
              <a:lnSpc>
                <a:spcPct val="90000"/>
              </a:lnSpc>
            </a:pPr>
            <a:r>
              <a:rPr lang="ar-SA" sz="2000" dirty="0"/>
              <a:t>القيام برحلة في العطلة</a:t>
            </a:r>
          </a:p>
          <a:p>
            <a:pPr rtl="1">
              <a:lnSpc>
                <a:spcPct val="90000"/>
              </a:lnSpc>
            </a:pPr>
            <a:r>
              <a:rPr lang="ar-SA" sz="2000" dirty="0"/>
              <a:t>شراء سيارة أو دراجة نارية</a:t>
            </a:r>
          </a:p>
          <a:p>
            <a:pPr rtl="1">
              <a:lnSpc>
                <a:spcPct val="90000"/>
              </a:lnSpc>
            </a:pPr>
            <a:r>
              <a:rPr lang="ar-SA" sz="2000" dirty="0">
                <a:effectLst/>
              </a:rPr>
              <a:t>شراء أو استئجار منزل أو شقة</a:t>
            </a:r>
          </a:p>
          <a:p>
            <a:pPr rtl="1">
              <a:lnSpc>
                <a:spcPct val="90000"/>
              </a:lnSpc>
            </a:pPr>
            <a:r>
              <a:rPr lang="ar-SA" sz="2000" dirty="0">
                <a:effectLst/>
              </a:rPr>
              <a:t>الزواج</a:t>
            </a:r>
          </a:p>
          <a:p>
            <a:pPr rtl="1">
              <a:lnSpc>
                <a:spcPct val="90000"/>
              </a:lnSpc>
            </a:pPr>
            <a:r>
              <a:rPr lang="ar-SA" sz="2000" dirty="0">
                <a:effectLst/>
              </a:rPr>
              <a:t>تأسيس أسرة</a:t>
            </a:r>
          </a:p>
          <a:p>
            <a:pPr rtl="1">
              <a:lnSpc>
                <a:spcPct val="90000"/>
              </a:lnSpc>
            </a:pPr>
            <a:r>
              <a:rPr lang="ar-SA" sz="2000" dirty="0"/>
              <a:t>العمل لفترة أقل في الأسبوع</a:t>
            </a:r>
            <a:endParaRPr lang="ar-SA" sz="2000" dirty="0">
              <a:effectLst/>
            </a:endParaRPr>
          </a:p>
          <a:p>
            <a:pPr rtl="1">
              <a:lnSpc>
                <a:spcPct val="90000"/>
              </a:lnSpc>
            </a:pPr>
            <a:r>
              <a:rPr lang="ar-SA" sz="2000" dirty="0"/>
              <a:t>التقاعد من العمل</a:t>
            </a:r>
            <a:endParaRPr lang="ar-SA" sz="2000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19CF2C-95D5-9893-9478-7EA71C189178}"/>
              </a:ext>
            </a:extLst>
          </p:cNvPr>
          <p:cNvSpPr txBox="1"/>
          <p:nvPr/>
        </p:nvSpPr>
        <p:spPr>
          <a:xfrm>
            <a:off x="606359" y="2183560"/>
            <a:ext cx="8188588" cy="4247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indent="0" rtl="1">
              <a:lnSpc>
                <a:spcPct val="90000"/>
              </a:lnSpc>
              <a:buNone/>
            </a:pPr>
            <a:r>
              <a:rPr lang="ar-SA" sz="2400" dirty="0"/>
              <a:t>لا شك أن التخطيط المالي الفعّال يمكنك أيضًا من التخطيط لمستقبلك.</a:t>
            </a:r>
            <a:endParaRPr lang="ar-SA" sz="2400" dirty="0">
              <a:effectLst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6283AED-70AE-998D-43F7-C6E88F3AE6A4}"/>
              </a:ext>
            </a:extLst>
          </p:cNvPr>
          <p:cNvGrpSpPr/>
          <p:nvPr/>
        </p:nvGrpSpPr>
        <p:grpSpPr>
          <a:xfrm>
            <a:off x="477707" y="4533195"/>
            <a:ext cx="2611950" cy="1445715"/>
            <a:chOff x="0" y="353532"/>
            <a:chExt cx="2564804" cy="153888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8A4FAF7-26E1-6684-0036-99AC319183B3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60F2CCC-F012-B6BA-EF51-817B4E795954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ما هي أهمية التخطيط لمستقبلك؟</a:t>
              </a:r>
            </a:p>
          </p:txBody>
        </p:sp>
      </p:grpSp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457200" y="1195388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lnSpc>
                <a:spcPct val="90000"/>
              </a:lnSpc>
              <a:spcAft>
                <a:spcPts val="600"/>
              </a:spcAft>
            </a:pPr>
            <a:r>
              <a:rPr lang="ar-SA" sz="3700" kern="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أ-1 إدارة الشؤون المالية الشخصية (4)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DA12C3E-22BC-AF6A-8EC5-9D5B70D8015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78325495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5678485" y="1195199"/>
            <a:ext cx="3213994" cy="937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algn="r" rtl="1">
              <a:lnSpc>
                <a:spcPct val="90000"/>
              </a:lnSpc>
              <a:spcAft>
                <a:spcPts val="600"/>
              </a:spcAft>
            </a:pPr>
            <a:r>
              <a:rPr lang="ar" sz="2400" b="1" kern="0" dirty="0"/>
              <a:t>أ-2 مقدمو الخدمات المالية</a:t>
            </a:r>
          </a:p>
          <a:p>
            <a:pPr algn="r" rtl="1">
              <a:lnSpc>
                <a:spcPct val="90000"/>
              </a:lnSpc>
              <a:spcAft>
                <a:spcPts val="600"/>
              </a:spcAft>
            </a:pPr>
            <a:r>
              <a:rPr lang="ar" sz="2400" b="1" kern="0" dirty="0"/>
              <a:t>(</a:t>
            </a:r>
            <a:r>
              <a:rPr lang="ar-EG" sz="2400" b="1" kern="0" dirty="0"/>
              <a:t>1</a:t>
            </a:r>
            <a:r>
              <a:rPr lang="ar" sz="2400" b="1" kern="0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19CF2C-95D5-9893-9478-7EA71C189178}"/>
              </a:ext>
            </a:extLst>
          </p:cNvPr>
          <p:cNvSpPr txBox="1"/>
          <p:nvPr/>
        </p:nvSpPr>
        <p:spPr bwMode="auto">
          <a:xfrm>
            <a:off x="5623718" y="2965597"/>
            <a:ext cx="3008313" cy="17610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>
              <a:spcBef>
                <a:spcPct val="20000"/>
              </a:spcBef>
            </a:pPr>
            <a:r>
              <a:rPr lang="ar-SA" sz="28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هناك العديد من أنواع مقدمي الخدمات المالية، مثل: </a:t>
            </a:r>
            <a:endParaRPr lang="ar-SA" sz="2800" dirty="0">
              <a:effectLst/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83EB5F1E-1880-436B-C7B3-B24BDF3B89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8550236"/>
              </p:ext>
            </p:extLst>
          </p:nvPr>
        </p:nvGraphicFramePr>
        <p:xfrm>
          <a:off x="755576" y="1484784"/>
          <a:ext cx="4248472" cy="46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1140379-B005-0F41-7C7E-B74976CA2C2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30397910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5678485" y="1195199"/>
            <a:ext cx="3213994" cy="937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algn="r" rtl="1">
              <a:lnSpc>
                <a:spcPct val="90000"/>
              </a:lnSpc>
              <a:spcAft>
                <a:spcPts val="600"/>
              </a:spcAft>
            </a:pPr>
            <a:r>
              <a:rPr lang="ar" sz="2400" b="1" kern="0" dirty="0"/>
              <a:t>أ-2 مقدمو الخدمات المالية</a:t>
            </a:r>
          </a:p>
          <a:p>
            <a:pPr algn="r" rtl="1">
              <a:lnSpc>
                <a:spcPct val="90000"/>
              </a:lnSpc>
              <a:spcAft>
                <a:spcPts val="600"/>
              </a:spcAft>
            </a:pPr>
            <a:r>
              <a:rPr lang="ar" sz="2400" b="1" kern="0" dirty="0"/>
              <a:t>(2)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19CF2C-95D5-9893-9478-7EA71C189178}"/>
              </a:ext>
            </a:extLst>
          </p:cNvPr>
          <p:cNvSpPr txBox="1"/>
          <p:nvPr/>
        </p:nvSpPr>
        <p:spPr bwMode="auto">
          <a:xfrm>
            <a:off x="5623718" y="2965597"/>
            <a:ext cx="3008313" cy="17610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>
              <a:spcBef>
                <a:spcPct val="20000"/>
              </a:spcBef>
            </a:pPr>
            <a:r>
              <a:rPr lang="ar" sz="28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هناك أنواع أخرى من مقدمي الخدمات المالية، مثل: </a:t>
            </a:r>
            <a:endParaRPr lang="ar" sz="2800" dirty="0">
              <a:effectLst/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83EB5F1E-1880-436B-C7B3-B24BDF3B89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8180353"/>
              </p:ext>
            </p:extLst>
          </p:nvPr>
        </p:nvGraphicFramePr>
        <p:xfrm>
          <a:off x="644236" y="1469087"/>
          <a:ext cx="4453334" cy="4754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B7A6B39-F320-187B-19DE-9CB958746D9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455662209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457200" y="1195388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lnSpc>
                <a:spcPct val="90000"/>
              </a:lnSpc>
              <a:spcAft>
                <a:spcPts val="600"/>
              </a:spcAft>
            </a:pPr>
            <a:r>
              <a:rPr lang="ar" sz="2800" kern="0" dirty="0"/>
              <a:t>أ-2 الغرض من مقدمي الخدمات المالية</a:t>
            </a:r>
          </a:p>
        </p:txBody>
      </p:sp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id="{4B893749-1C94-4C7B-8F69-60F0599C2F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4240106"/>
              </p:ext>
            </p:extLst>
          </p:nvPr>
        </p:nvGraphicFramePr>
        <p:xfrm>
          <a:off x="457199" y="2196000"/>
          <a:ext cx="8207375" cy="4041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00E9CE2-B5C2-552F-2C64-A25B20239D7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160954596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3A824-3236-EA8C-EF9E-4F369C7504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7903" y="2204864"/>
            <a:ext cx="5110248" cy="2232247"/>
          </a:xfrm>
        </p:spPr>
        <p:txBody>
          <a:bodyPr wrap="square" rtlCol="1" anchor="t">
            <a:normAutofit/>
          </a:bodyPr>
          <a:lstStyle/>
          <a:p>
            <a:pPr rtl="1"/>
            <a:r>
              <a:rPr lang="ar-SA" dirty="0">
                <a:effectLst/>
                <a:latin typeface="Helvetica" pitchFamily="2" charset="0"/>
              </a:rPr>
              <a:t>الحسابات الجارية حيث يمكن إيداع الدخل </a:t>
            </a:r>
            <a:br>
              <a:rPr lang="ar-EG" dirty="0">
                <a:effectLst/>
                <a:latin typeface="Helvetica" pitchFamily="2" charset="0"/>
              </a:rPr>
            </a:br>
            <a:r>
              <a:rPr lang="ar-SA" dirty="0">
                <a:effectLst/>
                <a:latin typeface="Helvetica" pitchFamily="2" charset="0"/>
              </a:rPr>
              <a:t>فيها وسحب النفقات منها. يمكن أن تكون </a:t>
            </a:r>
            <a:br>
              <a:rPr lang="ar-EG" dirty="0">
                <a:effectLst/>
                <a:latin typeface="Helvetica" pitchFamily="2" charset="0"/>
              </a:rPr>
            </a:br>
            <a:r>
              <a:rPr lang="ar-SA" dirty="0">
                <a:effectLst/>
                <a:latin typeface="Helvetica" pitchFamily="2" charset="0"/>
              </a:rPr>
              <a:t>هذه الحسابات فردية أو مشتركة.</a:t>
            </a:r>
          </a:p>
          <a:p>
            <a:pPr rtl="1"/>
            <a:r>
              <a:rPr lang="ar-SA" dirty="0">
                <a:latin typeface="Helvetica" pitchFamily="2" charset="0"/>
              </a:rPr>
              <a:t>حسابات الادخار حيث يمكنك إيداع \</a:t>
            </a:r>
            <a:br>
              <a:rPr lang="ar-SA" dirty="0">
                <a:latin typeface="Helvetica" pitchFamily="2" charset="0"/>
              </a:rPr>
            </a:br>
            <a:r>
              <a:rPr lang="ar-SA" dirty="0">
                <a:latin typeface="Helvetica" pitchFamily="2" charset="0"/>
              </a:rPr>
              <a:t>الأموال وتحقيق أرباح أو فوائد.</a:t>
            </a:r>
            <a:endParaRPr lang="ar-SA" dirty="0">
              <a:effectLst/>
              <a:latin typeface="Helvetica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6283AED-70AE-998D-43F7-C6E88F3AE6A4}"/>
              </a:ext>
            </a:extLst>
          </p:cNvPr>
          <p:cNvGrpSpPr/>
          <p:nvPr/>
        </p:nvGrpSpPr>
        <p:grpSpPr>
          <a:xfrm>
            <a:off x="730395" y="2268481"/>
            <a:ext cx="2573638" cy="1585539"/>
            <a:chOff x="0" y="353532"/>
            <a:chExt cx="2564804" cy="153888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8A4FAF7-26E1-6684-0036-99AC319183B3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60F2CCC-F012-B6BA-EF51-817B4E795954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لماذا قد يكون الحساب الجاري مناسب لطالب يستعد للالتحاق بالجامعة؟</a:t>
              </a:r>
            </a:p>
          </p:txBody>
        </p:sp>
      </p:grpSp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457200" y="1195388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lnSpc>
                <a:spcPct val="90000"/>
              </a:lnSpc>
              <a:spcAft>
                <a:spcPts val="600"/>
              </a:spcAft>
            </a:pPr>
            <a:r>
              <a:rPr lang="ar-SA" sz="3700" kern="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أ-3 المنتجات والخدمات المالية (1)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1CD608-F08D-9BE8-B780-8445862CB7B3}"/>
              </a:ext>
            </a:extLst>
          </p:cNvPr>
          <p:cNvGrpSpPr/>
          <p:nvPr/>
        </p:nvGrpSpPr>
        <p:grpSpPr>
          <a:xfrm>
            <a:off x="4976208" y="4666416"/>
            <a:ext cx="2573638" cy="1585539"/>
            <a:chOff x="0" y="353532"/>
            <a:chExt cx="2564804" cy="153888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DDF7233-7037-F986-B941-8EC2A830D66F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C09F0B8-2AB9-5C25-9E04-D11509DA1D56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لماذا قد تفكر في ادخار </a:t>
              </a:r>
              <a:br>
                <a:rPr lang="ar-SA" dirty="0">
                  <a:solidFill>
                    <a:srgbClr val="7030A0"/>
                  </a:solidFill>
                </a:rPr>
              </a:br>
              <a:r>
                <a:rPr lang="ar-SA" dirty="0">
                  <a:solidFill>
                    <a:srgbClr val="7030A0"/>
                  </a:solidFill>
                </a:rPr>
                <a:t>بعض أموالك؟</a:t>
              </a:r>
            </a:p>
          </p:txBody>
        </p:sp>
      </p:grp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E0A2AF81-EC8F-8791-3C02-A1798477000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  <p:pic>
        <p:nvPicPr>
          <p:cNvPr id="11" name="Picture 10" descr="A child looking at a jar of coins">
            <a:extLst>
              <a:ext uri="{FF2B5EF4-FFF2-40B4-BE49-F238E27FC236}">
                <a16:creationId xmlns:a16="http://schemas.microsoft.com/office/drawing/2014/main" id="{EBE7C83F-4456-5660-40B0-0EAC2EBAAA8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395" y="4257121"/>
            <a:ext cx="2992735" cy="199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675755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3A824-3236-EA8C-EF9E-4F369C7504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11761" y="2564511"/>
            <a:ext cx="6408712" cy="1080120"/>
          </a:xfrm>
        </p:spPr>
        <p:txBody>
          <a:bodyPr wrap="square" rtlCol="1" anchor="t">
            <a:normAutofit/>
          </a:bodyPr>
          <a:lstStyle/>
          <a:p>
            <a:pPr rtl="1"/>
            <a:r>
              <a:rPr lang="ar-SA" dirty="0"/>
              <a:t>قرض عقاري غربي أو إسلامي لشراء منزل </a:t>
            </a:r>
            <a:br>
              <a:rPr lang="ar-SA" dirty="0"/>
            </a:br>
            <a:r>
              <a:rPr lang="ar-SA" dirty="0"/>
              <a:t>أو شقة.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457200" y="1195388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lnSpc>
                <a:spcPct val="90000"/>
              </a:lnSpc>
              <a:spcAft>
                <a:spcPts val="600"/>
              </a:spcAft>
            </a:pPr>
            <a:r>
              <a:rPr lang="ar-SA" sz="3700" kern="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أ-3 المنتجات والخدمات المالية (2)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E83565-76E7-7123-95DC-DE1873F47692}"/>
              </a:ext>
            </a:extLst>
          </p:cNvPr>
          <p:cNvGrpSpPr/>
          <p:nvPr/>
        </p:nvGrpSpPr>
        <p:grpSpPr>
          <a:xfrm>
            <a:off x="4932040" y="3861048"/>
            <a:ext cx="2880320" cy="2160240"/>
            <a:chOff x="0" y="353532"/>
            <a:chExt cx="2564804" cy="153888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2EB4317-2731-C655-BF63-C7B7060DA3D6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6907A2E-53D0-09DD-FCA7-515199E4A603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لماذا قد يكون من الصعب للغاية </a:t>
              </a:r>
              <a:br>
                <a:rPr lang="ar-SA" dirty="0">
                  <a:solidFill>
                    <a:srgbClr val="7030A0"/>
                  </a:solidFill>
                </a:rPr>
              </a:br>
              <a:r>
                <a:rPr lang="ar-SA" dirty="0">
                  <a:solidFill>
                    <a:srgbClr val="7030A0"/>
                  </a:solidFill>
                </a:rPr>
                <a:t>على الشباب شراء ممتلكاتهم العقارية الأولى؟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247EBAB-A6B9-35E2-4427-E7DF237F999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  <p:pic>
        <p:nvPicPr>
          <p:cNvPr id="8" name="Picture 7" descr="A key chain with a yellow house shaped keychain">
            <a:extLst>
              <a:ext uri="{FF2B5EF4-FFF2-40B4-BE49-F238E27FC236}">
                <a16:creationId xmlns:a16="http://schemas.microsoft.com/office/drawing/2014/main" id="{D291A4DE-8AF4-0BCC-6CE7-13AA187E4F1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576" y="3867066"/>
            <a:ext cx="3240360" cy="216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618666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457200" y="1195388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lnSpc>
                <a:spcPct val="90000"/>
              </a:lnSpc>
              <a:spcAft>
                <a:spcPts val="600"/>
              </a:spcAft>
            </a:pPr>
            <a:r>
              <a:rPr lang="ar" sz="3700" kern="0" dirty="0"/>
              <a:t>أ-3 المنتجات والخدمات المالية (3)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1D53D68D-3907-C7F2-AF21-3B59048302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4517764"/>
              </p:ext>
            </p:extLst>
          </p:nvPr>
        </p:nvGraphicFramePr>
        <p:xfrm>
          <a:off x="468313" y="2195513"/>
          <a:ext cx="8207375" cy="3878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2D78BDF-620A-3A02-451B-038D1BBE436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334272358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5678486" y="1195200"/>
            <a:ext cx="3008313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algn="r" rtl="1">
              <a:spcAft>
                <a:spcPts val="600"/>
              </a:spcAft>
            </a:pPr>
            <a:r>
              <a:rPr lang="ar-SA" sz="2000" b="1" kern="0" dirty="0"/>
              <a:t>أ-3 المنتجات والخدمات المالية (4)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F07206F-4849-817F-1467-BB9875869D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84167" y="2276872"/>
            <a:ext cx="3008313" cy="865649"/>
          </a:xfrm>
        </p:spPr>
        <p:txBody>
          <a:bodyPr rtlCol="1"/>
          <a:lstStyle/>
          <a:p>
            <a:pPr rtl="1"/>
            <a:r>
              <a:rPr lang="ar-SA" sz="2000" dirty="0"/>
              <a:t>كما تشمل المنتجات والخدمات المالية: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DC9F7199-0C07-B283-627E-2741753307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4576778"/>
              </p:ext>
            </p:extLst>
          </p:nvPr>
        </p:nvGraphicFramePr>
        <p:xfrm>
          <a:off x="560716" y="1268760"/>
          <a:ext cx="4949768" cy="5004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A03E7F3C-BE0E-D937-C389-F86D54DA90A8}"/>
              </a:ext>
            </a:extLst>
          </p:cNvPr>
          <p:cNvGrpSpPr/>
          <p:nvPr/>
        </p:nvGrpSpPr>
        <p:grpSpPr>
          <a:xfrm>
            <a:off x="6052170" y="2996952"/>
            <a:ext cx="2672308" cy="1702640"/>
            <a:chOff x="0" y="353532"/>
            <a:chExt cx="2564804" cy="15388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EEC8703-660E-18A2-A77F-81538E63E18F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FD0C564-A134-ED53-43BF-95AFA4CBD2F1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لماذا تتزايد شعبية قروض </a:t>
              </a:r>
              <a:br>
                <a:rPr lang="ar-SA" dirty="0">
                  <a:solidFill>
                    <a:srgbClr val="7030A0"/>
                  </a:solidFill>
                </a:rPr>
              </a:br>
              <a:r>
                <a:rPr lang="ar-SA" dirty="0">
                  <a:solidFill>
                    <a:srgbClr val="7030A0"/>
                  </a:solidFill>
                </a:rPr>
                <a:t>"اشترِ الآن وادفع لاحقًا" </a:t>
              </a:r>
              <a:br>
                <a:rPr lang="ar-EG" dirty="0">
                  <a:solidFill>
                    <a:srgbClr val="7030A0"/>
                  </a:solidFill>
                </a:rPr>
              </a:br>
              <a:r>
                <a:rPr lang="ar-SA" dirty="0">
                  <a:solidFill>
                    <a:srgbClr val="7030A0"/>
                  </a:solidFill>
                </a:rPr>
                <a:t>بكثرة بين الشبان؟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BEEA2E2-ACAE-F67A-31CF-40E7BD573984}"/>
              </a:ext>
            </a:extLst>
          </p:cNvPr>
          <p:cNvGrpSpPr/>
          <p:nvPr/>
        </p:nvGrpSpPr>
        <p:grpSpPr>
          <a:xfrm>
            <a:off x="6052170" y="4859490"/>
            <a:ext cx="2672308" cy="1702640"/>
            <a:chOff x="0" y="353532"/>
            <a:chExt cx="2564804" cy="153888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ED9C868-4801-B92E-4F79-BBF3A21A75DC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7DB9CA9-1275-0424-9F4A-801142FCBADC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ما هي العيوب المحتملة لقروض "اشترِ الآن وادفع لاحقًا"؟</a:t>
              </a:r>
            </a:p>
          </p:txBody>
        </p:sp>
      </p:grp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19046826-107B-4942-6A84-870DECE2434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499371489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lnSpc>
                <a:spcPct val="90000"/>
              </a:lnSpc>
              <a:spcAft>
                <a:spcPts val="600"/>
              </a:spcAft>
            </a:pPr>
            <a:r>
              <a:rPr lang="ar-SA" sz="3400" kern="0" dirty="0"/>
              <a:t>أ-3 المنتجات والخدمات المالية (5)</a:t>
            </a:r>
          </a:p>
        </p:txBody>
      </p:sp>
      <p:graphicFrame>
        <p:nvGraphicFramePr>
          <p:cNvPr id="23" name="Text Placeholder 2">
            <a:extLst>
              <a:ext uri="{FF2B5EF4-FFF2-40B4-BE49-F238E27FC236}">
                <a16:creationId xmlns:a16="http://schemas.microsoft.com/office/drawing/2014/main" id="{B94E00A7-2FE6-6FF7-534A-302CF34C8B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3090004"/>
              </p:ext>
            </p:extLst>
          </p:nvPr>
        </p:nvGraphicFramePr>
        <p:xfrm>
          <a:off x="468313" y="2780928"/>
          <a:ext cx="8207375" cy="3878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F731539-2656-A94E-C665-A6518BAA8504}"/>
              </a:ext>
            </a:extLst>
          </p:cNvPr>
          <p:cNvSpPr txBox="1"/>
          <p:nvPr/>
        </p:nvSpPr>
        <p:spPr>
          <a:xfrm>
            <a:off x="1259632" y="2059200"/>
            <a:ext cx="6912768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-SA" sz="2400" dirty="0"/>
              <a:t>إذا لم يكن لديك تاريخ ائتمان أو تصنيف ائتمان جيد، قد تحتاج إلى:</a:t>
            </a:r>
          </a:p>
          <a:p>
            <a:pPr rtl="1"/>
            <a:endParaRPr lang="ar-SA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C21DB1D-B9E8-41C5-0C28-DFCE90C48AA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852847834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457200" y="1195388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lnSpc>
                <a:spcPct val="90000"/>
              </a:lnSpc>
              <a:spcAft>
                <a:spcPts val="600"/>
              </a:spcAft>
            </a:pPr>
            <a:r>
              <a:rPr lang="ar-SA" sz="3700" kern="0" dirty="0"/>
              <a:t>أ-3 المنتجات والخدمات المالية (6)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F2E56A5F-8D4E-9DAD-B805-118626FED101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072032013"/>
              </p:ext>
            </p:extLst>
          </p:nvPr>
        </p:nvGraphicFramePr>
        <p:xfrm>
          <a:off x="450728" y="2348880"/>
          <a:ext cx="8207375" cy="2817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B6D0408B-D8EB-AC99-4A38-A71CDF6CE647}"/>
              </a:ext>
            </a:extLst>
          </p:cNvPr>
          <p:cNvGrpSpPr/>
          <p:nvPr/>
        </p:nvGrpSpPr>
        <p:grpSpPr>
          <a:xfrm>
            <a:off x="2983614" y="4763194"/>
            <a:ext cx="2941215" cy="1798836"/>
            <a:chOff x="0" y="353532"/>
            <a:chExt cx="2564804" cy="15388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D03283D-5DC7-87CD-E848-389530C7F778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CE3F6D1-3ECE-CA8E-E139-DC29B35C974E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sz="2000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sz="2000" dirty="0">
                  <a:solidFill>
                    <a:srgbClr val="7030A0"/>
                  </a:solidFill>
                </a:rPr>
                <a:t>كيف يتم تمويل كل من هذه </a:t>
              </a:r>
              <a:br>
                <a:rPr lang="ar-SA" sz="2000" dirty="0">
                  <a:solidFill>
                    <a:srgbClr val="7030A0"/>
                  </a:solidFill>
                </a:rPr>
              </a:br>
              <a:r>
                <a:rPr lang="ar-SA" sz="2000" dirty="0">
                  <a:solidFill>
                    <a:srgbClr val="7030A0"/>
                  </a:solidFill>
                </a:rPr>
                <a:t>الأنواع الثلاثة من التقاعد؟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4CF26BB-48C2-6162-C6CB-F1415DDC1443}"/>
              </a:ext>
            </a:extLst>
          </p:cNvPr>
          <p:cNvSpPr txBox="1"/>
          <p:nvPr/>
        </p:nvSpPr>
        <p:spPr>
          <a:xfrm>
            <a:off x="3023828" y="2081803"/>
            <a:ext cx="3096344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-SA" sz="2800" dirty="0"/>
              <a:t>أنواع التقاعد</a:t>
            </a:r>
            <a:endParaRPr lang="ar-SA" sz="24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4C334-3770-4643-E059-59980700BB4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5984351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400" b="1" dirty="0">
                <a:solidFill>
                  <a:schemeClr val="tx2"/>
                </a:solidFill>
              </a:rPr>
              <a:t>هدف التعلم ب - الموضوعات</a:t>
            </a:r>
            <a:endParaRPr lang="ar" altLang="en-US" sz="3400" b="1" dirty="0">
              <a:solidFill>
                <a:schemeClr val="tx2"/>
              </a:solidFill>
            </a:endParaRPr>
          </a:p>
        </p:txBody>
      </p:sp>
      <p:graphicFrame>
        <p:nvGraphicFramePr>
          <p:cNvPr id="34822" name="Content Placeholder 3">
            <a:extLst>
              <a:ext uri="{FF2B5EF4-FFF2-40B4-BE49-F238E27FC236}">
                <a16:creationId xmlns:a16="http://schemas.microsoft.com/office/drawing/2014/main" id="{E3C0C4FA-B447-ECCC-3D22-A8513DC29FCC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517211632"/>
              </p:ext>
            </p:extLst>
          </p:nvPr>
        </p:nvGraphicFramePr>
        <p:xfrm>
          <a:off x="457200" y="2195513"/>
          <a:ext cx="8207375" cy="4041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C8B60EB-739E-6333-9C88-0C8F15A28E6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94342182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 fontScale="92500" lnSpcReduction="20000"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200" dirty="0">
                <a:solidFill>
                  <a:schemeClr val="tx2"/>
                </a:solidFill>
                <a:effectLst/>
              </a:rPr>
              <a:t>ب-1 إعداد ميزانية شخصية</a:t>
            </a:r>
          </a:p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200" dirty="0">
                <a:solidFill>
                  <a:schemeClr val="tx2"/>
                </a:solidFill>
                <a:effectLst/>
              </a:rPr>
              <a:t>(1)</a:t>
            </a:r>
          </a:p>
        </p:txBody>
      </p:sp>
      <p:graphicFrame>
        <p:nvGraphicFramePr>
          <p:cNvPr id="34822" name="Content Placeholder 4">
            <a:extLst>
              <a:ext uri="{FF2B5EF4-FFF2-40B4-BE49-F238E27FC236}">
                <a16:creationId xmlns:a16="http://schemas.microsoft.com/office/drawing/2014/main" id="{0222A18B-7D36-0E03-66BF-8FB58933015C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562400289"/>
              </p:ext>
            </p:extLst>
          </p:nvPr>
        </p:nvGraphicFramePr>
        <p:xfrm>
          <a:off x="486160" y="2276872"/>
          <a:ext cx="8207375" cy="3024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6E5559B-D10D-4AE6-D896-E399FB3550B8}"/>
              </a:ext>
            </a:extLst>
          </p:cNvPr>
          <p:cNvSpPr txBox="1"/>
          <p:nvPr/>
        </p:nvSpPr>
        <p:spPr>
          <a:xfrm>
            <a:off x="899592" y="2276872"/>
            <a:ext cx="6912768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dirty="0">
                <a:effectLst/>
                <a:latin typeface="Helvetica" pitchFamily="2" charset="0"/>
              </a:rPr>
              <a:t>لماذا يجب عليك إعداد ميزانية شخصية؟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6ED1EB-4B63-20C7-D6D0-F223ED246E40}"/>
              </a:ext>
            </a:extLst>
          </p:cNvPr>
          <p:cNvGrpSpPr/>
          <p:nvPr/>
        </p:nvGrpSpPr>
        <p:grpSpPr>
          <a:xfrm>
            <a:off x="2843808" y="4941168"/>
            <a:ext cx="3187687" cy="1620862"/>
            <a:chOff x="0" y="353532"/>
            <a:chExt cx="2564804" cy="153888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0A89E7-B810-DAC7-D831-A65BBC026E2C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FD80F69-B61F-4A42-EBF7-C4964F1813F6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2000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" sz="2000" dirty="0">
                  <a:solidFill>
                    <a:srgbClr val="7030A0"/>
                  </a:solidFill>
                </a:rPr>
                <a:t>هل لديك ميزانية شخصية؟ </a:t>
              </a:r>
              <a:br>
                <a:rPr lang="en-US" sz="2000" dirty="0">
                  <a:solidFill>
                    <a:srgbClr val="7030A0"/>
                  </a:solidFill>
                </a:rPr>
              </a:br>
              <a:r>
                <a:rPr lang="ar" sz="2000" dirty="0">
                  <a:solidFill>
                    <a:srgbClr val="7030A0"/>
                  </a:solidFill>
                </a:rPr>
                <a:t>إذا لم يكن الأمر كذلك، فلماذا؟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EB642A0-9FFF-8D6A-C4C3-CC0DFEB4AD1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214173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2400" dirty="0">
                <a:solidFill>
                  <a:schemeClr val="tx2"/>
                </a:solidFill>
                <a:effectLst/>
              </a:rPr>
              <a:t>ب-1 إعداد ميزانية شخصية</a:t>
            </a:r>
          </a:p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2400" dirty="0">
                <a:solidFill>
                  <a:schemeClr val="tx2"/>
                </a:solidFill>
                <a:effectLst/>
              </a:rPr>
              <a:t>(2)</a:t>
            </a:r>
          </a:p>
        </p:txBody>
      </p:sp>
      <p:graphicFrame>
        <p:nvGraphicFramePr>
          <p:cNvPr id="34822" name="Content Placeholder 3">
            <a:extLst>
              <a:ext uri="{FF2B5EF4-FFF2-40B4-BE49-F238E27FC236}">
                <a16:creationId xmlns:a16="http://schemas.microsoft.com/office/drawing/2014/main" id="{A9C0C79C-070C-B90A-FFAC-28382AB15199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970545857"/>
              </p:ext>
            </p:extLst>
          </p:nvPr>
        </p:nvGraphicFramePr>
        <p:xfrm>
          <a:off x="1157561" y="2816165"/>
          <a:ext cx="6828878" cy="346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0C86C14-A748-6C86-0263-BB240CE8F169}"/>
              </a:ext>
            </a:extLst>
          </p:cNvPr>
          <p:cNvSpPr txBox="1"/>
          <p:nvPr/>
        </p:nvSpPr>
        <p:spPr>
          <a:xfrm>
            <a:off x="1301577" y="2206850"/>
            <a:ext cx="672680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>
              <a:spcBef>
                <a:spcPts val="1800"/>
              </a:spcBef>
              <a:spcAft>
                <a:spcPts val="600"/>
              </a:spcAft>
            </a:pPr>
            <a:r>
              <a:rPr lang="a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هناك عدة عناصر رئيسية للميزانية: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C667BB-2669-C777-297C-FE81C2FFC5B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54092440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577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2400" dirty="0">
                <a:solidFill>
                  <a:schemeClr val="tx2"/>
                </a:solidFill>
                <a:effectLst/>
              </a:rPr>
              <a:t>ب-1 إعداد ميزانية شخصية (3)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A2A6A442-ECBD-4F0C-28DE-79DBC35DA1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3047221"/>
              </p:ext>
            </p:extLst>
          </p:nvPr>
        </p:nvGraphicFramePr>
        <p:xfrm>
          <a:off x="755576" y="2636913"/>
          <a:ext cx="7632848" cy="3749229"/>
        </p:xfrm>
        <a:graphic>
          <a:graphicData uri="http://schemas.openxmlformats.org/drawingml/2006/table">
            <a:tbl>
              <a:tblPr rtl="1" firstRow="1" bandRow="1">
                <a:tableStyleId>{21E4AEA4-8DFA-4A89-87EB-49C32662AFE0}</a:tableStyleId>
              </a:tblPr>
              <a:tblGrid>
                <a:gridCol w="1712570">
                  <a:extLst>
                    <a:ext uri="{9D8B030D-6E8A-4147-A177-3AD203B41FA5}">
                      <a16:colId xmlns:a16="http://schemas.microsoft.com/office/drawing/2014/main" val="3004028435"/>
                    </a:ext>
                  </a:extLst>
                </a:gridCol>
                <a:gridCol w="986713">
                  <a:extLst>
                    <a:ext uri="{9D8B030D-6E8A-4147-A177-3AD203B41FA5}">
                      <a16:colId xmlns:a16="http://schemas.microsoft.com/office/drawing/2014/main" val="2658977158"/>
                    </a:ext>
                  </a:extLst>
                </a:gridCol>
                <a:gridCol w="986713">
                  <a:extLst>
                    <a:ext uri="{9D8B030D-6E8A-4147-A177-3AD203B41FA5}">
                      <a16:colId xmlns:a16="http://schemas.microsoft.com/office/drawing/2014/main" val="2414608585"/>
                    </a:ext>
                  </a:extLst>
                </a:gridCol>
                <a:gridCol w="986713">
                  <a:extLst>
                    <a:ext uri="{9D8B030D-6E8A-4147-A177-3AD203B41FA5}">
                      <a16:colId xmlns:a16="http://schemas.microsoft.com/office/drawing/2014/main" val="1743124884"/>
                    </a:ext>
                  </a:extLst>
                </a:gridCol>
                <a:gridCol w="986713">
                  <a:extLst>
                    <a:ext uri="{9D8B030D-6E8A-4147-A177-3AD203B41FA5}">
                      <a16:colId xmlns:a16="http://schemas.microsoft.com/office/drawing/2014/main" val="2260371717"/>
                    </a:ext>
                  </a:extLst>
                </a:gridCol>
                <a:gridCol w="986713">
                  <a:extLst>
                    <a:ext uri="{9D8B030D-6E8A-4147-A177-3AD203B41FA5}">
                      <a16:colId xmlns:a16="http://schemas.microsoft.com/office/drawing/2014/main" val="2743832379"/>
                    </a:ext>
                  </a:extLst>
                </a:gridCol>
                <a:gridCol w="986713">
                  <a:extLst>
                    <a:ext uri="{9D8B030D-6E8A-4147-A177-3AD203B41FA5}">
                      <a16:colId xmlns:a16="http://schemas.microsoft.com/office/drawing/2014/main" val="2335408319"/>
                    </a:ext>
                  </a:extLst>
                </a:gridCol>
              </a:tblGrid>
              <a:tr h="219300">
                <a:tc>
                  <a:txBody>
                    <a:bodyPr/>
                    <a:lstStyle/>
                    <a:p>
                      <a:pPr algn="l" rtl="1" fontAlgn="ctr"/>
                      <a:r>
                        <a:rPr lang="ar" sz="1400" b="1" u="none" strike="noStrike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يناير $</a:t>
                      </a:r>
                      <a:endParaRPr lang="en-GB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فبراير $</a:t>
                      </a:r>
                      <a:endParaRPr lang="en-GB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مارس $</a:t>
                      </a:r>
                      <a:endParaRPr lang="en-GB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أبريل $</a:t>
                      </a:r>
                      <a:endParaRPr lang="en-GB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مايو $</a:t>
                      </a:r>
                      <a:endParaRPr lang="en-GB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يونيو $</a:t>
                      </a:r>
                      <a:endParaRPr lang="en-GB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0198097"/>
                  </a:ext>
                </a:extLst>
              </a:tr>
              <a:tr h="405958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b="1" u="none" strike="noStrike" dirty="0">
                          <a:solidFill>
                            <a:srgbClr val="7030A0"/>
                          </a:solidFill>
                          <a:effectLst/>
                        </a:rPr>
                        <a:t>الرصيد الافتتاحي</a:t>
                      </a:r>
                      <a:endParaRPr lang="en-GB" sz="1400" b="1" i="0" u="none" strike="noStrike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970585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b="1" u="none" strike="noStrike">
                          <a:solidFill>
                            <a:srgbClr val="7030A0"/>
                          </a:solidFill>
                          <a:effectLst/>
                        </a:rPr>
                        <a:t>الدخل</a:t>
                      </a:r>
                      <a:endParaRPr lang="en-GB" sz="1400" b="1" i="0" u="none" strike="noStrike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5373806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b="1" u="none" strike="noStrike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52147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b="1" u="none" strike="noStrike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456456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b="1" u="none" strike="noStrike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6057325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b="1" u="none" strike="noStrike">
                          <a:solidFill>
                            <a:srgbClr val="7030A0"/>
                          </a:solidFill>
                          <a:effectLst/>
                        </a:rPr>
                        <a:t>إجمالي الإيرادات</a:t>
                      </a:r>
                      <a:endParaRPr lang="en-GB" sz="1400" b="1" i="0" u="none" strike="noStrike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6317768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b="1" u="none" strike="noStrike">
                          <a:solidFill>
                            <a:srgbClr val="7030A0"/>
                          </a:solidFill>
                          <a:effectLst/>
                        </a:rPr>
                        <a:t>النفقات</a:t>
                      </a:r>
                      <a:endParaRPr lang="en-GB" sz="1400" b="1" i="0" u="none" strike="noStrike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697864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b="1" u="none" strike="noStrike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3864816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b="1" u="none" strike="noStrike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050436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b="1" u="none" strike="noStrike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1538879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b="1" u="none" strike="noStrike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383725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b="1" u="none" strike="noStrike" dirty="0">
                          <a:solidFill>
                            <a:srgbClr val="7030A0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741545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b="1" u="none" strike="noStrike" dirty="0">
                          <a:solidFill>
                            <a:srgbClr val="7030A0"/>
                          </a:solidFill>
                          <a:effectLst/>
                        </a:rPr>
                        <a:t>إجمالي المصروفات</a:t>
                      </a:r>
                      <a:endParaRPr lang="en-GB" sz="1400" b="1" i="0" u="none" strike="noStrike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521756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b="1" u="none" strike="noStrike" dirty="0">
                          <a:solidFill>
                            <a:srgbClr val="7030A0"/>
                          </a:solidFill>
                          <a:effectLst/>
                        </a:rPr>
                        <a:t>الرصيد الختامي</a:t>
                      </a:r>
                      <a:endParaRPr lang="en-GB" sz="1400" b="1" i="0" u="none" strike="noStrike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GB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6" marR="10756" marT="107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344287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599930B-0C72-D694-8272-B53FC3A3FAF4}"/>
              </a:ext>
            </a:extLst>
          </p:cNvPr>
          <p:cNvSpPr txBox="1"/>
          <p:nvPr/>
        </p:nvSpPr>
        <p:spPr>
          <a:xfrm>
            <a:off x="935596" y="1618690"/>
            <a:ext cx="7272808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يتم إضافة </a:t>
            </a:r>
            <a:r>
              <a:rPr lang="ar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الرصيد الافتتاحي الشهري</a:t>
            </a:r>
            <a:r>
              <a:rPr lang="ar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إلى </a:t>
            </a:r>
            <a:r>
              <a:rPr lang="ar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الدخل الشهري</a:t>
            </a:r>
            <a:r>
              <a:rPr lang="ar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b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ar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ثم يتم طرح </a:t>
            </a:r>
            <a:r>
              <a:rPr lang="ar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النفقات الشهرية</a:t>
            </a:r>
            <a:r>
              <a:rPr lang="ar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</a:p>
          <a:p>
            <a:pPr rtl="1"/>
            <a:r>
              <a:rPr lang="ar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فينتج الرصيد الختامي الشهري.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A247C1F-1607-2CC6-9F68-5FEF5E248BF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80371076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1196752"/>
            <a:ext cx="923470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SA" sz="3200" dirty="0">
                <a:solidFill>
                  <a:schemeClr val="tx2"/>
                </a:solidFill>
                <a:effectLst/>
              </a:rPr>
              <a:t>ب-1 إعداد ميزانية شخصية</a:t>
            </a:r>
          </a:p>
          <a:p>
            <a:pPr algn="ctr" rtl="1"/>
            <a:r>
              <a:rPr lang="ar-SA" sz="3200" dirty="0">
                <a:effectLst/>
              </a:rPr>
              <a:t>(4)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8CFB9B2-D334-3779-40ED-00CC302F7C0E}"/>
              </a:ext>
            </a:extLst>
          </p:cNvPr>
          <p:cNvGrpSpPr/>
          <p:nvPr/>
        </p:nvGrpSpPr>
        <p:grpSpPr>
          <a:xfrm>
            <a:off x="539552" y="4293096"/>
            <a:ext cx="3606347" cy="1883239"/>
            <a:chOff x="0" y="353532"/>
            <a:chExt cx="2564804" cy="15388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003C8F1-89FE-2322-A57C-EBB4D99B5DA7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B21DF40-F467-5505-0A48-88CA67F28E7F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ماذا يحدث للضرائب التي ندفعها من أجورنا ورواتبنا؟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6F314BE-EDFD-1646-9341-87F641FDF509}"/>
              </a:ext>
            </a:extLst>
          </p:cNvPr>
          <p:cNvGrpSpPr/>
          <p:nvPr/>
        </p:nvGrpSpPr>
        <p:grpSpPr>
          <a:xfrm>
            <a:off x="5389907" y="2411953"/>
            <a:ext cx="3399313" cy="2241183"/>
            <a:chOff x="0" y="353532"/>
            <a:chExt cx="2564804" cy="153888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A233970-AE29-81F3-2D00-18F6A530DB80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317392-E006-AADF-CD80-554B7FEBFC30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endParaRPr lang="ar-SA" dirty="0">
                <a:solidFill>
                  <a:srgbClr val="7030A0"/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ACC4634-EE05-AD01-1058-D4160A3A5E89}"/>
              </a:ext>
            </a:extLst>
          </p:cNvPr>
          <p:cNvSpPr txBox="1"/>
          <p:nvPr/>
        </p:nvSpPr>
        <p:spPr>
          <a:xfrm>
            <a:off x="5230295" y="2610595"/>
            <a:ext cx="3356228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indent="0" rtl="1">
              <a:buNone/>
            </a:pPr>
            <a:r>
              <a:rPr lang="ar-SA" sz="2000" dirty="0">
                <a:solidFill>
                  <a:srgbClr val="7030A0"/>
                </a:solidFill>
                <a:effectLst/>
                <a:latin typeface="Helvetica" pitchFamily="2" charset="0"/>
              </a:rPr>
              <a:t>لتكون ميزانيتك سليمة، يجب عليك التأكد من أن المبلغ الذي تدخله يكون بعد خصم الضرائب والمساهمات </a:t>
            </a:r>
            <a:br>
              <a:rPr lang="ar-SA" sz="2000" dirty="0">
                <a:solidFill>
                  <a:srgbClr val="7030A0"/>
                </a:solidFill>
                <a:effectLst/>
                <a:latin typeface="Helvetica" pitchFamily="2" charset="0"/>
              </a:rPr>
            </a:br>
            <a:r>
              <a:rPr lang="ar-SA" sz="2000" dirty="0">
                <a:solidFill>
                  <a:srgbClr val="7030A0"/>
                </a:solidFill>
                <a:effectLst/>
                <a:latin typeface="Helvetica" pitchFamily="2" charset="0"/>
              </a:rPr>
              <a:t>في الضمان الاجتماعي.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F4FD41D-02EB-9FDE-AE05-6B47D20D1FC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0745555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481DF-8FD1-276C-CB99-51F54A1D6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39829"/>
            <a:ext cx="8229600" cy="936104"/>
          </a:xfrm>
        </p:spPr>
        <p:txBody>
          <a:bodyPr rtlCol="1"/>
          <a:lstStyle/>
          <a:p>
            <a:pPr rtl="1"/>
            <a:r>
              <a:rPr lang="ar" sz="3200" dirty="0">
                <a:solidFill>
                  <a:schemeClr val="tx2"/>
                </a:solidFill>
                <a:effectLst/>
              </a:rPr>
              <a:t>ب-1 إعداد ميزانية شخصية </a:t>
            </a:r>
            <a:r>
              <a:rPr lang="ar" sz="3200" dirty="0">
                <a:effectLst/>
              </a:rPr>
              <a:t>(5)</a:t>
            </a:r>
            <a:endParaRPr lang="ar" sz="32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7CA44EE-7E0D-E88C-5936-81E2D0D1A08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53352766"/>
              </p:ext>
            </p:extLst>
          </p:nvPr>
        </p:nvGraphicFramePr>
        <p:xfrm>
          <a:off x="1979712" y="2204864"/>
          <a:ext cx="6264696" cy="42401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264696">
                  <a:extLst>
                    <a:ext uri="{9D8B030D-6E8A-4147-A177-3AD203B41FA5}">
                      <a16:colId xmlns:a16="http://schemas.microsoft.com/office/drawing/2014/main" val="2639435945"/>
                    </a:ext>
                  </a:extLst>
                </a:gridCol>
              </a:tblGrid>
              <a:tr h="418970">
                <a:tc>
                  <a:txBody>
                    <a:bodyPr/>
                    <a:lstStyle/>
                    <a:p>
                      <a:pPr rtl="1">
                        <a:lnSpc>
                          <a:spcPct val="150000"/>
                        </a:lnSpc>
                        <a:spcBef>
                          <a:spcPts val="140"/>
                        </a:spcBef>
                      </a:pPr>
                      <a:r>
                        <a:rPr lang="ar" sz="1400" b="1">
                          <a:solidFill>
                            <a:srgbClr val="7030A0"/>
                          </a:solidFill>
                          <a:effectLst/>
                        </a:rPr>
                        <a:t>الدخل</a:t>
                      </a:r>
                      <a:endParaRPr lang="en-GB" sz="1100" b="0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929648"/>
                  </a:ext>
                </a:extLst>
              </a:tr>
              <a:tr h="883858">
                <a:tc>
                  <a:txBody>
                    <a:bodyPr/>
                    <a:lstStyle/>
                    <a:p>
                      <a:pPr marL="171450" indent="-171450" rtl="1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endParaRPr lang="en-GB" sz="1600" b="0" dirty="0">
                        <a:solidFill>
                          <a:srgbClr val="7030A0"/>
                        </a:solidFill>
                        <a:effectLst/>
                      </a:endParaRPr>
                    </a:p>
                    <a:p>
                      <a:pPr marL="171450" indent="-171450" rtl="1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ar" sz="1600" b="0" dirty="0">
                          <a:solidFill>
                            <a:srgbClr val="7030A0"/>
                          </a:solidFill>
                          <a:effectLst/>
                        </a:rPr>
                        <a:t>الرواتب الأسبوعية ودفعات الساعات الإضافية أو الرواتب الشهرية</a:t>
                      </a:r>
                      <a:endParaRPr lang="en-GB" sz="1400" b="0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4267428"/>
                  </a:ext>
                </a:extLst>
              </a:tr>
              <a:tr h="2937348">
                <a:tc>
                  <a:txBody>
                    <a:bodyPr/>
                    <a:lstStyle/>
                    <a:p>
                      <a:pPr marL="171450" indent="-171450" rtl="1">
                        <a:lnSpc>
                          <a:spcPct val="150000"/>
                        </a:lnSpc>
                        <a:spcBef>
                          <a:spcPts val="14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ar" sz="1600" b="0" dirty="0">
                          <a:solidFill>
                            <a:srgbClr val="7030A0"/>
                          </a:solidFill>
                          <a:effectLst/>
                        </a:rPr>
                        <a:t>نصائح</a:t>
                      </a:r>
                    </a:p>
                    <a:p>
                      <a:pPr marL="171450" indent="-171450" rtl="1">
                        <a:lnSpc>
                          <a:spcPct val="150000"/>
                        </a:lnSpc>
                        <a:spcBef>
                          <a:spcPts val="14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ar" sz="1600" b="0" dirty="0">
                          <a:solidFill>
                            <a:srgbClr val="7030A0"/>
                          </a:solidFill>
                          <a:effectLst/>
                        </a:rPr>
                        <a:t>الرسوم</a:t>
                      </a:r>
                    </a:p>
                    <a:p>
                      <a:pPr marL="171450" indent="-171450" rtl="1">
                        <a:lnSpc>
                          <a:spcPct val="150000"/>
                        </a:lnSpc>
                        <a:spcBef>
                          <a:spcPts val="14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ar" sz="1600" b="0" dirty="0">
                          <a:solidFill>
                            <a:srgbClr val="7030A0"/>
                          </a:solidFill>
                          <a:effectLst/>
                        </a:rPr>
                        <a:t>المكافآت والعمولات</a:t>
                      </a:r>
                    </a:p>
                    <a:p>
                      <a:pPr marL="171450" indent="-171450" rtl="1">
                        <a:lnSpc>
                          <a:spcPct val="150000"/>
                        </a:lnSpc>
                        <a:spcBef>
                          <a:spcPts val="14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ar" sz="1600" b="0" dirty="0">
                          <a:solidFill>
                            <a:srgbClr val="7030A0"/>
                          </a:solidFill>
                          <a:effectLst/>
                        </a:rPr>
                        <a:t>البدلات</a:t>
                      </a:r>
                    </a:p>
                    <a:p>
                      <a:pPr marL="171450" indent="-171450" rtl="1">
                        <a:lnSpc>
                          <a:spcPct val="150000"/>
                        </a:lnSpc>
                        <a:spcBef>
                          <a:spcPts val="14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ar" sz="1600" b="0" dirty="0">
                          <a:solidFill>
                            <a:srgbClr val="7030A0"/>
                          </a:solidFill>
                          <a:effectLst/>
                        </a:rPr>
                        <a:t>الإعانات والمنح الحكومية</a:t>
                      </a:r>
                    </a:p>
                    <a:p>
                      <a:pPr marL="171450" indent="-171450" rtl="1">
                        <a:lnSpc>
                          <a:spcPct val="150000"/>
                        </a:lnSpc>
                        <a:spcBef>
                          <a:spcPts val="14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ar" sz="1600" b="0" dirty="0">
                          <a:solidFill>
                            <a:srgbClr val="7030A0"/>
                          </a:solidFill>
                          <a:effectLst/>
                        </a:rPr>
                        <a:t>الفوائد على المدخرات والاستثمارات</a:t>
                      </a:r>
                    </a:p>
                    <a:p>
                      <a:pPr marL="171450" indent="-171450" rtl="1">
                        <a:lnSpc>
                          <a:spcPct val="150000"/>
                        </a:lnSpc>
                        <a:spcBef>
                          <a:spcPts val="14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ar" sz="1600" b="0" dirty="0">
                          <a:solidFill>
                            <a:srgbClr val="7030A0"/>
                          </a:solidFill>
                          <a:effectLst/>
                        </a:rPr>
                        <a:t>الهبات والميراث</a:t>
                      </a:r>
                      <a:endParaRPr lang="en-GB" sz="1400" b="0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166078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AA7A72B-D1E8-0D84-9667-641FEBAA2743}"/>
              </a:ext>
            </a:extLst>
          </p:cNvPr>
          <p:cNvSpPr txBox="1"/>
          <p:nvPr/>
        </p:nvSpPr>
        <p:spPr>
          <a:xfrm>
            <a:off x="477005" y="1691267"/>
            <a:ext cx="727280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dirty="0"/>
              <a:t>مصادر الدخل متنوعة.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AA7A2B-963F-1774-EA3F-305DCBC0F85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21022885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481DF-8FD1-276C-CB99-51F54A1D6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39829"/>
            <a:ext cx="8229600" cy="936104"/>
          </a:xfrm>
        </p:spPr>
        <p:txBody>
          <a:bodyPr rtlCol="1"/>
          <a:lstStyle/>
          <a:p>
            <a:pPr rtl="1"/>
            <a:r>
              <a:rPr lang="ar" sz="3200" dirty="0">
                <a:solidFill>
                  <a:schemeClr val="tx2"/>
                </a:solidFill>
                <a:effectLst/>
              </a:rPr>
              <a:t>ب-1 إعداد ميزانية شخصية </a:t>
            </a:r>
            <a:r>
              <a:rPr lang="ar" sz="3200" dirty="0">
                <a:effectLst/>
              </a:rPr>
              <a:t>(6)</a:t>
            </a:r>
            <a:endParaRPr lang="ar" sz="32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7CA44EE-7E0D-E88C-5936-81E2D0D1A08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18987797"/>
              </p:ext>
            </p:extLst>
          </p:nvPr>
        </p:nvGraphicFramePr>
        <p:xfrm>
          <a:off x="4387485" y="1767219"/>
          <a:ext cx="4248472" cy="45282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48472">
                  <a:extLst>
                    <a:ext uri="{9D8B030D-6E8A-4147-A177-3AD203B41FA5}">
                      <a16:colId xmlns:a16="http://schemas.microsoft.com/office/drawing/2014/main" val="2463377454"/>
                    </a:ext>
                  </a:extLst>
                </a:gridCol>
              </a:tblGrid>
              <a:tr h="347666">
                <a:tc>
                  <a:txBody>
                    <a:bodyPr/>
                    <a:lstStyle/>
                    <a:p>
                      <a:pPr rtl="1">
                        <a:lnSpc>
                          <a:spcPct val="150000"/>
                        </a:lnSpc>
                        <a:spcBef>
                          <a:spcPts val="140"/>
                        </a:spcBef>
                      </a:pPr>
                      <a:r>
                        <a:rPr lang="ar" sz="1400">
                          <a:solidFill>
                            <a:schemeClr val="tx1"/>
                          </a:solidFill>
                          <a:effectLst/>
                        </a:rPr>
                        <a:t>النفقات</a:t>
                      </a:r>
                      <a:endParaRPr lang="en-GB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929648"/>
                  </a:ext>
                </a:extLst>
              </a:tr>
              <a:tr h="645022">
                <a:tc>
                  <a:txBody>
                    <a:bodyPr/>
                    <a:lstStyle/>
                    <a:p>
                      <a:pPr marL="171450" indent="-171450" rtl="1">
                        <a:lnSpc>
                          <a:spcPct val="150000"/>
                        </a:lnSpc>
                        <a:spcBef>
                          <a:spcPts val="140"/>
                        </a:spcBef>
                        <a:buFont typeface="Arial" panose="020B0604020202020204" pitchFamily="34" charset="0"/>
                        <a:buChar char="•"/>
                      </a:pPr>
                      <a:endParaRPr lang="en-GB" sz="1400" b="0" dirty="0">
                        <a:solidFill>
                          <a:srgbClr val="7030A0"/>
                        </a:solidFill>
                        <a:effectLst/>
                      </a:endParaRPr>
                    </a:p>
                    <a:p>
                      <a:pPr marL="171450" indent="-171450" rtl="1">
                        <a:lnSpc>
                          <a:spcPct val="150000"/>
                        </a:lnSpc>
                        <a:spcBef>
                          <a:spcPts val="14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ar" sz="1400" b="0">
                          <a:solidFill>
                            <a:srgbClr val="7030A0"/>
                          </a:solidFill>
                          <a:effectLst/>
                        </a:rPr>
                        <a:t>الإقامة</a:t>
                      </a:r>
                      <a:endParaRPr lang="en-GB" sz="1200" b="0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4267428"/>
                  </a:ext>
                </a:extLst>
              </a:tr>
              <a:tr h="294627">
                <a:tc>
                  <a:txBody>
                    <a:bodyPr/>
                    <a:lstStyle/>
                    <a:p>
                      <a:pPr marL="171450" indent="-171450" rtl="1">
                        <a:lnSpc>
                          <a:spcPct val="150000"/>
                        </a:lnSpc>
                        <a:spcBef>
                          <a:spcPts val="14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ar" sz="1400" b="0">
                          <a:solidFill>
                            <a:srgbClr val="7030A0"/>
                          </a:solidFill>
                          <a:effectLst/>
                        </a:rPr>
                        <a:t>نفقات المنزل (المنافع الخدمية)</a:t>
                      </a:r>
                      <a:endParaRPr lang="en-GB" sz="1200" b="0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1660784"/>
                  </a:ext>
                </a:extLst>
              </a:tr>
              <a:tr h="294627">
                <a:tc>
                  <a:txBody>
                    <a:bodyPr/>
                    <a:lstStyle/>
                    <a:p>
                      <a:pPr marL="171450" indent="-171450" rtl="1">
                        <a:lnSpc>
                          <a:spcPct val="150000"/>
                        </a:lnSpc>
                        <a:spcBef>
                          <a:spcPts val="14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ar" sz="1400" b="0">
                          <a:solidFill>
                            <a:srgbClr val="7030A0"/>
                          </a:solidFill>
                          <a:effectLst/>
                        </a:rPr>
                        <a:t>السفر ونفقاته</a:t>
                      </a:r>
                      <a:endParaRPr lang="en-GB" sz="1200" b="0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7749917"/>
                  </a:ext>
                </a:extLst>
              </a:tr>
              <a:tr h="294627">
                <a:tc>
                  <a:txBody>
                    <a:bodyPr/>
                    <a:lstStyle/>
                    <a:p>
                      <a:pPr marL="171450" indent="-171450" rtl="1">
                        <a:lnSpc>
                          <a:spcPct val="150000"/>
                        </a:lnSpc>
                        <a:spcBef>
                          <a:spcPts val="14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ar" sz="1400" b="0">
                          <a:solidFill>
                            <a:srgbClr val="7030A0"/>
                          </a:solidFill>
                          <a:effectLst/>
                        </a:rPr>
                        <a:t>الطعام في المنزل أو في الخارج</a:t>
                      </a:r>
                      <a:endParaRPr lang="en-GB" sz="1200" b="0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1361030"/>
                  </a:ext>
                </a:extLst>
              </a:tr>
              <a:tr h="294627">
                <a:tc>
                  <a:txBody>
                    <a:bodyPr/>
                    <a:lstStyle/>
                    <a:p>
                      <a:pPr marL="171450" indent="-171450" rtl="1">
                        <a:lnSpc>
                          <a:spcPct val="150000"/>
                        </a:lnSpc>
                        <a:spcBef>
                          <a:spcPts val="14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ar" sz="1400" b="0">
                          <a:solidFill>
                            <a:srgbClr val="7030A0"/>
                          </a:solidFill>
                          <a:effectLst/>
                        </a:rPr>
                        <a:t>الملابس</a:t>
                      </a:r>
                      <a:endParaRPr lang="en-GB" sz="1200" b="0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2413962"/>
                  </a:ext>
                </a:extLst>
              </a:tr>
              <a:tr h="294627">
                <a:tc>
                  <a:txBody>
                    <a:bodyPr/>
                    <a:lstStyle/>
                    <a:p>
                      <a:pPr marL="171450" indent="-171450" rtl="1">
                        <a:lnSpc>
                          <a:spcPct val="150000"/>
                        </a:lnSpc>
                        <a:spcBef>
                          <a:spcPts val="14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ar" sz="1400" b="0">
                          <a:solidFill>
                            <a:srgbClr val="7030A0"/>
                          </a:solidFill>
                          <a:effectLst/>
                        </a:rPr>
                        <a:t>الاتصالات (الهاتف الأرضي، الجوال، الإنترنت)</a:t>
                      </a:r>
                      <a:endParaRPr lang="en-GB" sz="1200" b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810847"/>
                  </a:ext>
                </a:extLst>
              </a:tr>
              <a:tr h="294627">
                <a:tc>
                  <a:txBody>
                    <a:bodyPr/>
                    <a:lstStyle/>
                    <a:p>
                      <a:pPr marL="171450" indent="-171450" rtl="1">
                        <a:lnSpc>
                          <a:spcPct val="150000"/>
                        </a:lnSpc>
                        <a:spcBef>
                          <a:spcPts val="14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ar" sz="1400" b="0">
                          <a:solidFill>
                            <a:srgbClr val="7030A0"/>
                          </a:solidFill>
                          <a:effectLst/>
                        </a:rPr>
                        <a:t>الأنشطة الترفيهية والهوايات</a:t>
                      </a:r>
                      <a:endParaRPr lang="en-GB" sz="1200" b="0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8513694"/>
                  </a:ext>
                </a:extLst>
              </a:tr>
              <a:tr h="294627">
                <a:tc>
                  <a:txBody>
                    <a:bodyPr/>
                    <a:lstStyle/>
                    <a:p>
                      <a:pPr marL="171450" indent="-171450" rtl="1">
                        <a:lnSpc>
                          <a:spcPct val="150000"/>
                        </a:lnSpc>
                        <a:spcBef>
                          <a:spcPts val="14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ar" sz="1400" b="0">
                          <a:solidFill>
                            <a:srgbClr val="7030A0"/>
                          </a:solidFill>
                          <a:effectLst/>
                        </a:rPr>
                        <a:t>التأمين</a:t>
                      </a:r>
                      <a:endParaRPr lang="en-GB" sz="1200" b="0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5900985"/>
                  </a:ext>
                </a:extLst>
              </a:tr>
              <a:tr h="294627">
                <a:tc>
                  <a:txBody>
                    <a:bodyPr/>
                    <a:lstStyle/>
                    <a:p>
                      <a:pPr marL="171450" indent="-171450" rtl="1">
                        <a:lnSpc>
                          <a:spcPct val="150000"/>
                        </a:lnSpc>
                        <a:spcBef>
                          <a:spcPts val="14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ar" sz="1400" b="0">
                          <a:solidFill>
                            <a:srgbClr val="7030A0"/>
                          </a:solidFill>
                          <a:effectLst/>
                        </a:rPr>
                        <a:t>الادخار</a:t>
                      </a:r>
                      <a:endParaRPr lang="en-GB" sz="1200" b="0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2654045"/>
                  </a:ext>
                </a:extLst>
              </a:tr>
              <a:tr h="294627">
                <a:tc>
                  <a:txBody>
                    <a:bodyPr/>
                    <a:lstStyle/>
                    <a:p>
                      <a:pPr marL="171450" indent="-171450" rtl="1">
                        <a:lnSpc>
                          <a:spcPct val="150000"/>
                        </a:lnSpc>
                        <a:spcBef>
                          <a:spcPts val="14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ar" sz="1400" b="0">
                          <a:solidFill>
                            <a:srgbClr val="7030A0"/>
                          </a:solidFill>
                          <a:effectLst/>
                        </a:rPr>
                        <a:t>المناسبات الخاصة</a:t>
                      </a:r>
                      <a:endParaRPr lang="en-GB" sz="1200" b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2696212"/>
                  </a:ext>
                </a:extLst>
              </a:tr>
              <a:tr h="294627">
                <a:tc>
                  <a:txBody>
                    <a:bodyPr/>
                    <a:lstStyle/>
                    <a:p>
                      <a:pPr marL="171450" indent="-171450" rtl="1">
                        <a:lnSpc>
                          <a:spcPct val="150000"/>
                        </a:lnSpc>
                        <a:spcBef>
                          <a:spcPts val="14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ar" sz="1400" b="0">
                          <a:solidFill>
                            <a:srgbClr val="7030A0"/>
                          </a:solidFill>
                          <a:effectLst/>
                        </a:rPr>
                        <a:t>أقساط بطاقات الائتمان أو دفعات القروض</a:t>
                      </a:r>
                      <a:endParaRPr lang="en-GB" sz="1200" b="0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2321562"/>
                  </a:ext>
                </a:extLst>
              </a:tr>
              <a:tr h="294627">
                <a:tc>
                  <a:txBody>
                    <a:bodyPr/>
                    <a:lstStyle/>
                    <a:p>
                      <a:pPr marL="171450" indent="-171450" rtl="1">
                        <a:lnSpc>
                          <a:spcPct val="150000"/>
                        </a:lnSpc>
                        <a:spcBef>
                          <a:spcPts val="14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ar" sz="1400" b="0">
                          <a:solidFill>
                            <a:srgbClr val="7030A0"/>
                          </a:solidFill>
                          <a:effectLst/>
                        </a:rPr>
                        <a:t>شراء الهدايا للآخرين ودفع التبرعات للجمعيات الخيرية</a:t>
                      </a:r>
                      <a:endParaRPr lang="en-GB" sz="1200" b="0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7908406"/>
                  </a:ext>
                </a:extLst>
              </a:tr>
              <a:tr h="294627">
                <a:tc>
                  <a:txBody>
                    <a:bodyPr/>
                    <a:lstStyle/>
                    <a:p>
                      <a:pPr marL="171450" indent="-171450" rtl="1">
                        <a:lnSpc>
                          <a:spcPct val="150000"/>
                        </a:lnSpc>
                        <a:spcBef>
                          <a:spcPts val="14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ar" sz="1400" b="0">
                          <a:solidFill>
                            <a:srgbClr val="7030A0"/>
                          </a:solidFill>
                          <a:effectLst/>
                        </a:rPr>
                        <a:t>مدفوعات الطوارئ</a:t>
                      </a:r>
                      <a:endParaRPr lang="en-GB" sz="1200" b="0" dirty="0">
                        <a:solidFill>
                          <a:srgbClr val="7030A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605499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AA7A72B-D1E8-0D84-9667-641FEBAA2743}"/>
              </a:ext>
            </a:extLst>
          </p:cNvPr>
          <p:cNvSpPr txBox="1"/>
          <p:nvPr/>
        </p:nvSpPr>
        <p:spPr>
          <a:xfrm>
            <a:off x="31932" y="2135095"/>
            <a:ext cx="375476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dirty="0"/>
              <a:t>أبواب الإنفاق متعددة.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5C29D7B-AB95-FAC0-F076-57995F28E256}"/>
              </a:ext>
            </a:extLst>
          </p:cNvPr>
          <p:cNvGrpSpPr/>
          <p:nvPr/>
        </p:nvGrpSpPr>
        <p:grpSpPr>
          <a:xfrm>
            <a:off x="611560" y="4333250"/>
            <a:ext cx="3152345" cy="1863870"/>
            <a:chOff x="0" y="353532"/>
            <a:chExt cx="2564804" cy="153888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371CA6-9447-4A22-3832-C326F7DD5603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718A0C-BCE1-A7F6-79FE-EE44B90A4D30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" dirty="0">
                  <a:solidFill>
                    <a:srgbClr val="7030A0"/>
                  </a:solidFill>
                </a:rPr>
                <a:t>كم من بنود النفقات هذه لديك؟</a:t>
              </a:r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12DBD-72AA-74B7-1532-38E00489385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61239850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4E9C0-5521-2F30-EEE1-39E7C7A80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793452"/>
          </a:xfrm>
        </p:spPr>
        <p:txBody>
          <a:bodyPr rtlCol="1"/>
          <a:lstStyle/>
          <a:p>
            <a:pPr rtl="1"/>
            <a:r>
              <a:rPr lang="ar-SA" sz="4000" dirty="0">
                <a:solidFill>
                  <a:schemeClr val="tx2"/>
                </a:solidFill>
                <a:effectLst/>
              </a:rPr>
              <a:t>ب-1 إعداد ميزانية شخصية </a:t>
            </a:r>
            <a:r>
              <a:rPr lang="ar-SA" sz="4000" dirty="0">
                <a:effectLst/>
              </a:rPr>
              <a:t>(5)</a:t>
            </a:r>
            <a:endParaRPr lang="ar-SA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A0BBED2-88FA-76C4-BD11-A4A11149823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16357781"/>
              </p:ext>
            </p:extLst>
          </p:nvPr>
        </p:nvGraphicFramePr>
        <p:xfrm>
          <a:off x="3682474" y="2132856"/>
          <a:ext cx="4849966" cy="3609981"/>
        </p:xfrm>
        <a:graphic>
          <a:graphicData uri="http://schemas.openxmlformats.org/drawingml/2006/table">
            <a:tbl>
              <a:tblPr rtl="1">
                <a:tableStyleId>{16D9F66E-5EB9-4882-86FB-DCBF35E3C3E4}</a:tableStyleId>
              </a:tblPr>
              <a:tblGrid>
                <a:gridCol w="1595876">
                  <a:extLst>
                    <a:ext uri="{9D8B030D-6E8A-4147-A177-3AD203B41FA5}">
                      <a16:colId xmlns:a16="http://schemas.microsoft.com/office/drawing/2014/main" val="3782748578"/>
                    </a:ext>
                  </a:extLst>
                </a:gridCol>
                <a:gridCol w="650818">
                  <a:extLst>
                    <a:ext uri="{9D8B030D-6E8A-4147-A177-3AD203B41FA5}">
                      <a16:colId xmlns:a16="http://schemas.microsoft.com/office/drawing/2014/main" val="104402109"/>
                    </a:ext>
                  </a:extLst>
                </a:gridCol>
                <a:gridCol w="650818">
                  <a:extLst>
                    <a:ext uri="{9D8B030D-6E8A-4147-A177-3AD203B41FA5}">
                      <a16:colId xmlns:a16="http://schemas.microsoft.com/office/drawing/2014/main" val="910345934"/>
                    </a:ext>
                  </a:extLst>
                </a:gridCol>
                <a:gridCol w="650818">
                  <a:extLst>
                    <a:ext uri="{9D8B030D-6E8A-4147-A177-3AD203B41FA5}">
                      <a16:colId xmlns:a16="http://schemas.microsoft.com/office/drawing/2014/main" val="1434334735"/>
                    </a:ext>
                  </a:extLst>
                </a:gridCol>
                <a:gridCol w="650818">
                  <a:extLst>
                    <a:ext uri="{9D8B030D-6E8A-4147-A177-3AD203B41FA5}">
                      <a16:colId xmlns:a16="http://schemas.microsoft.com/office/drawing/2014/main" val="368920377"/>
                    </a:ext>
                  </a:extLst>
                </a:gridCol>
                <a:gridCol w="650818">
                  <a:extLst>
                    <a:ext uri="{9D8B030D-6E8A-4147-A177-3AD203B41FA5}">
                      <a16:colId xmlns:a16="http://schemas.microsoft.com/office/drawing/2014/main" val="1581369743"/>
                    </a:ext>
                  </a:extLst>
                </a:gridCol>
              </a:tblGrid>
              <a:tr h="189999"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100" b="0" u="none" strike="noStrike">
                          <a:effectLst/>
                        </a:rPr>
                        <a:t> 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" sz="1100" b="1" u="none" strike="noStrike">
                          <a:effectLst/>
                        </a:rPr>
                        <a:t>يناير $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" sz="1100" b="1" u="none" strike="noStrike">
                          <a:effectLst/>
                        </a:rPr>
                        <a:t>فبراير $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" sz="1100" b="1" u="none" strike="noStrike">
                          <a:effectLst/>
                        </a:rPr>
                        <a:t>مارس $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" sz="1100" b="1" u="none" strike="noStrike" dirty="0">
                          <a:effectLst/>
                        </a:rPr>
                        <a:t>أبريل $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" sz="1100" b="1" u="none" strike="noStrike">
                          <a:effectLst/>
                        </a:rPr>
                        <a:t>مايو $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extLst>
                  <a:ext uri="{0D108BD9-81ED-4DB2-BD59-A6C34878D82A}">
                    <a16:rowId xmlns:a16="http://schemas.microsoft.com/office/drawing/2014/main" val="1405167635"/>
                  </a:ext>
                </a:extLst>
              </a:tr>
              <a:tr h="189999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b="1" u="none" strike="noStrike" dirty="0">
                          <a:effectLst/>
                        </a:rPr>
                        <a:t>الرصيد الافتتاحي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extLst>
                  <a:ext uri="{0D108BD9-81ED-4DB2-BD59-A6C34878D82A}">
                    <a16:rowId xmlns:a16="http://schemas.microsoft.com/office/drawing/2014/main" val="2321463230"/>
                  </a:ext>
                </a:extLst>
              </a:tr>
              <a:tr h="189999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b="1" u="none" strike="noStrike">
                          <a:effectLst/>
                        </a:rPr>
                        <a:t>الدخل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extLst>
                  <a:ext uri="{0D108BD9-81ED-4DB2-BD59-A6C34878D82A}">
                    <a16:rowId xmlns:a16="http://schemas.microsoft.com/office/drawing/2014/main" val="1307058633"/>
                  </a:ext>
                </a:extLst>
              </a:tr>
              <a:tr h="189999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b="0" u="none" strike="noStrike" dirty="0">
                          <a:effectLst/>
                        </a:rPr>
                        <a:t>الراتب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extLst>
                  <a:ext uri="{0D108BD9-81ED-4DB2-BD59-A6C34878D82A}">
                    <a16:rowId xmlns:a16="http://schemas.microsoft.com/office/drawing/2014/main" val="4153855835"/>
                  </a:ext>
                </a:extLst>
              </a:tr>
              <a:tr h="189999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b="0" u="none" strike="noStrike">
                          <a:effectLst/>
                        </a:rPr>
                        <a:t>المكافأة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extLst>
                  <a:ext uri="{0D108BD9-81ED-4DB2-BD59-A6C34878D82A}">
                    <a16:rowId xmlns:a16="http://schemas.microsoft.com/office/drawing/2014/main" val="3010533742"/>
                  </a:ext>
                </a:extLst>
              </a:tr>
              <a:tr h="189999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b="0" u="none" strike="noStrike">
                          <a:effectLst/>
                        </a:rPr>
                        <a:t>عطايا الوالدين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 dirty="0">
                          <a:effectLst/>
                        </a:rPr>
                        <a:t> 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extLst>
                  <a:ext uri="{0D108BD9-81ED-4DB2-BD59-A6C34878D82A}">
                    <a16:rowId xmlns:a16="http://schemas.microsoft.com/office/drawing/2014/main" val="850848495"/>
                  </a:ext>
                </a:extLst>
              </a:tr>
              <a:tr h="189999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b="0" u="none" strike="noStrike" dirty="0">
                          <a:effectLst/>
                        </a:rPr>
                        <a:t>الدخل الإجمالي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extLst>
                  <a:ext uri="{0D108BD9-81ED-4DB2-BD59-A6C34878D82A}">
                    <a16:rowId xmlns:a16="http://schemas.microsoft.com/office/drawing/2014/main" val="3860093785"/>
                  </a:ext>
                </a:extLst>
              </a:tr>
              <a:tr h="189999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b="1" u="none" strike="noStrike">
                          <a:effectLst/>
                        </a:rPr>
                        <a:t>النفقات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extLst>
                  <a:ext uri="{0D108BD9-81ED-4DB2-BD59-A6C34878D82A}">
                    <a16:rowId xmlns:a16="http://schemas.microsoft.com/office/drawing/2014/main" val="1747232757"/>
                  </a:ext>
                </a:extLst>
              </a:tr>
              <a:tr h="189999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100" b="0" u="none" strike="noStrike" dirty="0">
                          <a:effectLst/>
                        </a:rPr>
                        <a:t>الإيجار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extLst>
                  <a:ext uri="{0D108BD9-81ED-4DB2-BD59-A6C34878D82A}">
                    <a16:rowId xmlns:a16="http://schemas.microsoft.com/office/drawing/2014/main" val="2394655688"/>
                  </a:ext>
                </a:extLst>
              </a:tr>
              <a:tr h="189999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100" b="0" u="none" strike="noStrike">
                          <a:effectLst/>
                        </a:rPr>
                        <a:t>فواتير المنافع الخدمية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extLst>
                  <a:ext uri="{0D108BD9-81ED-4DB2-BD59-A6C34878D82A}">
                    <a16:rowId xmlns:a16="http://schemas.microsoft.com/office/drawing/2014/main" val="4288111026"/>
                  </a:ext>
                </a:extLst>
              </a:tr>
              <a:tr h="189999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100" b="0" u="none" strike="noStrike" dirty="0">
                          <a:effectLst/>
                        </a:rPr>
                        <a:t>فاتورة الإنترنت 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extLst>
                  <a:ext uri="{0D108BD9-81ED-4DB2-BD59-A6C34878D82A}">
                    <a16:rowId xmlns:a16="http://schemas.microsoft.com/office/drawing/2014/main" val="3905286525"/>
                  </a:ext>
                </a:extLst>
              </a:tr>
              <a:tr h="189999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100" b="0" u="none" strike="noStrike">
                          <a:effectLst/>
                        </a:rPr>
                        <a:t>عقد الهاتف الجوال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extLst>
                  <a:ext uri="{0D108BD9-81ED-4DB2-BD59-A6C34878D82A}">
                    <a16:rowId xmlns:a16="http://schemas.microsoft.com/office/drawing/2014/main" val="2824667318"/>
                  </a:ext>
                </a:extLst>
              </a:tr>
              <a:tr h="189999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100" b="0" u="none" strike="noStrike" dirty="0">
                          <a:effectLst/>
                        </a:rPr>
                        <a:t>التأمين بأنواعه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extLst>
                  <a:ext uri="{0D108BD9-81ED-4DB2-BD59-A6C34878D82A}">
                    <a16:rowId xmlns:a16="http://schemas.microsoft.com/office/drawing/2014/main" val="2296538411"/>
                  </a:ext>
                </a:extLst>
              </a:tr>
              <a:tr h="189999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100" b="0" u="none" strike="noStrike">
                          <a:effectLst/>
                        </a:rPr>
                        <a:t>الادخار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extLst>
                  <a:ext uri="{0D108BD9-81ED-4DB2-BD59-A6C34878D82A}">
                    <a16:rowId xmlns:a16="http://schemas.microsoft.com/office/drawing/2014/main" val="3857323905"/>
                  </a:ext>
                </a:extLst>
              </a:tr>
              <a:tr h="189999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100" b="0" u="none" strike="noStrike" dirty="0">
                          <a:effectLst/>
                        </a:rPr>
                        <a:t>المأكل والملبس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extLst>
                  <a:ext uri="{0D108BD9-81ED-4DB2-BD59-A6C34878D82A}">
                    <a16:rowId xmlns:a16="http://schemas.microsoft.com/office/drawing/2014/main" val="1701064921"/>
                  </a:ext>
                </a:extLst>
              </a:tr>
              <a:tr h="189999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100" b="0" u="none" strike="noStrike" dirty="0">
                          <a:effectLst/>
                        </a:rPr>
                        <a:t>الأنشطة الترفيهية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extLst>
                  <a:ext uri="{0D108BD9-81ED-4DB2-BD59-A6C34878D82A}">
                    <a16:rowId xmlns:a16="http://schemas.microsoft.com/office/drawing/2014/main" val="2612298903"/>
                  </a:ext>
                </a:extLst>
              </a:tr>
              <a:tr h="189999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100" b="0" u="none" strike="noStrike" dirty="0">
                          <a:effectLst/>
                        </a:rPr>
                        <a:t>المناسبات الخاصة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extLst>
                  <a:ext uri="{0D108BD9-81ED-4DB2-BD59-A6C34878D82A}">
                    <a16:rowId xmlns:a16="http://schemas.microsoft.com/office/drawing/2014/main" val="874517111"/>
                  </a:ext>
                </a:extLst>
              </a:tr>
              <a:tr h="189999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b="1" u="none" strike="noStrike" dirty="0">
                          <a:effectLst/>
                        </a:rPr>
                        <a:t>إجمالي المصروفات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extLst>
                  <a:ext uri="{0D108BD9-81ED-4DB2-BD59-A6C34878D82A}">
                    <a16:rowId xmlns:a16="http://schemas.microsoft.com/office/drawing/2014/main" val="3078515924"/>
                  </a:ext>
                </a:extLst>
              </a:tr>
              <a:tr h="189999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b="1" u="none" strike="noStrike" dirty="0">
                          <a:effectLst/>
                        </a:rPr>
                        <a:t>الرصيد الختامي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>
                          <a:effectLst/>
                        </a:rPr>
                        <a:t> 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100" u="none" strike="noStrike" dirty="0">
                          <a:effectLst/>
                        </a:rPr>
                        <a:t> 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0" marR="7500" marT="7500" marB="0" anchor="b"/>
                </a:tc>
                <a:extLst>
                  <a:ext uri="{0D108BD9-81ED-4DB2-BD59-A6C34878D82A}">
                    <a16:rowId xmlns:a16="http://schemas.microsoft.com/office/drawing/2014/main" val="8955225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A125E78-2B15-71B3-EED2-E1DBA0A75B25}"/>
              </a:ext>
            </a:extLst>
          </p:cNvPr>
          <p:cNvSpPr txBox="1"/>
          <p:nvPr/>
        </p:nvSpPr>
        <p:spPr>
          <a:xfrm>
            <a:off x="457200" y="2132856"/>
            <a:ext cx="2962672" cy="20313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-SA" dirty="0"/>
              <a:t>العمود الأول في جدول البيانات يظهر </a:t>
            </a:r>
            <a:r>
              <a:rPr lang="ar-SA" b="1" dirty="0"/>
              <a:t>الدخل</a:t>
            </a:r>
            <a:r>
              <a:rPr lang="ar-SA" dirty="0"/>
              <a:t> </a:t>
            </a:r>
            <a:r>
              <a:rPr lang="ar-SA" b="1" dirty="0"/>
              <a:t>والنفقات</a:t>
            </a:r>
            <a:r>
              <a:rPr lang="ar-SA" dirty="0"/>
              <a:t>.</a:t>
            </a:r>
          </a:p>
          <a:p>
            <a:pPr rtl="1"/>
            <a:endParaRPr lang="ar-SA" dirty="0"/>
          </a:p>
          <a:p>
            <a:pPr rtl="1"/>
            <a:r>
              <a:rPr lang="ar-SA" dirty="0"/>
              <a:t>يمكن أن تكون بعض البنود منتظمة (مثل الراتب الشهري أو الإيجار) </a:t>
            </a:r>
            <a:br>
              <a:rPr lang="ar-SA" dirty="0"/>
            </a:br>
            <a:r>
              <a:rPr lang="ar-SA" dirty="0"/>
              <a:t>أو غير منتظمة (مثل عطايا الوالدين </a:t>
            </a:r>
            <a:br>
              <a:rPr lang="ar-SA" dirty="0"/>
            </a:br>
            <a:r>
              <a:rPr lang="ar-SA" dirty="0"/>
              <a:t>أو دفع تكاليف مناسبات خاصة).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3FD3C6-CF50-C182-C1EA-7AFE8B67884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48367503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452" y="1195200"/>
            <a:ext cx="8212348" cy="803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-SA" sz="2400" dirty="0">
                <a:solidFill>
                  <a:schemeClr val="tx2"/>
                </a:solidFill>
                <a:effectLst/>
                <a:latin typeface="Arial"/>
                <a:cs typeface="Arial"/>
              </a:rPr>
              <a:t>ب-2 تحليل الميزانية الشخصية (1)</a:t>
            </a:r>
          </a:p>
        </p:txBody>
      </p:sp>
      <p:sp>
        <p:nvSpPr>
          <p:cNvPr id="34825" name="Content Placeholder 2">
            <a:extLst>
              <a:ext uri="{FF2B5EF4-FFF2-40B4-BE49-F238E27FC236}">
                <a16:creationId xmlns:a16="http://schemas.microsoft.com/office/drawing/2014/main" id="{F4509E1B-4D1D-F641-99EB-25A41C2F6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59313" y="2214274"/>
            <a:ext cx="4027487" cy="4311070"/>
          </a:xfrm>
        </p:spPr>
        <p:txBody>
          <a:bodyPr rtlCol="1"/>
          <a:lstStyle/>
          <a:p>
            <a:pPr rtl="1"/>
            <a:r>
              <a:rPr lang="ar-SA" dirty="0"/>
              <a:t>ابحث عن الأشهر التي تتجاوز </a:t>
            </a:r>
            <a:br>
              <a:rPr lang="ar-SA" dirty="0"/>
            </a:br>
            <a:r>
              <a:rPr lang="ar-SA" dirty="0"/>
              <a:t>فيها النفقات الدخل.</a:t>
            </a:r>
          </a:p>
          <a:p>
            <a:pPr rtl="1"/>
            <a:r>
              <a:rPr lang="ar-SA" dirty="0"/>
              <a:t>انظر إلى الاتجاه في الرصيد الشهري الختامي.</a:t>
            </a:r>
          </a:p>
          <a:p>
            <a:pPr rtl="1"/>
            <a:r>
              <a:rPr lang="ar-SA" dirty="0"/>
              <a:t>انظر إلى بنود النفقات للتأكد من </a:t>
            </a:r>
            <a:br>
              <a:rPr lang="ar-SA" dirty="0"/>
            </a:br>
            <a:r>
              <a:rPr lang="ar-SA" dirty="0"/>
              <a:t>أنها جميعًا ضرورية.</a:t>
            </a:r>
          </a:p>
          <a:p>
            <a:pPr rtl="1"/>
            <a:r>
              <a:rPr lang="ar-SA" dirty="0"/>
              <a:t>ابحث عن أي فوائض للمساعدة </a:t>
            </a:r>
            <a:br>
              <a:rPr lang="ar-SA" dirty="0"/>
            </a:br>
            <a:r>
              <a:rPr lang="ar-SA" dirty="0"/>
              <a:t>في اتخاذ قرارات حول الادخار </a:t>
            </a:r>
            <a:br>
              <a:rPr lang="ar-SA" dirty="0"/>
            </a:br>
            <a:r>
              <a:rPr lang="ar-SA" dirty="0"/>
              <a:t>و/أو الاستثمار.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00B4D09-D574-D5DB-0D0F-7AB4C4E11EB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  <p:pic>
        <p:nvPicPr>
          <p:cNvPr id="3" name="Picture 2" descr="A person and person sitting at a table with papers and a computer">
            <a:extLst>
              <a:ext uri="{FF2B5EF4-FFF2-40B4-BE49-F238E27FC236}">
                <a16:creationId xmlns:a16="http://schemas.microsoft.com/office/drawing/2014/main" id="{B60E94D5-1B28-771B-271E-811DCE0A518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461" y="2780928"/>
            <a:ext cx="3848537" cy="256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3721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2400" dirty="0">
                <a:solidFill>
                  <a:schemeClr val="tx2"/>
                </a:solidFill>
                <a:effectLst/>
                <a:latin typeface="Arial"/>
                <a:cs typeface="Arial"/>
              </a:rPr>
              <a:t>ب-2 تحليل الميزانية الشخصية (2)</a:t>
            </a:r>
            <a:endParaRPr lang="ar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34825" name="Content Placeholder 2">
            <a:extLst>
              <a:ext uri="{FF2B5EF4-FFF2-40B4-BE49-F238E27FC236}">
                <a16:creationId xmlns:a16="http://schemas.microsoft.com/office/drawing/2014/main" id="{F4509E1B-4D1D-F641-99EB-25A41C2F6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1" y="2859768"/>
            <a:ext cx="4027488" cy="3233528"/>
          </a:xfrm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dirty="0"/>
              <a:t>ابحث عن الوقت الأكثر ملاءمة للقيام بمشتريات كبيرة.</a:t>
            </a:r>
          </a:p>
          <a:p>
            <a:pPr rtl="1"/>
            <a:r>
              <a:rPr lang="ar" dirty="0"/>
              <a:t>تأكد من وجود مدخرات كافية لتغطية أي حالات طارئة.</a:t>
            </a:r>
          </a:p>
          <a:p>
            <a:pPr rtl="1"/>
            <a:r>
              <a:rPr lang="ar" dirty="0"/>
              <a:t>فكر في وسائل لزيادة الدخل.</a:t>
            </a:r>
          </a:p>
          <a:p>
            <a:pPr rtl="1"/>
            <a:endParaRPr lang="ar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91FA656-4095-4E53-69F8-47D002DD588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  <p:pic>
        <p:nvPicPr>
          <p:cNvPr id="3" name="Picture 2" descr="A person holding buckets of water">
            <a:extLst>
              <a:ext uri="{FF2B5EF4-FFF2-40B4-BE49-F238E27FC236}">
                <a16:creationId xmlns:a16="http://schemas.microsoft.com/office/drawing/2014/main" id="{5ECC9995-DE52-ADB9-6483-6C901F84EEA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8024" y="2924944"/>
            <a:ext cx="3672173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62797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B6C068C-4CC3-A1D5-EF87-DF8541BF62D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87012029"/>
              </p:ext>
            </p:extLst>
          </p:nvPr>
        </p:nvGraphicFramePr>
        <p:xfrm>
          <a:off x="2516759" y="2348880"/>
          <a:ext cx="6087689" cy="4145476"/>
        </p:xfrm>
        <a:graphic>
          <a:graphicData uri="http://schemas.openxmlformats.org/drawingml/2006/table">
            <a:tbl>
              <a:tblPr rtl="1">
                <a:tableStyleId>{8A107856-5554-42FB-B03E-39F5DBC370BA}</a:tableStyleId>
              </a:tblPr>
              <a:tblGrid>
                <a:gridCol w="1766147">
                  <a:extLst>
                    <a:ext uri="{9D8B030D-6E8A-4147-A177-3AD203B41FA5}">
                      <a16:colId xmlns:a16="http://schemas.microsoft.com/office/drawing/2014/main" val="2210441921"/>
                    </a:ext>
                  </a:extLst>
                </a:gridCol>
                <a:gridCol w="720257">
                  <a:extLst>
                    <a:ext uri="{9D8B030D-6E8A-4147-A177-3AD203B41FA5}">
                      <a16:colId xmlns:a16="http://schemas.microsoft.com/office/drawing/2014/main" val="2826910240"/>
                    </a:ext>
                  </a:extLst>
                </a:gridCol>
                <a:gridCol w="720257">
                  <a:extLst>
                    <a:ext uri="{9D8B030D-6E8A-4147-A177-3AD203B41FA5}">
                      <a16:colId xmlns:a16="http://schemas.microsoft.com/office/drawing/2014/main" val="334517613"/>
                    </a:ext>
                  </a:extLst>
                </a:gridCol>
                <a:gridCol w="720257">
                  <a:extLst>
                    <a:ext uri="{9D8B030D-6E8A-4147-A177-3AD203B41FA5}">
                      <a16:colId xmlns:a16="http://schemas.microsoft.com/office/drawing/2014/main" val="3224105762"/>
                    </a:ext>
                  </a:extLst>
                </a:gridCol>
                <a:gridCol w="720257">
                  <a:extLst>
                    <a:ext uri="{9D8B030D-6E8A-4147-A177-3AD203B41FA5}">
                      <a16:colId xmlns:a16="http://schemas.microsoft.com/office/drawing/2014/main" val="3708842791"/>
                    </a:ext>
                  </a:extLst>
                </a:gridCol>
                <a:gridCol w="720257">
                  <a:extLst>
                    <a:ext uri="{9D8B030D-6E8A-4147-A177-3AD203B41FA5}">
                      <a16:colId xmlns:a16="http://schemas.microsoft.com/office/drawing/2014/main" val="3445272345"/>
                    </a:ext>
                  </a:extLst>
                </a:gridCol>
                <a:gridCol w="720257">
                  <a:extLst>
                    <a:ext uri="{9D8B030D-6E8A-4147-A177-3AD203B41FA5}">
                      <a16:colId xmlns:a16="http://schemas.microsoft.com/office/drawing/2014/main" val="896725667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b="1" u="none" strike="noStrike">
                          <a:effectLst/>
                        </a:rPr>
                        <a:t> 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" sz="1200" b="1" u="none" strike="noStrike">
                          <a:effectLst/>
                        </a:rPr>
                        <a:t>يناير $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" sz="1200" b="1" u="none" strike="noStrike">
                          <a:effectLst/>
                        </a:rPr>
                        <a:t>فبراير $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" sz="1200" b="1" u="none" strike="noStrike">
                          <a:effectLst/>
                        </a:rPr>
                        <a:t>مارس $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" sz="1200" b="1" u="none" strike="noStrike">
                          <a:effectLst/>
                        </a:rPr>
                        <a:t>أبريل $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" sz="1200" b="1" u="none" strike="noStrike">
                          <a:effectLst/>
                        </a:rPr>
                        <a:t>مايو $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" sz="1200" b="1" u="none" strike="noStrike">
                          <a:effectLst/>
                        </a:rPr>
                        <a:t>يونيو $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extLst>
                  <a:ext uri="{0D108BD9-81ED-4DB2-BD59-A6C34878D82A}">
                    <a16:rowId xmlns:a16="http://schemas.microsoft.com/office/drawing/2014/main" val="3106432972"/>
                  </a:ext>
                </a:extLst>
              </a:tr>
              <a:tr h="210302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200" b="1" u="none" strike="noStrike" dirty="0">
                          <a:effectLst/>
                        </a:rPr>
                        <a:t>الرصيد الافتتاحي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 dirty="0">
                          <a:effectLst/>
                        </a:rPr>
                        <a:t>0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solidFill>
                            <a:srgbClr val="FF0000"/>
                          </a:solidFill>
                          <a:effectLst/>
                        </a:rPr>
                        <a:t>-9</a:t>
                      </a:r>
                      <a:endParaRPr lang="en-GB" sz="12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solidFill>
                            <a:srgbClr val="FF0000"/>
                          </a:solidFill>
                          <a:effectLst/>
                        </a:rPr>
                        <a:t>-18</a:t>
                      </a:r>
                      <a:endParaRPr lang="en-GB" sz="12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solidFill>
                            <a:srgbClr val="FF0000"/>
                          </a:solidFill>
                          <a:effectLst/>
                        </a:rPr>
                        <a:t>-18</a:t>
                      </a:r>
                      <a:endParaRPr lang="en-GB" sz="12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73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55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extLst>
                  <a:ext uri="{0D108BD9-81ED-4DB2-BD59-A6C34878D82A}">
                    <a16:rowId xmlns:a16="http://schemas.microsoft.com/office/drawing/2014/main" val="2067534464"/>
                  </a:ext>
                </a:extLst>
              </a:tr>
              <a:tr h="210302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200" b="1" u="none" strike="noStrike" dirty="0">
                          <a:effectLst/>
                        </a:rPr>
                        <a:t>الدخل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 dirty="0">
                          <a:effectLst/>
                        </a:rPr>
                        <a:t> 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 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 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 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 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 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extLst>
                  <a:ext uri="{0D108BD9-81ED-4DB2-BD59-A6C34878D82A}">
                    <a16:rowId xmlns:a16="http://schemas.microsoft.com/office/drawing/2014/main" val="698724927"/>
                  </a:ext>
                </a:extLst>
              </a:tr>
              <a:tr h="210302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200" u="none" strike="noStrike">
                          <a:effectLst/>
                        </a:rPr>
                        <a:t>الراتب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900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900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900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900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900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900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extLst>
                  <a:ext uri="{0D108BD9-81ED-4DB2-BD59-A6C34878D82A}">
                    <a16:rowId xmlns:a16="http://schemas.microsoft.com/office/drawing/2014/main" val="187453104"/>
                  </a:ext>
                </a:extLst>
              </a:tr>
              <a:tr h="210302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200" u="none" strike="noStrike">
                          <a:effectLst/>
                        </a:rPr>
                        <a:t>المكافأة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 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 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18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 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 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18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extLst>
                  <a:ext uri="{0D108BD9-81ED-4DB2-BD59-A6C34878D82A}">
                    <a16:rowId xmlns:a16="http://schemas.microsoft.com/office/drawing/2014/main" val="3207554445"/>
                  </a:ext>
                </a:extLst>
              </a:tr>
              <a:tr h="210302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200" u="none" strike="noStrike" dirty="0">
                          <a:effectLst/>
                        </a:rPr>
                        <a:t>عطايا الوالدين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 dirty="0">
                          <a:effectLst/>
                        </a:rPr>
                        <a:t> 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 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 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100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 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 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extLst>
                  <a:ext uri="{0D108BD9-81ED-4DB2-BD59-A6C34878D82A}">
                    <a16:rowId xmlns:a16="http://schemas.microsoft.com/office/drawing/2014/main" val="594575158"/>
                  </a:ext>
                </a:extLst>
              </a:tr>
              <a:tr h="210302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200" u="none" strike="noStrike">
                          <a:effectLst/>
                        </a:rPr>
                        <a:t>الدخل الإجمالي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900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900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918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1000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900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918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extLst>
                  <a:ext uri="{0D108BD9-81ED-4DB2-BD59-A6C34878D82A}">
                    <a16:rowId xmlns:a16="http://schemas.microsoft.com/office/drawing/2014/main" val="4205990682"/>
                  </a:ext>
                </a:extLst>
              </a:tr>
              <a:tr h="210302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200" b="1" u="none" strike="noStrike">
                          <a:effectLst/>
                        </a:rPr>
                        <a:t>النفقات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 dirty="0">
                          <a:effectLst/>
                        </a:rPr>
                        <a:t> 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 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 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 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 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 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extLst>
                  <a:ext uri="{0D108BD9-81ED-4DB2-BD59-A6C34878D82A}">
                    <a16:rowId xmlns:a16="http://schemas.microsoft.com/office/drawing/2014/main" val="2999191549"/>
                  </a:ext>
                </a:extLst>
              </a:tr>
              <a:tr h="210302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200" u="none" strike="noStrike" dirty="0">
                          <a:effectLst/>
                        </a:rPr>
                        <a:t>الإيجار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1" marR="8301" marT="8301" marB="0" anchor="ctr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270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270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270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270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270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270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extLst>
                  <a:ext uri="{0D108BD9-81ED-4DB2-BD59-A6C34878D82A}">
                    <a16:rowId xmlns:a16="http://schemas.microsoft.com/office/drawing/2014/main" val="4150475158"/>
                  </a:ext>
                </a:extLst>
              </a:tr>
              <a:tr h="210302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200" u="none" strike="noStrike">
                          <a:effectLst/>
                        </a:rPr>
                        <a:t>فواتير المنافع الخدمية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1" marR="8301" marT="8301" marB="0" anchor="ctr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45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54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54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54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54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54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extLst>
                  <a:ext uri="{0D108BD9-81ED-4DB2-BD59-A6C34878D82A}">
                    <a16:rowId xmlns:a16="http://schemas.microsoft.com/office/drawing/2014/main" val="33474727"/>
                  </a:ext>
                </a:extLst>
              </a:tr>
              <a:tr h="210302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200" u="none" strike="noStrike" dirty="0">
                          <a:effectLst/>
                        </a:rPr>
                        <a:t>فاتورة الإنترنت 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1" marR="8301" marT="8301" marB="0" anchor="ctr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18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18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18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18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18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18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extLst>
                  <a:ext uri="{0D108BD9-81ED-4DB2-BD59-A6C34878D82A}">
                    <a16:rowId xmlns:a16="http://schemas.microsoft.com/office/drawing/2014/main" val="1257679390"/>
                  </a:ext>
                </a:extLst>
              </a:tr>
              <a:tr h="210302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200" u="none" strike="noStrike">
                          <a:effectLst/>
                        </a:rPr>
                        <a:t>عقد الهاتف الجوال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1" marR="8301" marT="8301" marB="0" anchor="ctr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18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 dirty="0">
                          <a:effectLst/>
                        </a:rPr>
                        <a:t>18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18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18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18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18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extLst>
                  <a:ext uri="{0D108BD9-81ED-4DB2-BD59-A6C34878D82A}">
                    <a16:rowId xmlns:a16="http://schemas.microsoft.com/office/drawing/2014/main" val="43658142"/>
                  </a:ext>
                </a:extLst>
              </a:tr>
              <a:tr h="210302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200" u="none" strike="noStrike" dirty="0">
                          <a:effectLst/>
                        </a:rPr>
                        <a:t>التأمين بأنواعه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1" marR="8301" marT="8301" marB="0" anchor="ctr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54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54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54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54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54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54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extLst>
                  <a:ext uri="{0D108BD9-81ED-4DB2-BD59-A6C34878D82A}">
                    <a16:rowId xmlns:a16="http://schemas.microsoft.com/office/drawing/2014/main" val="4037354335"/>
                  </a:ext>
                </a:extLst>
              </a:tr>
              <a:tr h="210302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200" u="none" strike="noStrike">
                          <a:effectLst/>
                        </a:rPr>
                        <a:t>الادخار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1" marR="8301" marT="8301" marB="0" anchor="ctr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45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 dirty="0">
                          <a:effectLst/>
                        </a:rPr>
                        <a:t>45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45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45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45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45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extLst>
                  <a:ext uri="{0D108BD9-81ED-4DB2-BD59-A6C34878D82A}">
                    <a16:rowId xmlns:a16="http://schemas.microsoft.com/office/drawing/2014/main" val="3603994331"/>
                  </a:ext>
                </a:extLst>
              </a:tr>
              <a:tr h="210302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200" u="none" strike="noStrike" dirty="0">
                          <a:effectLst/>
                        </a:rPr>
                        <a:t>المأكل والملبس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1" marR="8301" marT="8301" marB="0" anchor="ctr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270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270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270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270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270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270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extLst>
                  <a:ext uri="{0D108BD9-81ED-4DB2-BD59-A6C34878D82A}">
                    <a16:rowId xmlns:a16="http://schemas.microsoft.com/office/drawing/2014/main" val="480589631"/>
                  </a:ext>
                </a:extLst>
              </a:tr>
              <a:tr h="210302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200" u="none" strike="noStrike" dirty="0">
                          <a:effectLst/>
                        </a:rPr>
                        <a:t>الأنشطة الترفيهية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1" marR="8301" marT="8301" marB="0" anchor="ctr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180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 dirty="0">
                          <a:effectLst/>
                        </a:rPr>
                        <a:t>180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180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180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180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180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extLst>
                  <a:ext uri="{0D108BD9-81ED-4DB2-BD59-A6C34878D82A}">
                    <a16:rowId xmlns:a16="http://schemas.microsoft.com/office/drawing/2014/main" val="857292948"/>
                  </a:ext>
                </a:extLst>
              </a:tr>
              <a:tr h="210302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200" u="none" strike="noStrike" dirty="0">
                          <a:effectLst/>
                        </a:rPr>
                        <a:t>المناسبات الخاصة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301" marR="8301" marT="8301" marB="0" anchor="ctr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 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 dirty="0">
                          <a:effectLst/>
                        </a:rPr>
                        <a:t>9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 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 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extLst>
                  <a:ext uri="{0D108BD9-81ED-4DB2-BD59-A6C34878D82A}">
                    <a16:rowId xmlns:a16="http://schemas.microsoft.com/office/drawing/2014/main" val="4067946591"/>
                  </a:ext>
                </a:extLst>
              </a:tr>
              <a:tr h="210302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200" b="1" u="none" strike="noStrike" dirty="0">
                          <a:effectLst/>
                        </a:rPr>
                        <a:t>إجمالي المصروفات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909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909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 dirty="0">
                          <a:effectLst/>
                        </a:rPr>
                        <a:t>918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 dirty="0">
                          <a:effectLst/>
                        </a:rPr>
                        <a:t>909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918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effectLst/>
                        </a:rPr>
                        <a:t>909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extLst>
                  <a:ext uri="{0D108BD9-81ED-4DB2-BD59-A6C34878D82A}">
                    <a16:rowId xmlns:a16="http://schemas.microsoft.com/office/drawing/2014/main" val="1316198468"/>
                  </a:ext>
                </a:extLst>
              </a:tr>
              <a:tr h="210302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200" b="1" u="none" strike="noStrike" dirty="0">
                          <a:effectLst/>
                        </a:rPr>
                        <a:t>الرصيد الختامي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solidFill>
                            <a:srgbClr val="FF0000"/>
                          </a:solidFill>
                          <a:effectLst/>
                        </a:rPr>
                        <a:t>-9</a:t>
                      </a:r>
                      <a:endParaRPr lang="en-GB" sz="12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solidFill>
                            <a:srgbClr val="FF0000"/>
                          </a:solidFill>
                          <a:effectLst/>
                        </a:rPr>
                        <a:t>-18</a:t>
                      </a:r>
                      <a:endParaRPr lang="en-GB" sz="12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>
                          <a:solidFill>
                            <a:srgbClr val="FF0000"/>
                          </a:solidFill>
                          <a:effectLst/>
                        </a:rPr>
                        <a:t>-18</a:t>
                      </a:r>
                      <a:endParaRPr lang="en-GB" sz="12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 dirty="0">
                          <a:effectLst/>
                        </a:rPr>
                        <a:t>73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 dirty="0">
                          <a:effectLst/>
                        </a:rPr>
                        <a:t>55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200" u="none" strike="noStrike" dirty="0">
                          <a:effectLst/>
                        </a:rPr>
                        <a:t>64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01" marR="8301" marT="8301" marB="0" anchor="b"/>
                </a:tc>
                <a:extLst>
                  <a:ext uri="{0D108BD9-81ED-4DB2-BD59-A6C34878D82A}">
                    <a16:rowId xmlns:a16="http://schemas.microsoft.com/office/drawing/2014/main" val="3429713355"/>
                  </a:ext>
                </a:extLst>
              </a:tr>
            </a:tbl>
          </a:graphicData>
        </a:graphic>
      </p:graphicFrame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9675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SA" sz="2400" dirty="0">
                <a:effectLst/>
                <a:latin typeface="Helvetica" pitchFamily="2" charset="0"/>
              </a:rPr>
              <a:t>ب-2 تحليل الميزانية الشخصية </a:t>
            </a:r>
            <a:r>
              <a:rPr lang="ar-SA" sz="2400" dirty="0">
                <a:effectLst/>
              </a:rPr>
              <a:t>(2)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E2038C-B4A3-919F-3EC7-FF1CCDA79104}"/>
              </a:ext>
            </a:extLst>
          </p:cNvPr>
          <p:cNvSpPr txBox="1"/>
          <p:nvPr/>
        </p:nvSpPr>
        <p:spPr>
          <a:xfrm>
            <a:off x="2699792" y="1844452"/>
            <a:ext cx="604867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-SA" dirty="0"/>
              <a:t>هذه ميزانية شخصية مكتملة.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392EC91-4322-7F8D-E313-144510EEA126}"/>
              </a:ext>
            </a:extLst>
          </p:cNvPr>
          <p:cNvGrpSpPr/>
          <p:nvPr/>
        </p:nvGrpSpPr>
        <p:grpSpPr>
          <a:xfrm>
            <a:off x="440362" y="2924944"/>
            <a:ext cx="1899390" cy="3242765"/>
            <a:chOff x="0" y="353532"/>
            <a:chExt cx="2564804" cy="153888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557515-7A84-010B-A0A8-E851D546F4EA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ABE60AC-495E-41CC-EC74-52B2FF031CF7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dirty="0">
                  <a:solidFill>
                    <a:srgbClr val="7030A0"/>
                  </a:solidFill>
                </a:rPr>
                <a:t>أسئلة للمناقشة: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في أي شهور قد تحدث مشاكل مالية؟</a:t>
              </a:r>
            </a:p>
            <a:p>
              <a:pPr rtl="1"/>
              <a:endParaRPr lang="ar-SA" dirty="0">
                <a:solidFill>
                  <a:srgbClr val="7030A0"/>
                </a:solidFill>
              </a:endParaRP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ماذا يمكنك أن تفعل لحل هذه المشكلات؟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4D6309F-7DFB-6866-9C87-8301F584CB2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83302750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49A80D6-5DF2-3102-03D1-1555C705E0D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A103000360270</a:t>
            </a:r>
            <a:endParaRPr lang="ar" sz="1000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8C47B826-D80B-2E45-B646-AEA1B0D60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9512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dirty="0"/>
              <a:t>شكر وتقدير</a:t>
            </a:r>
            <a:endParaRPr lang="en-GB" altLang="en-US" dirty="0">
              <a:highlight>
                <a:srgbClr val="FFFF00"/>
              </a:highlight>
            </a:endParaRP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E1E6E1D6-9BAE-5B41-6000-D0EA62199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</p:spPr>
        <p:txBody>
          <a:bodyPr rtlCol="1"/>
          <a:lstStyle/>
          <a:p>
            <a:pPr rtl="1"/>
            <a:r>
              <a:rPr lang="ar" sz="2200" b="1" dirty="0"/>
              <a:t>الصور:</a:t>
            </a:r>
            <a:r>
              <a:rPr lang="ar" sz="2200" dirty="0"/>
              <a:t> </a:t>
            </a:r>
          </a:p>
          <a:p>
            <a:pPr rtl="1"/>
            <a:r>
              <a:rPr lang="ar" sz="2200" b="1" dirty="0"/>
              <a:t>123RF: </a:t>
            </a:r>
            <a:r>
              <a:rPr lang="ar" sz="2200" dirty="0"/>
              <a:t>م. ر. فخروروزي، (الشريحة 1)؛ شترستوك: كارلا نيتشياتا (الشريحة 5)، ياكوبتشوك فياتشيسلاف (الشريحة 7)، استوديو صور الأشخاص (الشريحة 13)، gerasimov_foto_174 (الشريحة 14)، ماكيستوك (الشريحة 27)، Andrey_Popov (الشريحة 28)</a:t>
            </a:r>
            <a:endParaRPr lang="en-US" sz="2200" dirty="0"/>
          </a:p>
          <a:p>
            <a:pPr rt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578560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20" ma:contentTypeDescription="Create a new document." ma:contentTypeScope="" ma:versionID="7d267daa26e24eee3a5f4b0eb9224b47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144a094b618d5dc1a3294a7bede64c09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  <xsd:element ref="ns2:AdditionalInf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dditionalInfo" ma:index="27" nillable="true" ma:displayName="Additional Info" ma:format="Dropdown" ma:internalName="AdditionalInfo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_Flow_SignoffStatus xmlns="f63d1639-2e8e-4dfe-b2d4-ff2deac92409" xsi:nil="true"/>
    <AdditionalInfo xmlns="f63d1639-2e8e-4dfe-b2d4-ff2deac92409" xsi:nil="true"/>
  </documentManagement>
</p:properties>
</file>

<file path=customXml/itemProps1.xml><?xml version="1.0" encoding="utf-8"?>
<ds:datastoreItem xmlns:ds="http://schemas.openxmlformats.org/officeDocument/2006/customXml" ds:itemID="{25D600E2-E7B0-4D34-86AF-2D3DBCCDCD35}"/>
</file>

<file path=customXml/itemProps2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48C615-482B-4AB5-9FE7-A2F3E6CFF2B1}">
  <ds:schemaRefs>
    <ds:schemaRef ds:uri="http://schemas.microsoft.com/office/infopath/2007/PartnerControls"/>
    <ds:schemaRef ds:uri="6881431a-e3b2-481e-ba90-fae26e2fa83c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a26a0597-d0d1-4250-940c-88e9bf9d5597"/>
    <ds:schemaRef ds:uri="http://schemas.microsoft.com/office/2006/documentManagement/types"/>
    <ds:schemaRef ds:uri="http://www.w3.org/XML/1998/namespace"/>
    <ds:schemaRef ds:uri="http://purl.org/dc/dcmitype/"/>
    <ds:schemaRef ds:uri="7c1bd8dc-4e40-424f-a15f-9ffcd522197f"/>
    <ds:schemaRef ds:uri="6125ffc9-2c56-435e-8267-1393444907b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11330</TotalTime>
  <Words>1808</Words>
  <Application>Microsoft Office PowerPoint</Application>
  <PresentationFormat>On-screen Show (4:3)</PresentationFormat>
  <Paragraphs>592</Paragraphs>
  <Slides>30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30</vt:i4>
      </vt:variant>
    </vt:vector>
  </HeadingPairs>
  <TitlesOfParts>
    <vt:vector size="46" baseType="lpstr">
      <vt:lpstr>Arial</vt:lpstr>
      <vt:lpstr>Calibri</vt:lpstr>
      <vt:lpstr>Helvetica</vt:lpstr>
      <vt:lpstr>Sakkal Majalla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17 إدارة الشؤون المالية الشخصية  </vt:lpstr>
      <vt:lpstr>إدارة الشؤون المالية الشخصية</vt:lpstr>
      <vt:lpstr>أهداف التعلم</vt:lpstr>
      <vt:lpstr>PowerPoint Presentation</vt:lpstr>
      <vt:lpstr>أ-1 إدارة الشؤون المالية الشخصية (1)</vt:lpstr>
      <vt:lpstr> أ-1 إدارة الشؤون المالية الشخصية (2)</vt:lpstr>
      <vt:lpstr>أ-1 إدارة الشؤون المالية الشخصية (3)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ب-1 إعداد ميزانية شخصية (5)</vt:lpstr>
      <vt:lpstr>ب-1 إعداد ميزانية شخصية (6)</vt:lpstr>
      <vt:lpstr>ب-1 إعداد ميزانية شخصية (5)</vt:lpstr>
      <vt:lpstr>PowerPoint Presentation</vt:lpstr>
      <vt:lpstr>PowerPoint Presentation</vt:lpstr>
      <vt:lpstr>PowerPoint Presentation</vt:lpstr>
      <vt:lpstr>شكر وتقدير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309</cp:revision>
  <dcterms:created xsi:type="dcterms:W3CDTF">2020-07-15T07:14:47Z</dcterms:created>
  <dcterms:modified xsi:type="dcterms:W3CDTF">2023-12-04T12:21:19Z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MediaServiceImageTags">
    <vt:lpwstr/>
  </property>
</Properties>
</file>