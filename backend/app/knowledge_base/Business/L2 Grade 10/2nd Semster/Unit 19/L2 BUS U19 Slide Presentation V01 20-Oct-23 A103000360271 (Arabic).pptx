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9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0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1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2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3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4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notesSlides/notesSlide19.xml" ContentType="application/vnd.openxmlformats-officedocument.presentationml.notesSlide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20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3.xml" ContentType="application/vnd.openxmlformats-officedocument.presentationml.notesSlide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24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7"/>
  </p:notesMasterIdLst>
  <p:sldIdLst>
    <p:sldId id="256" r:id="rId14"/>
    <p:sldId id="257" r:id="rId15"/>
    <p:sldId id="258" r:id="rId16"/>
    <p:sldId id="272" r:id="rId17"/>
    <p:sldId id="310" r:id="rId18"/>
    <p:sldId id="311" r:id="rId19"/>
    <p:sldId id="313" r:id="rId20"/>
    <p:sldId id="314" r:id="rId21"/>
    <p:sldId id="341" r:id="rId22"/>
    <p:sldId id="340" r:id="rId23"/>
    <p:sldId id="356" r:id="rId24"/>
    <p:sldId id="346" r:id="rId25"/>
    <p:sldId id="357" r:id="rId26"/>
    <p:sldId id="347" r:id="rId27"/>
    <p:sldId id="358" r:id="rId28"/>
    <p:sldId id="315" r:id="rId29"/>
    <p:sldId id="307" r:id="rId30"/>
    <p:sldId id="317" r:id="rId31"/>
    <p:sldId id="359" r:id="rId32"/>
    <p:sldId id="360" r:id="rId33"/>
    <p:sldId id="361" r:id="rId34"/>
    <p:sldId id="318" r:id="rId35"/>
    <p:sldId id="352" r:id="rId36"/>
    <p:sldId id="362" r:id="rId37"/>
    <p:sldId id="363" r:id="rId38"/>
    <p:sldId id="365" r:id="rId39"/>
    <p:sldId id="355" r:id="rId40"/>
    <p:sldId id="321" r:id="rId41"/>
    <p:sldId id="354" r:id="rId42"/>
    <p:sldId id="368" r:id="rId43"/>
    <p:sldId id="319" r:id="rId44"/>
    <p:sldId id="369" r:id="rId45"/>
    <p:sldId id="370" r:id="rId46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FBCBA3-2AB7-5503-9116-F1CD2AB7C3E3}" name="Lynn" initials="L" userId="S::111355@newdur.ac.uk::e829a39a-4f15-4263-9019-247011b7539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  <p:cmAuthor id="15" name="S Jakubowski" initials="SJ" lastIdx="19" clrIdx="14">
    <p:extLst>
      <p:ext uri="{19B8F6BF-5375-455C-9EA6-DF929625EA0E}">
        <p15:presenceInfo xmlns:p15="http://schemas.microsoft.com/office/powerpoint/2012/main" userId="9b5743bd2697ecf7" providerId="Windows Live"/>
      </p:ext>
    </p:extLst>
  </p:cmAuthor>
  <p:cmAuthor id="16" name="Lynne Williams" initials="LW" lastIdx="2" clrIdx="15">
    <p:extLst>
      <p:ext uri="{19B8F6BF-5375-455C-9EA6-DF929625EA0E}">
        <p15:presenceInfo xmlns:p15="http://schemas.microsoft.com/office/powerpoint/2012/main" userId="9a16a7a601f0b2a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EA5369-C723-EDE1-B8A8-7A174F79AE02}" v="1" dt="2023-10-20T16:09:32.794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5314" autoAdjust="0"/>
  </p:normalViewPr>
  <p:slideViewPr>
    <p:cSldViewPr>
      <p:cViewPr varScale="1">
        <p:scale>
          <a:sx n="155" d="100"/>
          <a:sy n="155" d="100"/>
        </p:scale>
        <p:origin x="1992" y="132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55" Type="http://schemas.microsoft.com/office/2018/10/relationships/authors" Target="author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commentAuthors" Target="commentAuthors.xml"/><Relationship Id="rId8" Type="http://schemas.openxmlformats.org/officeDocument/2006/relationships/slideMaster" Target="slideMasters/slideMaster5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Langley" userId="S::sarah.langley@pearson.com::239c5547-87b3-47be-8ff1-783a9a4cc887" providerId="AD" clId="Web-{17EA5369-C723-EDE1-B8A8-7A174F79AE02}"/>
    <pc:docChg chg="modSld">
      <pc:chgData name="Sarah Langley" userId="S::sarah.langley@pearson.com::239c5547-87b3-47be-8ff1-783a9a4cc887" providerId="AD" clId="Web-{17EA5369-C723-EDE1-B8A8-7A174F79AE02}" dt="2023-10-20T16:09:32.794" v="4" actId="14100"/>
      <pc:docMkLst>
        <pc:docMk/>
      </pc:docMkLst>
      <pc:sldChg chg="modSp">
        <pc:chgData name="Sarah Langley" userId="S::sarah.langley@pearson.com::239c5547-87b3-47be-8ff1-783a9a4cc887" providerId="AD" clId="Web-{17EA5369-C723-EDE1-B8A8-7A174F79AE02}" dt="2023-10-20T16:09:11.497" v="3" actId="14100"/>
        <pc:sldMkLst>
          <pc:docMk/>
          <pc:sldMk cId="540924408" sldId="317"/>
        </pc:sldMkLst>
        <pc:graphicFrameChg chg="mod">
          <ac:chgData name="Sarah Langley" userId="S::sarah.langley@pearson.com::239c5547-87b3-47be-8ff1-783a9a4cc887" providerId="AD" clId="Web-{17EA5369-C723-EDE1-B8A8-7A174F79AE02}" dt="2023-10-20T16:09:11.497" v="3" actId="14100"/>
          <ac:graphicFrameMkLst>
            <pc:docMk/>
            <pc:sldMk cId="540924408" sldId="317"/>
            <ac:graphicFrameMk id="3" creationId="{1DE19720-5AC7-046A-7C3B-A06BD9ABF80C}"/>
          </ac:graphicFrameMkLst>
        </pc:graphicFrameChg>
      </pc:sldChg>
      <pc:sldChg chg="modSp">
        <pc:chgData name="Sarah Langley" userId="S::sarah.langley@pearson.com::239c5547-87b3-47be-8ff1-783a9a4cc887" providerId="AD" clId="Web-{17EA5369-C723-EDE1-B8A8-7A174F79AE02}" dt="2023-10-20T16:09:32.794" v="4" actId="14100"/>
        <pc:sldMkLst>
          <pc:docMk/>
          <pc:sldMk cId="4048746934" sldId="362"/>
        </pc:sldMkLst>
        <pc:picChg chg="mod">
          <ac:chgData name="Sarah Langley" userId="S::sarah.langley@pearson.com::239c5547-87b3-47be-8ff1-783a9a4cc887" providerId="AD" clId="Web-{17EA5369-C723-EDE1-B8A8-7A174F79AE02}" dt="2023-10-20T16:09:32.794" v="4" actId="14100"/>
          <ac:picMkLst>
            <pc:docMk/>
            <pc:sldMk cId="4048746934" sldId="362"/>
            <ac:picMk id="11" creationId="{2F224882-1D70-8809-9D8A-E545F78DC3D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_rels/data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2.svg"/><Relationship Id="rId5" Type="http://schemas.openxmlformats.org/officeDocument/2006/relationships/image" Target="../media/image12.png"/><Relationship Id="rId4" Type="http://schemas.openxmlformats.org/officeDocument/2006/relationships/image" Target="../media/image6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48.svg"/><Relationship Id="rId9" Type="http://schemas.openxmlformats.org/officeDocument/2006/relationships/image" Target="../media/image53.png"/></Relationships>
</file>

<file path=ppt/diagrams/_rels/drawing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Relationship Id="rId6" Type="http://schemas.openxmlformats.org/officeDocument/2006/relationships/image" Target="../media/image62.svg"/><Relationship Id="rId5" Type="http://schemas.openxmlformats.org/officeDocument/2006/relationships/image" Target="../media/image12.png"/><Relationship Id="rId4" Type="http://schemas.openxmlformats.org/officeDocument/2006/relationships/image" Target="../media/image6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16D63-968C-4A55-9BEC-59743BC029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12B01A0F-D3DB-4483-A684-EB3CDDB8C402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b="1" noProof="0" dirty="0"/>
            <a:t>أ: فهم أنشطة ومسئوليات المروجين البصريين في شركات </a:t>
          </a:r>
          <a:br>
            <a:rPr lang="ar-SA" b="1" noProof="0" dirty="0"/>
          </a:br>
          <a:r>
            <a:rPr lang="ar-SA" b="1" noProof="0" dirty="0"/>
            <a:t>البيع بالتجزئة</a:t>
          </a:r>
        </a:p>
      </dgm:t>
    </dgm:pt>
    <dgm:pt modelId="{244FE7CD-09C9-4649-8078-2981EDCAFAF5}" type="par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213FB626-D022-4DCE-A47B-D3479E29F97C}" type="sib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56923969-828A-4BA8-B3D8-0D78B3954F0B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" b="0" noProof="0" dirty="0"/>
            <a:t>ج: </a:t>
          </a:r>
          <a:r>
            <a:rPr lang="ar" b="1" noProof="0" dirty="0"/>
            <a:t>تصميم وتخطيط بيئة مبيعات إيجابية باستخدام تقنيات الترويج البصري وتقنيات العرض.</a:t>
          </a:r>
          <a:endParaRPr lang="ar" b="0" noProof="0" dirty="0"/>
        </a:p>
      </dgm:t>
    </dgm:pt>
    <dgm:pt modelId="{EDE96EA5-4272-4597-87C5-810736A70304}" type="par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70055B61-415C-4256-B450-DFA4CB0F7EED}" type="sib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CBDB18A8-71D9-1846-95CE-0A042C5B56CF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-SA" b="1" noProof="0" dirty="0"/>
            <a:t>ب: فهم التقنيات والأدوات التي يستخدمها المروجون البصريون لتسويق وعرض منتجاتهم بصورة بصرية.</a:t>
          </a:r>
        </a:p>
      </dgm:t>
    </dgm:pt>
    <dgm:pt modelId="{721F9E32-BDBA-1A46-B204-A620783A43F2}" type="parTrans" cxnId="{A001349D-A378-DB44-87AE-0D5D17C7CCD9}">
      <dgm:prSet/>
      <dgm:spPr/>
      <dgm:t>
        <a:bodyPr rtlCol="1"/>
        <a:lstStyle/>
        <a:p>
          <a:pPr rtl="1"/>
          <a:endParaRPr lang="en-GB"/>
        </a:p>
      </dgm:t>
    </dgm:pt>
    <dgm:pt modelId="{26C97BB7-C786-4E42-AB85-072DA0E98D8A}" type="sibTrans" cxnId="{A001349D-A378-DB44-87AE-0D5D17C7CCD9}">
      <dgm:prSet/>
      <dgm:spPr/>
      <dgm:t>
        <a:bodyPr rtlCol="1"/>
        <a:lstStyle/>
        <a:p>
          <a:pPr rtl="1"/>
          <a:endParaRPr lang="en-GB"/>
        </a:p>
      </dgm:t>
    </dgm:pt>
    <dgm:pt modelId="{61067BF9-26D6-4B13-BDFD-7E74DD3567ED}" type="pres">
      <dgm:prSet presAssocID="{49816D63-968C-4A55-9BEC-59743BC029E6}" presName="root" presStyleCnt="0">
        <dgm:presLayoutVars>
          <dgm:dir/>
          <dgm:resizeHandles val="exact"/>
        </dgm:presLayoutVars>
      </dgm:prSet>
      <dgm:spPr/>
    </dgm:pt>
    <dgm:pt modelId="{EE92A8AE-98EB-489C-B356-A192728D5660}" type="pres">
      <dgm:prSet presAssocID="{12B01A0F-D3DB-4483-A684-EB3CDDB8C402}" presName="compNode" presStyleCnt="0"/>
      <dgm:spPr/>
    </dgm:pt>
    <dgm:pt modelId="{C459F91B-A412-4046-9AE9-167787D1DE0B}" type="pres">
      <dgm:prSet presAssocID="{12B01A0F-D3DB-4483-A684-EB3CDDB8C402}" presName="bgRect" presStyleLbl="bgShp" presStyleIdx="0" presStyleCnt="3"/>
      <dgm:spPr/>
    </dgm:pt>
    <dgm:pt modelId="{F189B75D-60E8-4A38-AC23-0DC503925009}" type="pres">
      <dgm:prSet presAssocID="{12B01A0F-D3DB-4483-A684-EB3CDDB8C402}" presName="iconRect" presStyleLbl="node1" presStyleIdx="0" presStyleCnt="3" custLinFactX="550341" custLinFactNeighborX="60000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2A0C591D-F2EB-412E-9E5F-4B0B488D452A}" type="pres">
      <dgm:prSet presAssocID="{12B01A0F-D3DB-4483-A684-EB3CDDB8C402}" presName="spaceRect" presStyleCnt="0"/>
      <dgm:spPr/>
    </dgm:pt>
    <dgm:pt modelId="{BA239B92-C7E8-4937-BA2F-63BBE1282096}" type="pres">
      <dgm:prSet presAssocID="{12B01A0F-D3DB-4483-A684-EB3CDDB8C402}" presName="parTx" presStyleLbl="revTx" presStyleIdx="0" presStyleCnt="3" custLinFactNeighborX="-19520">
        <dgm:presLayoutVars>
          <dgm:chMax val="0"/>
          <dgm:chPref val="0"/>
        </dgm:presLayoutVars>
      </dgm:prSet>
      <dgm:spPr/>
    </dgm:pt>
    <dgm:pt modelId="{25B81F6A-4678-4CB6-B870-DCC32B8BE308}" type="pres">
      <dgm:prSet presAssocID="{213FB626-D022-4DCE-A47B-D3479E29F97C}" presName="sibTrans" presStyleCnt="0"/>
      <dgm:spPr/>
    </dgm:pt>
    <dgm:pt modelId="{4310078C-8DCC-224C-9DB0-78588F8ECE4B}" type="pres">
      <dgm:prSet presAssocID="{CBDB18A8-71D9-1846-95CE-0A042C5B56CF}" presName="compNode" presStyleCnt="0"/>
      <dgm:spPr/>
    </dgm:pt>
    <dgm:pt modelId="{A769B34F-E90C-3742-9D7E-C61944399C92}" type="pres">
      <dgm:prSet presAssocID="{CBDB18A8-71D9-1846-95CE-0A042C5B56CF}" presName="bgRect" presStyleLbl="bgShp" presStyleIdx="1" presStyleCnt="3" custLinFactNeighborX="537" custLinFactNeighborY="-697"/>
      <dgm:spPr/>
    </dgm:pt>
    <dgm:pt modelId="{342752CE-3D59-4E45-91F8-8448DC7C194C}" type="pres">
      <dgm:prSet presAssocID="{CBDB18A8-71D9-1846-95CE-0A042C5B56CF}" presName="iconRect" presStyleLbl="node1" presStyleIdx="1" presStyleCnt="3" custLinFactX="550341" custLinFactNeighborX="60000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94B589D3-46B4-5940-A18E-08A897CE21C9}" type="pres">
      <dgm:prSet presAssocID="{CBDB18A8-71D9-1846-95CE-0A042C5B56CF}" presName="spaceRect" presStyleCnt="0"/>
      <dgm:spPr/>
    </dgm:pt>
    <dgm:pt modelId="{4772FD92-E587-554D-9249-354EE47E8574}" type="pres">
      <dgm:prSet presAssocID="{CBDB18A8-71D9-1846-95CE-0A042C5B56CF}" presName="parTx" presStyleLbl="revTx" presStyleIdx="1" presStyleCnt="3" custLinFactNeighborX="-19520">
        <dgm:presLayoutVars>
          <dgm:chMax val="0"/>
          <dgm:chPref val="0"/>
        </dgm:presLayoutVars>
      </dgm:prSet>
      <dgm:spPr/>
    </dgm:pt>
    <dgm:pt modelId="{7E0DDCEC-39F7-E746-AD5D-A30E999A7EEB}" type="pres">
      <dgm:prSet presAssocID="{26C97BB7-C786-4E42-AB85-072DA0E98D8A}" presName="sibTrans" presStyleCnt="0"/>
      <dgm:spPr/>
    </dgm:pt>
    <dgm:pt modelId="{580F3AD1-2DCA-4977-8677-DFF4FB7EA121}" type="pres">
      <dgm:prSet presAssocID="{56923969-828A-4BA8-B3D8-0D78B3954F0B}" presName="compNode" presStyleCnt="0"/>
      <dgm:spPr/>
    </dgm:pt>
    <dgm:pt modelId="{F43D942C-5076-405B-826A-BC7DA2026AC7}" type="pres">
      <dgm:prSet presAssocID="{56923969-828A-4BA8-B3D8-0D78B3954F0B}" presName="bgRect" presStyleLbl="bgShp" presStyleIdx="2" presStyleCnt="3"/>
      <dgm:spPr/>
    </dgm:pt>
    <dgm:pt modelId="{8ED43BA3-C6FA-40D0-98FE-78504CE20FC3}" type="pres">
      <dgm:prSet presAssocID="{56923969-828A-4BA8-B3D8-0D78B3954F0B}" presName="iconRect" presStyleLbl="node1" presStyleIdx="2" presStyleCnt="3" custLinFactX="550341" custLinFactNeighborX="60000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379730B0-BB0B-40F6-B12D-8E859490F291}" type="pres">
      <dgm:prSet presAssocID="{56923969-828A-4BA8-B3D8-0D78B3954F0B}" presName="spaceRect" presStyleCnt="0"/>
      <dgm:spPr/>
    </dgm:pt>
    <dgm:pt modelId="{C2A8200A-96B4-428C-8E55-83C8FFDC1FB3}" type="pres">
      <dgm:prSet presAssocID="{56923969-828A-4BA8-B3D8-0D78B3954F0B}" presName="parTx" presStyleLbl="revTx" presStyleIdx="2" presStyleCnt="3" custLinFactNeighborX="-19520">
        <dgm:presLayoutVars>
          <dgm:chMax val="0"/>
          <dgm:chPref val="0"/>
        </dgm:presLayoutVars>
      </dgm:prSet>
      <dgm:spPr/>
    </dgm:pt>
  </dgm:ptLst>
  <dgm:cxnLst>
    <dgm:cxn modelId="{22E40119-8D88-0447-8621-6E2B1599A216}" type="presOf" srcId="{CBDB18A8-71D9-1846-95CE-0A042C5B56CF}" destId="{4772FD92-E587-554D-9249-354EE47E8574}" srcOrd="0" destOrd="0" presId="urn:microsoft.com/office/officeart/2018/2/layout/IconVerticalSolidList"/>
    <dgm:cxn modelId="{21871D64-72DA-4E05-A3A7-0FB94129F53A}" type="presOf" srcId="{12B01A0F-D3DB-4483-A684-EB3CDDB8C402}" destId="{BA239B92-C7E8-4937-BA2F-63BBE1282096}" srcOrd="0" destOrd="0" presId="urn:microsoft.com/office/officeart/2018/2/layout/IconVerticalSolidList"/>
    <dgm:cxn modelId="{E1B2C347-2E28-49E0-B2E7-EDCC0F166AA5}" srcId="{49816D63-968C-4A55-9BEC-59743BC029E6}" destId="{56923969-828A-4BA8-B3D8-0D78B3954F0B}" srcOrd="2" destOrd="0" parTransId="{EDE96EA5-4272-4597-87C5-810736A70304}" sibTransId="{70055B61-415C-4256-B450-DFA4CB0F7EED}"/>
    <dgm:cxn modelId="{2EB42E8D-072D-471C-8F88-52777522F152}" type="presOf" srcId="{56923969-828A-4BA8-B3D8-0D78B3954F0B}" destId="{C2A8200A-96B4-428C-8E55-83C8FFDC1FB3}" srcOrd="0" destOrd="0" presId="urn:microsoft.com/office/officeart/2018/2/layout/IconVerticalSolidList"/>
    <dgm:cxn modelId="{7C02C89A-B90E-4191-82FD-9CE4845EA376}" srcId="{49816D63-968C-4A55-9BEC-59743BC029E6}" destId="{12B01A0F-D3DB-4483-A684-EB3CDDB8C402}" srcOrd="0" destOrd="0" parTransId="{244FE7CD-09C9-4649-8078-2981EDCAFAF5}" sibTransId="{213FB626-D022-4DCE-A47B-D3479E29F97C}"/>
    <dgm:cxn modelId="{A001349D-A378-DB44-87AE-0D5D17C7CCD9}" srcId="{49816D63-968C-4A55-9BEC-59743BC029E6}" destId="{CBDB18A8-71D9-1846-95CE-0A042C5B56CF}" srcOrd="1" destOrd="0" parTransId="{721F9E32-BDBA-1A46-B204-A620783A43F2}" sibTransId="{26C97BB7-C786-4E42-AB85-072DA0E98D8A}"/>
    <dgm:cxn modelId="{390716D4-D918-415D-BB23-40D401583C72}" type="presOf" srcId="{49816D63-968C-4A55-9BEC-59743BC029E6}" destId="{61067BF9-26D6-4B13-BDFD-7E74DD3567ED}" srcOrd="0" destOrd="0" presId="urn:microsoft.com/office/officeart/2018/2/layout/IconVerticalSolidList"/>
    <dgm:cxn modelId="{CEE4C875-104F-4F56-AC4D-07E0D11E2784}" type="presParOf" srcId="{61067BF9-26D6-4B13-BDFD-7E74DD3567ED}" destId="{EE92A8AE-98EB-489C-B356-A192728D5660}" srcOrd="0" destOrd="0" presId="urn:microsoft.com/office/officeart/2018/2/layout/IconVerticalSolidList"/>
    <dgm:cxn modelId="{6BB7D70E-5A1A-4B44-8F6A-EEFC223B3E0E}" type="presParOf" srcId="{EE92A8AE-98EB-489C-B356-A192728D5660}" destId="{C459F91B-A412-4046-9AE9-167787D1DE0B}" srcOrd="0" destOrd="0" presId="urn:microsoft.com/office/officeart/2018/2/layout/IconVerticalSolidList"/>
    <dgm:cxn modelId="{E89F0CE3-15FD-4EF2-943B-F2965FDC7317}" type="presParOf" srcId="{EE92A8AE-98EB-489C-B356-A192728D5660}" destId="{F189B75D-60E8-4A38-AC23-0DC503925009}" srcOrd="1" destOrd="0" presId="urn:microsoft.com/office/officeart/2018/2/layout/IconVerticalSolidList"/>
    <dgm:cxn modelId="{7A0AF181-8637-40C7-A816-94387AC86CCC}" type="presParOf" srcId="{EE92A8AE-98EB-489C-B356-A192728D5660}" destId="{2A0C591D-F2EB-412E-9E5F-4B0B488D452A}" srcOrd="2" destOrd="0" presId="urn:microsoft.com/office/officeart/2018/2/layout/IconVerticalSolidList"/>
    <dgm:cxn modelId="{128FC341-090F-4ED6-99A1-1CF1EE98946B}" type="presParOf" srcId="{EE92A8AE-98EB-489C-B356-A192728D5660}" destId="{BA239B92-C7E8-4937-BA2F-63BBE1282096}" srcOrd="3" destOrd="0" presId="urn:microsoft.com/office/officeart/2018/2/layout/IconVerticalSolidList"/>
    <dgm:cxn modelId="{D238C958-9E0F-4587-9B4F-8CC0813D5DA1}" type="presParOf" srcId="{61067BF9-26D6-4B13-BDFD-7E74DD3567ED}" destId="{25B81F6A-4678-4CB6-B870-DCC32B8BE308}" srcOrd="1" destOrd="0" presId="urn:microsoft.com/office/officeart/2018/2/layout/IconVerticalSolidList"/>
    <dgm:cxn modelId="{F9989281-4AEB-2C44-89BC-AA24813342D4}" type="presParOf" srcId="{61067BF9-26D6-4B13-BDFD-7E74DD3567ED}" destId="{4310078C-8DCC-224C-9DB0-78588F8ECE4B}" srcOrd="2" destOrd="0" presId="urn:microsoft.com/office/officeart/2018/2/layout/IconVerticalSolidList"/>
    <dgm:cxn modelId="{5E9048E0-BE59-2445-BE6E-C281AE918273}" type="presParOf" srcId="{4310078C-8DCC-224C-9DB0-78588F8ECE4B}" destId="{A769B34F-E90C-3742-9D7E-C61944399C92}" srcOrd="0" destOrd="0" presId="urn:microsoft.com/office/officeart/2018/2/layout/IconVerticalSolidList"/>
    <dgm:cxn modelId="{8436AFCC-8BE4-FD43-90A7-909DD443590C}" type="presParOf" srcId="{4310078C-8DCC-224C-9DB0-78588F8ECE4B}" destId="{342752CE-3D59-4E45-91F8-8448DC7C194C}" srcOrd="1" destOrd="0" presId="urn:microsoft.com/office/officeart/2018/2/layout/IconVerticalSolidList"/>
    <dgm:cxn modelId="{751EFE04-182B-E743-A234-AF93FE1850FE}" type="presParOf" srcId="{4310078C-8DCC-224C-9DB0-78588F8ECE4B}" destId="{94B589D3-46B4-5940-A18E-08A897CE21C9}" srcOrd="2" destOrd="0" presId="urn:microsoft.com/office/officeart/2018/2/layout/IconVerticalSolidList"/>
    <dgm:cxn modelId="{CF0D16F5-A096-C049-B34F-7DAA9FB1D13E}" type="presParOf" srcId="{4310078C-8DCC-224C-9DB0-78588F8ECE4B}" destId="{4772FD92-E587-554D-9249-354EE47E8574}" srcOrd="3" destOrd="0" presId="urn:microsoft.com/office/officeart/2018/2/layout/IconVerticalSolidList"/>
    <dgm:cxn modelId="{4B4209A4-6BFE-4F44-9CC2-1E8CA24A4195}" type="presParOf" srcId="{61067BF9-26D6-4B13-BDFD-7E74DD3567ED}" destId="{7E0DDCEC-39F7-E746-AD5D-A30E999A7EEB}" srcOrd="3" destOrd="0" presId="urn:microsoft.com/office/officeart/2018/2/layout/IconVerticalSolidList"/>
    <dgm:cxn modelId="{4D0B7B5A-6085-4659-AC79-2896A5F43A95}" type="presParOf" srcId="{61067BF9-26D6-4B13-BDFD-7E74DD3567ED}" destId="{580F3AD1-2DCA-4977-8677-DFF4FB7EA121}" srcOrd="4" destOrd="0" presId="urn:microsoft.com/office/officeart/2018/2/layout/IconVerticalSolidList"/>
    <dgm:cxn modelId="{1A411787-0573-4F84-B27E-E69EC2A3C339}" type="presParOf" srcId="{580F3AD1-2DCA-4977-8677-DFF4FB7EA121}" destId="{F43D942C-5076-405B-826A-BC7DA2026AC7}" srcOrd="0" destOrd="0" presId="urn:microsoft.com/office/officeart/2018/2/layout/IconVerticalSolidList"/>
    <dgm:cxn modelId="{83BB126A-927E-4E1F-9431-51C4DBDD6768}" type="presParOf" srcId="{580F3AD1-2DCA-4977-8677-DFF4FB7EA121}" destId="{8ED43BA3-C6FA-40D0-98FE-78504CE20FC3}" srcOrd="1" destOrd="0" presId="urn:microsoft.com/office/officeart/2018/2/layout/IconVerticalSolidList"/>
    <dgm:cxn modelId="{E8658007-9D23-47E4-8C2D-7C1D9AD63447}" type="presParOf" srcId="{580F3AD1-2DCA-4977-8677-DFF4FB7EA121}" destId="{379730B0-BB0B-40F6-B12D-8E859490F291}" srcOrd="2" destOrd="0" presId="urn:microsoft.com/office/officeart/2018/2/layout/IconVerticalSolidList"/>
    <dgm:cxn modelId="{37E0060B-F65C-4FE0-A1ED-0A3EE55B1234}" type="presParOf" srcId="{580F3AD1-2DCA-4977-8677-DFF4FB7EA121}" destId="{C2A8200A-96B4-428C-8E55-83C8FFDC1F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 custT="1"/>
      <dgm:spPr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</dgm:spPr>
      <dgm:t>
        <a:bodyPr rtlCol="1"/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600" kern="1200" noProof="0" dirty="0">
              <a:solidFill>
                <a:schemeClr val="tx1"/>
              </a:solidFill>
              <a:latin typeface="Verdana"/>
              <a:ea typeface="+mn-ea"/>
              <a:cs typeface="+mn-cs"/>
            </a:rPr>
            <a:t>أ-1 أنشطة الترويج البصري</a:t>
          </a:r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-SA" noProof="0" dirty="0">
              <a:solidFill>
                <a:srgbClr val="7030A0"/>
              </a:solidFill>
            </a:rPr>
            <a:t>أ-2</a:t>
          </a:r>
          <a:r>
            <a:rPr lang="ar-SA" noProof="0" dirty="0">
              <a:solidFill>
                <a:schemeClr val="tx1"/>
              </a:solidFill>
            </a:rPr>
            <a:t> مسئوليات المروجين البصريين</a:t>
          </a:r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CD26852E-4EBB-497C-89F8-723E96217B92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-SA" noProof="0" dirty="0">
              <a:solidFill>
                <a:srgbClr val="7030A0"/>
              </a:solidFill>
            </a:rPr>
            <a:t>أ-3</a:t>
          </a:r>
          <a:r>
            <a:rPr lang="ar-SA" noProof="0" dirty="0">
              <a:solidFill>
                <a:schemeClr val="tx1"/>
              </a:solidFill>
            </a:rPr>
            <a:t> حجم منافذ البيع بالتجزئة والقطاعات الفرعية</a:t>
          </a:r>
        </a:p>
      </dgm:t>
    </dgm:pt>
    <dgm:pt modelId="{28DEC12D-D78E-456D-B314-F141468F4213}" type="sib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FF44BC0D-6132-4107-9BDB-91E2E0B05775}" type="par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C2E0F2F4-0C32-9540-9E16-C54508DC64FE}" type="pres">
      <dgm:prSet presAssocID="{273F4FFB-BF9F-4EE8-B58E-FFED8E01943B}" presName="diagram" presStyleCnt="0">
        <dgm:presLayoutVars>
          <dgm:dir val="rev"/>
          <dgm:resizeHandles val="exact"/>
        </dgm:presLayoutVars>
      </dgm:prSet>
      <dgm:spPr/>
    </dgm:pt>
    <dgm:pt modelId="{40B8D0EB-42D3-F94B-89AB-EB0AD8AE92EB}" type="pres">
      <dgm:prSet presAssocID="{5FE25653-A7BA-47FB-8073-2B4FA7940492}" presName="node" presStyleLbl="node1" presStyleIdx="0" presStyleCnt="3">
        <dgm:presLayoutVars>
          <dgm:bulletEnabled val="1"/>
        </dgm:presLayoutVars>
      </dgm:prSet>
      <dgm:spPr/>
    </dgm:pt>
    <dgm:pt modelId="{78681F77-DF3B-7140-A437-26DBEB9D483D}" type="pres">
      <dgm:prSet presAssocID="{FD9ABB40-9682-4D97-B80C-F7F64D08F683}" presName="sibTrans" presStyleCnt="0"/>
      <dgm:spPr/>
    </dgm:pt>
    <dgm:pt modelId="{B54ED087-3C1B-CF4A-BD37-8BCD120117B5}" type="pres">
      <dgm:prSet presAssocID="{CCCABDE4-D42F-4A79-80D9-607472E8A4AF}" presName="node" presStyleLbl="node1" presStyleIdx="1" presStyleCnt="3">
        <dgm:presLayoutVars>
          <dgm:bulletEnabled val="1"/>
        </dgm:presLayoutVars>
      </dgm:prSet>
      <dgm:spPr/>
    </dgm:pt>
    <dgm:pt modelId="{14234F19-D8DF-AA44-9161-829F4C189814}" type="pres">
      <dgm:prSet presAssocID="{F2E7893A-50A6-440B-AD9A-267ED4D45C29}" presName="sibTrans" presStyleCnt="0"/>
      <dgm:spPr/>
    </dgm:pt>
    <dgm:pt modelId="{652427F8-5B2D-D047-8AF1-559BA2B28C2E}" type="pres">
      <dgm:prSet presAssocID="{CD26852E-4EBB-497C-89F8-723E96217B92}" presName="node" presStyleLbl="node1" presStyleIdx="2" presStyleCnt="3">
        <dgm:presLayoutVars>
          <dgm:bulletEnabled val="1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0" destOrd="0" parTransId="{2FF7EEA5-BA7F-4838-809B-A6AA6FFC522A}" sibTransId="{FD9ABB40-9682-4D97-B80C-F7F64D08F683}"/>
    <dgm:cxn modelId="{69068D27-FBD3-9441-9E3E-DEF472634792}" type="presOf" srcId="{273F4FFB-BF9F-4EE8-B58E-FFED8E01943B}" destId="{C2E0F2F4-0C32-9540-9E16-C54508DC64FE}" srcOrd="0" destOrd="0" presId="urn:microsoft.com/office/officeart/2005/8/layout/default"/>
    <dgm:cxn modelId="{AC230047-468C-ED4E-A097-45ADDD1F2E24}" type="presOf" srcId="{CD26852E-4EBB-497C-89F8-723E96217B92}" destId="{652427F8-5B2D-D047-8AF1-559BA2B28C2E}" srcOrd="0" destOrd="0" presId="urn:microsoft.com/office/officeart/2005/8/layout/default"/>
    <dgm:cxn modelId="{A6E07272-1A86-7041-98CE-0C88DC03D90E}" type="presOf" srcId="{5FE25653-A7BA-47FB-8073-2B4FA7940492}" destId="{40B8D0EB-42D3-F94B-89AB-EB0AD8AE92EB}" srcOrd="0" destOrd="0" presId="urn:microsoft.com/office/officeart/2005/8/layout/default"/>
    <dgm:cxn modelId="{1154BE59-1B58-418C-9504-EC0D688BA33C}" srcId="{273F4FFB-BF9F-4EE8-B58E-FFED8E01943B}" destId="{CCCABDE4-D42F-4A79-80D9-607472E8A4AF}" srcOrd="1" destOrd="0" parTransId="{EAAD90EE-0E21-4401-A75A-1643B5084443}" sibTransId="{F2E7893A-50A6-440B-AD9A-267ED4D45C29}"/>
    <dgm:cxn modelId="{BC2540DE-653A-4042-BE5C-F0EE87DAF75D}" srcId="{273F4FFB-BF9F-4EE8-B58E-FFED8E01943B}" destId="{CD26852E-4EBB-497C-89F8-723E96217B92}" srcOrd="2" destOrd="0" parTransId="{FF44BC0D-6132-4107-9BDB-91E2E0B05775}" sibTransId="{28DEC12D-D78E-456D-B314-F141468F4213}"/>
    <dgm:cxn modelId="{E004E1EB-AE0A-994E-8348-9DC93705E677}" type="presOf" srcId="{CCCABDE4-D42F-4A79-80D9-607472E8A4AF}" destId="{B54ED087-3C1B-CF4A-BD37-8BCD120117B5}" srcOrd="0" destOrd="0" presId="urn:microsoft.com/office/officeart/2005/8/layout/default"/>
    <dgm:cxn modelId="{20EB66E6-B7A1-8C4A-8F28-EA5AEEC47C45}" type="presParOf" srcId="{C2E0F2F4-0C32-9540-9E16-C54508DC64FE}" destId="{40B8D0EB-42D3-F94B-89AB-EB0AD8AE92EB}" srcOrd="0" destOrd="0" presId="urn:microsoft.com/office/officeart/2005/8/layout/default"/>
    <dgm:cxn modelId="{43B5C04E-2054-7847-AC60-02ED5DDBB451}" type="presParOf" srcId="{C2E0F2F4-0C32-9540-9E16-C54508DC64FE}" destId="{78681F77-DF3B-7140-A437-26DBEB9D483D}" srcOrd="1" destOrd="0" presId="urn:microsoft.com/office/officeart/2005/8/layout/default"/>
    <dgm:cxn modelId="{5F30B89E-5462-8A43-BD41-BECD0CD7548D}" type="presParOf" srcId="{C2E0F2F4-0C32-9540-9E16-C54508DC64FE}" destId="{B54ED087-3C1B-CF4A-BD37-8BCD120117B5}" srcOrd="2" destOrd="0" presId="urn:microsoft.com/office/officeart/2005/8/layout/default"/>
    <dgm:cxn modelId="{3CA190B2-FE22-B649-85CC-400B6894C91D}" type="presParOf" srcId="{C2E0F2F4-0C32-9540-9E16-C54508DC64FE}" destId="{14234F19-D8DF-AA44-9161-829F4C189814}" srcOrd="3" destOrd="0" presId="urn:microsoft.com/office/officeart/2005/8/layout/default"/>
    <dgm:cxn modelId="{21AB928B-AA63-7646-BD0B-9DB32887F788}" type="presParOf" srcId="{C2E0F2F4-0C32-9540-9E16-C54508DC64FE}" destId="{652427F8-5B2D-D047-8AF1-559BA2B28C2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29ECBF-A8AD-4168-8BF9-FA446112C1A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3AC28601-4940-45A0-834F-37E1BD64D294}">
      <dgm:prSet/>
      <dgm:spPr/>
      <dgm:t>
        <a:bodyPr rtlCol="1"/>
        <a:lstStyle/>
        <a:p>
          <a:pPr rtl="1"/>
          <a:r>
            <a:rPr lang="ar" noProof="0" dirty="0"/>
            <a:t>جذب الانتباه</a:t>
          </a:r>
        </a:p>
      </dgm:t>
    </dgm:pt>
    <dgm:pt modelId="{264EC734-B136-4F0B-B5AE-7E2D7D8A5285}" type="parTrans" cxnId="{6EEA4392-0EF1-433E-9723-468D62C241A3}">
      <dgm:prSet/>
      <dgm:spPr/>
      <dgm:t>
        <a:bodyPr rtlCol="1"/>
        <a:lstStyle/>
        <a:p>
          <a:pPr rtl="1"/>
          <a:endParaRPr lang="en-US"/>
        </a:p>
      </dgm:t>
    </dgm:pt>
    <dgm:pt modelId="{F9A29050-57A9-4855-8B5A-4D433634D8F3}" type="sibTrans" cxnId="{6EEA4392-0EF1-433E-9723-468D62C241A3}">
      <dgm:prSet/>
      <dgm:spPr/>
      <dgm:t>
        <a:bodyPr rtlCol="1"/>
        <a:lstStyle/>
        <a:p>
          <a:pPr rtl="1"/>
          <a:endParaRPr lang="en-US"/>
        </a:p>
      </dgm:t>
    </dgm:pt>
    <dgm:pt modelId="{6C57A17C-B6E0-4680-B6AD-F619BC71E1C3}">
      <dgm:prSet/>
      <dgm:spPr/>
      <dgm:t>
        <a:bodyPr rtlCol="1"/>
        <a:lstStyle/>
        <a:p>
          <a:pPr rtl="1"/>
          <a:r>
            <a:rPr lang="ar" noProof="0" dirty="0"/>
            <a:t>زيادة المبيعات</a:t>
          </a:r>
        </a:p>
      </dgm:t>
    </dgm:pt>
    <dgm:pt modelId="{A754CA6A-E7B2-44F3-A294-AEA1A279C06B}" type="parTrans" cxnId="{703DCB13-BC6E-4594-90FF-511A15E1B1B4}">
      <dgm:prSet/>
      <dgm:spPr/>
      <dgm:t>
        <a:bodyPr rtlCol="1"/>
        <a:lstStyle/>
        <a:p>
          <a:pPr rtl="1"/>
          <a:endParaRPr lang="en-US"/>
        </a:p>
      </dgm:t>
    </dgm:pt>
    <dgm:pt modelId="{7AEAF296-AFBD-4C9D-B3E9-601FB9AEBE76}" type="sibTrans" cxnId="{703DCB13-BC6E-4594-90FF-511A15E1B1B4}">
      <dgm:prSet/>
      <dgm:spPr/>
      <dgm:t>
        <a:bodyPr rtlCol="1"/>
        <a:lstStyle/>
        <a:p>
          <a:pPr rtl="1"/>
          <a:endParaRPr lang="en-US"/>
        </a:p>
      </dgm:t>
    </dgm:pt>
    <dgm:pt modelId="{4FCC1EA9-3243-4594-8AFC-A9A6DE09989F}">
      <dgm:prSet/>
      <dgm:spPr/>
      <dgm:t>
        <a:bodyPr rtlCol="1"/>
        <a:lstStyle/>
        <a:p>
          <a:pPr rtl="1"/>
          <a:r>
            <a:rPr lang="ar" noProof="0" dirty="0"/>
            <a:t>تحسين تجربة العميل </a:t>
          </a:r>
        </a:p>
      </dgm:t>
    </dgm:pt>
    <dgm:pt modelId="{251EAF33-29D2-46DB-BE7A-5345A886A808}" type="parTrans" cxnId="{72D43935-01DD-41D1-A627-560357D5C534}">
      <dgm:prSet/>
      <dgm:spPr/>
      <dgm:t>
        <a:bodyPr rtlCol="1"/>
        <a:lstStyle/>
        <a:p>
          <a:pPr rtl="1"/>
          <a:endParaRPr lang="en-US"/>
        </a:p>
      </dgm:t>
    </dgm:pt>
    <dgm:pt modelId="{EB463204-9740-44F3-A0B7-8DF06D499CBD}" type="sibTrans" cxnId="{72D43935-01DD-41D1-A627-560357D5C534}">
      <dgm:prSet/>
      <dgm:spPr/>
      <dgm:t>
        <a:bodyPr rtlCol="1"/>
        <a:lstStyle/>
        <a:p>
          <a:pPr rtl="1"/>
          <a:endParaRPr lang="en-US"/>
        </a:p>
      </dgm:t>
    </dgm:pt>
    <dgm:pt modelId="{07EB3D6D-50B6-40F7-BE44-F9E8DBB74349}" type="pres">
      <dgm:prSet presAssocID="{9429ECBF-A8AD-4168-8BF9-FA446112C1A6}" presName="root" presStyleCnt="0">
        <dgm:presLayoutVars>
          <dgm:dir/>
          <dgm:resizeHandles val="exact"/>
        </dgm:presLayoutVars>
      </dgm:prSet>
      <dgm:spPr/>
    </dgm:pt>
    <dgm:pt modelId="{E67DA841-E024-4B9D-B799-7E3986E1520C}" type="pres">
      <dgm:prSet presAssocID="{3AC28601-4940-45A0-834F-37E1BD64D294}" presName="compNode" presStyleCnt="0"/>
      <dgm:spPr/>
    </dgm:pt>
    <dgm:pt modelId="{182FCA14-6B38-46F2-8897-789CA72B791E}" type="pres">
      <dgm:prSet presAssocID="{3AC28601-4940-45A0-834F-37E1BD64D294}" presName="bgRect" presStyleLbl="bgShp" presStyleIdx="0" presStyleCnt="3"/>
      <dgm:spPr/>
    </dgm:pt>
    <dgm:pt modelId="{101F32C4-D1DB-425A-9485-EA9F085F1935}" type="pres">
      <dgm:prSet presAssocID="{3AC28601-4940-45A0-834F-37E1BD64D294}" presName="iconRect" presStyleLbl="node1" presStyleIdx="0" presStyleCnt="3" custLinFactX="200000" custLinFactNeighborX="27316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FC68AD36-7B5F-4CA5-8DC2-D7477C88EBE1}" type="pres">
      <dgm:prSet presAssocID="{3AC28601-4940-45A0-834F-37E1BD64D294}" presName="spaceRect" presStyleCnt="0"/>
      <dgm:spPr/>
    </dgm:pt>
    <dgm:pt modelId="{46CA5F16-F131-4AFC-BCA6-98E3C6508CAE}" type="pres">
      <dgm:prSet presAssocID="{3AC28601-4940-45A0-834F-37E1BD64D294}" presName="parTx" presStyleLbl="revTx" presStyleIdx="0" presStyleCnt="3" custLinFactX="-19853" custLinFactNeighborX="-100000">
        <dgm:presLayoutVars>
          <dgm:chMax val="0"/>
          <dgm:chPref val="0"/>
        </dgm:presLayoutVars>
      </dgm:prSet>
      <dgm:spPr/>
    </dgm:pt>
    <dgm:pt modelId="{D18E64BD-E864-4B7D-9BCC-565185E1098F}" type="pres">
      <dgm:prSet presAssocID="{F9A29050-57A9-4855-8B5A-4D433634D8F3}" presName="sibTrans" presStyleCnt="0"/>
      <dgm:spPr/>
    </dgm:pt>
    <dgm:pt modelId="{DFC74384-05BA-4572-B48E-51C0067CE22D}" type="pres">
      <dgm:prSet presAssocID="{6C57A17C-B6E0-4680-B6AD-F619BC71E1C3}" presName="compNode" presStyleCnt="0"/>
      <dgm:spPr/>
    </dgm:pt>
    <dgm:pt modelId="{F52EAD9A-E1F3-4745-930E-D91EEFE73A8C}" type="pres">
      <dgm:prSet presAssocID="{6C57A17C-B6E0-4680-B6AD-F619BC71E1C3}" presName="bgRect" presStyleLbl="bgShp" presStyleIdx="1" presStyleCnt="3"/>
      <dgm:spPr/>
    </dgm:pt>
    <dgm:pt modelId="{0E818A45-6A76-42C0-8824-97E975FCB84B}" type="pres">
      <dgm:prSet presAssocID="{6C57A17C-B6E0-4680-B6AD-F619BC71E1C3}" presName="iconRect" presStyleLbl="node1" presStyleIdx="1" presStyleCnt="3" custLinFactX="200000" custLinFactNeighborX="27316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4BE4AFE-F697-4890-AB79-6ED9D44A3A55}" type="pres">
      <dgm:prSet presAssocID="{6C57A17C-B6E0-4680-B6AD-F619BC71E1C3}" presName="spaceRect" presStyleCnt="0"/>
      <dgm:spPr/>
    </dgm:pt>
    <dgm:pt modelId="{17E097CF-0A77-4CAC-A654-DAB6418B77B0}" type="pres">
      <dgm:prSet presAssocID="{6C57A17C-B6E0-4680-B6AD-F619BC71E1C3}" presName="parTx" presStyleLbl="revTx" presStyleIdx="1" presStyleCnt="3" custLinFactNeighborX="-93346">
        <dgm:presLayoutVars>
          <dgm:chMax val="0"/>
          <dgm:chPref val="0"/>
        </dgm:presLayoutVars>
      </dgm:prSet>
      <dgm:spPr/>
    </dgm:pt>
    <dgm:pt modelId="{26200AB9-2E8C-411A-9C84-CFCF92A697A7}" type="pres">
      <dgm:prSet presAssocID="{7AEAF296-AFBD-4C9D-B3E9-601FB9AEBE76}" presName="sibTrans" presStyleCnt="0"/>
      <dgm:spPr/>
    </dgm:pt>
    <dgm:pt modelId="{B3DB3669-4E13-4AAF-8876-FB45A09469B3}" type="pres">
      <dgm:prSet presAssocID="{4FCC1EA9-3243-4594-8AFC-A9A6DE09989F}" presName="compNode" presStyleCnt="0"/>
      <dgm:spPr/>
    </dgm:pt>
    <dgm:pt modelId="{C9E0AEDE-313E-489D-A385-3E00BBDB9A59}" type="pres">
      <dgm:prSet presAssocID="{4FCC1EA9-3243-4594-8AFC-A9A6DE09989F}" presName="bgRect" presStyleLbl="bgShp" presStyleIdx="2" presStyleCnt="3"/>
      <dgm:spPr/>
    </dgm:pt>
    <dgm:pt modelId="{19725012-873C-488D-8C75-B1911B72E0A5}" type="pres">
      <dgm:prSet presAssocID="{4FCC1EA9-3243-4594-8AFC-A9A6DE09989F}" presName="iconRect" presStyleLbl="node1" presStyleIdx="2" presStyleCnt="3" custLinFactX="200000" custLinFactNeighborX="27316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F69D128E-5977-4A3C-AEB5-CC4B2C2C1A26}" type="pres">
      <dgm:prSet presAssocID="{4FCC1EA9-3243-4594-8AFC-A9A6DE09989F}" presName="spaceRect" presStyleCnt="0"/>
      <dgm:spPr/>
    </dgm:pt>
    <dgm:pt modelId="{B1E8A2FB-0FF4-49F2-AF7D-6DAE9025EC9E}" type="pres">
      <dgm:prSet presAssocID="{4FCC1EA9-3243-4594-8AFC-A9A6DE09989F}" presName="parTx" presStyleLbl="revTx" presStyleIdx="2" presStyleCnt="3" custLinFactNeighborX="-97415">
        <dgm:presLayoutVars>
          <dgm:chMax val="0"/>
          <dgm:chPref val="0"/>
        </dgm:presLayoutVars>
      </dgm:prSet>
      <dgm:spPr/>
    </dgm:pt>
  </dgm:ptLst>
  <dgm:cxnLst>
    <dgm:cxn modelId="{703DCB13-BC6E-4594-90FF-511A15E1B1B4}" srcId="{9429ECBF-A8AD-4168-8BF9-FA446112C1A6}" destId="{6C57A17C-B6E0-4680-B6AD-F619BC71E1C3}" srcOrd="1" destOrd="0" parTransId="{A754CA6A-E7B2-44F3-A294-AEA1A279C06B}" sibTransId="{7AEAF296-AFBD-4C9D-B3E9-601FB9AEBE76}"/>
    <dgm:cxn modelId="{814B952D-066F-4C03-B945-424D1A31BC7D}" type="presOf" srcId="{3AC28601-4940-45A0-834F-37E1BD64D294}" destId="{46CA5F16-F131-4AFC-BCA6-98E3C6508CAE}" srcOrd="0" destOrd="0" presId="urn:microsoft.com/office/officeart/2018/2/layout/IconVerticalSolidList"/>
    <dgm:cxn modelId="{72D43935-01DD-41D1-A627-560357D5C534}" srcId="{9429ECBF-A8AD-4168-8BF9-FA446112C1A6}" destId="{4FCC1EA9-3243-4594-8AFC-A9A6DE09989F}" srcOrd="2" destOrd="0" parTransId="{251EAF33-29D2-46DB-BE7A-5345A886A808}" sibTransId="{EB463204-9740-44F3-A0B7-8DF06D499CBD}"/>
    <dgm:cxn modelId="{3DED823C-1E4A-4E61-BF77-8F3D124EA2AB}" type="presOf" srcId="{6C57A17C-B6E0-4680-B6AD-F619BC71E1C3}" destId="{17E097CF-0A77-4CAC-A654-DAB6418B77B0}" srcOrd="0" destOrd="0" presId="urn:microsoft.com/office/officeart/2018/2/layout/IconVerticalSolidList"/>
    <dgm:cxn modelId="{6EEA4392-0EF1-433E-9723-468D62C241A3}" srcId="{9429ECBF-A8AD-4168-8BF9-FA446112C1A6}" destId="{3AC28601-4940-45A0-834F-37E1BD64D294}" srcOrd="0" destOrd="0" parTransId="{264EC734-B136-4F0B-B5AE-7E2D7D8A5285}" sibTransId="{F9A29050-57A9-4855-8B5A-4D433634D8F3}"/>
    <dgm:cxn modelId="{817EFD95-6372-4589-8B8D-B182AC4A4B0E}" type="presOf" srcId="{9429ECBF-A8AD-4168-8BF9-FA446112C1A6}" destId="{07EB3D6D-50B6-40F7-BE44-F9E8DBB74349}" srcOrd="0" destOrd="0" presId="urn:microsoft.com/office/officeart/2018/2/layout/IconVerticalSolidList"/>
    <dgm:cxn modelId="{C9BA9AA5-D714-4EC9-8FA2-80BF11C68F82}" type="presOf" srcId="{4FCC1EA9-3243-4594-8AFC-A9A6DE09989F}" destId="{B1E8A2FB-0FF4-49F2-AF7D-6DAE9025EC9E}" srcOrd="0" destOrd="0" presId="urn:microsoft.com/office/officeart/2018/2/layout/IconVerticalSolidList"/>
    <dgm:cxn modelId="{DFFEA104-3B87-47B3-A2A9-365C09376EAC}" type="presParOf" srcId="{07EB3D6D-50B6-40F7-BE44-F9E8DBB74349}" destId="{E67DA841-E024-4B9D-B799-7E3986E1520C}" srcOrd="0" destOrd="0" presId="urn:microsoft.com/office/officeart/2018/2/layout/IconVerticalSolidList"/>
    <dgm:cxn modelId="{0D2484B2-0246-49C8-AC54-0577F1E7A832}" type="presParOf" srcId="{E67DA841-E024-4B9D-B799-7E3986E1520C}" destId="{182FCA14-6B38-46F2-8897-789CA72B791E}" srcOrd="0" destOrd="0" presId="urn:microsoft.com/office/officeart/2018/2/layout/IconVerticalSolidList"/>
    <dgm:cxn modelId="{F42F6D97-5E6D-4AC2-A2B8-BF642A435F00}" type="presParOf" srcId="{E67DA841-E024-4B9D-B799-7E3986E1520C}" destId="{101F32C4-D1DB-425A-9485-EA9F085F1935}" srcOrd="1" destOrd="0" presId="urn:microsoft.com/office/officeart/2018/2/layout/IconVerticalSolidList"/>
    <dgm:cxn modelId="{91F0035F-4755-4D9A-845E-11E65336FC87}" type="presParOf" srcId="{E67DA841-E024-4B9D-B799-7E3986E1520C}" destId="{FC68AD36-7B5F-4CA5-8DC2-D7477C88EBE1}" srcOrd="2" destOrd="0" presId="urn:microsoft.com/office/officeart/2018/2/layout/IconVerticalSolidList"/>
    <dgm:cxn modelId="{617DED2B-CFF7-4C55-A59E-26F3861076BF}" type="presParOf" srcId="{E67DA841-E024-4B9D-B799-7E3986E1520C}" destId="{46CA5F16-F131-4AFC-BCA6-98E3C6508CAE}" srcOrd="3" destOrd="0" presId="urn:microsoft.com/office/officeart/2018/2/layout/IconVerticalSolidList"/>
    <dgm:cxn modelId="{178B49FD-F11D-4665-88F0-DDD82BCE1A4F}" type="presParOf" srcId="{07EB3D6D-50B6-40F7-BE44-F9E8DBB74349}" destId="{D18E64BD-E864-4B7D-9BCC-565185E1098F}" srcOrd="1" destOrd="0" presId="urn:microsoft.com/office/officeart/2018/2/layout/IconVerticalSolidList"/>
    <dgm:cxn modelId="{FB722867-05E7-486F-9E69-F774238ED926}" type="presParOf" srcId="{07EB3D6D-50B6-40F7-BE44-F9E8DBB74349}" destId="{DFC74384-05BA-4572-B48E-51C0067CE22D}" srcOrd="2" destOrd="0" presId="urn:microsoft.com/office/officeart/2018/2/layout/IconVerticalSolidList"/>
    <dgm:cxn modelId="{9FCA0DA4-904F-4409-ACD0-47CB177855AD}" type="presParOf" srcId="{DFC74384-05BA-4572-B48E-51C0067CE22D}" destId="{F52EAD9A-E1F3-4745-930E-D91EEFE73A8C}" srcOrd="0" destOrd="0" presId="urn:microsoft.com/office/officeart/2018/2/layout/IconVerticalSolidList"/>
    <dgm:cxn modelId="{53FA75C5-8C7F-4F24-A050-A76D24B6C383}" type="presParOf" srcId="{DFC74384-05BA-4572-B48E-51C0067CE22D}" destId="{0E818A45-6A76-42C0-8824-97E975FCB84B}" srcOrd="1" destOrd="0" presId="urn:microsoft.com/office/officeart/2018/2/layout/IconVerticalSolidList"/>
    <dgm:cxn modelId="{C8433E85-071C-4D5A-AA5B-6E324D60503F}" type="presParOf" srcId="{DFC74384-05BA-4572-B48E-51C0067CE22D}" destId="{04BE4AFE-F697-4890-AB79-6ED9D44A3A55}" srcOrd="2" destOrd="0" presId="urn:microsoft.com/office/officeart/2018/2/layout/IconVerticalSolidList"/>
    <dgm:cxn modelId="{222FA9FF-E9E2-4731-A77B-AA0FDDB8A2B5}" type="presParOf" srcId="{DFC74384-05BA-4572-B48E-51C0067CE22D}" destId="{17E097CF-0A77-4CAC-A654-DAB6418B77B0}" srcOrd="3" destOrd="0" presId="urn:microsoft.com/office/officeart/2018/2/layout/IconVerticalSolidList"/>
    <dgm:cxn modelId="{8990B1D3-6314-4575-B6C9-4EFB2A65CB20}" type="presParOf" srcId="{07EB3D6D-50B6-40F7-BE44-F9E8DBB74349}" destId="{26200AB9-2E8C-411A-9C84-CFCF92A697A7}" srcOrd="3" destOrd="0" presId="urn:microsoft.com/office/officeart/2018/2/layout/IconVerticalSolidList"/>
    <dgm:cxn modelId="{0F65793C-8813-413D-9BCA-3B997C8A6C8A}" type="presParOf" srcId="{07EB3D6D-50B6-40F7-BE44-F9E8DBB74349}" destId="{B3DB3669-4E13-4AAF-8876-FB45A09469B3}" srcOrd="4" destOrd="0" presId="urn:microsoft.com/office/officeart/2018/2/layout/IconVerticalSolidList"/>
    <dgm:cxn modelId="{E8D7366D-AD2E-4D0F-A217-66D8DD2CE85F}" type="presParOf" srcId="{B3DB3669-4E13-4AAF-8876-FB45A09469B3}" destId="{C9E0AEDE-313E-489D-A385-3E00BBDB9A59}" srcOrd="0" destOrd="0" presId="urn:microsoft.com/office/officeart/2018/2/layout/IconVerticalSolidList"/>
    <dgm:cxn modelId="{B172FF38-E7A6-4D92-B984-CA2080968C75}" type="presParOf" srcId="{B3DB3669-4E13-4AAF-8876-FB45A09469B3}" destId="{19725012-873C-488D-8C75-B1911B72E0A5}" srcOrd="1" destOrd="0" presId="urn:microsoft.com/office/officeart/2018/2/layout/IconVerticalSolidList"/>
    <dgm:cxn modelId="{FA61659D-A67B-4EE5-8A6D-11E4EB274996}" type="presParOf" srcId="{B3DB3669-4E13-4AAF-8876-FB45A09469B3}" destId="{F69D128E-5977-4A3C-AEB5-CC4B2C2C1A26}" srcOrd="2" destOrd="0" presId="urn:microsoft.com/office/officeart/2018/2/layout/IconVerticalSolidList"/>
    <dgm:cxn modelId="{8D780591-4362-4BFE-A87B-C15C89BBCDCE}" type="presParOf" srcId="{B3DB3669-4E13-4AAF-8876-FB45A09469B3}" destId="{B1E8A2FB-0FF4-49F2-AF7D-6DAE9025EC9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040EC1E-4890-40AE-A307-6B243F96F985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6CB5A597-84B5-4F7D-B0EF-309C5F8FB48D}">
      <dgm:prSet custT="1"/>
      <dgm:spPr/>
      <dgm:t>
        <a:bodyPr rtlCol="1"/>
        <a:lstStyle/>
        <a:p>
          <a:pPr rtl="1"/>
          <a:r>
            <a:rPr lang="ar" sz="2800" dirty="0">
              <a:solidFill>
                <a:srgbClr val="7030A0"/>
              </a:solidFill>
            </a:rPr>
            <a:t>إنشاء نوافذ العرض</a:t>
          </a:r>
          <a:endParaRPr lang="en-US" sz="2800" dirty="0">
            <a:solidFill>
              <a:srgbClr val="7030A0"/>
            </a:solidFill>
          </a:endParaRPr>
        </a:p>
      </dgm:t>
    </dgm:pt>
    <dgm:pt modelId="{90AF5AB1-45E4-43F3-BA8F-7186DAE62A36}" type="parTrans" cxnId="{1D97A16B-9269-4AF2-A663-3A8E3596344E}">
      <dgm:prSet/>
      <dgm:spPr/>
      <dgm:t>
        <a:bodyPr rtlCol="1"/>
        <a:lstStyle/>
        <a:p>
          <a:pPr rtl="1"/>
          <a:endParaRPr lang="en-US"/>
        </a:p>
      </dgm:t>
    </dgm:pt>
    <dgm:pt modelId="{B3C3D17A-6F31-4615-A3E1-04E6B1079AF3}" type="sibTrans" cxnId="{1D97A16B-9269-4AF2-A663-3A8E3596344E}">
      <dgm:prSet/>
      <dgm:spPr/>
      <dgm:t>
        <a:bodyPr rtlCol="1"/>
        <a:lstStyle/>
        <a:p>
          <a:pPr rtl="1"/>
          <a:endParaRPr lang="en-US"/>
        </a:p>
      </dgm:t>
    </dgm:pt>
    <dgm:pt modelId="{3CA0F114-B3F7-4ABA-BEDA-D3E5BE545B51}">
      <dgm:prSet custT="1"/>
      <dgm:spPr/>
      <dgm:t>
        <a:bodyPr rtlCol="1"/>
        <a:lstStyle/>
        <a:p>
          <a:pPr rtl="1"/>
          <a:r>
            <a:rPr lang="ar" sz="2800" dirty="0">
              <a:solidFill>
                <a:srgbClr val="7030A0"/>
              </a:solidFill>
            </a:rPr>
            <a:t>إنشاء عرض داخلي</a:t>
          </a:r>
          <a:endParaRPr lang="en-US" sz="2800" dirty="0">
            <a:solidFill>
              <a:srgbClr val="7030A0"/>
            </a:solidFill>
          </a:endParaRPr>
        </a:p>
      </dgm:t>
    </dgm:pt>
    <dgm:pt modelId="{88E4EC56-67EB-44F3-88B6-52D4409FC601}" type="parTrans" cxnId="{54F00255-4730-448B-AA69-99979314D1C4}">
      <dgm:prSet/>
      <dgm:spPr/>
      <dgm:t>
        <a:bodyPr rtlCol="1"/>
        <a:lstStyle/>
        <a:p>
          <a:pPr rtl="1"/>
          <a:endParaRPr lang="en-US"/>
        </a:p>
      </dgm:t>
    </dgm:pt>
    <dgm:pt modelId="{2E09FE5E-8AA7-4AC3-9889-71ED54EAEAC4}" type="sibTrans" cxnId="{54F00255-4730-448B-AA69-99979314D1C4}">
      <dgm:prSet/>
      <dgm:spPr/>
      <dgm:t>
        <a:bodyPr rtlCol="1"/>
        <a:lstStyle/>
        <a:p>
          <a:pPr rtl="1"/>
          <a:endParaRPr lang="en-US"/>
        </a:p>
      </dgm:t>
    </dgm:pt>
    <dgm:pt modelId="{1A74A477-AE32-42DC-8ED2-C51A6604BA7D}">
      <dgm:prSet custT="1"/>
      <dgm:spPr/>
      <dgm:t>
        <a:bodyPr rtlCol="1"/>
        <a:lstStyle/>
        <a:p>
          <a:pPr rtl="1"/>
          <a:r>
            <a:rPr lang="ar" sz="2400" dirty="0">
              <a:solidFill>
                <a:srgbClr val="7030A0"/>
              </a:solidFill>
            </a:rPr>
            <a:t>وضع المنتجات والترويج لها</a:t>
          </a:r>
          <a:endParaRPr lang="en-US" sz="2400" dirty="0">
            <a:solidFill>
              <a:srgbClr val="7030A0"/>
            </a:solidFill>
          </a:endParaRPr>
        </a:p>
      </dgm:t>
    </dgm:pt>
    <dgm:pt modelId="{DDA2EFED-69E4-40ED-A777-55A92F9960F3}" type="parTrans" cxnId="{552BB7B4-CDA3-4C69-A69C-B963D129674A}">
      <dgm:prSet/>
      <dgm:spPr/>
      <dgm:t>
        <a:bodyPr rtlCol="1"/>
        <a:lstStyle/>
        <a:p>
          <a:pPr rtl="1"/>
          <a:endParaRPr lang="en-US"/>
        </a:p>
      </dgm:t>
    </dgm:pt>
    <dgm:pt modelId="{12DEAB97-36D0-48FE-91C9-EB448B45C08B}" type="sibTrans" cxnId="{552BB7B4-CDA3-4C69-A69C-B963D129674A}">
      <dgm:prSet/>
      <dgm:spPr/>
      <dgm:t>
        <a:bodyPr rtlCol="1"/>
        <a:lstStyle/>
        <a:p>
          <a:pPr rtl="1"/>
          <a:endParaRPr lang="en-US"/>
        </a:p>
      </dgm:t>
    </dgm:pt>
    <dgm:pt modelId="{07A4EA01-7809-A74F-BAE6-D9AB62DB5D9B}" type="pres">
      <dgm:prSet presAssocID="{E040EC1E-4890-40AE-A307-6B243F96F985}" presName="linear" presStyleCnt="0">
        <dgm:presLayoutVars>
          <dgm:animLvl val="lvl"/>
          <dgm:resizeHandles val="exact"/>
        </dgm:presLayoutVars>
      </dgm:prSet>
      <dgm:spPr/>
    </dgm:pt>
    <dgm:pt modelId="{5ADB5C2E-9073-C74B-BF3F-7C58487B6C3B}" type="pres">
      <dgm:prSet presAssocID="{6CB5A597-84B5-4F7D-B0EF-309C5F8FB4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4A40BF-3649-BE4C-8174-2E83D1A851CC}" type="pres">
      <dgm:prSet presAssocID="{B3C3D17A-6F31-4615-A3E1-04E6B1079AF3}" presName="spacer" presStyleCnt="0"/>
      <dgm:spPr/>
    </dgm:pt>
    <dgm:pt modelId="{ACF2900A-A55D-0148-BCB5-502D9A0EF0D1}" type="pres">
      <dgm:prSet presAssocID="{3CA0F114-B3F7-4ABA-BEDA-D3E5BE545B51}" presName="parentText" presStyleLbl="node1" presStyleIdx="1" presStyleCnt="3" custLinFactNeighborY="8495">
        <dgm:presLayoutVars>
          <dgm:chMax val="0"/>
          <dgm:bulletEnabled val="1"/>
        </dgm:presLayoutVars>
      </dgm:prSet>
      <dgm:spPr/>
    </dgm:pt>
    <dgm:pt modelId="{6A3157D0-6060-4149-8099-8299CE9E0FAF}" type="pres">
      <dgm:prSet presAssocID="{2E09FE5E-8AA7-4AC3-9889-71ED54EAEAC4}" presName="spacer" presStyleCnt="0"/>
      <dgm:spPr/>
    </dgm:pt>
    <dgm:pt modelId="{E86FC05E-D4C6-AC47-A206-0BE087901EC4}" type="pres">
      <dgm:prSet presAssocID="{1A74A477-AE32-42DC-8ED2-C51A6604BA7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C51C611-EC43-C741-8DB8-F6462EA0CB22}" type="presOf" srcId="{1A74A477-AE32-42DC-8ED2-C51A6604BA7D}" destId="{E86FC05E-D4C6-AC47-A206-0BE087901EC4}" srcOrd="0" destOrd="0" presId="urn:microsoft.com/office/officeart/2005/8/layout/vList2"/>
    <dgm:cxn modelId="{2617EF44-AF58-A547-ADA0-937CBCDE24C2}" type="presOf" srcId="{3CA0F114-B3F7-4ABA-BEDA-D3E5BE545B51}" destId="{ACF2900A-A55D-0148-BCB5-502D9A0EF0D1}" srcOrd="0" destOrd="0" presId="urn:microsoft.com/office/officeart/2005/8/layout/vList2"/>
    <dgm:cxn modelId="{1D97A16B-9269-4AF2-A663-3A8E3596344E}" srcId="{E040EC1E-4890-40AE-A307-6B243F96F985}" destId="{6CB5A597-84B5-4F7D-B0EF-309C5F8FB48D}" srcOrd="0" destOrd="0" parTransId="{90AF5AB1-45E4-43F3-BA8F-7186DAE62A36}" sibTransId="{B3C3D17A-6F31-4615-A3E1-04E6B1079AF3}"/>
    <dgm:cxn modelId="{54F00255-4730-448B-AA69-99979314D1C4}" srcId="{E040EC1E-4890-40AE-A307-6B243F96F985}" destId="{3CA0F114-B3F7-4ABA-BEDA-D3E5BE545B51}" srcOrd="1" destOrd="0" parTransId="{88E4EC56-67EB-44F3-88B6-52D4409FC601}" sibTransId="{2E09FE5E-8AA7-4AC3-9889-71ED54EAEAC4}"/>
    <dgm:cxn modelId="{5DC55C7B-5BA0-0146-B709-EA0CD90C204B}" type="presOf" srcId="{E040EC1E-4890-40AE-A307-6B243F96F985}" destId="{07A4EA01-7809-A74F-BAE6-D9AB62DB5D9B}" srcOrd="0" destOrd="0" presId="urn:microsoft.com/office/officeart/2005/8/layout/vList2"/>
    <dgm:cxn modelId="{FD8FBB90-B3A7-0541-BA5C-4778997A1BEF}" type="presOf" srcId="{6CB5A597-84B5-4F7D-B0EF-309C5F8FB48D}" destId="{5ADB5C2E-9073-C74B-BF3F-7C58487B6C3B}" srcOrd="0" destOrd="0" presId="urn:microsoft.com/office/officeart/2005/8/layout/vList2"/>
    <dgm:cxn modelId="{552BB7B4-CDA3-4C69-A69C-B963D129674A}" srcId="{E040EC1E-4890-40AE-A307-6B243F96F985}" destId="{1A74A477-AE32-42DC-8ED2-C51A6604BA7D}" srcOrd="2" destOrd="0" parTransId="{DDA2EFED-69E4-40ED-A777-55A92F9960F3}" sibTransId="{12DEAB97-36D0-48FE-91C9-EB448B45C08B}"/>
    <dgm:cxn modelId="{4566B3DA-7855-4148-ACBB-6660630F6108}" type="presParOf" srcId="{07A4EA01-7809-A74F-BAE6-D9AB62DB5D9B}" destId="{5ADB5C2E-9073-C74B-BF3F-7C58487B6C3B}" srcOrd="0" destOrd="0" presId="urn:microsoft.com/office/officeart/2005/8/layout/vList2"/>
    <dgm:cxn modelId="{163DD48D-B7B7-E244-982D-904C43B39AF6}" type="presParOf" srcId="{07A4EA01-7809-A74F-BAE6-D9AB62DB5D9B}" destId="{294A40BF-3649-BE4C-8174-2E83D1A851CC}" srcOrd="1" destOrd="0" presId="urn:microsoft.com/office/officeart/2005/8/layout/vList2"/>
    <dgm:cxn modelId="{6577BA71-7785-1A4A-B3FE-7B4435B01799}" type="presParOf" srcId="{07A4EA01-7809-A74F-BAE6-D9AB62DB5D9B}" destId="{ACF2900A-A55D-0148-BCB5-502D9A0EF0D1}" srcOrd="2" destOrd="0" presId="urn:microsoft.com/office/officeart/2005/8/layout/vList2"/>
    <dgm:cxn modelId="{F5FCEA57-2317-C74B-B2DA-1817238AA7D6}" type="presParOf" srcId="{07A4EA01-7809-A74F-BAE6-D9AB62DB5D9B}" destId="{6A3157D0-6060-4149-8099-8299CE9E0FAF}" srcOrd="3" destOrd="0" presId="urn:microsoft.com/office/officeart/2005/8/layout/vList2"/>
    <dgm:cxn modelId="{6D91C5C4-B2B8-674A-8872-F2C7D5DB9073}" type="presParOf" srcId="{07A4EA01-7809-A74F-BAE6-D9AB62DB5D9B}" destId="{E86FC05E-D4C6-AC47-A206-0BE087901EC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09C1F6-6440-4775-A029-445B8659E9E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197A56FC-EC7F-4B6F-8421-56C44387884A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sz="1800" dirty="0"/>
            <a:t>تصميم خطط الطوابق وأماكن عرض المنتجات </a:t>
          </a:r>
          <a:endParaRPr lang="en-US" sz="1800" dirty="0"/>
        </a:p>
      </dgm:t>
    </dgm:pt>
    <dgm:pt modelId="{5D3FB705-652D-4343-A56D-3F2D179F7EB4}" type="parTrans" cxnId="{DF2A5F22-42C9-4B4F-A287-CF45D4A6A755}">
      <dgm:prSet/>
      <dgm:spPr/>
      <dgm:t>
        <a:bodyPr rtlCol="1"/>
        <a:lstStyle/>
        <a:p>
          <a:pPr rtl="1"/>
          <a:endParaRPr lang="en-US"/>
        </a:p>
      </dgm:t>
    </dgm:pt>
    <dgm:pt modelId="{B6A81EF1-F0CD-4E81-94CF-64C92B49CBD0}" type="sibTrans" cxnId="{DF2A5F22-42C9-4B4F-A287-CF45D4A6A755}">
      <dgm:prSet/>
      <dgm:spPr/>
      <dgm:t>
        <a:bodyPr rtlCol="1"/>
        <a:lstStyle/>
        <a:p>
          <a:pPr rtl="1"/>
          <a:endParaRPr lang="en-US"/>
        </a:p>
      </dgm:t>
    </dgm:pt>
    <dgm:pt modelId="{60C8217E-51FC-4613-8703-B84F223781B3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sz="1800" dirty="0"/>
            <a:t>تصميم نوافذ العرض لعرض المنتجات</a:t>
          </a:r>
          <a:endParaRPr lang="en-US" sz="1800" dirty="0"/>
        </a:p>
      </dgm:t>
    </dgm:pt>
    <dgm:pt modelId="{D5D3CF61-22D0-4372-BF63-BD654CFB7692}" type="parTrans" cxnId="{142D6AFF-D9A6-429B-A048-B78A7705E39A}">
      <dgm:prSet/>
      <dgm:spPr/>
      <dgm:t>
        <a:bodyPr rtlCol="1"/>
        <a:lstStyle/>
        <a:p>
          <a:pPr rtl="1"/>
          <a:endParaRPr lang="en-US"/>
        </a:p>
      </dgm:t>
    </dgm:pt>
    <dgm:pt modelId="{4FEF98FE-BECE-473B-8077-7BA9A00DF594}" type="sibTrans" cxnId="{142D6AFF-D9A6-429B-A048-B78A7705E39A}">
      <dgm:prSet/>
      <dgm:spPr/>
      <dgm:t>
        <a:bodyPr rtlCol="1"/>
        <a:lstStyle/>
        <a:p>
          <a:pPr rtl="1"/>
          <a:endParaRPr lang="en-US"/>
        </a:p>
      </dgm:t>
    </dgm:pt>
    <dgm:pt modelId="{F9E70DE0-3648-4E0C-8473-A85C4AF7B36B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sz="1800" dirty="0"/>
            <a:t>رسم خطط التصميم باليد أو بالحاسب الآلي</a:t>
          </a:r>
          <a:endParaRPr lang="en-US" sz="1800" dirty="0"/>
        </a:p>
      </dgm:t>
    </dgm:pt>
    <dgm:pt modelId="{2D381DC4-F4F2-40A6-851D-B2E80C00D142}" type="parTrans" cxnId="{AAD8A29E-D057-4F95-8C08-C123D6EBDC58}">
      <dgm:prSet/>
      <dgm:spPr/>
      <dgm:t>
        <a:bodyPr rtlCol="1"/>
        <a:lstStyle/>
        <a:p>
          <a:pPr rtl="1"/>
          <a:endParaRPr lang="en-US"/>
        </a:p>
      </dgm:t>
    </dgm:pt>
    <dgm:pt modelId="{B308EA53-E0E2-4C9D-ACF8-AF4530F05E92}" type="sibTrans" cxnId="{AAD8A29E-D057-4F95-8C08-C123D6EBDC58}">
      <dgm:prSet/>
      <dgm:spPr/>
      <dgm:t>
        <a:bodyPr rtlCol="1"/>
        <a:lstStyle/>
        <a:p>
          <a:pPr rtl="1"/>
          <a:endParaRPr lang="en-US"/>
        </a:p>
      </dgm:t>
    </dgm:pt>
    <dgm:pt modelId="{34DD69D3-A179-4650-A6E7-4CCE8DB141BC}">
      <dgm:prSet custT="1"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sz="1800" dirty="0"/>
            <a:t>باتباع موجز </a:t>
          </a:r>
          <a:br>
            <a:rPr lang="ar-EG" sz="1800" dirty="0"/>
          </a:br>
          <a:r>
            <a:rPr lang="ar" sz="1800" dirty="0"/>
            <a:t>تصميم معين</a:t>
          </a:r>
          <a:endParaRPr lang="en-US" sz="1800" dirty="0"/>
        </a:p>
      </dgm:t>
    </dgm:pt>
    <dgm:pt modelId="{5714F838-61D6-4507-9DA0-9BAF315545DD}" type="parTrans" cxnId="{9C91EA6C-9B4F-4D3C-A4E6-68A9CC25CDEC}">
      <dgm:prSet/>
      <dgm:spPr/>
      <dgm:t>
        <a:bodyPr rtlCol="1"/>
        <a:lstStyle/>
        <a:p>
          <a:pPr rtl="1"/>
          <a:endParaRPr lang="en-US"/>
        </a:p>
      </dgm:t>
    </dgm:pt>
    <dgm:pt modelId="{697BA591-F604-4A6F-8839-CF40CEC271EB}" type="sibTrans" cxnId="{9C91EA6C-9B4F-4D3C-A4E6-68A9CC25CDEC}">
      <dgm:prSet/>
      <dgm:spPr/>
      <dgm:t>
        <a:bodyPr rtlCol="1"/>
        <a:lstStyle/>
        <a:p>
          <a:pPr rtl="1"/>
          <a:endParaRPr lang="en-US"/>
        </a:p>
      </dgm:t>
    </dgm:pt>
    <dgm:pt modelId="{926EE76F-1437-4655-90A2-C10A2A2F0D41}" type="pres">
      <dgm:prSet presAssocID="{DE09C1F6-6440-4775-A029-445B8659E9ED}" presName="root" presStyleCnt="0">
        <dgm:presLayoutVars>
          <dgm:dir val="rev"/>
          <dgm:resizeHandles val="exact"/>
        </dgm:presLayoutVars>
      </dgm:prSet>
      <dgm:spPr/>
    </dgm:pt>
    <dgm:pt modelId="{C962F517-2325-4319-B862-592499FCD784}" type="pres">
      <dgm:prSet presAssocID="{197A56FC-EC7F-4B6F-8421-56C44387884A}" presName="compNode" presStyleCnt="0"/>
      <dgm:spPr/>
    </dgm:pt>
    <dgm:pt modelId="{71522A53-B4FD-4E52-B45E-229E86E55A85}" type="pres">
      <dgm:prSet presAssocID="{197A56FC-EC7F-4B6F-8421-56C44387884A}" presName="iconRect" presStyleLbl="node1" presStyleIdx="0" presStyleCnt="4" custScaleX="175862" custScaleY="156157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6000" b="-6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print with solid fill"/>
        </a:ext>
      </dgm:extLst>
    </dgm:pt>
    <dgm:pt modelId="{217D5D5F-72A9-453F-A69B-E4B6EB85DBD9}" type="pres">
      <dgm:prSet presAssocID="{197A56FC-EC7F-4B6F-8421-56C44387884A}" presName="spaceRect" presStyleCnt="0"/>
      <dgm:spPr/>
    </dgm:pt>
    <dgm:pt modelId="{D4E90273-39FC-4869-A658-54AB9C816A1C}" type="pres">
      <dgm:prSet presAssocID="{197A56FC-EC7F-4B6F-8421-56C44387884A}" presName="textRect" presStyleLbl="revTx" presStyleIdx="0" presStyleCnt="4">
        <dgm:presLayoutVars>
          <dgm:chMax val="1"/>
          <dgm:chPref val="1"/>
        </dgm:presLayoutVars>
      </dgm:prSet>
      <dgm:spPr/>
    </dgm:pt>
    <dgm:pt modelId="{C771945B-5564-41E6-8E43-E19884DF23CE}" type="pres">
      <dgm:prSet presAssocID="{B6A81EF1-F0CD-4E81-94CF-64C92B49CBD0}" presName="sibTrans" presStyleCnt="0"/>
      <dgm:spPr/>
    </dgm:pt>
    <dgm:pt modelId="{6D48F6C5-7E5F-4CE5-8337-0BBB8CCE9FD9}" type="pres">
      <dgm:prSet presAssocID="{60C8217E-51FC-4613-8703-B84F223781B3}" presName="compNode" presStyleCnt="0"/>
      <dgm:spPr/>
    </dgm:pt>
    <dgm:pt modelId="{4F2DAC90-18B9-4ED6-A110-C3A3CE9A8E8D}" type="pres">
      <dgm:prSet presAssocID="{60C8217E-51FC-4613-8703-B84F223781B3}" presName="iconRect" presStyleLbl="node1" presStyleIdx="1" presStyleCnt="4" custScaleX="143256" custScaleY="139778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thes hanger with solid fill"/>
        </a:ext>
      </dgm:extLst>
    </dgm:pt>
    <dgm:pt modelId="{6F8D368F-F20C-40E2-B0D6-4E24E0A4BA2C}" type="pres">
      <dgm:prSet presAssocID="{60C8217E-51FC-4613-8703-B84F223781B3}" presName="spaceRect" presStyleCnt="0"/>
      <dgm:spPr/>
    </dgm:pt>
    <dgm:pt modelId="{D87A120B-3083-4A77-9092-5C593E44C1B2}" type="pres">
      <dgm:prSet presAssocID="{60C8217E-51FC-4613-8703-B84F223781B3}" presName="textRect" presStyleLbl="revTx" presStyleIdx="1" presStyleCnt="4">
        <dgm:presLayoutVars>
          <dgm:chMax val="1"/>
          <dgm:chPref val="1"/>
        </dgm:presLayoutVars>
      </dgm:prSet>
      <dgm:spPr/>
    </dgm:pt>
    <dgm:pt modelId="{C7BE1E91-68FC-4BAC-8DEB-530ACB1D610F}" type="pres">
      <dgm:prSet presAssocID="{4FEF98FE-BECE-473B-8077-7BA9A00DF594}" presName="sibTrans" presStyleCnt="0"/>
      <dgm:spPr/>
    </dgm:pt>
    <dgm:pt modelId="{6B89D9C5-D837-4596-8919-C0C79D5E0E42}" type="pres">
      <dgm:prSet presAssocID="{F9E70DE0-3648-4E0C-8473-A85C4AF7B36B}" presName="compNode" presStyleCnt="0"/>
      <dgm:spPr/>
    </dgm:pt>
    <dgm:pt modelId="{866F1030-6EED-4FFF-A2FF-DFC885D1588C}" type="pres">
      <dgm:prSet presAssocID="{F9E70DE0-3648-4E0C-8473-A85C4AF7B36B}" presName="iconRect" presStyleLbl="node1" presStyleIdx="2" presStyleCnt="4" custScaleX="143225" custScaleY="157913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5000" r="-5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 male with solid fill"/>
        </a:ext>
      </dgm:extLst>
    </dgm:pt>
    <dgm:pt modelId="{2B25B730-D664-45DF-A4C0-D5C6418C08CD}" type="pres">
      <dgm:prSet presAssocID="{F9E70DE0-3648-4E0C-8473-A85C4AF7B36B}" presName="spaceRect" presStyleCnt="0"/>
      <dgm:spPr/>
    </dgm:pt>
    <dgm:pt modelId="{30F7FBD4-BDF8-40BC-9FD9-CBC9B2129DF2}" type="pres">
      <dgm:prSet presAssocID="{F9E70DE0-3648-4E0C-8473-A85C4AF7B36B}" presName="textRect" presStyleLbl="revTx" presStyleIdx="2" presStyleCnt="4">
        <dgm:presLayoutVars>
          <dgm:chMax val="1"/>
          <dgm:chPref val="1"/>
        </dgm:presLayoutVars>
      </dgm:prSet>
      <dgm:spPr/>
    </dgm:pt>
    <dgm:pt modelId="{8F7BF8B9-5627-4E2D-8A2D-56CDDE73DB7A}" type="pres">
      <dgm:prSet presAssocID="{B308EA53-E0E2-4C9D-ACF8-AF4530F05E92}" presName="sibTrans" presStyleCnt="0"/>
      <dgm:spPr/>
    </dgm:pt>
    <dgm:pt modelId="{7A3C1FEB-A3D3-44CA-9AF0-E6E7BAB67186}" type="pres">
      <dgm:prSet presAssocID="{34DD69D3-A179-4650-A6E7-4CCE8DB141BC}" presName="compNode" presStyleCnt="0"/>
      <dgm:spPr/>
    </dgm:pt>
    <dgm:pt modelId="{97D171E3-6929-4BD1-83E3-4C3676AF9C8F}" type="pres">
      <dgm:prSet presAssocID="{34DD69D3-A179-4650-A6E7-4CCE8DB141BC}" presName="iconRect" presStyleLbl="node1" presStyleIdx="3" presStyleCnt="4" custScaleX="139563" custScaleY="13977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 with solid fill"/>
        </a:ext>
      </dgm:extLst>
    </dgm:pt>
    <dgm:pt modelId="{915C5380-080D-4179-B448-90FF276E8D20}" type="pres">
      <dgm:prSet presAssocID="{34DD69D3-A179-4650-A6E7-4CCE8DB141BC}" presName="spaceRect" presStyleCnt="0"/>
      <dgm:spPr/>
    </dgm:pt>
    <dgm:pt modelId="{C8EB84EB-F99A-46FB-A47C-9A88D0B89C7D}" type="pres">
      <dgm:prSet presAssocID="{34DD69D3-A179-4650-A6E7-4CCE8DB141BC}" presName="textRect" presStyleLbl="revTx" presStyleIdx="3" presStyleCnt="4" custScaleX="68746" custLinFactNeighborX="-13168">
        <dgm:presLayoutVars>
          <dgm:chMax val="1"/>
          <dgm:chPref val="1"/>
        </dgm:presLayoutVars>
      </dgm:prSet>
      <dgm:spPr/>
    </dgm:pt>
  </dgm:ptLst>
  <dgm:cxnLst>
    <dgm:cxn modelId="{95E1CF0E-DE2C-4F4E-B6F4-23FB95AE0033}" type="presOf" srcId="{34DD69D3-A179-4650-A6E7-4CCE8DB141BC}" destId="{C8EB84EB-F99A-46FB-A47C-9A88D0B89C7D}" srcOrd="0" destOrd="0" presId="urn:microsoft.com/office/officeart/2018/2/layout/IconLabelList"/>
    <dgm:cxn modelId="{41580F22-AB10-4123-B198-995C48EF1529}" type="presOf" srcId="{F9E70DE0-3648-4E0C-8473-A85C4AF7B36B}" destId="{30F7FBD4-BDF8-40BC-9FD9-CBC9B2129DF2}" srcOrd="0" destOrd="0" presId="urn:microsoft.com/office/officeart/2018/2/layout/IconLabelList"/>
    <dgm:cxn modelId="{DF2A5F22-42C9-4B4F-A287-CF45D4A6A755}" srcId="{DE09C1F6-6440-4775-A029-445B8659E9ED}" destId="{197A56FC-EC7F-4B6F-8421-56C44387884A}" srcOrd="0" destOrd="0" parTransId="{5D3FB705-652D-4343-A56D-3F2D179F7EB4}" sibTransId="{B6A81EF1-F0CD-4E81-94CF-64C92B49CBD0}"/>
    <dgm:cxn modelId="{8DCC7A42-F3F4-4965-8435-662517D01331}" type="presOf" srcId="{DE09C1F6-6440-4775-A029-445B8659E9ED}" destId="{926EE76F-1437-4655-90A2-C10A2A2F0D41}" srcOrd="0" destOrd="0" presId="urn:microsoft.com/office/officeart/2018/2/layout/IconLabelList"/>
    <dgm:cxn modelId="{9C91EA6C-9B4F-4D3C-A4E6-68A9CC25CDEC}" srcId="{DE09C1F6-6440-4775-A029-445B8659E9ED}" destId="{34DD69D3-A179-4650-A6E7-4CCE8DB141BC}" srcOrd="3" destOrd="0" parTransId="{5714F838-61D6-4507-9DA0-9BAF315545DD}" sibTransId="{697BA591-F604-4A6F-8839-CF40CEC271EB}"/>
    <dgm:cxn modelId="{89F6357B-C8F0-495F-A2FD-59BDEA73CC07}" type="presOf" srcId="{197A56FC-EC7F-4B6F-8421-56C44387884A}" destId="{D4E90273-39FC-4869-A658-54AB9C816A1C}" srcOrd="0" destOrd="0" presId="urn:microsoft.com/office/officeart/2018/2/layout/IconLabelList"/>
    <dgm:cxn modelId="{AAD8A29E-D057-4F95-8C08-C123D6EBDC58}" srcId="{DE09C1F6-6440-4775-A029-445B8659E9ED}" destId="{F9E70DE0-3648-4E0C-8473-A85C4AF7B36B}" srcOrd="2" destOrd="0" parTransId="{2D381DC4-F4F2-40A6-851D-B2E80C00D142}" sibTransId="{B308EA53-E0E2-4C9D-ACF8-AF4530F05E92}"/>
    <dgm:cxn modelId="{8427A6C5-E495-4C8C-BC1C-ADB11D64B511}" type="presOf" srcId="{60C8217E-51FC-4613-8703-B84F223781B3}" destId="{D87A120B-3083-4A77-9092-5C593E44C1B2}" srcOrd="0" destOrd="0" presId="urn:microsoft.com/office/officeart/2018/2/layout/IconLabelList"/>
    <dgm:cxn modelId="{142D6AFF-D9A6-429B-A048-B78A7705E39A}" srcId="{DE09C1F6-6440-4775-A029-445B8659E9ED}" destId="{60C8217E-51FC-4613-8703-B84F223781B3}" srcOrd="1" destOrd="0" parTransId="{D5D3CF61-22D0-4372-BF63-BD654CFB7692}" sibTransId="{4FEF98FE-BECE-473B-8077-7BA9A00DF594}"/>
    <dgm:cxn modelId="{D8C0CE5B-7E5A-4B75-9BDD-DC01FD780346}" type="presParOf" srcId="{926EE76F-1437-4655-90A2-C10A2A2F0D41}" destId="{C962F517-2325-4319-B862-592499FCD784}" srcOrd="0" destOrd="0" presId="urn:microsoft.com/office/officeart/2018/2/layout/IconLabelList"/>
    <dgm:cxn modelId="{FBC0F6B6-275C-4143-88DE-BB1634F78994}" type="presParOf" srcId="{C962F517-2325-4319-B862-592499FCD784}" destId="{71522A53-B4FD-4E52-B45E-229E86E55A85}" srcOrd="0" destOrd="0" presId="urn:microsoft.com/office/officeart/2018/2/layout/IconLabelList"/>
    <dgm:cxn modelId="{3C0FD0DC-D907-424E-BB70-D27D76D8D434}" type="presParOf" srcId="{C962F517-2325-4319-B862-592499FCD784}" destId="{217D5D5F-72A9-453F-A69B-E4B6EB85DBD9}" srcOrd="1" destOrd="0" presId="urn:microsoft.com/office/officeart/2018/2/layout/IconLabelList"/>
    <dgm:cxn modelId="{DDCA3320-60EF-4C8E-B50F-18A2C6BB03CC}" type="presParOf" srcId="{C962F517-2325-4319-B862-592499FCD784}" destId="{D4E90273-39FC-4869-A658-54AB9C816A1C}" srcOrd="2" destOrd="0" presId="urn:microsoft.com/office/officeart/2018/2/layout/IconLabelList"/>
    <dgm:cxn modelId="{0B153ADC-7438-46F0-BF96-128A58D643A6}" type="presParOf" srcId="{926EE76F-1437-4655-90A2-C10A2A2F0D41}" destId="{C771945B-5564-41E6-8E43-E19884DF23CE}" srcOrd="1" destOrd="0" presId="urn:microsoft.com/office/officeart/2018/2/layout/IconLabelList"/>
    <dgm:cxn modelId="{9103016C-A1F3-4801-892E-EFE71217BD45}" type="presParOf" srcId="{926EE76F-1437-4655-90A2-C10A2A2F0D41}" destId="{6D48F6C5-7E5F-4CE5-8337-0BBB8CCE9FD9}" srcOrd="2" destOrd="0" presId="urn:microsoft.com/office/officeart/2018/2/layout/IconLabelList"/>
    <dgm:cxn modelId="{22F87368-6BE4-4910-9386-6E45BA5D1725}" type="presParOf" srcId="{6D48F6C5-7E5F-4CE5-8337-0BBB8CCE9FD9}" destId="{4F2DAC90-18B9-4ED6-A110-C3A3CE9A8E8D}" srcOrd="0" destOrd="0" presId="urn:microsoft.com/office/officeart/2018/2/layout/IconLabelList"/>
    <dgm:cxn modelId="{2597C94D-D9B7-4B52-B242-4E12A7C3F4BE}" type="presParOf" srcId="{6D48F6C5-7E5F-4CE5-8337-0BBB8CCE9FD9}" destId="{6F8D368F-F20C-40E2-B0D6-4E24E0A4BA2C}" srcOrd="1" destOrd="0" presId="urn:microsoft.com/office/officeart/2018/2/layout/IconLabelList"/>
    <dgm:cxn modelId="{92D5AC7C-8A0F-4894-9619-1EC4DCD4EEF9}" type="presParOf" srcId="{6D48F6C5-7E5F-4CE5-8337-0BBB8CCE9FD9}" destId="{D87A120B-3083-4A77-9092-5C593E44C1B2}" srcOrd="2" destOrd="0" presId="urn:microsoft.com/office/officeart/2018/2/layout/IconLabelList"/>
    <dgm:cxn modelId="{68F580A9-66A0-44D8-9918-14AC757E0693}" type="presParOf" srcId="{926EE76F-1437-4655-90A2-C10A2A2F0D41}" destId="{C7BE1E91-68FC-4BAC-8DEB-530ACB1D610F}" srcOrd="3" destOrd="0" presId="urn:microsoft.com/office/officeart/2018/2/layout/IconLabelList"/>
    <dgm:cxn modelId="{8222FCD6-16E8-4E00-B907-F35CC19CDD8F}" type="presParOf" srcId="{926EE76F-1437-4655-90A2-C10A2A2F0D41}" destId="{6B89D9C5-D837-4596-8919-C0C79D5E0E42}" srcOrd="4" destOrd="0" presId="urn:microsoft.com/office/officeart/2018/2/layout/IconLabelList"/>
    <dgm:cxn modelId="{E8B5D94C-BF4F-4A11-80B7-7F6EEE4F08A3}" type="presParOf" srcId="{6B89D9C5-D837-4596-8919-C0C79D5E0E42}" destId="{866F1030-6EED-4FFF-A2FF-DFC885D1588C}" srcOrd="0" destOrd="0" presId="urn:microsoft.com/office/officeart/2018/2/layout/IconLabelList"/>
    <dgm:cxn modelId="{BB9FAC8D-53F5-4A7D-A2E9-F8B7570B2B59}" type="presParOf" srcId="{6B89D9C5-D837-4596-8919-C0C79D5E0E42}" destId="{2B25B730-D664-45DF-A4C0-D5C6418C08CD}" srcOrd="1" destOrd="0" presId="urn:microsoft.com/office/officeart/2018/2/layout/IconLabelList"/>
    <dgm:cxn modelId="{49B01E80-7104-4800-96B1-E4887F637191}" type="presParOf" srcId="{6B89D9C5-D837-4596-8919-C0C79D5E0E42}" destId="{30F7FBD4-BDF8-40BC-9FD9-CBC9B2129DF2}" srcOrd="2" destOrd="0" presId="urn:microsoft.com/office/officeart/2018/2/layout/IconLabelList"/>
    <dgm:cxn modelId="{B27471D7-C5EB-4BDB-A3A6-C470AA2FEBA3}" type="presParOf" srcId="{926EE76F-1437-4655-90A2-C10A2A2F0D41}" destId="{8F7BF8B9-5627-4E2D-8A2D-56CDDE73DB7A}" srcOrd="5" destOrd="0" presId="urn:microsoft.com/office/officeart/2018/2/layout/IconLabelList"/>
    <dgm:cxn modelId="{06FCA1D3-CC99-41CC-A8C8-F8E19A86628F}" type="presParOf" srcId="{926EE76F-1437-4655-90A2-C10A2A2F0D41}" destId="{7A3C1FEB-A3D3-44CA-9AF0-E6E7BAB67186}" srcOrd="6" destOrd="0" presId="urn:microsoft.com/office/officeart/2018/2/layout/IconLabelList"/>
    <dgm:cxn modelId="{AB3276D6-D63D-4675-A02A-9015F1B52B3A}" type="presParOf" srcId="{7A3C1FEB-A3D3-44CA-9AF0-E6E7BAB67186}" destId="{97D171E3-6929-4BD1-83E3-4C3676AF9C8F}" srcOrd="0" destOrd="0" presId="urn:microsoft.com/office/officeart/2018/2/layout/IconLabelList"/>
    <dgm:cxn modelId="{5B5D4FC8-2A65-4BF8-A82A-D50563607749}" type="presParOf" srcId="{7A3C1FEB-A3D3-44CA-9AF0-E6E7BAB67186}" destId="{915C5380-080D-4179-B448-90FF276E8D20}" srcOrd="1" destOrd="0" presId="urn:microsoft.com/office/officeart/2018/2/layout/IconLabelList"/>
    <dgm:cxn modelId="{6F502997-3FA6-49EF-A7BB-6ED78E38D98E}" type="presParOf" srcId="{7A3C1FEB-A3D3-44CA-9AF0-E6E7BAB67186}" destId="{C8EB84EB-F99A-46FB-A47C-9A88D0B89C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8DEA6F-83C4-4E26-8AEE-EB9F20B537E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C41D0779-50B1-4107-90A0-550E1E7F7252}">
      <dgm:prSet/>
      <dgm:spPr/>
      <dgm:t>
        <a:bodyPr rtlCol="1"/>
        <a:lstStyle/>
        <a:p>
          <a:pPr rtl="1"/>
          <a:r>
            <a:rPr lang="ar" dirty="0"/>
            <a:t>تركيب وفك وسائل العرض</a:t>
          </a:r>
          <a:endParaRPr lang="en-US" dirty="0"/>
        </a:p>
      </dgm:t>
    </dgm:pt>
    <dgm:pt modelId="{B41B3F9B-122C-4B69-AF75-BF737A839DB8}" type="parTrans" cxnId="{98182D52-F4DD-4397-ABE3-32BB0227460B}">
      <dgm:prSet/>
      <dgm:spPr/>
      <dgm:t>
        <a:bodyPr rtlCol="1"/>
        <a:lstStyle/>
        <a:p>
          <a:pPr rtl="1"/>
          <a:endParaRPr lang="en-US"/>
        </a:p>
      </dgm:t>
    </dgm:pt>
    <dgm:pt modelId="{D1F9B82B-BDF1-40C3-A3F3-0F466D1E805C}" type="sibTrans" cxnId="{98182D52-F4DD-4397-ABE3-32BB0227460B}">
      <dgm:prSet/>
      <dgm:spPr/>
      <dgm:t>
        <a:bodyPr rtlCol="1"/>
        <a:lstStyle/>
        <a:p>
          <a:pPr rtl="1"/>
          <a:endParaRPr lang="en-US"/>
        </a:p>
      </dgm:t>
    </dgm:pt>
    <dgm:pt modelId="{FC655FBE-2BF0-4EFB-B809-C226B477175B}">
      <dgm:prSet/>
      <dgm:spPr/>
      <dgm:t>
        <a:bodyPr rtlCol="1"/>
        <a:lstStyle/>
        <a:p>
          <a:pPr rtl="1"/>
          <a:r>
            <a:rPr lang="ar" dirty="0"/>
            <a:t>استخدام اكسسوارات العرض والإضاءة</a:t>
          </a:r>
          <a:endParaRPr lang="en-US" dirty="0"/>
        </a:p>
      </dgm:t>
    </dgm:pt>
    <dgm:pt modelId="{A6C4C55E-F5C0-40A0-A4F7-F8ED6963FF9C}" type="parTrans" cxnId="{202DFDAF-6F2F-416A-92B5-B08507C6C06E}">
      <dgm:prSet/>
      <dgm:spPr/>
      <dgm:t>
        <a:bodyPr rtlCol="1"/>
        <a:lstStyle/>
        <a:p>
          <a:pPr rtl="1"/>
          <a:endParaRPr lang="en-US"/>
        </a:p>
      </dgm:t>
    </dgm:pt>
    <dgm:pt modelId="{B799475E-C5C9-4DEA-BD7C-3D274E93730A}" type="sibTrans" cxnId="{202DFDAF-6F2F-416A-92B5-B08507C6C06E}">
      <dgm:prSet/>
      <dgm:spPr/>
      <dgm:t>
        <a:bodyPr rtlCol="1"/>
        <a:lstStyle/>
        <a:p>
          <a:pPr rtl="1"/>
          <a:endParaRPr lang="en-US"/>
        </a:p>
      </dgm:t>
    </dgm:pt>
    <dgm:pt modelId="{0A732A54-2606-4A5F-93E1-15E98695C02B}">
      <dgm:prSet/>
      <dgm:spPr/>
      <dgm:t>
        <a:bodyPr rtlCol="1"/>
        <a:lstStyle/>
        <a:p>
          <a:pPr rtl="1"/>
          <a:r>
            <a:rPr lang="ar" dirty="0"/>
            <a:t>تقرير كيفية استخدام المساحة والإضاءة </a:t>
          </a:r>
          <a:br>
            <a:rPr lang="ar-EG" dirty="0"/>
          </a:br>
          <a:r>
            <a:rPr lang="ar" dirty="0"/>
            <a:t>استخدامًا مبتكرًا</a:t>
          </a:r>
          <a:endParaRPr lang="en-US" dirty="0"/>
        </a:p>
      </dgm:t>
    </dgm:pt>
    <dgm:pt modelId="{C83AB023-5A75-4270-8158-9183C207459E}" type="parTrans" cxnId="{42D84F0B-F09A-43EF-9BF5-C85E4BF4E891}">
      <dgm:prSet/>
      <dgm:spPr/>
      <dgm:t>
        <a:bodyPr rtlCol="1"/>
        <a:lstStyle/>
        <a:p>
          <a:pPr rtl="1"/>
          <a:endParaRPr lang="en-US"/>
        </a:p>
      </dgm:t>
    </dgm:pt>
    <dgm:pt modelId="{7ADF2426-77E3-4964-AD76-651EB4AF0E12}" type="sibTrans" cxnId="{42D84F0B-F09A-43EF-9BF5-C85E4BF4E891}">
      <dgm:prSet/>
      <dgm:spPr/>
      <dgm:t>
        <a:bodyPr rtlCol="1"/>
        <a:lstStyle/>
        <a:p>
          <a:pPr rtl="1"/>
          <a:endParaRPr lang="en-US"/>
        </a:p>
      </dgm:t>
    </dgm:pt>
    <dgm:pt modelId="{6A50E428-7D73-489F-8DB7-AA18EB593116}">
      <dgm:prSet/>
      <dgm:spPr/>
      <dgm:t>
        <a:bodyPr rtlCol="1"/>
        <a:lstStyle/>
        <a:p>
          <a:pPr rtl="1"/>
          <a:r>
            <a:rPr lang="ar" dirty="0"/>
            <a:t>تلبيس تماثيل العرض وترتيب الشاشات والملصقات</a:t>
          </a:r>
          <a:endParaRPr lang="en-US" dirty="0"/>
        </a:p>
      </dgm:t>
    </dgm:pt>
    <dgm:pt modelId="{5510921A-D729-4631-B9D7-1B067896E4BE}" type="parTrans" cxnId="{2FF7920E-2E6C-4FE6-8F9F-8264209C4402}">
      <dgm:prSet/>
      <dgm:spPr/>
      <dgm:t>
        <a:bodyPr rtlCol="1"/>
        <a:lstStyle/>
        <a:p>
          <a:pPr rtl="1"/>
          <a:endParaRPr lang="en-US"/>
        </a:p>
      </dgm:t>
    </dgm:pt>
    <dgm:pt modelId="{C512FC91-4F63-46FF-9624-A29B993E678C}" type="sibTrans" cxnId="{2FF7920E-2E6C-4FE6-8F9F-8264209C4402}">
      <dgm:prSet/>
      <dgm:spPr/>
      <dgm:t>
        <a:bodyPr rtlCol="1"/>
        <a:lstStyle/>
        <a:p>
          <a:pPr rtl="1"/>
          <a:endParaRPr lang="en-US"/>
        </a:p>
      </dgm:t>
    </dgm:pt>
    <dgm:pt modelId="{DED6F995-3078-4F66-BBD4-88FDE87B4D4D}">
      <dgm:prSet/>
      <dgm:spPr/>
      <dgm:t>
        <a:bodyPr rtlCol="1"/>
        <a:lstStyle/>
        <a:p>
          <a:pPr rtl="1"/>
          <a:r>
            <a:rPr lang="ar" dirty="0"/>
            <a:t>التأكد من ظهور الأسعار والتفاصيل الأخرى</a:t>
          </a:r>
          <a:endParaRPr lang="en-US" dirty="0"/>
        </a:p>
      </dgm:t>
    </dgm:pt>
    <dgm:pt modelId="{2F936BD7-60E7-4D90-85C4-8E73C8A4ADBB}" type="parTrans" cxnId="{45550BD6-CA9A-4A82-98FF-2D8122BA76D8}">
      <dgm:prSet/>
      <dgm:spPr/>
      <dgm:t>
        <a:bodyPr rtlCol="1"/>
        <a:lstStyle/>
        <a:p>
          <a:pPr rtl="1"/>
          <a:endParaRPr lang="en-US"/>
        </a:p>
      </dgm:t>
    </dgm:pt>
    <dgm:pt modelId="{069E2B61-9652-4011-B507-E0F30D328DD5}" type="sibTrans" cxnId="{45550BD6-CA9A-4A82-98FF-2D8122BA76D8}">
      <dgm:prSet/>
      <dgm:spPr/>
      <dgm:t>
        <a:bodyPr rtlCol="1"/>
        <a:lstStyle/>
        <a:p>
          <a:pPr rtl="1"/>
          <a:endParaRPr lang="en-US"/>
        </a:p>
      </dgm:t>
    </dgm:pt>
    <dgm:pt modelId="{55B755C3-6E00-43F3-A1F0-8CA8BE8F99A7}" type="pres">
      <dgm:prSet presAssocID="{838DEA6F-83C4-4E26-8AEE-EB9F20B537E0}" presName="root" presStyleCnt="0">
        <dgm:presLayoutVars>
          <dgm:dir/>
          <dgm:resizeHandles val="exact"/>
        </dgm:presLayoutVars>
      </dgm:prSet>
      <dgm:spPr/>
    </dgm:pt>
    <dgm:pt modelId="{E63CC573-6261-47B2-9F9E-8E5C319CB25D}" type="pres">
      <dgm:prSet presAssocID="{C41D0779-50B1-4107-90A0-550E1E7F7252}" presName="compNode" presStyleCnt="0"/>
      <dgm:spPr/>
    </dgm:pt>
    <dgm:pt modelId="{75DD01ED-14D7-479C-A3EA-C6C4946A0C21}" type="pres">
      <dgm:prSet presAssocID="{C41D0779-50B1-4107-90A0-550E1E7F7252}" presName="bgRect" presStyleLbl="bgShp" presStyleIdx="0" presStyleCnt="5"/>
      <dgm:spPr/>
    </dgm:pt>
    <dgm:pt modelId="{B06C5331-DBF2-46E9-8E1A-A7BAA8060BBE}" type="pres">
      <dgm:prSet presAssocID="{C41D0779-50B1-4107-90A0-550E1E7F7252}" presName="iconRect" presStyleLbl="node1" presStyleIdx="0" presStyleCnt="5" custLinFactX="450269" custLinFactNeighborX="500000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433B3EE4-319D-4232-9A11-1205BB9A5C98}" type="pres">
      <dgm:prSet presAssocID="{C41D0779-50B1-4107-90A0-550E1E7F7252}" presName="spaceRect" presStyleCnt="0"/>
      <dgm:spPr/>
    </dgm:pt>
    <dgm:pt modelId="{89190FCA-6A36-45E2-B9CB-E34B653303D7}" type="pres">
      <dgm:prSet presAssocID="{C41D0779-50B1-4107-90A0-550E1E7F7252}" presName="parTx" presStyleLbl="revTx" presStyleIdx="0" presStyleCnt="5" custLinFactNeighborX="-23412">
        <dgm:presLayoutVars>
          <dgm:chMax val="0"/>
          <dgm:chPref val="0"/>
        </dgm:presLayoutVars>
      </dgm:prSet>
      <dgm:spPr/>
    </dgm:pt>
    <dgm:pt modelId="{3CC05AC4-B3E5-4F7A-BA9B-4DD1883EE8C7}" type="pres">
      <dgm:prSet presAssocID="{D1F9B82B-BDF1-40C3-A3F3-0F466D1E805C}" presName="sibTrans" presStyleCnt="0"/>
      <dgm:spPr/>
    </dgm:pt>
    <dgm:pt modelId="{B4BF59F8-C3FE-4E30-814F-BD9A6A41AF94}" type="pres">
      <dgm:prSet presAssocID="{FC655FBE-2BF0-4EFB-B809-C226B477175B}" presName="compNode" presStyleCnt="0"/>
      <dgm:spPr/>
    </dgm:pt>
    <dgm:pt modelId="{C1DC7BAE-BC47-4AF5-BB5E-00DB96431C59}" type="pres">
      <dgm:prSet presAssocID="{FC655FBE-2BF0-4EFB-B809-C226B477175B}" presName="bgRect" presStyleLbl="bgShp" presStyleIdx="1" presStyleCnt="5"/>
      <dgm:spPr/>
    </dgm:pt>
    <dgm:pt modelId="{5B09BAA0-69E4-4420-AD79-A2CF9E3D1147}" type="pres">
      <dgm:prSet presAssocID="{FC655FBE-2BF0-4EFB-B809-C226B477175B}" presName="iconRect" presStyleLbl="node1" presStyleIdx="1" presStyleCnt="5" custLinFactX="450269" custLinFactNeighborX="500000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952F4677-C9DB-4DD8-B2F1-9ABACE02133C}" type="pres">
      <dgm:prSet presAssocID="{FC655FBE-2BF0-4EFB-B809-C226B477175B}" presName="spaceRect" presStyleCnt="0"/>
      <dgm:spPr/>
    </dgm:pt>
    <dgm:pt modelId="{17BAF6A6-DEF6-4789-BE38-04CF7CA173BE}" type="pres">
      <dgm:prSet presAssocID="{FC655FBE-2BF0-4EFB-B809-C226B477175B}" presName="parTx" presStyleLbl="revTx" presStyleIdx="1" presStyleCnt="5" custLinFactX="-7596" custLinFactNeighborX="-100000">
        <dgm:presLayoutVars>
          <dgm:chMax val="0"/>
          <dgm:chPref val="0"/>
        </dgm:presLayoutVars>
      </dgm:prSet>
      <dgm:spPr/>
    </dgm:pt>
    <dgm:pt modelId="{E7059C89-7C05-4279-ACC1-7E0D8EC5AFD0}" type="pres">
      <dgm:prSet presAssocID="{B799475E-C5C9-4DEA-BD7C-3D274E93730A}" presName="sibTrans" presStyleCnt="0"/>
      <dgm:spPr/>
    </dgm:pt>
    <dgm:pt modelId="{BAABFB93-7C06-49BB-9B6E-4CA8F55F6055}" type="pres">
      <dgm:prSet presAssocID="{0A732A54-2606-4A5F-93E1-15E98695C02B}" presName="compNode" presStyleCnt="0"/>
      <dgm:spPr/>
    </dgm:pt>
    <dgm:pt modelId="{CE8C68CD-EA22-4D6D-AFC2-BF4A37256226}" type="pres">
      <dgm:prSet presAssocID="{0A732A54-2606-4A5F-93E1-15E98695C02B}" presName="bgRect" presStyleLbl="bgShp" presStyleIdx="2" presStyleCnt="5"/>
      <dgm:spPr/>
    </dgm:pt>
    <dgm:pt modelId="{1121D566-896E-4CB6-98CC-8C0A7F8CC5D4}" type="pres">
      <dgm:prSet presAssocID="{0A732A54-2606-4A5F-93E1-15E98695C02B}" presName="iconRect" presStyleLbl="node1" presStyleIdx="2" presStyleCnt="5" custLinFactX="450269" custLinFactNeighborX="500000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2F1F62B4-642B-4493-8B85-B6E81B620033}" type="pres">
      <dgm:prSet presAssocID="{0A732A54-2606-4A5F-93E1-15E98695C02B}" presName="spaceRect" presStyleCnt="0"/>
      <dgm:spPr/>
    </dgm:pt>
    <dgm:pt modelId="{D9FE274A-8F35-44A4-89B2-90DD09C9EE9D}" type="pres">
      <dgm:prSet presAssocID="{0A732A54-2606-4A5F-93E1-15E98695C02B}" presName="parTx" presStyleLbl="revTx" presStyleIdx="2" presStyleCnt="5" custLinFactNeighborX="-93852">
        <dgm:presLayoutVars>
          <dgm:chMax val="0"/>
          <dgm:chPref val="0"/>
        </dgm:presLayoutVars>
      </dgm:prSet>
      <dgm:spPr/>
    </dgm:pt>
    <dgm:pt modelId="{20B78067-92B4-4CFE-B290-D59F2D293137}" type="pres">
      <dgm:prSet presAssocID="{7ADF2426-77E3-4964-AD76-651EB4AF0E12}" presName="sibTrans" presStyleCnt="0"/>
      <dgm:spPr/>
    </dgm:pt>
    <dgm:pt modelId="{840BFAC5-7163-42F2-A73A-634C59B90671}" type="pres">
      <dgm:prSet presAssocID="{6A50E428-7D73-489F-8DB7-AA18EB593116}" presName="compNode" presStyleCnt="0"/>
      <dgm:spPr/>
    </dgm:pt>
    <dgm:pt modelId="{43DF78B0-59F2-41D0-8D3C-4BBFC9C7C01B}" type="pres">
      <dgm:prSet presAssocID="{6A50E428-7D73-489F-8DB7-AA18EB593116}" presName="bgRect" presStyleLbl="bgShp" presStyleIdx="3" presStyleCnt="5"/>
      <dgm:spPr/>
    </dgm:pt>
    <dgm:pt modelId="{8ACA1E29-7642-4269-BD84-740E7389A59B}" type="pres">
      <dgm:prSet presAssocID="{6A50E428-7D73-489F-8DB7-AA18EB593116}" presName="iconRect" presStyleLbl="node1" presStyleIdx="3" presStyleCnt="5" custLinFactX="450269" custLinFactNeighborX="500000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6F0D4A34-65B4-4231-B032-84E1AE8731B3}" type="pres">
      <dgm:prSet presAssocID="{6A50E428-7D73-489F-8DB7-AA18EB593116}" presName="spaceRect" presStyleCnt="0"/>
      <dgm:spPr/>
    </dgm:pt>
    <dgm:pt modelId="{95EFF3EE-571F-4AFE-8284-9976E0436BC4}" type="pres">
      <dgm:prSet presAssocID="{6A50E428-7D73-489F-8DB7-AA18EB593116}" presName="parTx" presStyleLbl="revTx" presStyleIdx="3" presStyleCnt="5" custLinFactNeighborX="-93852">
        <dgm:presLayoutVars>
          <dgm:chMax val="0"/>
          <dgm:chPref val="0"/>
        </dgm:presLayoutVars>
      </dgm:prSet>
      <dgm:spPr/>
    </dgm:pt>
    <dgm:pt modelId="{91524243-EDE5-4992-B38B-707AD4F4455E}" type="pres">
      <dgm:prSet presAssocID="{C512FC91-4F63-46FF-9624-A29B993E678C}" presName="sibTrans" presStyleCnt="0"/>
      <dgm:spPr/>
    </dgm:pt>
    <dgm:pt modelId="{65806964-88A6-4328-86FC-0E82A62A1884}" type="pres">
      <dgm:prSet presAssocID="{DED6F995-3078-4F66-BBD4-88FDE87B4D4D}" presName="compNode" presStyleCnt="0"/>
      <dgm:spPr/>
    </dgm:pt>
    <dgm:pt modelId="{E13B6BB9-E4AF-445F-A34C-7732942FE518}" type="pres">
      <dgm:prSet presAssocID="{DED6F995-3078-4F66-BBD4-88FDE87B4D4D}" presName="bgRect" presStyleLbl="bgShp" presStyleIdx="4" presStyleCnt="5"/>
      <dgm:spPr/>
    </dgm:pt>
    <dgm:pt modelId="{F58E5DED-7277-40CE-92FF-881C8DAAF681}" type="pres">
      <dgm:prSet presAssocID="{DED6F995-3078-4F66-BBD4-88FDE87B4D4D}" presName="iconRect" presStyleLbl="node1" presStyleIdx="4" presStyleCnt="5" custLinFactX="450269" custLinFactNeighborX="500000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4B907CDC-BB9D-45FF-A90D-5FDAD50CC118}" type="pres">
      <dgm:prSet presAssocID="{DED6F995-3078-4F66-BBD4-88FDE87B4D4D}" presName="spaceRect" presStyleCnt="0"/>
      <dgm:spPr/>
    </dgm:pt>
    <dgm:pt modelId="{77DDA33D-3A4E-4F21-8D2B-53B8B0DA0272}" type="pres">
      <dgm:prSet presAssocID="{DED6F995-3078-4F66-BBD4-88FDE87B4D4D}" presName="parTx" presStyleLbl="revTx" presStyleIdx="4" presStyleCnt="5" custLinFactNeighborX="-23412">
        <dgm:presLayoutVars>
          <dgm:chMax val="0"/>
          <dgm:chPref val="0"/>
        </dgm:presLayoutVars>
      </dgm:prSet>
      <dgm:spPr/>
    </dgm:pt>
  </dgm:ptLst>
  <dgm:cxnLst>
    <dgm:cxn modelId="{4381F50A-1AC2-4F46-BC00-CC3CC496CD58}" type="presOf" srcId="{0A732A54-2606-4A5F-93E1-15E98695C02B}" destId="{D9FE274A-8F35-44A4-89B2-90DD09C9EE9D}" srcOrd="0" destOrd="0" presId="urn:microsoft.com/office/officeart/2018/2/layout/IconVerticalSolidList"/>
    <dgm:cxn modelId="{42D84F0B-F09A-43EF-9BF5-C85E4BF4E891}" srcId="{838DEA6F-83C4-4E26-8AEE-EB9F20B537E0}" destId="{0A732A54-2606-4A5F-93E1-15E98695C02B}" srcOrd="2" destOrd="0" parTransId="{C83AB023-5A75-4270-8158-9183C207459E}" sibTransId="{7ADF2426-77E3-4964-AD76-651EB4AF0E12}"/>
    <dgm:cxn modelId="{2FF7920E-2E6C-4FE6-8F9F-8264209C4402}" srcId="{838DEA6F-83C4-4E26-8AEE-EB9F20B537E0}" destId="{6A50E428-7D73-489F-8DB7-AA18EB593116}" srcOrd="3" destOrd="0" parTransId="{5510921A-D729-4631-B9D7-1B067896E4BE}" sibTransId="{C512FC91-4F63-46FF-9624-A29B993E678C}"/>
    <dgm:cxn modelId="{361BC910-8B57-49E4-B797-0EAB8E9778FA}" type="presOf" srcId="{838DEA6F-83C4-4E26-8AEE-EB9F20B537E0}" destId="{55B755C3-6E00-43F3-A1F0-8CA8BE8F99A7}" srcOrd="0" destOrd="0" presId="urn:microsoft.com/office/officeart/2018/2/layout/IconVerticalSolidList"/>
    <dgm:cxn modelId="{88DF8335-5D6A-4648-8D44-AD6DD64EB9C0}" type="presOf" srcId="{6A50E428-7D73-489F-8DB7-AA18EB593116}" destId="{95EFF3EE-571F-4AFE-8284-9976E0436BC4}" srcOrd="0" destOrd="0" presId="urn:microsoft.com/office/officeart/2018/2/layout/IconVerticalSolidList"/>
    <dgm:cxn modelId="{4AB85F49-B36A-4C9A-A36A-08BC12D5E777}" type="presOf" srcId="{FC655FBE-2BF0-4EFB-B809-C226B477175B}" destId="{17BAF6A6-DEF6-4789-BE38-04CF7CA173BE}" srcOrd="0" destOrd="0" presId="urn:microsoft.com/office/officeart/2018/2/layout/IconVerticalSolidList"/>
    <dgm:cxn modelId="{98182D52-F4DD-4397-ABE3-32BB0227460B}" srcId="{838DEA6F-83C4-4E26-8AEE-EB9F20B537E0}" destId="{C41D0779-50B1-4107-90A0-550E1E7F7252}" srcOrd="0" destOrd="0" parTransId="{B41B3F9B-122C-4B69-AF75-BF737A839DB8}" sibTransId="{D1F9B82B-BDF1-40C3-A3F3-0F466D1E805C}"/>
    <dgm:cxn modelId="{E11BED88-91A3-4188-81F1-2F356A0A40C9}" type="presOf" srcId="{DED6F995-3078-4F66-BBD4-88FDE87B4D4D}" destId="{77DDA33D-3A4E-4F21-8D2B-53B8B0DA0272}" srcOrd="0" destOrd="0" presId="urn:microsoft.com/office/officeart/2018/2/layout/IconVerticalSolidList"/>
    <dgm:cxn modelId="{BB1AA5AE-1CCA-4952-8DA5-95A837B5A544}" type="presOf" srcId="{C41D0779-50B1-4107-90A0-550E1E7F7252}" destId="{89190FCA-6A36-45E2-B9CB-E34B653303D7}" srcOrd="0" destOrd="0" presId="urn:microsoft.com/office/officeart/2018/2/layout/IconVerticalSolidList"/>
    <dgm:cxn modelId="{202DFDAF-6F2F-416A-92B5-B08507C6C06E}" srcId="{838DEA6F-83C4-4E26-8AEE-EB9F20B537E0}" destId="{FC655FBE-2BF0-4EFB-B809-C226B477175B}" srcOrd="1" destOrd="0" parTransId="{A6C4C55E-F5C0-40A0-A4F7-F8ED6963FF9C}" sibTransId="{B799475E-C5C9-4DEA-BD7C-3D274E93730A}"/>
    <dgm:cxn modelId="{45550BD6-CA9A-4A82-98FF-2D8122BA76D8}" srcId="{838DEA6F-83C4-4E26-8AEE-EB9F20B537E0}" destId="{DED6F995-3078-4F66-BBD4-88FDE87B4D4D}" srcOrd="4" destOrd="0" parTransId="{2F936BD7-60E7-4D90-85C4-8E73C8A4ADBB}" sibTransId="{069E2B61-9652-4011-B507-E0F30D328DD5}"/>
    <dgm:cxn modelId="{7A2345A8-ACDB-4DDA-B880-56E199166A7F}" type="presParOf" srcId="{55B755C3-6E00-43F3-A1F0-8CA8BE8F99A7}" destId="{E63CC573-6261-47B2-9F9E-8E5C319CB25D}" srcOrd="0" destOrd="0" presId="urn:microsoft.com/office/officeart/2018/2/layout/IconVerticalSolidList"/>
    <dgm:cxn modelId="{FB46AEF0-40B2-4BA2-BA8E-17BB577C5E68}" type="presParOf" srcId="{E63CC573-6261-47B2-9F9E-8E5C319CB25D}" destId="{75DD01ED-14D7-479C-A3EA-C6C4946A0C21}" srcOrd="0" destOrd="0" presId="urn:microsoft.com/office/officeart/2018/2/layout/IconVerticalSolidList"/>
    <dgm:cxn modelId="{A57B2A52-4A0B-4C27-B5E6-A145679CE343}" type="presParOf" srcId="{E63CC573-6261-47B2-9F9E-8E5C319CB25D}" destId="{B06C5331-DBF2-46E9-8E1A-A7BAA8060BBE}" srcOrd="1" destOrd="0" presId="urn:microsoft.com/office/officeart/2018/2/layout/IconVerticalSolidList"/>
    <dgm:cxn modelId="{095A5706-C772-49A1-BC92-B60FB246630F}" type="presParOf" srcId="{E63CC573-6261-47B2-9F9E-8E5C319CB25D}" destId="{433B3EE4-319D-4232-9A11-1205BB9A5C98}" srcOrd="2" destOrd="0" presId="urn:microsoft.com/office/officeart/2018/2/layout/IconVerticalSolidList"/>
    <dgm:cxn modelId="{9A4A75A5-5BA3-4B1C-96BA-4B9682B645B3}" type="presParOf" srcId="{E63CC573-6261-47B2-9F9E-8E5C319CB25D}" destId="{89190FCA-6A36-45E2-B9CB-E34B653303D7}" srcOrd="3" destOrd="0" presId="urn:microsoft.com/office/officeart/2018/2/layout/IconVerticalSolidList"/>
    <dgm:cxn modelId="{F04FCA86-4945-4ECE-B81F-ED09616C08BE}" type="presParOf" srcId="{55B755C3-6E00-43F3-A1F0-8CA8BE8F99A7}" destId="{3CC05AC4-B3E5-4F7A-BA9B-4DD1883EE8C7}" srcOrd="1" destOrd="0" presId="urn:microsoft.com/office/officeart/2018/2/layout/IconVerticalSolidList"/>
    <dgm:cxn modelId="{43B0EAE2-FE8A-4F3A-9365-375B46A91257}" type="presParOf" srcId="{55B755C3-6E00-43F3-A1F0-8CA8BE8F99A7}" destId="{B4BF59F8-C3FE-4E30-814F-BD9A6A41AF94}" srcOrd="2" destOrd="0" presId="urn:microsoft.com/office/officeart/2018/2/layout/IconVerticalSolidList"/>
    <dgm:cxn modelId="{C9674EC2-4CB7-4A86-BDCF-310D30F82B77}" type="presParOf" srcId="{B4BF59F8-C3FE-4E30-814F-BD9A6A41AF94}" destId="{C1DC7BAE-BC47-4AF5-BB5E-00DB96431C59}" srcOrd="0" destOrd="0" presId="urn:microsoft.com/office/officeart/2018/2/layout/IconVerticalSolidList"/>
    <dgm:cxn modelId="{80532148-0697-460B-8E60-641B72BCC606}" type="presParOf" srcId="{B4BF59F8-C3FE-4E30-814F-BD9A6A41AF94}" destId="{5B09BAA0-69E4-4420-AD79-A2CF9E3D1147}" srcOrd="1" destOrd="0" presId="urn:microsoft.com/office/officeart/2018/2/layout/IconVerticalSolidList"/>
    <dgm:cxn modelId="{B3A8084A-8741-4975-85CC-DF0606119FA9}" type="presParOf" srcId="{B4BF59F8-C3FE-4E30-814F-BD9A6A41AF94}" destId="{952F4677-C9DB-4DD8-B2F1-9ABACE02133C}" srcOrd="2" destOrd="0" presId="urn:microsoft.com/office/officeart/2018/2/layout/IconVerticalSolidList"/>
    <dgm:cxn modelId="{B5BC5284-0ED4-4F68-B830-21E0C3D57061}" type="presParOf" srcId="{B4BF59F8-C3FE-4E30-814F-BD9A6A41AF94}" destId="{17BAF6A6-DEF6-4789-BE38-04CF7CA173BE}" srcOrd="3" destOrd="0" presId="urn:microsoft.com/office/officeart/2018/2/layout/IconVerticalSolidList"/>
    <dgm:cxn modelId="{28E0DB9E-ABBA-4B30-8D44-2DB647D28E70}" type="presParOf" srcId="{55B755C3-6E00-43F3-A1F0-8CA8BE8F99A7}" destId="{E7059C89-7C05-4279-ACC1-7E0D8EC5AFD0}" srcOrd="3" destOrd="0" presId="urn:microsoft.com/office/officeart/2018/2/layout/IconVerticalSolidList"/>
    <dgm:cxn modelId="{C9E4FB68-6F05-4DC8-A650-B6B07AB3116C}" type="presParOf" srcId="{55B755C3-6E00-43F3-A1F0-8CA8BE8F99A7}" destId="{BAABFB93-7C06-49BB-9B6E-4CA8F55F6055}" srcOrd="4" destOrd="0" presId="urn:microsoft.com/office/officeart/2018/2/layout/IconVerticalSolidList"/>
    <dgm:cxn modelId="{4073B143-BC7A-45D1-8630-55A4DB395CC6}" type="presParOf" srcId="{BAABFB93-7C06-49BB-9B6E-4CA8F55F6055}" destId="{CE8C68CD-EA22-4D6D-AFC2-BF4A37256226}" srcOrd="0" destOrd="0" presId="urn:microsoft.com/office/officeart/2018/2/layout/IconVerticalSolidList"/>
    <dgm:cxn modelId="{BF72403C-94F1-4671-9AB7-5EF207E92D01}" type="presParOf" srcId="{BAABFB93-7C06-49BB-9B6E-4CA8F55F6055}" destId="{1121D566-896E-4CB6-98CC-8C0A7F8CC5D4}" srcOrd="1" destOrd="0" presId="urn:microsoft.com/office/officeart/2018/2/layout/IconVerticalSolidList"/>
    <dgm:cxn modelId="{D147DEDF-CEFC-4B50-9548-0BF7FDF3C54F}" type="presParOf" srcId="{BAABFB93-7C06-49BB-9B6E-4CA8F55F6055}" destId="{2F1F62B4-642B-4493-8B85-B6E81B620033}" srcOrd="2" destOrd="0" presId="urn:microsoft.com/office/officeart/2018/2/layout/IconVerticalSolidList"/>
    <dgm:cxn modelId="{6AFF94B7-3CF6-49E0-A891-3E9E2CD4B814}" type="presParOf" srcId="{BAABFB93-7C06-49BB-9B6E-4CA8F55F6055}" destId="{D9FE274A-8F35-44A4-89B2-90DD09C9EE9D}" srcOrd="3" destOrd="0" presId="urn:microsoft.com/office/officeart/2018/2/layout/IconVerticalSolidList"/>
    <dgm:cxn modelId="{4196BCB9-CAF8-4577-AA50-3A250C5AE75A}" type="presParOf" srcId="{55B755C3-6E00-43F3-A1F0-8CA8BE8F99A7}" destId="{20B78067-92B4-4CFE-B290-D59F2D293137}" srcOrd="5" destOrd="0" presId="urn:microsoft.com/office/officeart/2018/2/layout/IconVerticalSolidList"/>
    <dgm:cxn modelId="{8257B63B-5B60-4857-A5D3-7173245DEF7F}" type="presParOf" srcId="{55B755C3-6E00-43F3-A1F0-8CA8BE8F99A7}" destId="{840BFAC5-7163-42F2-A73A-634C59B90671}" srcOrd="6" destOrd="0" presId="urn:microsoft.com/office/officeart/2018/2/layout/IconVerticalSolidList"/>
    <dgm:cxn modelId="{59B2F625-EEA5-4B03-A1B5-85A017E5A8B3}" type="presParOf" srcId="{840BFAC5-7163-42F2-A73A-634C59B90671}" destId="{43DF78B0-59F2-41D0-8D3C-4BBFC9C7C01B}" srcOrd="0" destOrd="0" presId="urn:microsoft.com/office/officeart/2018/2/layout/IconVerticalSolidList"/>
    <dgm:cxn modelId="{F82D8241-856E-49CD-9217-34C6AA1EA2FA}" type="presParOf" srcId="{840BFAC5-7163-42F2-A73A-634C59B90671}" destId="{8ACA1E29-7642-4269-BD84-740E7389A59B}" srcOrd="1" destOrd="0" presId="urn:microsoft.com/office/officeart/2018/2/layout/IconVerticalSolidList"/>
    <dgm:cxn modelId="{C1691EEF-9D8C-4BDC-837B-CC455C85A55C}" type="presParOf" srcId="{840BFAC5-7163-42F2-A73A-634C59B90671}" destId="{6F0D4A34-65B4-4231-B032-84E1AE8731B3}" srcOrd="2" destOrd="0" presId="urn:microsoft.com/office/officeart/2018/2/layout/IconVerticalSolidList"/>
    <dgm:cxn modelId="{921E966B-1534-4191-9C24-4171C793E8C9}" type="presParOf" srcId="{840BFAC5-7163-42F2-A73A-634C59B90671}" destId="{95EFF3EE-571F-4AFE-8284-9976E0436BC4}" srcOrd="3" destOrd="0" presId="urn:microsoft.com/office/officeart/2018/2/layout/IconVerticalSolidList"/>
    <dgm:cxn modelId="{5B893EDD-B128-4CEF-8014-4854738B5BE1}" type="presParOf" srcId="{55B755C3-6E00-43F3-A1F0-8CA8BE8F99A7}" destId="{91524243-EDE5-4992-B38B-707AD4F4455E}" srcOrd="7" destOrd="0" presId="urn:microsoft.com/office/officeart/2018/2/layout/IconVerticalSolidList"/>
    <dgm:cxn modelId="{882DD6ED-B7A3-40DB-BA28-BD7210E4DFCE}" type="presParOf" srcId="{55B755C3-6E00-43F3-A1F0-8CA8BE8F99A7}" destId="{65806964-88A6-4328-86FC-0E82A62A1884}" srcOrd="8" destOrd="0" presId="urn:microsoft.com/office/officeart/2018/2/layout/IconVerticalSolidList"/>
    <dgm:cxn modelId="{93FA7A9E-0FBA-4747-81B1-B24C51A5E3D7}" type="presParOf" srcId="{65806964-88A6-4328-86FC-0E82A62A1884}" destId="{E13B6BB9-E4AF-445F-A34C-7732942FE518}" srcOrd="0" destOrd="0" presId="urn:microsoft.com/office/officeart/2018/2/layout/IconVerticalSolidList"/>
    <dgm:cxn modelId="{03BF953A-66EE-4720-94B0-355EE89FF580}" type="presParOf" srcId="{65806964-88A6-4328-86FC-0E82A62A1884}" destId="{F58E5DED-7277-40CE-92FF-881C8DAAF681}" srcOrd="1" destOrd="0" presId="urn:microsoft.com/office/officeart/2018/2/layout/IconVerticalSolidList"/>
    <dgm:cxn modelId="{F09DC781-E394-415D-B679-36AB2307FB06}" type="presParOf" srcId="{65806964-88A6-4328-86FC-0E82A62A1884}" destId="{4B907CDC-BB9D-45FF-A90D-5FDAD50CC118}" srcOrd="2" destOrd="0" presId="urn:microsoft.com/office/officeart/2018/2/layout/IconVerticalSolidList"/>
    <dgm:cxn modelId="{EF03F124-05F1-41F8-A719-91B09DE82C84}" type="presParOf" srcId="{65806964-88A6-4328-86FC-0E82A62A1884}" destId="{77DDA33D-3A4E-4F21-8D2B-53B8B0DA027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B6410DC-0081-4D4F-B3ED-EF2E3C906AE9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0AD2949A-5D8D-43F7-BA28-7694247FC19B}">
      <dgm:prSet/>
      <dgm:spPr>
        <a:solidFill>
          <a:schemeClr val="accent5"/>
        </a:solidFill>
      </dgm:spPr>
      <dgm:t>
        <a:bodyPr rtlCol="1"/>
        <a:lstStyle/>
        <a:p>
          <a:pPr rtl="1"/>
          <a:r>
            <a:rPr lang="ar-SA" noProof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تقديم ملاحظات للمعنيين حول التغييرات أو إطلاق المنتجات </a:t>
          </a:r>
          <a:br>
            <a:rPr lang="ar-SA" noProof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SA" noProof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أو مسائل أخرى.</a:t>
          </a:r>
        </a:p>
      </dgm:t>
    </dgm:pt>
    <dgm:pt modelId="{4FD93358-1F0D-4038-8C4E-3BD020DAE659}" type="parTrans" cxnId="{0F0B0A9A-F83B-454E-8B53-C8F38CC8D11D}">
      <dgm:prSet/>
      <dgm:spPr/>
      <dgm:t>
        <a:bodyPr rtlCol="1"/>
        <a:lstStyle/>
        <a:p>
          <a:pPr rtl="1"/>
          <a:endParaRPr lang="en-US"/>
        </a:p>
      </dgm:t>
    </dgm:pt>
    <dgm:pt modelId="{483DD04A-0646-4CB2-82E8-A461BAF81621}" type="sibTrans" cxnId="{0F0B0A9A-F83B-454E-8B53-C8F38CC8D11D}">
      <dgm:prSet/>
      <dgm:spPr/>
      <dgm:t>
        <a:bodyPr rtlCol="1"/>
        <a:lstStyle/>
        <a:p>
          <a:pPr rtl="1"/>
          <a:endParaRPr lang="en-US"/>
        </a:p>
      </dgm:t>
    </dgm:pt>
    <dgm:pt modelId="{3D8F508F-D1EC-4A84-8C90-FE9144370130}">
      <dgm:prSet custT="1"/>
      <dgm:spPr>
        <a:solidFill>
          <a:schemeClr val="accent5"/>
        </a:solidFill>
      </dgm:spPr>
      <dgm:t>
        <a:bodyPr rtlCol="1"/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مناقشة توجيهات التصميم لضمان أنها تعكس رؤية العميل وتوقعاته.</a:t>
          </a:r>
        </a:p>
      </dgm:t>
    </dgm:pt>
    <dgm:pt modelId="{867BBC39-44E5-45F7-9E28-A5CA648EE61C}" type="parTrans" cxnId="{7400C6BA-5537-4C58-BB37-AB774FCBCB91}">
      <dgm:prSet/>
      <dgm:spPr/>
      <dgm:t>
        <a:bodyPr rtlCol="1"/>
        <a:lstStyle/>
        <a:p>
          <a:pPr rtl="1"/>
          <a:endParaRPr lang="en-US"/>
        </a:p>
      </dgm:t>
    </dgm:pt>
    <dgm:pt modelId="{ED37738C-EDB3-4F78-ADB4-F5A766CB30B4}" type="sibTrans" cxnId="{7400C6BA-5537-4C58-BB37-AB774FCBCB91}">
      <dgm:prSet/>
      <dgm:spPr/>
      <dgm:t>
        <a:bodyPr rtlCol="1"/>
        <a:lstStyle/>
        <a:p>
          <a:pPr rtl="1"/>
          <a:endParaRPr lang="en-US"/>
        </a:p>
      </dgm:t>
    </dgm:pt>
    <dgm:pt modelId="{DD52E930-650A-4083-9805-BBD86F7AE237}">
      <dgm:prSet custT="1"/>
      <dgm:spPr>
        <a:solidFill>
          <a:schemeClr val="accent5"/>
        </a:solidFill>
      </dgm:spPr>
      <dgm:t>
        <a:bodyPr rtlCol="1"/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الحصول على الديكورات والاكسسوارات اللازمة للعروض لدى الموردين.</a:t>
          </a:r>
        </a:p>
      </dgm:t>
    </dgm:pt>
    <dgm:pt modelId="{F037393F-9D28-4041-BB43-25792A8D2F87}" type="parTrans" cxnId="{5926BF01-E6A0-4B0C-B128-6DBC2A524FE1}">
      <dgm:prSet/>
      <dgm:spPr/>
      <dgm:t>
        <a:bodyPr rtlCol="1"/>
        <a:lstStyle/>
        <a:p>
          <a:pPr rtl="1"/>
          <a:endParaRPr lang="en-US"/>
        </a:p>
      </dgm:t>
    </dgm:pt>
    <dgm:pt modelId="{B8F7A6F1-170D-44FE-8E6F-3D9EAB40E28D}" type="sibTrans" cxnId="{5926BF01-E6A0-4B0C-B128-6DBC2A524FE1}">
      <dgm:prSet/>
      <dgm:spPr/>
      <dgm:t>
        <a:bodyPr rtlCol="1"/>
        <a:lstStyle/>
        <a:p>
          <a:pPr rtl="1"/>
          <a:endParaRPr lang="en-US"/>
        </a:p>
      </dgm:t>
    </dgm:pt>
    <dgm:pt modelId="{3F123ACC-7F7F-4691-88C1-209D7589EC88}">
      <dgm:prSet custT="1"/>
      <dgm:spPr>
        <a:solidFill>
          <a:schemeClr val="accent5"/>
        </a:solidFill>
      </dgm:spPr>
      <dgm:t>
        <a:bodyPr rtlCol="1"/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البحث في الخصائص الديموغرافية للزبائن وسمات المتجر/المنطقة.</a:t>
          </a:r>
        </a:p>
      </dgm:t>
    </dgm:pt>
    <dgm:pt modelId="{411FFC53-17EC-4AA9-85BC-81759C39A45C}" type="parTrans" cxnId="{CEBD9356-ABDF-4BFF-9122-8F2682259102}">
      <dgm:prSet/>
      <dgm:spPr/>
      <dgm:t>
        <a:bodyPr rtlCol="1"/>
        <a:lstStyle/>
        <a:p>
          <a:pPr rtl="1"/>
          <a:endParaRPr lang="en-US"/>
        </a:p>
      </dgm:t>
    </dgm:pt>
    <dgm:pt modelId="{DEF2DD7D-F51F-42CD-BCB9-B6BEA9F76B49}" type="sibTrans" cxnId="{CEBD9356-ABDF-4BFF-9122-8F2682259102}">
      <dgm:prSet/>
      <dgm:spPr/>
      <dgm:t>
        <a:bodyPr rtlCol="1"/>
        <a:lstStyle/>
        <a:p>
          <a:pPr rtl="1"/>
          <a:endParaRPr lang="en-US"/>
        </a:p>
      </dgm:t>
    </dgm:pt>
    <dgm:pt modelId="{53278208-78AE-D746-865E-06AC785E1515}">
      <dgm:prSet custT="1"/>
      <dgm:spPr>
        <a:gradFill rotWithShape="0">
          <a:gsLst>
            <a:gs pos="0">
              <a:schemeClr val="accent5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إنشاء حزم ترويج بصري تحمل علامات تجارية لإرسالها إلى كل فرع للمتجر.</a:t>
          </a:r>
        </a:p>
      </dgm:t>
    </dgm:pt>
    <dgm:pt modelId="{EDFD5D9D-E0D1-6249-9453-B9F0FC40A72D}" type="parTrans" cxnId="{C0033940-C62E-5140-A76E-D98A157BE87A}">
      <dgm:prSet/>
      <dgm:spPr/>
      <dgm:t>
        <a:bodyPr rtlCol="1"/>
        <a:lstStyle/>
        <a:p>
          <a:pPr rtl="1"/>
          <a:endParaRPr lang="en-GB"/>
        </a:p>
      </dgm:t>
    </dgm:pt>
    <dgm:pt modelId="{69B5113A-8301-2542-BBA9-057555AB2960}" type="sibTrans" cxnId="{C0033940-C62E-5140-A76E-D98A157BE87A}">
      <dgm:prSet/>
      <dgm:spPr/>
      <dgm:t>
        <a:bodyPr rtlCol="1"/>
        <a:lstStyle/>
        <a:p>
          <a:pPr rtl="1"/>
          <a:endParaRPr lang="en-GB"/>
        </a:p>
      </dgm:t>
    </dgm:pt>
    <dgm:pt modelId="{2C174A85-1A0B-4943-9CF5-A1E29F752590}" type="pres">
      <dgm:prSet presAssocID="{7B6410DC-0081-4D4F-B3ED-EF2E3C906AE9}" presName="diagram" presStyleCnt="0">
        <dgm:presLayoutVars>
          <dgm:dir val="rev"/>
          <dgm:resizeHandles val="exact"/>
        </dgm:presLayoutVars>
      </dgm:prSet>
      <dgm:spPr/>
    </dgm:pt>
    <dgm:pt modelId="{70E3A4F9-BDA7-F64F-8A60-FB18E70EFFBD}" type="pres">
      <dgm:prSet presAssocID="{0AD2949A-5D8D-43F7-BA28-7694247FC19B}" presName="node" presStyleLbl="node1" presStyleIdx="0" presStyleCnt="5">
        <dgm:presLayoutVars>
          <dgm:bulletEnabled val="1"/>
        </dgm:presLayoutVars>
      </dgm:prSet>
      <dgm:spPr/>
    </dgm:pt>
    <dgm:pt modelId="{C5552880-CEED-5742-95FC-6E01E0AA7162}" type="pres">
      <dgm:prSet presAssocID="{483DD04A-0646-4CB2-82E8-A461BAF81621}" presName="sibTrans" presStyleCnt="0"/>
      <dgm:spPr/>
    </dgm:pt>
    <dgm:pt modelId="{7E0DEAFB-9584-0544-BEA5-942789D24BE8}" type="pres">
      <dgm:prSet presAssocID="{3D8F508F-D1EC-4A84-8C90-FE9144370130}" presName="node" presStyleLbl="node1" presStyleIdx="1" presStyleCnt="5">
        <dgm:presLayoutVars>
          <dgm:bulletEnabled val="1"/>
        </dgm:presLayoutVars>
      </dgm:prSet>
      <dgm:spPr/>
    </dgm:pt>
    <dgm:pt modelId="{48869FC2-E547-DE47-A6AB-B0321CC61753}" type="pres">
      <dgm:prSet presAssocID="{ED37738C-EDB3-4F78-ADB4-F5A766CB30B4}" presName="sibTrans" presStyleCnt="0"/>
      <dgm:spPr/>
    </dgm:pt>
    <dgm:pt modelId="{C0C2202E-C4D5-554A-B86B-7F125DD6C63B}" type="pres">
      <dgm:prSet presAssocID="{DD52E930-650A-4083-9805-BBD86F7AE237}" presName="node" presStyleLbl="node1" presStyleIdx="2" presStyleCnt="5">
        <dgm:presLayoutVars>
          <dgm:bulletEnabled val="1"/>
        </dgm:presLayoutVars>
      </dgm:prSet>
      <dgm:spPr/>
    </dgm:pt>
    <dgm:pt modelId="{8B700F11-004F-5949-94B9-DAF9A0482D4F}" type="pres">
      <dgm:prSet presAssocID="{B8F7A6F1-170D-44FE-8E6F-3D9EAB40E28D}" presName="sibTrans" presStyleCnt="0"/>
      <dgm:spPr/>
    </dgm:pt>
    <dgm:pt modelId="{AD19CB81-8447-FB4C-8C0C-B8D2DA76FD38}" type="pres">
      <dgm:prSet presAssocID="{3F123ACC-7F7F-4691-88C1-209D7589EC88}" presName="node" presStyleLbl="node1" presStyleIdx="3" presStyleCnt="5">
        <dgm:presLayoutVars>
          <dgm:bulletEnabled val="1"/>
        </dgm:presLayoutVars>
      </dgm:prSet>
      <dgm:spPr/>
    </dgm:pt>
    <dgm:pt modelId="{5127CD6E-47F6-C249-AD93-AC24AA3463BE}" type="pres">
      <dgm:prSet presAssocID="{DEF2DD7D-F51F-42CD-BCB9-B6BEA9F76B49}" presName="sibTrans" presStyleCnt="0"/>
      <dgm:spPr/>
    </dgm:pt>
    <dgm:pt modelId="{1467DB59-1373-9846-A816-C47B6038E5E8}" type="pres">
      <dgm:prSet presAssocID="{53278208-78AE-D746-865E-06AC785E1515}" presName="node" presStyleLbl="node1" presStyleIdx="4" presStyleCnt="5">
        <dgm:presLayoutVars>
          <dgm:bulletEnabled val="1"/>
        </dgm:presLayoutVars>
      </dgm:prSet>
      <dgm:spPr/>
    </dgm:pt>
  </dgm:ptLst>
  <dgm:cxnLst>
    <dgm:cxn modelId="{5926BF01-E6A0-4B0C-B128-6DBC2A524FE1}" srcId="{7B6410DC-0081-4D4F-B3ED-EF2E3C906AE9}" destId="{DD52E930-650A-4083-9805-BBD86F7AE237}" srcOrd="2" destOrd="0" parTransId="{F037393F-9D28-4041-BB43-25792A8D2F87}" sibTransId="{B8F7A6F1-170D-44FE-8E6F-3D9EAB40E28D}"/>
    <dgm:cxn modelId="{4B2A320D-8420-DB46-B030-8CBD92F9EE16}" type="presOf" srcId="{DD52E930-650A-4083-9805-BBD86F7AE237}" destId="{C0C2202E-C4D5-554A-B86B-7F125DD6C63B}" srcOrd="0" destOrd="0" presId="urn:microsoft.com/office/officeart/2005/8/layout/default"/>
    <dgm:cxn modelId="{C0033940-C62E-5140-A76E-D98A157BE87A}" srcId="{7B6410DC-0081-4D4F-B3ED-EF2E3C906AE9}" destId="{53278208-78AE-D746-865E-06AC785E1515}" srcOrd="4" destOrd="0" parTransId="{EDFD5D9D-E0D1-6249-9453-B9F0FC40A72D}" sibTransId="{69B5113A-8301-2542-BBA9-057555AB2960}"/>
    <dgm:cxn modelId="{CEBD9356-ABDF-4BFF-9122-8F2682259102}" srcId="{7B6410DC-0081-4D4F-B3ED-EF2E3C906AE9}" destId="{3F123ACC-7F7F-4691-88C1-209D7589EC88}" srcOrd="3" destOrd="0" parTransId="{411FFC53-17EC-4AA9-85BC-81759C39A45C}" sibTransId="{DEF2DD7D-F51F-42CD-BCB9-B6BEA9F76B49}"/>
    <dgm:cxn modelId="{C5396E99-222A-B24B-A5D9-F69B9ECB10D9}" type="presOf" srcId="{7B6410DC-0081-4D4F-B3ED-EF2E3C906AE9}" destId="{2C174A85-1A0B-4943-9CF5-A1E29F752590}" srcOrd="0" destOrd="0" presId="urn:microsoft.com/office/officeart/2005/8/layout/default"/>
    <dgm:cxn modelId="{0F0B0A9A-F83B-454E-8B53-C8F38CC8D11D}" srcId="{7B6410DC-0081-4D4F-B3ED-EF2E3C906AE9}" destId="{0AD2949A-5D8D-43F7-BA28-7694247FC19B}" srcOrd="0" destOrd="0" parTransId="{4FD93358-1F0D-4038-8C4E-3BD020DAE659}" sibTransId="{483DD04A-0646-4CB2-82E8-A461BAF81621}"/>
    <dgm:cxn modelId="{7400C6BA-5537-4C58-BB37-AB774FCBCB91}" srcId="{7B6410DC-0081-4D4F-B3ED-EF2E3C906AE9}" destId="{3D8F508F-D1EC-4A84-8C90-FE9144370130}" srcOrd="1" destOrd="0" parTransId="{867BBC39-44E5-45F7-9E28-A5CA648EE61C}" sibTransId="{ED37738C-EDB3-4F78-ADB4-F5A766CB30B4}"/>
    <dgm:cxn modelId="{51F6EFC1-FA2F-F846-AF7D-8520FB463DE9}" type="presOf" srcId="{0AD2949A-5D8D-43F7-BA28-7694247FC19B}" destId="{70E3A4F9-BDA7-F64F-8A60-FB18E70EFFBD}" srcOrd="0" destOrd="0" presId="urn:microsoft.com/office/officeart/2005/8/layout/default"/>
    <dgm:cxn modelId="{3CF448CB-32CB-7248-BF84-9104B17BD37A}" type="presOf" srcId="{3D8F508F-D1EC-4A84-8C90-FE9144370130}" destId="{7E0DEAFB-9584-0544-BEA5-942789D24BE8}" srcOrd="0" destOrd="0" presId="urn:microsoft.com/office/officeart/2005/8/layout/default"/>
    <dgm:cxn modelId="{2CD609CD-FF2B-7F47-8095-6E45DD69D16F}" type="presOf" srcId="{3F123ACC-7F7F-4691-88C1-209D7589EC88}" destId="{AD19CB81-8447-FB4C-8C0C-B8D2DA76FD38}" srcOrd="0" destOrd="0" presId="urn:microsoft.com/office/officeart/2005/8/layout/default"/>
    <dgm:cxn modelId="{FAF322E5-B4D1-A242-917F-04A6EBECEDA5}" type="presOf" srcId="{53278208-78AE-D746-865E-06AC785E1515}" destId="{1467DB59-1373-9846-A816-C47B6038E5E8}" srcOrd="0" destOrd="0" presId="urn:microsoft.com/office/officeart/2005/8/layout/default"/>
    <dgm:cxn modelId="{62C3AF42-018D-A74C-87A1-6CB05D947B85}" type="presParOf" srcId="{2C174A85-1A0B-4943-9CF5-A1E29F752590}" destId="{70E3A4F9-BDA7-F64F-8A60-FB18E70EFFBD}" srcOrd="0" destOrd="0" presId="urn:microsoft.com/office/officeart/2005/8/layout/default"/>
    <dgm:cxn modelId="{4AE0F0C5-BE71-3F45-AE6B-25DCCBEC2E52}" type="presParOf" srcId="{2C174A85-1A0B-4943-9CF5-A1E29F752590}" destId="{C5552880-CEED-5742-95FC-6E01E0AA7162}" srcOrd="1" destOrd="0" presId="urn:microsoft.com/office/officeart/2005/8/layout/default"/>
    <dgm:cxn modelId="{E3BB40B8-2895-D347-A2FA-FF9BCCB2A3C7}" type="presParOf" srcId="{2C174A85-1A0B-4943-9CF5-A1E29F752590}" destId="{7E0DEAFB-9584-0544-BEA5-942789D24BE8}" srcOrd="2" destOrd="0" presId="urn:microsoft.com/office/officeart/2005/8/layout/default"/>
    <dgm:cxn modelId="{46DD2213-C1BE-144B-852F-4DE4EDB85953}" type="presParOf" srcId="{2C174A85-1A0B-4943-9CF5-A1E29F752590}" destId="{48869FC2-E547-DE47-A6AB-B0321CC61753}" srcOrd="3" destOrd="0" presId="urn:microsoft.com/office/officeart/2005/8/layout/default"/>
    <dgm:cxn modelId="{C26D1DFF-E949-9242-B141-0F9F721E9A26}" type="presParOf" srcId="{2C174A85-1A0B-4943-9CF5-A1E29F752590}" destId="{C0C2202E-C4D5-554A-B86B-7F125DD6C63B}" srcOrd="4" destOrd="0" presId="urn:microsoft.com/office/officeart/2005/8/layout/default"/>
    <dgm:cxn modelId="{FE18B73D-E2A5-0743-B428-B618CAA3BE49}" type="presParOf" srcId="{2C174A85-1A0B-4943-9CF5-A1E29F752590}" destId="{8B700F11-004F-5949-94B9-DAF9A0482D4F}" srcOrd="5" destOrd="0" presId="urn:microsoft.com/office/officeart/2005/8/layout/default"/>
    <dgm:cxn modelId="{0F6FF7C2-6C4B-2D49-AEE9-B2CFC1C42B10}" type="presParOf" srcId="{2C174A85-1A0B-4943-9CF5-A1E29F752590}" destId="{AD19CB81-8447-FB4C-8C0C-B8D2DA76FD38}" srcOrd="6" destOrd="0" presId="urn:microsoft.com/office/officeart/2005/8/layout/default"/>
    <dgm:cxn modelId="{7BA96476-3827-1143-A544-A4D43C5E3909}" type="presParOf" srcId="{2C174A85-1A0B-4943-9CF5-A1E29F752590}" destId="{5127CD6E-47F6-C249-AD93-AC24AA3463BE}" srcOrd="7" destOrd="0" presId="urn:microsoft.com/office/officeart/2005/8/layout/default"/>
    <dgm:cxn modelId="{636EB51B-4606-364C-BF21-8ED51E35A15E}" type="presParOf" srcId="{2C174A85-1A0B-4943-9CF5-A1E29F752590}" destId="{1467DB59-1373-9846-A816-C47B6038E5E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B6410DC-0081-4D4F-B3ED-EF2E3C906AE9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0AD2949A-5D8D-43F7-BA28-7694247FC19B}">
      <dgm:prSet custT="1"/>
      <dgm:spPr>
        <a:solidFill>
          <a:schemeClr val="accent1"/>
        </a:solidFill>
      </dgm:spPr>
      <dgm:t>
        <a:bodyPr rtlCol="1"/>
        <a:lstStyle/>
        <a:p>
          <a:pPr rtl="1"/>
          <a:r>
            <a:rPr lang="ar" sz="1800" dirty="0">
              <a:solidFill>
                <a:srgbClr val="7030A0"/>
              </a:solidFill>
            </a:rPr>
            <a:t>التعاون مع موظفي المبيعات وتوجيههم حول كيفية </a:t>
          </a:r>
          <a:br>
            <a:rPr lang="ar-EG" sz="1800" dirty="0">
              <a:solidFill>
                <a:srgbClr val="7030A0"/>
              </a:solidFill>
            </a:rPr>
          </a:br>
          <a:r>
            <a:rPr lang="ar" sz="1800" dirty="0">
              <a:solidFill>
                <a:srgbClr val="7030A0"/>
              </a:solidFill>
            </a:rPr>
            <a:t>عرض السلع</a:t>
          </a:r>
          <a:endParaRPr lang="en-US" sz="1800" dirty="0">
            <a:solidFill>
              <a:srgbClr val="7030A0"/>
            </a:solidFill>
          </a:endParaRPr>
        </a:p>
      </dgm:t>
    </dgm:pt>
    <dgm:pt modelId="{4FD93358-1F0D-4038-8C4E-3BD020DAE659}" type="parTrans" cxnId="{0F0B0A9A-F83B-454E-8B53-C8F38CC8D11D}">
      <dgm:prSet/>
      <dgm:spPr/>
      <dgm:t>
        <a:bodyPr rtlCol="1"/>
        <a:lstStyle/>
        <a:p>
          <a:pPr rtl="1"/>
          <a:endParaRPr lang="en-US"/>
        </a:p>
      </dgm:t>
    </dgm:pt>
    <dgm:pt modelId="{483DD04A-0646-4CB2-82E8-A461BAF81621}" type="sibTrans" cxnId="{0F0B0A9A-F83B-454E-8B53-C8F38CC8D11D}">
      <dgm:prSet/>
      <dgm:spPr/>
      <dgm:t>
        <a:bodyPr rtlCol="1"/>
        <a:lstStyle/>
        <a:p>
          <a:pPr rtl="1"/>
          <a:endParaRPr lang="en-US"/>
        </a:p>
      </dgm:t>
    </dgm:pt>
    <dgm:pt modelId="{3D8F508F-D1EC-4A84-8C90-FE9144370130}">
      <dgm:prSet custT="1"/>
      <dgm:spPr>
        <a:solidFill>
          <a:schemeClr val="accent1"/>
        </a:solidFill>
      </dgm:spPr>
      <dgm:t>
        <a:bodyPr rtlCol="1"/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ضمان التناسق مع صورة </a:t>
          </a:r>
          <a:br>
            <a:rPr lang="ar-EG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العلامة التجارية للشركة</a:t>
          </a:r>
          <a:endParaRPr lang="en-US" sz="18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867BBC39-44E5-45F7-9E28-A5CA648EE61C}" type="parTrans" cxnId="{7400C6BA-5537-4C58-BB37-AB774FCBCB91}">
      <dgm:prSet/>
      <dgm:spPr/>
      <dgm:t>
        <a:bodyPr rtlCol="1"/>
        <a:lstStyle/>
        <a:p>
          <a:pPr rtl="1"/>
          <a:endParaRPr lang="en-US"/>
        </a:p>
      </dgm:t>
    </dgm:pt>
    <dgm:pt modelId="{ED37738C-EDB3-4F78-ADB4-F5A766CB30B4}" type="sibTrans" cxnId="{7400C6BA-5537-4C58-BB37-AB774FCBCB91}">
      <dgm:prSet/>
      <dgm:spPr/>
      <dgm:t>
        <a:bodyPr rtlCol="1"/>
        <a:lstStyle/>
        <a:p>
          <a:pPr rtl="1"/>
          <a:endParaRPr lang="en-US"/>
        </a:p>
      </dgm:t>
    </dgm:pt>
    <dgm:pt modelId="{DD52E930-650A-4083-9805-BBD86F7AE237}">
      <dgm:prSet custT="1"/>
      <dgm:spPr>
        <a:solidFill>
          <a:schemeClr val="accent1"/>
        </a:solidFill>
      </dgm:spPr>
      <dgm:t>
        <a:bodyPr rtlCol="1"/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البحث في التكاليف والعمل </a:t>
          </a:r>
          <a:br>
            <a:rPr lang="ar-EG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ضمن ميزانية معينة</a:t>
          </a:r>
          <a:endParaRPr lang="en-US" sz="18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F037393F-9D28-4041-BB43-25792A8D2F87}" type="parTrans" cxnId="{5926BF01-E6A0-4B0C-B128-6DBC2A524FE1}">
      <dgm:prSet/>
      <dgm:spPr/>
      <dgm:t>
        <a:bodyPr rtlCol="1"/>
        <a:lstStyle/>
        <a:p>
          <a:pPr rtl="1"/>
          <a:endParaRPr lang="en-US"/>
        </a:p>
      </dgm:t>
    </dgm:pt>
    <dgm:pt modelId="{B8F7A6F1-170D-44FE-8E6F-3D9EAB40E28D}" type="sibTrans" cxnId="{5926BF01-E6A0-4B0C-B128-6DBC2A524FE1}">
      <dgm:prSet/>
      <dgm:spPr/>
      <dgm:t>
        <a:bodyPr rtlCol="1"/>
        <a:lstStyle/>
        <a:p>
          <a:pPr rtl="1"/>
          <a:endParaRPr lang="en-US"/>
        </a:p>
      </dgm:t>
    </dgm:pt>
    <dgm:pt modelId="{4826CD62-7430-E048-9F22-653E368924F7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b="1" dirty="0">
              <a:solidFill>
                <a:srgbClr val="7030A0"/>
              </a:solidFill>
            </a:rPr>
            <a:t>أسئلة للمناقشة</a:t>
          </a:r>
          <a:r>
            <a:rPr lang="en" b="1" dirty="0">
              <a:solidFill>
                <a:srgbClr val="7030A0"/>
              </a:solidFill>
            </a:rPr>
            <a:t>:</a:t>
          </a:r>
          <a:r>
            <a:rPr lang="en" dirty="0">
              <a:solidFill>
                <a:srgbClr val="7030A0"/>
              </a:solidFill>
            </a:rPr>
            <a:t> </a:t>
          </a:r>
        </a:p>
        <a:p>
          <a:pPr rtl="1"/>
          <a:r>
            <a:rPr lang="ar" dirty="0">
              <a:solidFill>
                <a:srgbClr val="7030A0"/>
              </a:solidFill>
            </a:rPr>
            <a:t>لماذا يحتاج المروج البصري إلى العمل مع موظفي المبيعات في المتجر؟</a:t>
          </a:r>
          <a:endParaRPr lang="en-GB" dirty="0"/>
        </a:p>
      </dgm:t>
    </dgm:pt>
    <dgm:pt modelId="{B9B72D20-8EB5-9946-AC73-A989D105FCB3}" type="parTrans" cxnId="{DBE4E233-4595-4346-9898-F728C78300FE}">
      <dgm:prSet/>
      <dgm:spPr/>
      <dgm:t>
        <a:bodyPr rtlCol="1"/>
        <a:lstStyle/>
        <a:p>
          <a:pPr rtl="1"/>
          <a:endParaRPr lang="en-GB"/>
        </a:p>
      </dgm:t>
    </dgm:pt>
    <dgm:pt modelId="{39754D63-4AF6-6B48-AF52-E9028B2ED42C}" type="sibTrans" cxnId="{DBE4E233-4595-4346-9898-F728C78300FE}">
      <dgm:prSet/>
      <dgm:spPr/>
      <dgm:t>
        <a:bodyPr rtlCol="1"/>
        <a:lstStyle/>
        <a:p>
          <a:pPr rtl="1"/>
          <a:endParaRPr lang="en-GB"/>
        </a:p>
      </dgm:t>
    </dgm:pt>
    <dgm:pt modelId="{CB559BD7-7868-A94F-8464-A3F16420AD47}">
      <dgm:prSet/>
      <dgm:spPr>
        <a:solidFill>
          <a:schemeClr val="accent6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b="1" dirty="0">
              <a:solidFill>
                <a:srgbClr val="7030A0"/>
              </a:solidFill>
            </a:rPr>
            <a:t>أسئلة للمناقشة</a:t>
          </a:r>
          <a:r>
            <a:rPr lang="en" b="1" dirty="0">
              <a:solidFill>
                <a:srgbClr val="7030A0"/>
              </a:solidFill>
            </a:rPr>
            <a:t>:</a:t>
          </a:r>
          <a:r>
            <a:rPr lang="en" dirty="0">
              <a:solidFill>
                <a:srgbClr val="7030A0"/>
              </a:solidFill>
            </a:rPr>
            <a:t> </a:t>
          </a:r>
        </a:p>
        <a:p>
          <a:pPr rtl="1"/>
          <a:r>
            <a:rPr lang="ar" dirty="0">
              <a:solidFill>
                <a:srgbClr val="7030A0"/>
              </a:solidFill>
            </a:rPr>
            <a:t>لماذا يجب على المروج البصري أن يأخذ في اعتباره تكلفة العرض؟</a:t>
          </a:r>
        </a:p>
      </dgm:t>
    </dgm:pt>
    <dgm:pt modelId="{2F4AA73D-31F1-BF4C-B8FA-2059C2D2A2BC}" type="parTrans" cxnId="{591729FD-666E-DC4B-BAC6-75966006C528}">
      <dgm:prSet/>
      <dgm:spPr/>
      <dgm:t>
        <a:bodyPr rtlCol="1"/>
        <a:lstStyle/>
        <a:p>
          <a:pPr rtl="1"/>
          <a:endParaRPr lang="en-GB"/>
        </a:p>
      </dgm:t>
    </dgm:pt>
    <dgm:pt modelId="{37079736-48B3-A741-9BE0-9FA80DC3E99C}" type="sibTrans" cxnId="{591729FD-666E-DC4B-BAC6-75966006C528}">
      <dgm:prSet/>
      <dgm:spPr/>
      <dgm:t>
        <a:bodyPr rtlCol="1"/>
        <a:lstStyle/>
        <a:p>
          <a:pPr rtl="1"/>
          <a:endParaRPr lang="en-GB"/>
        </a:p>
      </dgm:t>
    </dgm:pt>
    <dgm:pt modelId="{2C174A85-1A0B-4943-9CF5-A1E29F752590}" type="pres">
      <dgm:prSet presAssocID="{7B6410DC-0081-4D4F-B3ED-EF2E3C906AE9}" presName="diagram" presStyleCnt="0">
        <dgm:presLayoutVars>
          <dgm:dir val="rev"/>
          <dgm:resizeHandles val="exact"/>
        </dgm:presLayoutVars>
      </dgm:prSet>
      <dgm:spPr/>
    </dgm:pt>
    <dgm:pt modelId="{70E3A4F9-BDA7-F64F-8A60-FB18E70EFFBD}" type="pres">
      <dgm:prSet presAssocID="{0AD2949A-5D8D-43F7-BA28-7694247FC19B}" presName="node" presStyleLbl="node1" presStyleIdx="0" presStyleCnt="5">
        <dgm:presLayoutVars>
          <dgm:bulletEnabled val="1"/>
        </dgm:presLayoutVars>
      </dgm:prSet>
      <dgm:spPr/>
    </dgm:pt>
    <dgm:pt modelId="{C5552880-CEED-5742-95FC-6E01E0AA7162}" type="pres">
      <dgm:prSet presAssocID="{483DD04A-0646-4CB2-82E8-A461BAF81621}" presName="sibTrans" presStyleCnt="0"/>
      <dgm:spPr/>
    </dgm:pt>
    <dgm:pt modelId="{7E0DEAFB-9584-0544-BEA5-942789D24BE8}" type="pres">
      <dgm:prSet presAssocID="{3D8F508F-D1EC-4A84-8C90-FE9144370130}" presName="node" presStyleLbl="node1" presStyleIdx="1" presStyleCnt="5">
        <dgm:presLayoutVars>
          <dgm:bulletEnabled val="1"/>
        </dgm:presLayoutVars>
      </dgm:prSet>
      <dgm:spPr/>
    </dgm:pt>
    <dgm:pt modelId="{48869FC2-E547-DE47-A6AB-B0321CC61753}" type="pres">
      <dgm:prSet presAssocID="{ED37738C-EDB3-4F78-ADB4-F5A766CB30B4}" presName="sibTrans" presStyleCnt="0"/>
      <dgm:spPr/>
    </dgm:pt>
    <dgm:pt modelId="{C0C2202E-C4D5-554A-B86B-7F125DD6C63B}" type="pres">
      <dgm:prSet presAssocID="{DD52E930-650A-4083-9805-BBD86F7AE237}" presName="node" presStyleLbl="node1" presStyleIdx="2" presStyleCnt="5">
        <dgm:presLayoutVars>
          <dgm:bulletEnabled val="1"/>
        </dgm:presLayoutVars>
      </dgm:prSet>
      <dgm:spPr/>
    </dgm:pt>
    <dgm:pt modelId="{99DB6B1B-97A9-2940-A3DC-39176158E656}" type="pres">
      <dgm:prSet presAssocID="{B8F7A6F1-170D-44FE-8E6F-3D9EAB40E28D}" presName="sibTrans" presStyleCnt="0"/>
      <dgm:spPr/>
    </dgm:pt>
    <dgm:pt modelId="{8723137D-96EC-EF40-8859-3A39C7B09F8E}" type="pres">
      <dgm:prSet presAssocID="{4826CD62-7430-E048-9F22-653E368924F7}" presName="node" presStyleLbl="node1" presStyleIdx="3" presStyleCnt="5">
        <dgm:presLayoutVars>
          <dgm:bulletEnabled val="1"/>
        </dgm:presLayoutVars>
      </dgm:prSet>
      <dgm:spPr/>
    </dgm:pt>
    <dgm:pt modelId="{AB3C4D51-0A34-B349-AAC5-373CBA548EAE}" type="pres">
      <dgm:prSet presAssocID="{39754D63-4AF6-6B48-AF52-E9028B2ED42C}" presName="sibTrans" presStyleCnt="0"/>
      <dgm:spPr/>
    </dgm:pt>
    <dgm:pt modelId="{BA803168-C5E9-1145-BD26-E228BD5D3517}" type="pres">
      <dgm:prSet presAssocID="{CB559BD7-7868-A94F-8464-A3F16420AD47}" presName="node" presStyleLbl="node1" presStyleIdx="4" presStyleCnt="5">
        <dgm:presLayoutVars>
          <dgm:bulletEnabled val="1"/>
        </dgm:presLayoutVars>
      </dgm:prSet>
      <dgm:spPr/>
    </dgm:pt>
  </dgm:ptLst>
  <dgm:cxnLst>
    <dgm:cxn modelId="{5926BF01-E6A0-4B0C-B128-6DBC2A524FE1}" srcId="{7B6410DC-0081-4D4F-B3ED-EF2E3C906AE9}" destId="{DD52E930-650A-4083-9805-BBD86F7AE237}" srcOrd="2" destOrd="0" parTransId="{F037393F-9D28-4041-BB43-25792A8D2F87}" sibTransId="{B8F7A6F1-170D-44FE-8E6F-3D9EAB40E28D}"/>
    <dgm:cxn modelId="{4B2A320D-8420-DB46-B030-8CBD92F9EE16}" type="presOf" srcId="{DD52E930-650A-4083-9805-BBD86F7AE237}" destId="{C0C2202E-C4D5-554A-B86B-7F125DD6C63B}" srcOrd="0" destOrd="0" presId="urn:microsoft.com/office/officeart/2005/8/layout/default"/>
    <dgm:cxn modelId="{DBE4E233-4595-4346-9898-F728C78300FE}" srcId="{7B6410DC-0081-4D4F-B3ED-EF2E3C906AE9}" destId="{4826CD62-7430-E048-9F22-653E368924F7}" srcOrd="3" destOrd="0" parTransId="{B9B72D20-8EB5-9946-AC73-A989D105FCB3}" sibTransId="{39754D63-4AF6-6B48-AF52-E9028B2ED42C}"/>
    <dgm:cxn modelId="{2401E94C-00C5-3449-BD19-9DC5013F1436}" type="presOf" srcId="{CB559BD7-7868-A94F-8464-A3F16420AD47}" destId="{BA803168-C5E9-1145-BD26-E228BD5D3517}" srcOrd="0" destOrd="0" presId="urn:microsoft.com/office/officeart/2005/8/layout/default"/>
    <dgm:cxn modelId="{C5396E99-222A-B24B-A5D9-F69B9ECB10D9}" type="presOf" srcId="{7B6410DC-0081-4D4F-B3ED-EF2E3C906AE9}" destId="{2C174A85-1A0B-4943-9CF5-A1E29F752590}" srcOrd="0" destOrd="0" presId="urn:microsoft.com/office/officeart/2005/8/layout/default"/>
    <dgm:cxn modelId="{0F0B0A9A-F83B-454E-8B53-C8F38CC8D11D}" srcId="{7B6410DC-0081-4D4F-B3ED-EF2E3C906AE9}" destId="{0AD2949A-5D8D-43F7-BA28-7694247FC19B}" srcOrd="0" destOrd="0" parTransId="{4FD93358-1F0D-4038-8C4E-3BD020DAE659}" sibTransId="{483DD04A-0646-4CB2-82E8-A461BAF81621}"/>
    <dgm:cxn modelId="{7400C6BA-5537-4C58-BB37-AB774FCBCB91}" srcId="{7B6410DC-0081-4D4F-B3ED-EF2E3C906AE9}" destId="{3D8F508F-D1EC-4A84-8C90-FE9144370130}" srcOrd="1" destOrd="0" parTransId="{867BBC39-44E5-45F7-9E28-A5CA648EE61C}" sibTransId="{ED37738C-EDB3-4F78-ADB4-F5A766CB30B4}"/>
    <dgm:cxn modelId="{51F6EFC1-FA2F-F846-AF7D-8520FB463DE9}" type="presOf" srcId="{0AD2949A-5D8D-43F7-BA28-7694247FC19B}" destId="{70E3A4F9-BDA7-F64F-8A60-FB18E70EFFBD}" srcOrd="0" destOrd="0" presId="urn:microsoft.com/office/officeart/2005/8/layout/default"/>
    <dgm:cxn modelId="{3CF448CB-32CB-7248-BF84-9104B17BD37A}" type="presOf" srcId="{3D8F508F-D1EC-4A84-8C90-FE9144370130}" destId="{7E0DEAFB-9584-0544-BEA5-942789D24BE8}" srcOrd="0" destOrd="0" presId="urn:microsoft.com/office/officeart/2005/8/layout/default"/>
    <dgm:cxn modelId="{2BA63ED4-AD07-6849-9C8B-402C69B000CD}" type="presOf" srcId="{4826CD62-7430-E048-9F22-653E368924F7}" destId="{8723137D-96EC-EF40-8859-3A39C7B09F8E}" srcOrd="0" destOrd="0" presId="urn:microsoft.com/office/officeart/2005/8/layout/default"/>
    <dgm:cxn modelId="{591729FD-666E-DC4B-BAC6-75966006C528}" srcId="{7B6410DC-0081-4D4F-B3ED-EF2E3C906AE9}" destId="{CB559BD7-7868-A94F-8464-A3F16420AD47}" srcOrd="4" destOrd="0" parTransId="{2F4AA73D-31F1-BF4C-B8FA-2059C2D2A2BC}" sibTransId="{37079736-48B3-A741-9BE0-9FA80DC3E99C}"/>
    <dgm:cxn modelId="{62C3AF42-018D-A74C-87A1-6CB05D947B85}" type="presParOf" srcId="{2C174A85-1A0B-4943-9CF5-A1E29F752590}" destId="{70E3A4F9-BDA7-F64F-8A60-FB18E70EFFBD}" srcOrd="0" destOrd="0" presId="urn:microsoft.com/office/officeart/2005/8/layout/default"/>
    <dgm:cxn modelId="{4AE0F0C5-BE71-3F45-AE6B-25DCCBEC2E52}" type="presParOf" srcId="{2C174A85-1A0B-4943-9CF5-A1E29F752590}" destId="{C5552880-CEED-5742-95FC-6E01E0AA7162}" srcOrd="1" destOrd="0" presId="urn:microsoft.com/office/officeart/2005/8/layout/default"/>
    <dgm:cxn modelId="{E3BB40B8-2895-D347-A2FA-FF9BCCB2A3C7}" type="presParOf" srcId="{2C174A85-1A0B-4943-9CF5-A1E29F752590}" destId="{7E0DEAFB-9584-0544-BEA5-942789D24BE8}" srcOrd="2" destOrd="0" presId="urn:microsoft.com/office/officeart/2005/8/layout/default"/>
    <dgm:cxn modelId="{46DD2213-C1BE-144B-852F-4DE4EDB85953}" type="presParOf" srcId="{2C174A85-1A0B-4943-9CF5-A1E29F752590}" destId="{48869FC2-E547-DE47-A6AB-B0321CC61753}" srcOrd="3" destOrd="0" presId="urn:microsoft.com/office/officeart/2005/8/layout/default"/>
    <dgm:cxn modelId="{C26D1DFF-E949-9242-B141-0F9F721E9A26}" type="presParOf" srcId="{2C174A85-1A0B-4943-9CF5-A1E29F752590}" destId="{C0C2202E-C4D5-554A-B86B-7F125DD6C63B}" srcOrd="4" destOrd="0" presId="urn:microsoft.com/office/officeart/2005/8/layout/default"/>
    <dgm:cxn modelId="{6FD9F67D-C725-8B4A-AFB0-CD302B537FAE}" type="presParOf" srcId="{2C174A85-1A0B-4943-9CF5-A1E29F752590}" destId="{99DB6B1B-97A9-2940-A3DC-39176158E656}" srcOrd="5" destOrd="0" presId="urn:microsoft.com/office/officeart/2005/8/layout/default"/>
    <dgm:cxn modelId="{9722AA85-EE2B-1646-9D97-8C07A88A44D6}" type="presParOf" srcId="{2C174A85-1A0B-4943-9CF5-A1E29F752590}" destId="{8723137D-96EC-EF40-8859-3A39C7B09F8E}" srcOrd="6" destOrd="0" presId="urn:microsoft.com/office/officeart/2005/8/layout/default"/>
    <dgm:cxn modelId="{A42BCAB1-6980-2D42-8AE7-0592E5978E48}" type="presParOf" srcId="{2C174A85-1A0B-4943-9CF5-A1E29F752590}" destId="{AB3C4D51-0A34-B349-AAC5-373CBA548EAE}" srcOrd="7" destOrd="0" presId="urn:microsoft.com/office/officeart/2005/8/layout/default"/>
    <dgm:cxn modelId="{96E1668B-C0F9-DB4E-B716-50B806F1356F}" type="presParOf" srcId="{2C174A85-1A0B-4943-9CF5-A1E29F752590}" destId="{BA803168-C5E9-1145-BD26-E228BD5D351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2189D00-CD19-494C-88B0-BB631B98EBB0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71BC4846-EC08-4A9E-9D30-9D0B353B22AE}">
      <dgm:prSet custT="1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</dgm:spPr>
      <dgm:t>
        <a:bodyPr rtlCol="1"/>
        <a:lstStyle/>
        <a:p>
          <a:pPr rtl="1"/>
          <a:r>
            <a:rPr lang="ar" sz="3300" dirty="0">
              <a:solidFill>
                <a:srgbClr val="7030A0"/>
              </a:solidFill>
            </a:rPr>
            <a:t>مؤسسات صغيرة ومتوسطة الحجم (المنشآت الصغيرة والمتوسطة) </a:t>
          </a:r>
          <a:endParaRPr lang="en-US" sz="3300" dirty="0">
            <a:solidFill>
              <a:srgbClr val="7030A0"/>
            </a:solidFill>
          </a:endParaRPr>
        </a:p>
      </dgm:t>
    </dgm:pt>
    <dgm:pt modelId="{4643B480-73DA-4822-94FC-EA84013B85BD}" type="parTrans" cxnId="{47096525-310F-4C03-91D9-0EBB063F7266}">
      <dgm:prSet/>
      <dgm:spPr/>
      <dgm:t>
        <a:bodyPr rtlCol="1"/>
        <a:lstStyle/>
        <a:p>
          <a:pPr rtl="1"/>
          <a:endParaRPr lang="en-US"/>
        </a:p>
      </dgm:t>
    </dgm:pt>
    <dgm:pt modelId="{7893BDD2-378C-49E7-92F5-B33072391B5C}" type="sibTrans" cxnId="{47096525-310F-4C03-91D9-0EBB063F7266}">
      <dgm:prSet/>
      <dgm:spPr/>
      <dgm:t>
        <a:bodyPr rtlCol="1"/>
        <a:lstStyle/>
        <a:p>
          <a:pPr rtl="1"/>
          <a:endParaRPr lang="en-US"/>
        </a:p>
      </dgm:t>
    </dgm:pt>
    <dgm:pt modelId="{54A7A1D7-C686-4000-BB15-3732759EAAB5}">
      <dgm:prSet custT="1"/>
      <dgm:spPr>
        <a:gradFill rotWithShape="0">
          <a:gsLst>
            <a:gs pos="0">
              <a:schemeClr val="accent1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</dgm:spPr>
      <dgm:t>
        <a:bodyPr rtlCol="1"/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3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متاجر كبيرة (وطنية، دولية، وعالمية)</a:t>
          </a:r>
          <a:endParaRPr lang="en-US" sz="33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AC3F2C62-949E-407F-93B6-C02304A1E90B}" type="parTrans" cxnId="{68987131-C888-4616-AC89-F9A45F333052}">
      <dgm:prSet/>
      <dgm:spPr/>
      <dgm:t>
        <a:bodyPr rtlCol="1"/>
        <a:lstStyle/>
        <a:p>
          <a:pPr rtl="1"/>
          <a:endParaRPr lang="en-US"/>
        </a:p>
      </dgm:t>
    </dgm:pt>
    <dgm:pt modelId="{E575492F-4488-4823-9D4F-AE46FF9D0039}" type="sibTrans" cxnId="{68987131-C888-4616-AC89-F9A45F333052}">
      <dgm:prSet/>
      <dgm:spPr/>
      <dgm:t>
        <a:bodyPr rtlCol="1"/>
        <a:lstStyle/>
        <a:p>
          <a:pPr rtl="1"/>
          <a:endParaRPr lang="en-US"/>
        </a:p>
      </dgm:t>
    </dgm:pt>
    <dgm:pt modelId="{10DDCCB3-54AD-C24A-85BC-E0D4FF3EF789}" type="pres">
      <dgm:prSet presAssocID="{E2189D00-CD19-494C-88B0-BB631B98EBB0}" presName="linear" presStyleCnt="0">
        <dgm:presLayoutVars>
          <dgm:animLvl val="lvl"/>
          <dgm:resizeHandles val="exact"/>
        </dgm:presLayoutVars>
      </dgm:prSet>
      <dgm:spPr/>
    </dgm:pt>
    <dgm:pt modelId="{E284F34E-3246-5C40-989A-AAF00C429211}" type="pres">
      <dgm:prSet presAssocID="{71BC4846-EC08-4A9E-9D30-9D0B353B22A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C7EBCDC-70FC-774F-980D-1A3D645E42E9}" type="pres">
      <dgm:prSet presAssocID="{7893BDD2-378C-49E7-92F5-B33072391B5C}" presName="spacer" presStyleCnt="0"/>
      <dgm:spPr/>
    </dgm:pt>
    <dgm:pt modelId="{BB5CEF40-8E60-024C-B63E-9E0797863459}" type="pres">
      <dgm:prSet presAssocID="{54A7A1D7-C686-4000-BB15-3732759EAAB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7096525-310F-4C03-91D9-0EBB063F7266}" srcId="{E2189D00-CD19-494C-88B0-BB631B98EBB0}" destId="{71BC4846-EC08-4A9E-9D30-9D0B353B22AE}" srcOrd="0" destOrd="0" parTransId="{4643B480-73DA-4822-94FC-EA84013B85BD}" sibTransId="{7893BDD2-378C-49E7-92F5-B33072391B5C}"/>
    <dgm:cxn modelId="{68987131-C888-4616-AC89-F9A45F333052}" srcId="{E2189D00-CD19-494C-88B0-BB631B98EBB0}" destId="{54A7A1D7-C686-4000-BB15-3732759EAAB5}" srcOrd="1" destOrd="0" parTransId="{AC3F2C62-949E-407F-93B6-C02304A1E90B}" sibTransId="{E575492F-4488-4823-9D4F-AE46FF9D0039}"/>
    <dgm:cxn modelId="{648F0765-9569-6E43-934B-C0E965E098FA}" type="presOf" srcId="{E2189D00-CD19-494C-88B0-BB631B98EBB0}" destId="{10DDCCB3-54AD-C24A-85BC-E0D4FF3EF789}" srcOrd="0" destOrd="0" presId="urn:microsoft.com/office/officeart/2005/8/layout/vList2"/>
    <dgm:cxn modelId="{D03FB858-1FC7-4049-8D11-CB225FCD356F}" type="presOf" srcId="{54A7A1D7-C686-4000-BB15-3732759EAAB5}" destId="{BB5CEF40-8E60-024C-B63E-9E0797863459}" srcOrd="0" destOrd="0" presId="urn:microsoft.com/office/officeart/2005/8/layout/vList2"/>
    <dgm:cxn modelId="{AE0DE9CC-DAE7-5640-BA63-5E9DC9462AEF}" type="presOf" srcId="{71BC4846-EC08-4A9E-9D30-9D0B353B22AE}" destId="{E284F34E-3246-5C40-989A-AAF00C429211}" srcOrd="0" destOrd="0" presId="urn:microsoft.com/office/officeart/2005/8/layout/vList2"/>
    <dgm:cxn modelId="{EBD3F1A8-2AAA-5843-BA4C-81BD3A3968A2}" type="presParOf" srcId="{10DDCCB3-54AD-C24A-85BC-E0D4FF3EF789}" destId="{E284F34E-3246-5C40-989A-AAF00C429211}" srcOrd="0" destOrd="0" presId="urn:microsoft.com/office/officeart/2005/8/layout/vList2"/>
    <dgm:cxn modelId="{3BCA6E97-58C9-2A4E-8A04-B0C116ADFABA}" type="presParOf" srcId="{10DDCCB3-54AD-C24A-85BC-E0D4FF3EF789}" destId="{6C7EBCDC-70FC-774F-980D-1A3D645E42E9}" srcOrd="1" destOrd="0" presId="urn:microsoft.com/office/officeart/2005/8/layout/vList2"/>
    <dgm:cxn modelId="{EDA0356D-AE85-E84A-BC55-CF15834BBE54}" type="presParOf" srcId="{10DDCCB3-54AD-C24A-85BC-E0D4FF3EF789}" destId="{BB5CEF40-8E60-024C-B63E-9E079786345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2189D00-CD19-494C-88B0-BB631B98EBB0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71BC4846-EC08-4A9E-9D30-9D0B353B22AE}">
      <dgm:prSet custT="1"/>
      <dgm:spPr/>
      <dgm:t>
        <a:bodyPr rtlCol="1"/>
        <a:lstStyle/>
        <a:p>
          <a:pPr rtl="1"/>
          <a:r>
            <a:rPr lang="ar" sz="2000" dirty="0">
              <a:solidFill>
                <a:srgbClr val="7030A0"/>
              </a:solidFill>
            </a:rPr>
            <a:t>قد يكون لدى تاجر صغير </a:t>
          </a:r>
          <a:br>
            <a:rPr lang="ar-EG" sz="2000" dirty="0">
              <a:solidFill>
                <a:srgbClr val="7030A0"/>
              </a:solidFill>
            </a:rPr>
          </a:br>
          <a:r>
            <a:rPr lang="ar" sz="2000" dirty="0">
              <a:solidFill>
                <a:srgbClr val="7030A0"/>
              </a:solidFill>
            </a:rPr>
            <a:t>مروج بصري واحد يقوم بإعداد </a:t>
          </a:r>
          <a:br>
            <a:rPr lang="ar-EG" sz="2000" dirty="0">
              <a:solidFill>
                <a:srgbClr val="7030A0"/>
              </a:solidFill>
            </a:rPr>
          </a:br>
          <a:r>
            <a:rPr lang="ar" sz="2000" dirty="0">
              <a:solidFill>
                <a:srgbClr val="7030A0"/>
              </a:solidFill>
            </a:rPr>
            <a:t>جميع العروض </a:t>
          </a:r>
          <a:endParaRPr lang="en-US" sz="2000" dirty="0">
            <a:solidFill>
              <a:srgbClr val="7030A0"/>
            </a:solidFill>
          </a:endParaRPr>
        </a:p>
      </dgm:t>
    </dgm:pt>
    <dgm:pt modelId="{4643B480-73DA-4822-94FC-EA84013B85BD}" type="parTrans" cxnId="{47096525-310F-4C03-91D9-0EBB063F7266}">
      <dgm:prSet/>
      <dgm:spPr/>
      <dgm:t>
        <a:bodyPr rtlCol="1"/>
        <a:lstStyle/>
        <a:p>
          <a:pPr rtl="1"/>
          <a:endParaRPr lang="en-US"/>
        </a:p>
      </dgm:t>
    </dgm:pt>
    <dgm:pt modelId="{7893BDD2-378C-49E7-92F5-B33072391B5C}" type="sibTrans" cxnId="{47096525-310F-4C03-91D9-0EBB063F7266}">
      <dgm:prSet/>
      <dgm:spPr/>
      <dgm:t>
        <a:bodyPr rtlCol="1"/>
        <a:lstStyle/>
        <a:p>
          <a:pPr rtl="1"/>
          <a:endParaRPr lang="en-US"/>
        </a:p>
      </dgm:t>
    </dgm:pt>
    <dgm:pt modelId="{54A7A1D7-C686-4000-BB15-3732759EAAB5}">
      <dgm:prSet custT="1"/>
      <dgm:spPr/>
      <dgm:t>
        <a:bodyPr rtlCol="1"/>
        <a:lstStyle/>
        <a:p>
          <a:pPr rtl="1"/>
          <a:r>
            <a:rPr lang="ar" sz="2000" dirty="0">
              <a:solidFill>
                <a:srgbClr val="7030A0"/>
              </a:solidFill>
            </a:rPr>
            <a:t>قد يكون لدى تاجر وطني كبير </a:t>
          </a:r>
          <a:br>
            <a:rPr lang="ar-EG" sz="2000" dirty="0">
              <a:solidFill>
                <a:srgbClr val="7030A0"/>
              </a:solidFill>
            </a:rPr>
          </a:br>
          <a:r>
            <a:rPr lang="ar" sz="2000" dirty="0">
              <a:solidFill>
                <a:srgbClr val="7030A0"/>
              </a:solidFill>
            </a:rPr>
            <a:t>فرق متخصصة </a:t>
          </a:r>
          <a:br>
            <a:rPr lang="ar-EG" sz="2000" dirty="0">
              <a:solidFill>
                <a:srgbClr val="7030A0"/>
              </a:solidFill>
            </a:rPr>
          </a:br>
          <a:r>
            <a:rPr lang="ar" sz="2000" dirty="0">
              <a:solidFill>
                <a:srgbClr val="7030A0"/>
              </a:solidFill>
            </a:rPr>
            <a:t>من المروجين البصريين</a:t>
          </a:r>
          <a:endParaRPr lang="en-US" sz="2000" dirty="0">
            <a:solidFill>
              <a:srgbClr val="7030A0"/>
            </a:solidFill>
          </a:endParaRPr>
        </a:p>
      </dgm:t>
    </dgm:pt>
    <dgm:pt modelId="{AC3F2C62-949E-407F-93B6-C02304A1E90B}" type="parTrans" cxnId="{68987131-C888-4616-AC89-F9A45F333052}">
      <dgm:prSet/>
      <dgm:spPr/>
      <dgm:t>
        <a:bodyPr rtlCol="1"/>
        <a:lstStyle/>
        <a:p>
          <a:pPr rtl="1"/>
          <a:endParaRPr lang="en-US"/>
        </a:p>
      </dgm:t>
    </dgm:pt>
    <dgm:pt modelId="{E575492F-4488-4823-9D4F-AE46FF9D0039}" type="sibTrans" cxnId="{68987131-C888-4616-AC89-F9A45F333052}">
      <dgm:prSet/>
      <dgm:spPr/>
      <dgm:t>
        <a:bodyPr rtlCol="1"/>
        <a:lstStyle/>
        <a:p>
          <a:pPr rtl="1"/>
          <a:endParaRPr lang="en-US"/>
        </a:p>
      </dgm:t>
    </dgm:pt>
    <dgm:pt modelId="{2818054A-ED1F-4B4D-B30C-04432D8930CD}" type="pres">
      <dgm:prSet presAssocID="{E2189D00-CD19-494C-88B0-BB631B98EBB0}" presName="hierChild1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6CC93A06-8123-6D4C-883C-574F07FF4CB6}" type="pres">
      <dgm:prSet presAssocID="{71BC4846-EC08-4A9E-9D30-9D0B353B22AE}" presName="hierRoot1" presStyleCnt="0"/>
      <dgm:spPr/>
    </dgm:pt>
    <dgm:pt modelId="{A2ED3AD4-43B1-7946-90FC-BA1457E3ECC6}" type="pres">
      <dgm:prSet presAssocID="{71BC4846-EC08-4A9E-9D30-9D0B353B22AE}" presName="composite" presStyleCnt="0"/>
      <dgm:spPr/>
    </dgm:pt>
    <dgm:pt modelId="{B641A7E3-B392-054B-8033-0BF9A969E927}" type="pres">
      <dgm:prSet presAssocID="{71BC4846-EC08-4A9E-9D30-9D0B353B22AE}" presName="background" presStyleLbl="node0" presStyleIdx="0" presStyleCnt="2"/>
      <dgm:spPr/>
    </dgm:pt>
    <dgm:pt modelId="{E7CC420B-2FF4-A343-B4EE-06778623D888}" type="pres">
      <dgm:prSet presAssocID="{71BC4846-EC08-4A9E-9D30-9D0B353B22AE}" presName="text" presStyleLbl="fgAcc0" presStyleIdx="0" presStyleCnt="2">
        <dgm:presLayoutVars>
          <dgm:chPref val="3"/>
        </dgm:presLayoutVars>
      </dgm:prSet>
      <dgm:spPr/>
    </dgm:pt>
    <dgm:pt modelId="{8A6E71FE-A499-E24F-A51D-6B565A4CF939}" type="pres">
      <dgm:prSet presAssocID="{71BC4846-EC08-4A9E-9D30-9D0B353B22AE}" presName="hierChild2" presStyleCnt="0"/>
      <dgm:spPr/>
    </dgm:pt>
    <dgm:pt modelId="{37C22F16-0C70-0242-B544-56170A8D57A8}" type="pres">
      <dgm:prSet presAssocID="{54A7A1D7-C686-4000-BB15-3732759EAAB5}" presName="hierRoot1" presStyleCnt="0"/>
      <dgm:spPr/>
    </dgm:pt>
    <dgm:pt modelId="{9CB98475-C990-364A-B881-CE9EF3F45E35}" type="pres">
      <dgm:prSet presAssocID="{54A7A1D7-C686-4000-BB15-3732759EAAB5}" presName="composite" presStyleCnt="0"/>
      <dgm:spPr/>
    </dgm:pt>
    <dgm:pt modelId="{4E754831-5726-C646-B186-547B43D1FCE6}" type="pres">
      <dgm:prSet presAssocID="{54A7A1D7-C686-4000-BB15-3732759EAAB5}" presName="background" presStyleLbl="node0" presStyleIdx="1" presStyleCnt="2"/>
      <dgm:spPr/>
    </dgm:pt>
    <dgm:pt modelId="{EB555F53-F4B0-0643-AD96-2AB947864638}" type="pres">
      <dgm:prSet presAssocID="{54A7A1D7-C686-4000-BB15-3732759EAAB5}" presName="text" presStyleLbl="fgAcc0" presStyleIdx="1" presStyleCnt="2">
        <dgm:presLayoutVars>
          <dgm:chPref val="3"/>
        </dgm:presLayoutVars>
      </dgm:prSet>
      <dgm:spPr/>
    </dgm:pt>
    <dgm:pt modelId="{522CB8ED-999E-3743-9F61-D62CCBCFDE8E}" type="pres">
      <dgm:prSet presAssocID="{54A7A1D7-C686-4000-BB15-3732759EAAB5}" presName="hierChild2" presStyleCnt="0"/>
      <dgm:spPr/>
    </dgm:pt>
  </dgm:ptLst>
  <dgm:cxnLst>
    <dgm:cxn modelId="{DA10C706-71EC-B543-93D3-0C99A6C1C31F}" type="presOf" srcId="{54A7A1D7-C686-4000-BB15-3732759EAAB5}" destId="{EB555F53-F4B0-0643-AD96-2AB947864638}" srcOrd="0" destOrd="0" presId="urn:microsoft.com/office/officeart/2005/8/layout/hierarchy1"/>
    <dgm:cxn modelId="{47096525-310F-4C03-91D9-0EBB063F7266}" srcId="{E2189D00-CD19-494C-88B0-BB631B98EBB0}" destId="{71BC4846-EC08-4A9E-9D30-9D0B353B22AE}" srcOrd="0" destOrd="0" parTransId="{4643B480-73DA-4822-94FC-EA84013B85BD}" sibTransId="{7893BDD2-378C-49E7-92F5-B33072391B5C}"/>
    <dgm:cxn modelId="{68987131-C888-4616-AC89-F9A45F333052}" srcId="{E2189D00-CD19-494C-88B0-BB631B98EBB0}" destId="{54A7A1D7-C686-4000-BB15-3732759EAAB5}" srcOrd="1" destOrd="0" parTransId="{AC3F2C62-949E-407F-93B6-C02304A1E90B}" sibTransId="{E575492F-4488-4823-9D4F-AE46FF9D0039}"/>
    <dgm:cxn modelId="{0FB69C76-36A7-054C-8E59-5E6CDEDD19E6}" type="presOf" srcId="{71BC4846-EC08-4A9E-9D30-9D0B353B22AE}" destId="{E7CC420B-2FF4-A343-B4EE-06778623D888}" srcOrd="0" destOrd="0" presId="urn:microsoft.com/office/officeart/2005/8/layout/hierarchy1"/>
    <dgm:cxn modelId="{4BA92BD3-DEEB-444C-88F4-23AE305038C0}" type="presOf" srcId="{E2189D00-CD19-494C-88B0-BB631B98EBB0}" destId="{2818054A-ED1F-4B4D-B30C-04432D8930CD}" srcOrd="0" destOrd="0" presId="urn:microsoft.com/office/officeart/2005/8/layout/hierarchy1"/>
    <dgm:cxn modelId="{30FB0250-BC2F-2C46-87DD-25DFA81F9BD9}" type="presParOf" srcId="{2818054A-ED1F-4B4D-B30C-04432D8930CD}" destId="{6CC93A06-8123-6D4C-883C-574F07FF4CB6}" srcOrd="0" destOrd="0" presId="urn:microsoft.com/office/officeart/2005/8/layout/hierarchy1"/>
    <dgm:cxn modelId="{A407CBC1-8E01-8E49-BE8A-7F3ED10DCEF2}" type="presParOf" srcId="{6CC93A06-8123-6D4C-883C-574F07FF4CB6}" destId="{A2ED3AD4-43B1-7946-90FC-BA1457E3ECC6}" srcOrd="0" destOrd="0" presId="urn:microsoft.com/office/officeart/2005/8/layout/hierarchy1"/>
    <dgm:cxn modelId="{6508C80D-255B-D648-83F1-43E35BC3FF54}" type="presParOf" srcId="{A2ED3AD4-43B1-7946-90FC-BA1457E3ECC6}" destId="{B641A7E3-B392-054B-8033-0BF9A969E927}" srcOrd="0" destOrd="0" presId="urn:microsoft.com/office/officeart/2005/8/layout/hierarchy1"/>
    <dgm:cxn modelId="{1EFAE09F-8FA3-0D4B-919F-2FBCA0358EFB}" type="presParOf" srcId="{A2ED3AD4-43B1-7946-90FC-BA1457E3ECC6}" destId="{E7CC420B-2FF4-A343-B4EE-06778623D888}" srcOrd="1" destOrd="0" presId="urn:microsoft.com/office/officeart/2005/8/layout/hierarchy1"/>
    <dgm:cxn modelId="{84702B88-CE3B-3744-A266-F3D8E7C0B068}" type="presParOf" srcId="{6CC93A06-8123-6D4C-883C-574F07FF4CB6}" destId="{8A6E71FE-A499-E24F-A51D-6B565A4CF939}" srcOrd="1" destOrd="0" presId="urn:microsoft.com/office/officeart/2005/8/layout/hierarchy1"/>
    <dgm:cxn modelId="{8FA20BCD-C179-3B47-A164-1D7BDE1AD537}" type="presParOf" srcId="{2818054A-ED1F-4B4D-B30C-04432D8930CD}" destId="{37C22F16-0C70-0242-B544-56170A8D57A8}" srcOrd="1" destOrd="0" presId="urn:microsoft.com/office/officeart/2005/8/layout/hierarchy1"/>
    <dgm:cxn modelId="{C69A3094-E01F-3C40-BF11-389E8171182F}" type="presParOf" srcId="{37C22F16-0C70-0242-B544-56170A8D57A8}" destId="{9CB98475-C990-364A-B881-CE9EF3F45E35}" srcOrd="0" destOrd="0" presId="urn:microsoft.com/office/officeart/2005/8/layout/hierarchy1"/>
    <dgm:cxn modelId="{1511EACC-FD1A-284E-9832-58B0804E5966}" type="presParOf" srcId="{9CB98475-C990-364A-B881-CE9EF3F45E35}" destId="{4E754831-5726-C646-B186-547B43D1FCE6}" srcOrd="0" destOrd="0" presId="urn:microsoft.com/office/officeart/2005/8/layout/hierarchy1"/>
    <dgm:cxn modelId="{9786B7F9-127F-5F40-9C50-5057DDF69A61}" type="presParOf" srcId="{9CB98475-C990-364A-B881-CE9EF3F45E35}" destId="{EB555F53-F4B0-0643-AD96-2AB947864638}" srcOrd="1" destOrd="0" presId="urn:microsoft.com/office/officeart/2005/8/layout/hierarchy1"/>
    <dgm:cxn modelId="{734BBAB1-0BAE-DB43-883E-BDED53FB7944}" type="presParOf" srcId="{37C22F16-0C70-0242-B544-56170A8D57A8}" destId="{522CB8ED-999E-3743-9F61-D62CCBCFDE8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FE49E0D-1F4C-4782-877A-B8EA08025ED2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7D3CC0B2-C7D0-4D38-9D02-41575055BF20}">
      <dgm:prSet/>
      <dgm:spPr/>
      <dgm:t>
        <a:bodyPr rtlCol="1"/>
        <a:lstStyle/>
        <a:p>
          <a:pPr rtl="1"/>
          <a:r>
            <a:rPr lang="ar" dirty="0"/>
            <a:t>السيارات</a:t>
          </a:r>
          <a:endParaRPr lang="en-US" dirty="0"/>
        </a:p>
      </dgm:t>
    </dgm:pt>
    <dgm:pt modelId="{1F6D6A62-88D8-4D9B-B8BD-15E877510647}" type="parTrans" cxnId="{82062C9E-E2F1-4D19-A765-ED69450CD296}">
      <dgm:prSet/>
      <dgm:spPr/>
      <dgm:t>
        <a:bodyPr rtlCol="1"/>
        <a:lstStyle/>
        <a:p>
          <a:pPr rtl="1"/>
          <a:endParaRPr lang="en-US"/>
        </a:p>
      </dgm:t>
    </dgm:pt>
    <dgm:pt modelId="{B4D0C07B-E8CC-4389-B8B1-96069D7DEAE6}" type="sibTrans" cxnId="{82062C9E-E2F1-4D19-A765-ED69450CD296}">
      <dgm:prSet/>
      <dgm:spPr/>
      <dgm:t>
        <a:bodyPr rtlCol="1"/>
        <a:lstStyle/>
        <a:p>
          <a:pPr rtl="1"/>
          <a:endParaRPr lang="en-US"/>
        </a:p>
      </dgm:t>
    </dgm:pt>
    <dgm:pt modelId="{E89DBD48-A3E8-4C04-AC8B-E30493A70338}">
      <dgm:prSet/>
      <dgm:spPr/>
      <dgm:t>
        <a:bodyPr rtlCol="1"/>
        <a:lstStyle/>
        <a:p>
          <a:pPr rtl="1"/>
          <a:r>
            <a:rPr lang="ar"/>
            <a:t>الملابس</a:t>
          </a:r>
          <a:endParaRPr lang="en-US"/>
        </a:p>
      </dgm:t>
    </dgm:pt>
    <dgm:pt modelId="{F5D20696-4D34-453C-B7B9-B43479008C1F}" type="parTrans" cxnId="{48F36FC1-FCCE-4E6A-A9F6-ECE7B9467EE0}">
      <dgm:prSet/>
      <dgm:spPr/>
      <dgm:t>
        <a:bodyPr rtlCol="1"/>
        <a:lstStyle/>
        <a:p>
          <a:pPr rtl="1"/>
          <a:endParaRPr lang="en-US"/>
        </a:p>
      </dgm:t>
    </dgm:pt>
    <dgm:pt modelId="{2C9B4ED2-A044-4DC0-8B26-E9F021FA9FF6}" type="sibTrans" cxnId="{48F36FC1-FCCE-4E6A-A9F6-ECE7B9467EE0}">
      <dgm:prSet/>
      <dgm:spPr/>
      <dgm:t>
        <a:bodyPr rtlCol="1"/>
        <a:lstStyle/>
        <a:p>
          <a:pPr rtl="1"/>
          <a:endParaRPr lang="en-US"/>
        </a:p>
      </dgm:t>
    </dgm:pt>
    <dgm:pt modelId="{F9716E7B-97A3-4B0B-A9B5-10E68D9026D3}">
      <dgm:prSet/>
      <dgm:spPr/>
      <dgm:t>
        <a:bodyPr rtlCol="1"/>
        <a:lstStyle/>
        <a:p>
          <a:pPr rtl="1"/>
          <a:r>
            <a:rPr lang="ar" dirty="0"/>
            <a:t>الأعمال اليدوية</a:t>
          </a:r>
          <a:endParaRPr lang="en-US" dirty="0"/>
        </a:p>
      </dgm:t>
    </dgm:pt>
    <dgm:pt modelId="{12515B91-40E9-42E7-8725-74D388737617}" type="parTrans" cxnId="{4ADA8D15-7AEC-441D-AAC0-243E063F51CE}">
      <dgm:prSet/>
      <dgm:spPr/>
      <dgm:t>
        <a:bodyPr rtlCol="1"/>
        <a:lstStyle/>
        <a:p>
          <a:pPr rtl="1"/>
          <a:endParaRPr lang="en-US"/>
        </a:p>
      </dgm:t>
    </dgm:pt>
    <dgm:pt modelId="{694F1934-6B83-4043-8FD8-5C81E25763EA}" type="sibTrans" cxnId="{4ADA8D15-7AEC-441D-AAC0-243E063F51CE}">
      <dgm:prSet/>
      <dgm:spPr/>
      <dgm:t>
        <a:bodyPr rtlCol="1"/>
        <a:lstStyle/>
        <a:p>
          <a:pPr rtl="1"/>
          <a:endParaRPr lang="en-US"/>
        </a:p>
      </dgm:t>
    </dgm:pt>
    <dgm:pt modelId="{2E215CCE-7037-4083-9523-9D09B41EAF34}">
      <dgm:prSet/>
      <dgm:spPr/>
      <dgm:t>
        <a:bodyPr rtlCol="1"/>
        <a:lstStyle/>
        <a:p>
          <a:pPr rtl="1"/>
          <a:r>
            <a:rPr lang="ar"/>
            <a:t>السلع الكهربائية</a:t>
          </a:r>
          <a:endParaRPr lang="en-US" dirty="0"/>
        </a:p>
      </dgm:t>
    </dgm:pt>
    <dgm:pt modelId="{A917FB13-F68C-468F-9C25-505DD7A14B1A}" type="parTrans" cxnId="{B0893887-3B79-4C7B-B16D-487C3FE4FBEA}">
      <dgm:prSet/>
      <dgm:spPr/>
      <dgm:t>
        <a:bodyPr rtlCol="1"/>
        <a:lstStyle/>
        <a:p>
          <a:pPr rtl="1"/>
          <a:endParaRPr lang="en-US"/>
        </a:p>
      </dgm:t>
    </dgm:pt>
    <dgm:pt modelId="{D9F405E7-EB96-45CA-B0ED-7C54C52E5735}" type="sibTrans" cxnId="{B0893887-3B79-4C7B-B16D-487C3FE4FBEA}">
      <dgm:prSet/>
      <dgm:spPr/>
      <dgm:t>
        <a:bodyPr rtlCol="1"/>
        <a:lstStyle/>
        <a:p>
          <a:pPr rtl="1"/>
          <a:endParaRPr lang="en-US"/>
        </a:p>
      </dgm:t>
    </dgm:pt>
    <dgm:pt modelId="{D3CBB9C8-D2B3-4AED-9452-D0EF470BC780}">
      <dgm:prSet/>
      <dgm:spPr/>
      <dgm:t>
        <a:bodyPr rtlCol="1"/>
        <a:lstStyle/>
        <a:p>
          <a:pPr rtl="1"/>
          <a:r>
            <a:rPr lang="ar"/>
            <a:t>الطعام والبقالة</a:t>
          </a:r>
          <a:endParaRPr lang="en-US" dirty="0"/>
        </a:p>
      </dgm:t>
    </dgm:pt>
    <dgm:pt modelId="{ADF438E7-968C-4339-8BBF-07607E408ABB}" type="parTrans" cxnId="{0AF19C9F-3852-45F7-8ADD-271A71276865}">
      <dgm:prSet/>
      <dgm:spPr/>
      <dgm:t>
        <a:bodyPr rtlCol="1"/>
        <a:lstStyle/>
        <a:p>
          <a:pPr rtl="1"/>
          <a:endParaRPr lang="en-US"/>
        </a:p>
      </dgm:t>
    </dgm:pt>
    <dgm:pt modelId="{930B4510-1758-48BA-A34B-509DBF077076}" type="sibTrans" cxnId="{0AF19C9F-3852-45F7-8ADD-271A71276865}">
      <dgm:prSet/>
      <dgm:spPr/>
      <dgm:t>
        <a:bodyPr rtlCol="1"/>
        <a:lstStyle/>
        <a:p>
          <a:pPr rtl="1"/>
          <a:endParaRPr lang="en-US"/>
        </a:p>
      </dgm:t>
    </dgm:pt>
    <dgm:pt modelId="{F5C8E5C7-2ABC-4434-B51C-D222A227263E}">
      <dgm:prSet/>
      <dgm:spPr/>
      <dgm:t>
        <a:bodyPr rtlCol="1"/>
        <a:lstStyle/>
        <a:p>
          <a:pPr rtl="1"/>
          <a:r>
            <a:rPr lang="ar" dirty="0"/>
            <a:t>الأحذية </a:t>
          </a:r>
          <a:endParaRPr lang="en-US" dirty="0"/>
        </a:p>
      </dgm:t>
    </dgm:pt>
    <dgm:pt modelId="{520C7C2B-8E69-42B1-A215-6249AB9881B7}" type="parTrans" cxnId="{A1675680-9D26-471F-B0D7-1C753CA0A004}">
      <dgm:prSet/>
      <dgm:spPr/>
      <dgm:t>
        <a:bodyPr rtlCol="1"/>
        <a:lstStyle/>
        <a:p>
          <a:pPr rtl="1"/>
          <a:endParaRPr lang="en-US"/>
        </a:p>
      </dgm:t>
    </dgm:pt>
    <dgm:pt modelId="{BC1A0408-2D54-4904-8053-85BBBB4150C0}" type="sibTrans" cxnId="{A1675680-9D26-471F-B0D7-1C753CA0A004}">
      <dgm:prSet/>
      <dgm:spPr/>
      <dgm:t>
        <a:bodyPr rtlCol="1"/>
        <a:lstStyle/>
        <a:p>
          <a:pPr rtl="1"/>
          <a:endParaRPr lang="en-US"/>
        </a:p>
      </dgm:t>
    </dgm:pt>
    <dgm:pt modelId="{36592089-2545-4945-937F-30BFD75CD93C}">
      <dgm:prSet/>
      <dgm:spPr/>
      <dgm:t>
        <a:bodyPr rtlCol="1"/>
        <a:lstStyle/>
        <a:p>
          <a:pPr rtl="1"/>
          <a:r>
            <a:rPr lang="ar"/>
            <a:t>السلع والديكورات المنزلية</a:t>
          </a:r>
          <a:endParaRPr lang="en-US"/>
        </a:p>
      </dgm:t>
    </dgm:pt>
    <dgm:pt modelId="{A65DA8DE-4677-416D-8524-E3087758843D}" type="parTrans" cxnId="{629C26F4-127D-48CA-BBEC-AACFBF1DF6D0}">
      <dgm:prSet/>
      <dgm:spPr/>
      <dgm:t>
        <a:bodyPr rtlCol="1"/>
        <a:lstStyle/>
        <a:p>
          <a:pPr rtl="1"/>
          <a:endParaRPr lang="en-US"/>
        </a:p>
      </dgm:t>
    </dgm:pt>
    <dgm:pt modelId="{87B6DB1D-F693-4C7E-91D8-86CDB26580C0}" type="sibTrans" cxnId="{629C26F4-127D-48CA-BBEC-AACFBF1DF6D0}">
      <dgm:prSet/>
      <dgm:spPr/>
      <dgm:t>
        <a:bodyPr rtlCol="1"/>
        <a:lstStyle/>
        <a:p>
          <a:pPr rtl="1"/>
          <a:endParaRPr lang="en-US"/>
        </a:p>
      </dgm:t>
    </dgm:pt>
    <dgm:pt modelId="{9AED09D1-B767-4993-899F-8507546EB3CD}">
      <dgm:prSet/>
      <dgm:spPr/>
      <dgm:t>
        <a:bodyPr rtlCol="1"/>
        <a:lstStyle/>
        <a:p>
          <a:pPr rtl="1"/>
          <a:r>
            <a:rPr lang="ar"/>
            <a:t>الموسيقى والفيديو</a:t>
          </a:r>
          <a:endParaRPr lang="en-US" dirty="0"/>
        </a:p>
      </dgm:t>
    </dgm:pt>
    <dgm:pt modelId="{A1754C6E-8DAD-458F-8ABC-56EB843CB0E2}" type="parTrans" cxnId="{ABD161DB-A3AC-441E-A213-700559414E6B}">
      <dgm:prSet/>
      <dgm:spPr/>
      <dgm:t>
        <a:bodyPr rtlCol="1"/>
        <a:lstStyle/>
        <a:p>
          <a:pPr rtl="1"/>
          <a:endParaRPr lang="en-US"/>
        </a:p>
      </dgm:t>
    </dgm:pt>
    <dgm:pt modelId="{451E6AC1-C598-4894-A1FF-AF3FEBF43CD2}" type="sibTrans" cxnId="{ABD161DB-A3AC-441E-A213-700559414E6B}">
      <dgm:prSet/>
      <dgm:spPr/>
      <dgm:t>
        <a:bodyPr rtlCol="1"/>
        <a:lstStyle/>
        <a:p>
          <a:pPr rtl="1"/>
          <a:endParaRPr lang="en-US"/>
        </a:p>
      </dgm:t>
    </dgm:pt>
    <dgm:pt modelId="{DB026565-C458-4ED9-8E5B-6754EDDA7801}">
      <dgm:prSet/>
      <dgm:spPr/>
      <dgm:t>
        <a:bodyPr rtlCol="1"/>
        <a:lstStyle/>
        <a:p>
          <a:pPr rtl="1"/>
          <a:r>
            <a:rPr lang="ar"/>
            <a:t>المتاجر غير المتخصصة</a:t>
          </a:r>
          <a:endParaRPr lang="en-US" dirty="0"/>
        </a:p>
      </dgm:t>
    </dgm:pt>
    <dgm:pt modelId="{FCBA95DF-0732-420C-8A77-ACF710C55F7E}" type="parTrans" cxnId="{9A118FAF-528A-436C-8986-E82224FE4CCD}">
      <dgm:prSet/>
      <dgm:spPr/>
      <dgm:t>
        <a:bodyPr rtlCol="1"/>
        <a:lstStyle/>
        <a:p>
          <a:pPr rtl="1"/>
          <a:endParaRPr lang="en-US"/>
        </a:p>
      </dgm:t>
    </dgm:pt>
    <dgm:pt modelId="{71C9EC89-9604-4F46-8F75-9B75371A0B44}" type="sibTrans" cxnId="{9A118FAF-528A-436C-8986-E82224FE4CCD}">
      <dgm:prSet/>
      <dgm:spPr/>
      <dgm:t>
        <a:bodyPr rtlCol="1"/>
        <a:lstStyle/>
        <a:p>
          <a:pPr rtl="1"/>
          <a:endParaRPr lang="en-US"/>
        </a:p>
      </dgm:t>
    </dgm:pt>
    <dgm:pt modelId="{03A76286-71E9-448A-BC4D-E1840512FBAA}">
      <dgm:prSet/>
      <dgm:spPr/>
      <dgm:t>
        <a:bodyPr rtlCol="1"/>
        <a:lstStyle/>
        <a:p>
          <a:pPr rtl="1"/>
          <a:r>
            <a:rPr lang="ar"/>
            <a:t>منتجات العناية الشخصية</a:t>
          </a:r>
          <a:endParaRPr lang="en-US" dirty="0"/>
        </a:p>
      </dgm:t>
    </dgm:pt>
    <dgm:pt modelId="{DFEE950D-68D7-408A-A64D-0D01C8958C50}" type="parTrans" cxnId="{F49171F4-D991-4F53-93BF-636D68263937}">
      <dgm:prSet/>
      <dgm:spPr/>
      <dgm:t>
        <a:bodyPr rtlCol="1"/>
        <a:lstStyle/>
        <a:p>
          <a:pPr rtl="1"/>
          <a:endParaRPr lang="en-US"/>
        </a:p>
      </dgm:t>
    </dgm:pt>
    <dgm:pt modelId="{B79B3472-7CB0-4F14-9EDA-A58620F8DFED}" type="sibTrans" cxnId="{F49171F4-D991-4F53-93BF-636D68263937}">
      <dgm:prSet/>
      <dgm:spPr/>
      <dgm:t>
        <a:bodyPr rtlCol="1"/>
        <a:lstStyle/>
        <a:p>
          <a:pPr rtl="1"/>
          <a:endParaRPr lang="en-US"/>
        </a:p>
      </dgm:t>
    </dgm:pt>
    <dgm:pt modelId="{A43CCE3B-6B64-4BD0-9A54-87EE496589E9}">
      <dgm:prSet/>
      <dgm:spPr/>
      <dgm:t>
        <a:bodyPr rtlCol="1"/>
        <a:lstStyle/>
        <a:p>
          <a:pPr rtl="1"/>
          <a:r>
            <a:rPr lang="ar"/>
            <a:t>متاجر الأغراض المستعملة</a:t>
          </a:r>
          <a:endParaRPr lang="en-US" dirty="0"/>
        </a:p>
      </dgm:t>
    </dgm:pt>
    <dgm:pt modelId="{524F1602-5CCA-4A80-A474-0A674521F26F}" type="parTrans" cxnId="{76A4CD3C-57AF-4B79-8C80-ED0DFD1DDE62}">
      <dgm:prSet/>
      <dgm:spPr/>
      <dgm:t>
        <a:bodyPr rtlCol="1"/>
        <a:lstStyle/>
        <a:p>
          <a:pPr rtl="1"/>
          <a:endParaRPr lang="en-US"/>
        </a:p>
      </dgm:t>
    </dgm:pt>
    <dgm:pt modelId="{8F12A75E-08ED-4CDB-A438-DB30DF7739EF}" type="sibTrans" cxnId="{76A4CD3C-57AF-4B79-8C80-ED0DFD1DDE62}">
      <dgm:prSet/>
      <dgm:spPr/>
      <dgm:t>
        <a:bodyPr rtlCol="1"/>
        <a:lstStyle/>
        <a:p>
          <a:pPr rtl="1"/>
          <a:endParaRPr lang="en-US"/>
        </a:p>
      </dgm:t>
    </dgm:pt>
    <dgm:pt modelId="{2F453C79-7C24-48D4-9DC8-1AA4186DC0C1}">
      <dgm:prSet/>
      <dgm:spPr/>
      <dgm:t>
        <a:bodyPr rtlCol="1"/>
        <a:lstStyle/>
        <a:p>
          <a:pPr rtl="1"/>
          <a:r>
            <a:rPr lang="ar"/>
            <a:t>متاجر التخفيضات</a:t>
          </a:r>
          <a:endParaRPr lang="en-US" dirty="0"/>
        </a:p>
      </dgm:t>
    </dgm:pt>
    <dgm:pt modelId="{5724F9E9-F2BD-449F-AE58-CB7E00C4BA9C}" type="parTrans" cxnId="{AE96B524-0E7C-438E-BD41-0663A9475545}">
      <dgm:prSet/>
      <dgm:spPr/>
      <dgm:t>
        <a:bodyPr rtlCol="1"/>
        <a:lstStyle/>
        <a:p>
          <a:pPr rtl="1"/>
          <a:endParaRPr lang="en-US"/>
        </a:p>
      </dgm:t>
    </dgm:pt>
    <dgm:pt modelId="{8D6897BE-8C8C-412F-AB8C-EBF9EC95BF5D}" type="sibTrans" cxnId="{AE96B524-0E7C-438E-BD41-0663A9475545}">
      <dgm:prSet/>
      <dgm:spPr/>
      <dgm:t>
        <a:bodyPr rtlCol="1"/>
        <a:lstStyle/>
        <a:p>
          <a:pPr rtl="1"/>
          <a:endParaRPr lang="en-US"/>
        </a:p>
      </dgm:t>
    </dgm:pt>
    <dgm:pt modelId="{9A19B236-9FA0-4C9C-AC39-2E8FCA5FC4B5}">
      <dgm:prSet/>
      <dgm:spPr/>
      <dgm:t>
        <a:bodyPr rtlCol="1"/>
        <a:lstStyle/>
        <a:p>
          <a:pPr rtl="1"/>
          <a:r>
            <a:rPr lang="ar"/>
            <a:t>المتاجر الصغيرة</a:t>
          </a:r>
          <a:endParaRPr lang="en-US" dirty="0"/>
        </a:p>
      </dgm:t>
    </dgm:pt>
    <dgm:pt modelId="{633334A9-8C6F-4EC8-BC0F-50528F90B8F9}" type="parTrans" cxnId="{76617C9D-54E0-462E-B96D-428C0BE9F702}">
      <dgm:prSet/>
      <dgm:spPr/>
      <dgm:t>
        <a:bodyPr rtlCol="1"/>
        <a:lstStyle/>
        <a:p>
          <a:pPr rtl="1"/>
          <a:endParaRPr lang="en-US"/>
        </a:p>
      </dgm:t>
    </dgm:pt>
    <dgm:pt modelId="{9CF991AE-2851-42EE-ABE0-D045D6DBEDBF}" type="sibTrans" cxnId="{76617C9D-54E0-462E-B96D-428C0BE9F702}">
      <dgm:prSet/>
      <dgm:spPr/>
      <dgm:t>
        <a:bodyPr rtlCol="1"/>
        <a:lstStyle/>
        <a:p>
          <a:pPr rtl="1"/>
          <a:endParaRPr lang="en-US"/>
        </a:p>
      </dgm:t>
    </dgm:pt>
    <dgm:pt modelId="{8E36E952-B84C-DC4B-BB14-02B78785C682}" type="pres">
      <dgm:prSet presAssocID="{EFE49E0D-1F4C-4782-877A-B8EA08025ED2}" presName="vert0" presStyleCnt="0">
        <dgm:presLayoutVars>
          <dgm:dir/>
          <dgm:animOne val="branch"/>
          <dgm:animLvl val="lvl"/>
        </dgm:presLayoutVars>
      </dgm:prSet>
      <dgm:spPr/>
    </dgm:pt>
    <dgm:pt modelId="{ED829788-62D2-FF48-B007-C25CC9B02D3B}" type="pres">
      <dgm:prSet presAssocID="{7D3CC0B2-C7D0-4D38-9D02-41575055BF20}" presName="thickLine" presStyleLbl="alignNode1" presStyleIdx="0" presStyleCnt="13"/>
      <dgm:spPr/>
    </dgm:pt>
    <dgm:pt modelId="{47C6BD5B-1D27-304A-B602-BFAF6E88C94D}" type="pres">
      <dgm:prSet presAssocID="{7D3CC0B2-C7D0-4D38-9D02-41575055BF20}" presName="horz1" presStyleCnt="0"/>
      <dgm:spPr/>
    </dgm:pt>
    <dgm:pt modelId="{57EB4D2D-13F1-9F4A-9D48-482EA124E1A7}" type="pres">
      <dgm:prSet presAssocID="{7D3CC0B2-C7D0-4D38-9D02-41575055BF20}" presName="tx1" presStyleLbl="revTx" presStyleIdx="0" presStyleCnt="13"/>
      <dgm:spPr/>
    </dgm:pt>
    <dgm:pt modelId="{725336F9-E9D7-8F4A-968F-18A996ACFA0B}" type="pres">
      <dgm:prSet presAssocID="{7D3CC0B2-C7D0-4D38-9D02-41575055BF20}" presName="vert1" presStyleCnt="0"/>
      <dgm:spPr/>
    </dgm:pt>
    <dgm:pt modelId="{FBC95B83-FE56-2645-A54D-F3475BD273D5}" type="pres">
      <dgm:prSet presAssocID="{E89DBD48-A3E8-4C04-AC8B-E30493A70338}" presName="thickLine" presStyleLbl="alignNode1" presStyleIdx="1" presStyleCnt="13"/>
      <dgm:spPr/>
    </dgm:pt>
    <dgm:pt modelId="{9A241D50-2424-CD4D-9EC2-F1A012DF84A7}" type="pres">
      <dgm:prSet presAssocID="{E89DBD48-A3E8-4C04-AC8B-E30493A70338}" presName="horz1" presStyleCnt="0"/>
      <dgm:spPr/>
    </dgm:pt>
    <dgm:pt modelId="{C05A5585-C957-D541-A83E-DE61F9860665}" type="pres">
      <dgm:prSet presAssocID="{E89DBD48-A3E8-4C04-AC8B-E30493A70338}" presName="tx1" presStyleLbl="revTx" presStyleIdx="1" presStyleCnt="13"/>
      <dgm:spPr/>
    </dgm:pt>
    <dgm:pt modelId="{82ADE9AA-710F-F84F-98C5-914E0525739D}" type="pres">
      <dgm:prSet presAssocID="{E89DBD48-A3E8-4C04-AC8B-E30493A70338}" presName="vert1" presStyleCnt="0"/>
      <dgm:spPr/>
    </dgm:pt>
    <dgm:pt modelId="{4A0125DE-1BD3-3645-B61B-5D596D05A02D}" type="pres">
      <dgm:prSet presAssocID="{F9716E7B-97A3-4B0B-A9B5-10E68D9026D3}" presName="thickLine" presStyleLbl="alignNode1" presStyleIdx="2" presStyleCnt="13"/>
      <dgm:spPr/>
    </dgm:pt>
    <dgm:pt modelId="{115B89C4-E55E-B044-BDBC-DB57AF87AC8C}" type="pres">
      <dgm:prSet presAssocID="{F9716E7B-97A3-4B0B-A9B5-10E68D9026D3}" presName="horz1" presStyleCnt="0"/>
      <dgm:spPr/>
    </dgm:pt>
    <dgm:pt modelId="{2662BA20-429A-2F47-AA21-D1D7E133204F}" type="pres">
      <dgm:prSet presAssocID="{F9716E7B-97A3-4B0B-A9B5-10E68D9026D3}" presName="tx1" presStyleLbl="revTx" presStyleIdx="2" presStyleCnt="13"/>
      <dgm:spPr/>
    </dgm:pt>
    <dgm:pt modelId="{7F927EB9-6287-934E-A88F-7DF879AAA42C}" type="pres">
      <dgm:prSet presAssocID="{F9716E7B-97A3-4B0B-A9B5-10E68D9026D3}" presName="vert1" presStyleCnt="0"/>
      <dgm:spPr/>
    </dgm:pt>
    <dgm:pt modelId="{17738EA3-6573-1240-9738-570E20FDA4AA}" type="pres">
      <dgm:prSet presAssocID="{2E215CCE-7037-4083-9523-9D09B41EAF34}" presName="thickLine" presStyleLbl="alignNode1" presStyleIdx="3" presStyleCnt="13"/>
      <dgm:spPr/>
    </dgm:pt>
    <dgm:pt modelId="{51C91237-DF63-8D42-BF3E-0C817968FF24}" type="pres">
      <dgm:prSet presAssocID="{2E215CCE-7037-4083-9523-9D09B41EAF34}" presName="horz1" presStyleCnt="0"/>
      <dgm:spPr/>
    </dgm:pt>
    <dgm:pt modelId="{72CD70F5-0302-BE43-BCDD-5DBCD0D97EE4}" type="pres">
      <dgm:prSet presAssocID="{2E215CCE-7037-4083-9523-9D09B41EAF34}" presName="tx1" presStyleLbl="revTx" presStyleIdx="3" presStyleCnt="13"/>
      <dgm:spPr/>
    </dgm:pt>
    <dgm:pt modelId="{EC6A9F82-AAC1-4948-BAD5-508923E01FCA}" type="pres">
      <dgm:prSet presAssocID="{2E215CCE-7037-4083-9523-9D09B41EAF34}" presName="vert1" presStyleCnt="0"/>
      <dgm:spPr/>
    </dgm:pt>
    <dgm:pt modelId="{2E5A6D53-3785-8247-A1B9-133C852D5FEC}" type="pres">
      <dgm:prSet presAssocID="{D3CBB9C8-D2B3-4AED-9452-D0EF470BC780}" presName="thickLine" presStyleLbl="alignNode1" presStyleIdx="4" presStyleCnt="13"/>
      <dgm:spPr/>
    </dgm:pt>
    <dgm:pt modelId="{4AE20A81-1727-3D40-822C-225D4F88E397}" type="pres">
      <dgm:prSet presAssocID="{D3CBB9C8-D2B3-4AED-9452-D0EF470BC780}" presName="horz1" presStyleCnt="0"/>
      <dgm:spPr/>
    </dgm:pt>
    <dgm:pt modelId="{C622587B-3E44-9342-9BF1-6B6BD02A7619}" type="pres">
      <dgm:prSet presAssocID="{D3CBB9C8-D2B3-4AED-9452-D0EF470BC780}" presName="tx1" presStyleLbl="revTx" presStyleIdx="4" presStyleCnt="13"/>
      <dgm:spPr/>
    </dgm:pt>
    <dgm:pt modelId="{1D029172-3519-4F42-9980-A5EE6E14F0B8}" type="pres">
      <dgm:prSet presAssocID="{D3CBB9C8-D2B3-4AED-9452-D0EF470BC780}" presName="vert1" presStyleCnt="0"/>
      <dgm:spPr/>
    </dgm:pt>
    <dgm:pt modelId="{6AC917CA-5598-024E-8A87-DC0110FF795F}" type="pres">
      <dgm:prSet presAssocID="{F5C8E5C7-2ABC-4434-B51C-D222A227263E}" presName="thickLine" presStyleLbl="alignNode1" presStyleIdx="5" presStyleCnt="13"/>
      <dgm:spPr/>
    </dgm:pt>
    <dgm:pt modelId="{0E87AC14-8394-6749-93BA-93BCADA647A4}" type="pres">
      <dgm:prSet presAssocID="{F5C8E5C7-2ABC-4434-B51C-D222A227263E}" presName="horz1" presStyleCnt="0"/>
      <dgm:spPr/>
    </dgm:pt>
    <dgm:pt modelId="{7A8A31EC-9657-4D44-A1CB-89720D6F0D1A}" type="pres">
      <dgm:prSet presAssocID="{F5C8E5C7-2ABC-4434-B51C-D222A227263E}" presName="tx1" presStyleLbl="revTx" presStyleIdx="5" presStyleCnt="13"/>
      <dgm:spPr/>
    </dgm:pt>
    <dgm:pt modelId="{710F69C6-E7D4-C148-A42E-A717F99AD736}" type="pres">
      <dgm:prSet presAssocID="{F5C8E5C7-2ABC-4434-B51C-D222A227263E}" presName="vert1" presStyleCnt="0"/>
      <dgm:spPr/>
    </dgm:pt>
    <dgm:pt modelId="{BD435553-B9AC-5442-ABE1-832412073CF0}" type="pres">
      <dgm:prSet presAssocID="{36592089-2545-4945-937F-30BFD75CD93C}" presName="thickLine" presStyleLbl="alignNode1" presStyleIdx="6" presStyleCnt="13"/>
      <dgm:spPr/>
    </dgm:pt>
    <dgm:pt modelId="{8F92C2DA-7CBB-DC45-92A4-7CF56CF8479B}" type="pres">
      <dgm:prSet presAssocID="{36592089-2545-4945-937F-30BFD75CD93C}" presName="horz1" presStyleCnt="0"/>
      <dgm:spPr/>
    </dgm:pt>
    <dgm:pt modelId="{3B416B2C-012C-C449-89EA-064D1E4B3A33}" type="pres">
      <dgm:prSet presAssocID="{36592089-2545-4945-937F-30BFD75CD93C}" presName="tx1" presStyleLbl="revTx" presStyleIdx="6" presStyleCnt="13"/>
      <dgm:spPr/>
    </dgm:pt>
    <dgm:pt modelId="{647BE397-C9A1-5349-BE36-BAED445FE682}" type="pres">
      <dgm:prSet presAssocID="{36592089-2545-4945-937F-30BFD75CD93C}" presName="vert1" presStyleCnt="0"/>
      <dgm:spPr/>
    </dgm:pt>
    <dgm:pt modelId="{F74E9FDB-BE20-C747-B29E-6A4138819C6C}" type="pres">
      <dgm:prSet presAssocID="{9AED09D1-B767-4993-899F-8507546EB3CD}" presName="thickLine" presStyleLbl="alignNode1" presStyleIdx="7" presStyleCnt="13"/>
      <dgm:spPr/>
    </dgm:pt>
    <dgm:pt modelId="{6AF2A9B2-7687-414A-9DF0-1F64FE66F0CF}" type="pres">
      <dgm:prSet presAssocID="{9AED09D1-B767-4993-899F-8507546EB3CD}" presName="horz1" presStyleCnt="0"/>
      <dgm:spPr/>
    </dgm:pt>
    <dgm:pt modelId="{1070D14D-C6EA-5F46-A398-6E044664B94A}" type="pres">
      <dgm:prSet presAssocID="{9AED09D1-B767-4993-899F-8507546EB3CD}" presName="tx1" presStyleLbl="revTx" presStyleIdx="7" presStyleCnt="13"/>
      <dgm:spPr/>
    </dgm:pt>
    <dgm:pt modelId="{27B81E32-9E55-C542-923E-88F93F45649E}" type="pres">
      <dgm:prSet presAssocID="{9AED09D1-B767-4993-899F-8507546EB3CD}" presName="vert1" presStyleCnt="0"/>
      <dgm:spPr/>
    </dgm:pt>
    <dgm:pt modelId="{EB10A537-73B3-5D4E-A99D-8B6898B243CA}" type="pres">
      <dgm:prSet presAssocID="{DB026565-C458-4ED9-8E5B-6754EDDA7801}" presName="thickLine" presStyleLbl="alignNode1" presStyleIdx="8" presStyleCnt="13"/>
      <dgm:spPr/>
    </dgm:pt>
    <dgm:pt modelId="{30DBDB83-6CAC-4B40-8083-C535E459367A}" type="pres">
      <dgm:prSet presAssocID="{DB026565-C458-4ED9-8E5B-6754EDDA7801}" presName="horz1" presStyleCnt="0"/>
      <dgm:spPr/>
    </dgm:pt>
    <dgm:pt modelId="{6268B870-72E5-CD40-9FB1-66755BF96045}" type="pres">
      <dgm:prSet presAssocID="{DB026565-C458-4ED9-8E5B-6754EDDA7801}" presName="tx1" presStyleLbl="revTx" presStyleIdx="8" presStyleCnt="13"/>
      <dgm:spPr/>
    </dgm:pt>
    <dgm:pt modelId="{FBD6B84C-8ABC-5744-8C8E-ACD4868A6A94}" type="pres">
      <dgm:prSet presAssocID="{DB026565-C458-4ED9-8E5B-6754EDDA7801}" presName="vert1" presStyleCnt="0"/>
      <dgm:spPr/>
    </dgm:pt>
    <dgm:pt modelId="{4230E53E-A9EC-3E43-93D5-7762FEABFC23}" type="pres">
      <dgm:prSet presAssocID="{03A76286-71E9-448A-BC4D-E1840512FBAA}" presName="thickLine" presStyleLbl="alignNode1" presStyleIdx="9" presStyleCnt="13"/>
      <dgm:spPr/>
    </dgm:pt>
    <dgm:pt modelId="{5D26B8B1-04DF-314F-814C-77836A14AF16}" type="pres">
      <dgm:prSet presAssocID="{03A76286-71E9-448A-BC4D-E1840512FBAA}" presName="horz1" presStyleCnt="0"/>
      <dgm:spPr/>
    </dgm:pt>
    <dgm:pt modelId="{91ABFEC8-E5E1-104B-B9AE-ABD681357655}" type="pres">
      <dgm:prSet presAssocID="{03A76286-71E9-448A-BC4D-E1840512FBAA}" presName="tx1" presStyleLbl="revTx" presStyleIdx="9" presStyleCnt="13"/>
      <dgm:spPr/>
    </dgm:pt>
    <dgm:pt modelId="{487AD833-FCA3-C147-A2E1-DBF9D53B4F72}" type="pres">
      <dgm:prSet presAssocID="{03A76286-71E9-448A-BC4D-E1840512FBAA}" presName="vert1" presStyleCnt="0"/>
      <dgm:spPr/>
    </dgm:pt>
    <dgm:pt modelId="{545C050C-F055-534C-8726-D4CD131CB8FA}" type="pres">
      <dgm:prSet presAssocID="{A43CCE3B-6B64-4BD0-9A54-87EE496589E9}" presName="thickLine" presStyleLbl="alignNode1" presStyleIdx="10" presStyleCnt="13"/>
      <dgm:spPr/>
    </dgm:pt>
    <dgm:pt modelId="{5FEE5D38-393B-F446-9A48-DAE48F04F0EB}" type="pres">
      <dgm:prSet presAssocID="{A43CCE3B-6B64-4BD0-9A54-87EE496589E9}" presName="horz1" presStyleCnt="0"/>
      <dgm:spPr/>
    </dgm:pt>
    <dgm:pt modelId="{34AC4EEF-5BD6-EC48-8860-2AA2ADBF7A6E}" type="pres">
      <dgm:prSet presAssocID="{A43CCE3B-6B64-4BD0-9A54-87EE496589E9}" presName="tx1" presStyleLbl="revTx" presStyleIdx="10" presStyleCnt="13"/>
      <dgm:spPr/>
    </dgm:pt>
    <dgm:pt modelId="{A1F89AA1-C160-2640-A4BD-3D548ADF4D4A}" type="pres">
      <dgm:prSet presAssocID="{A43CCE3B-6B64-4BD0-9A54-87EE496589E9}" presName="vert1" presStyleCnt="0"/>
      <dgm:spPr/>
    </dgm:pt>
    <dgm:pt modelId="{AD4A8264-4F0A-6848-8DC1-6AA0DCE2D7A2}" type="pres">
      <dgm:prSet presAssocID="{2F453C79-7C24-48D4-9DC8-1AA4186DC0C1}" presName="thickLine" presStyleLbl="alignNode1" presStyleIdx="11" presStyleCnt="13"/>
      <dgm:spPr/>
    </dgm:pt>
    <dgm:pt modelId="{10F4D848-F172-A342-AFD3-B36232C3A801}" type="pres">
      <dgm:prSet presAssocID="{2F453C79-7C24-48D4-9DC8-1AA4186DC0C1}" presName="horz1" presStyleCnt="0"/>
      <dgm:spPr/>
    </dgm:pt>
    <dgm:pt modelId="{54CC2E3E-3273-F348-9203-115B6A08A863}" type="pres">
      <dgm:prSet presAssocID="{2F453C79-7C24-48D4-9DC8-1AA4186DC0C1}" presName="tx1" presStyleLbl="revTx" presStyleIdx="11" presStyleCnt="13"/>
      <dgm:spPr/>
    </dgm:pt>
    <dgm:pt modelId="{15CFBA17-41FB-544F-BE09-2FEB1DBE08AA}" type="pres">
      <dgm:prSet presAssocID="{2F453C79-7C24-48D4-9DC8-1AA4186DC0C1}" presName="vert1" presStyleCnt="0"/>
      <dgm:spPr/>
    </dgm:pt>
    <dgm:pt modelId="{B839699F-C02B-C042-A62C-4FA98A273281}" type="pres">
      <dgm:prSet presAssocID="{9A19B236-9FA0-4C9C-AC39-2E8FCA5FC4B5}" presName="thickLine" presStyleLbl="alignNode1" presStyleIdx="12" presStyleCnt="13"/>
      <dgm:spPr/>
    </dgm:pt>
    <dgm:pt modelId="{EB15316B-307F-A64A-A58B-A5E5F63C2EE6}" type="pres">
      <dgm:prSet presAssocID="{9A19B236-9FA0-4C9C-AC39-2E8FCA5FC4B5}" presName="horz1" presStyleCnt="0"/>
      <dgm:spPr/>
    </dgm:pt>
    <dgm:pt modelId="{C877FC02-6D24-C442-9D0A-BC9AE689E206}" type="pres">
      <dgm:prSet presAssocID="{9A19B236-9FA0-4C9C-AC39-2E8FCA5FC4B5}" presName="tx1" presStyleLbl="revTx" presStyleIdx="12" presStyleCnt="13"/>
      <dgm:spPr/>
    </dgm:pt>
    <dgm:pt modelId="{FFEB03B3-1EF8-644E-B617-E582A1D2A727}" type="pres">
      <dgm:prSet presAssocID="{9A19B236-9FA0-4C9C-AC39-2E8FCA5FC4B5}" presName="vert1" presStyleCnt="0"/>
      <dgm:spPr/>
    </dgm:pt>
  </dgm:ptLst>
  <dgm:cxnLst>
    <dgm:cxn modelId="{4ADA8D15-7AEC-441D-AAC0-243E063F51CE}" srcId="{EFE49E0D-1F4C-4782-877A-B8EA08025ED2}" destId="{F9716E7B-97A3-4B0B-A9B5-10E68D9026D3}" srcOrd="2" destOrd="0" parTransId="{12515B91-40E9-42E7-8725-74D388737617}" sibTransId="{694F1934-6B83-4043-8FD8-5C81E25763EA}"/>
    <dgm:cxn modelId="{87B60524-6FFD-AF41-9BE2-D51AD8544E7B}" type="presOf" srcId="{A43CCE3B-6B64-4BD0-9A54-87EE496589E9}" destId="{34AC4EEF-5BD6-EC48-8860-2AA2ADBF7A6E}" srcOrd="0" destOrd="0" presId="urn:microsoft.com/office/officeart/2008/layout/LinedList"/>
    <dgm:cxn modelId="{AE96B524-0E7C-438E-BD41-0663A9475545}" srcId="{EFE49E0D-1F4C-4782-877A-B8EA08025ED2}" destId="{2F453C79-7C24-48D4-9DC8-1AA4186DC0C1}" srcOrd="11" destOrd="0" parTransId="{5724F9E9-F2BD-449F-AE58-CB7E00C4BA9C}" sibTransId="{8D6897BE-8C8C-412F-AB8C-EBF9EC95BF5D}"/>
    <dgm:cxn modelId="{76A4CD3C-57AF-4B79-8C80-ED0DFD1DDE62}" srcId="{EFE49E0D-1F4C-4782-877A-B8EA08025ED2}" destId="{A43CCE3B-6B64-4BD0-9A54-87EE496589E9}" srcOrd="10" destOrd="0" parTransId="{524F1602-5CCA-4A80-A474-0A674521F26F}" sibTransId="{8F12A75E-08ED-4CDB-A438-DB30DF7739EF}"/>
    <dgm:cxn modelId="{C300325B-53A3-8549-A655-772C040501F2}" type="presOf" srcId="{2F453C79-7C24-48D4-9DC8-1AA4186DC0C1}" destId="{54CC2E3E-3273-F348-9203-115B6A08A863}" srcOrd="0" destOrd="0" presId="urn:microsoft.com/office/officeart/2008/layout/LinedList"/>
    <dgm:cxn modelId="{DA2AD96A-EF29-E845-8965-AC655976861A}" type="presOf" srcId="{E89DBD48-A3E8-4C04-AC8B-E30493A70338}" destId="{C05A5585-C957-D541-A83E-DE61F9860665}" srcOrd="0" destOrd="0" presId="urn:microsoft.com/office/officeart/2008/layout/LinedList"/>
    <dgm:cxn modelId="{A1675680-9D26-471F-B0D7-1C753CA0A004}" srcId="{EFE49E0D-1F4C-4782-877A-B8EA08025ED2}" destId="{F5C8E5C7-2ABC-4434-B51C-D222A227263E}" srcOrd="5" destOrd="0" parTransId="{520C7C2B-8E69-42B1-A215-6249AB9881B7}" sibTransId="{BC1A0408-2D54-4904-8053-85BBBB4150C0}"/>
    <dgm:cxn modelId="{B0893887-3B79-4C7B-B16D-487C3FE4FBEA}" srcId="{EFE49E0D-1F4C-4782-877A-B8EA08025ED2}" destId="{2E215CCE-7037-4083-9523-9D09B41EAF34}" srcOrd="3" destOrd="0" parTransId="{A917FB13-F68C-468F-9C25-505DD7A14B1A}" sibTransId="{D9F405E7-EB96-45CA-B0ED-7C54C52E5735}"/>
    <dgm:cxn modelId="{BFF22988-0837-8948-9358-C3A0ACAAF6DB}" type="presOf" srcId="{7D3CC0B2-C7D0-4D38-9D02-41575055BF20}" destId="{57EB4D2D-13F1-9F4A-9D48-482EA124E1A7}" srcOrd="0" destOrd="0" presId="urn:microsoft.com/office/officeart/2008/layout/LinedList"/>
    <dgm:cxn modelId="{14ED929C-A5CE-BF4F-90EB-51116F47339C}" type="presOf" srcId="{9AED09D1-B767-4993-899F-8507546EB3CD}" destId="{1070D14D-C6EA-5F46-A398-6E044664B94A}" srcOrd="0" destOrd="0" presId="urn:microsoft.com/office/officeart/2008/layout/LinedList"/>
    <dgm:cxn modelId="{2DA0D29C-543B-4D47-90DD-67C8A9DFA02F}" type="presOf" srcId="{36592089-2545-4945-937F-30BFD75CD93C}" destId="{3B416B2C-012C-C449-89EA-064D1E4B3A33}" srcOrd="0" destOrd="0" presId="urn:microsoft.com/office/officeart/2008/layout/LinedList"/>
    <dgm:cxn modelId="{76617C9D-54E0-462E-B96D-428C0BE9F702}" srcId="{EFE49E0D-1F4C-4782-877A-B8EA08025ED2}" destId="{9A19B236-9FA0-4C9C-AC39-2E8FCA5FC4B5}" srcOrd="12" destOrd="0" parTransId="{633334A9-8C6F-4EC8-BC0F-50528F90B8F9}" sibTransId="{9CF991AE-2851-42EE-ABE0-D045D6DBEDBF}"/>
    <dgm:cxn modelId="{82062C9E-E2F1-4D19-A765-ED69450CD296}" srcId="{EFE49E0D-1F4C-4782-877A-B8EA08025ED2}" destId="{7D3CC0B2-C7D0-4D38-9D02-41575055BF20}" srcOrd="0" destOrd="0" parTransId="{1F6D6A62-88D8-4D9B-B8BD-15E877510647}" sibTransId="{B4D0C07B-E8CC-4389-B8B1-96069D7DEAE6}"/>
    <dgm:cxn modelId="{0AF19C9F-3852-45F7-8ADD-271A71276865}" srcId="{EFE49E0D-1F4C-4782-877A-B8EA08025ED2}" destId="{D3CBB9C8-D2B3-4AED-9452-D0EF470BC780}" srcOrd="4" destOrd="0" parTransId="{ADF438E7-968C-4339-8BBF-07607E408ABB}" sibTransId="{930B4510-1758-48BA-A34B-509DBF077076}"/>
    <dgm:cxn modelId="{99C7F4A1-65B5-E241-82F1-6883C6A3538F}" type="presOf" srcId="{F5C8E5C7-2ABC-4434-B51C-D222A227263E}" destId="{7A8A31EC-9657-4D44-A1CB-89720D6F0D1A}" srcOrd="0" destOrd="0" presId="urn:microsoft.com/office/officeart/2008/layout/LinedList"/>
    <dgm:cxn modelId="{9A118FAF-528A-436C-8986-E82224FE4CCD}" srcId="{EFE49E0D-1F4C-4782-877A-B8EA08025ED2}" destId="{DB026565-C458-4ED9-8E5B-6754EDDA7801}" srcOrd="8" destOrd="0" parTransId="{FCBA95DF-0732-420C-8A77-ACF710C55F7E}" sibTransId="{71C9EC89-9604-4F46-8F75-9B75371A0B44}"/>
    <dgm:cxn modelId="{CED49EB1-BC9A-5148-A14F-D8DC1EB0A9D9}" type="presOf" srcId="{D3CBB9C8-D2B3-4AED-9452-D0EF470BC780}" destId="{C622587B-3E44-9342-9BF1-6B6BD02A7619}" srcOrd="0" destOrd="0" presId="urn:microsoft.com/office/officeart/2008/layout/LinedList"/>
    <dgm:cxn modelId="{BC7208BA-4617-1E45-A016-2A4086BDC509}" type="presOf" srcId="{F9716E7B-97A3-4B0B-A9B5-10E68D9026D3}" destId="{2662BA20-429A-2F47-AA21-D1D7E133204F}" srcOrd="0" destOrd="0" presId="urn:microsoft.com/office/officeart/2008/layout/LinedList"/>
    <dgm:cxn modelId="{48F36FC1-FCCE-4E6A-A9F6-ECE7B9467EE0}" srcId="{EFE49E0D-1F4C-4782-877A-B8EA08025ED2}" destId="{E89DBD48-A3E8-4C04-AC8B-E30493A70338}" srcOrd="1" destOrd="0" parTransId="{F5D20696-4D34-453C-B7B9-B43479008C1F}" sibTransId="{2C9B4ED2-A044-4DC0-8B26-E9F021FA9FF6}"/>
    <dgm:cxn modelId="{52E412D2-3290-CE45-ACEC-1A314EB7D214}" type="presOf" srcId="{9A19B236-9FA0-4C9C-AC39-2E8FCA5FC4B5}" destId="{C877FC02-6D24-C442-9D0A-BC9AE689E206}" srcOrd="0" destOrd="0" presId="urn:microsoft.com/office/officeart/2008/layout/LinedList"/>
    <dgm:cxn modelId="{AC4915D4-D809-1145-854E-3582B3D0460A}" type="presOf" srcId="{EFE49E0D-1F4C-4782-877A-B8EA08025ED2}" destId="{8E36E952-B84C-DC4B-BB14-02B78785C682}" srcOrd="0" destOrd="0" presId="urn:microsoft.com/office/officeart/2008/layout/LinedList"/>
    <dgm:cxn modelId="{ABD161DB-A3AC-441E-A213-700559414E6B}" srcId="{EFE49E0D-1F4C-4782-877A-B8EA08025ED2}" destId="{9AED09D1-B767-4993-899F-8507546EB3CD}" srcOrd="7" destOrd="0" parTransId="{A1754C6E-8DAD-458F-8ABC-56EB843CB0E2}" sibTransId="{451E6AC1-C598-4894-A1FF-AF3FEBF43CD2}"/>
    <dgm:cxn modelId="{C7C919DD-0664-7847-AD84-B85735521615}" type="presOf" srcId="{03A76286-71E9-448A-BC4D-E1840512FBAA}" destId="{91ABFEC8-E5E1-104B-B9AE-ABD681357655}" srcOrd="0" destOrd="0" presId="urn:microsoft.com/office/officeart/2008/layout/LinedList"/>
    <dgm:cxn modelId="{02A620ED-3D2E-6148-892D-5610F0864A7D}" type="presOf" srcId="{2E215CCE-7037-4083-9523-9D09B41EAF34}" destId="{72CD70F5-0302-BE43-BCDD-5DBCD0D97EE4}" srcOrd="0" destOrd="0" presId="urn:microsoft.com/office/officeart/2008/layout/LinedList"/>
    <dgm:cxn modelId="{629C26F4-127D-48CA-BBEC-AACFBF1DF6D0}" srcId="{EFE49E0D-1F4C-4782-877A-B8EA08025ED2}" destId="{36592089-2545-4945-937F-30BFD75CD93C}" srcOrd="6" destOrd="0" parTransId="{A65DA8DE-4677-416D-8524-E3087758843D}" sibTransId="{87B6DB1D-F693-4C7E-91D8-86CDB26580C0}"/>
    <dgm:cxn modelId="{F49171F4-D991-4F53-93BF-636D68263937}" srcId="{EFE49E0D-1F4C-4782-877A-B8EA08025ED2}" destId="{03A76286-71E9-448A-BC4D-E1840512FBAA}" srcOrd="9" destOrd="0" parTransId="{DFEE950D-68D7-408A-A64D-0D01C8958C50}" sibTransId="{B79B3472-7CB0-4F14-9EDA-A58620F8DFED}"/>
    <dgm:cxn modelId="{2D99C8FE-701E-C642-BD09-13CAEFBBE0F4}" type="presOf" srcId="{DB026565-C458-4ED9-8E5B-6754EDDA7801}" destId="{6268B870-72E5-CD40-9FB1-66755BF96045}" srcOrd="0" destOrd="0" presId="urn:microsoft.com/office/officeart/2008/layout/LinedList"/>
    <dgm:cxn modelId="{5275D123-9BE6-3944-BD38-71DA3700EA8F}" type="presParOf" srcId="{8E36E952-B84C-DC4B-BB14-02B78785C682}" destId="{ED829788-62D2-FF48-B007-C25CC9B02D3B}" srcOrd="0" destOrd="0" presId="urn:microsoft.com/office/officeart/2008/layout/LinedList"/>
    <dgm:cxn modelId="{2323C6C4-9BD8-B44D-B0E3-CCD787BCCD09}" type="presParOf" srcId="{8E36E952-B84C-DC4B-BB14-02B78785C682}" destId="{47C6BD5B-1D27-304A-B602-BFAF6E88C94D}" srcOrd="1" destOrd="0" presId="urn:microsoft.com/office/officeart/2008/layout/LinedList"/>
    <dgm:cxn modelId="{297ACC5C-E94E-9547-94A3-BC99092D0505}" type="presParOf" srcId="{47C6BD5B-1D27-304A-B602-BFAF6E88C94D}" destId="{57EB4D2D-13F1-9F4A-9D48-482EA124E1A7}" srcOrd="0" destOrd="0" presId="urn:microsoft.com/office/officeart/2008/layout/LinedList"/>
    <dgm:cxn modelId="{BE6C4A91-68ED-A743-B1FC-7BB44E37FD5C}" type="presParOf" srcId="{47C6BD5B-1D27-304A-B602-BFAF6E88C94D}" destId="{725336F9-E9D7-8F4A-968F-18A996ACFA0B}" srcOrd="1" destOrd="0" presId="urn:microsoft.com/office/officeart/2008/layout/LinedList"/>
    <dgm:cxn modelId="{BD8F2CED-5096-6C4F-A8D5-6C6A208793C2}" type="presParOf" srcId="{8E36E952-B84C-DC4B-BB14-02B78785C682}" destId="{FBC95B83-FE56-2645-A54D-F3475BD273D5}" srcOrd="2" destOrd="0" presId="urn:microsoft.com/office/officeart/2008/layout/LinedList"/>
    <dgm:cxn modelId="{28D4D75A-57AE-8B4A-8096-A4B909AA39E1}" type="presParOf" srcId="{8E36E952-B84C-DC4B-BB14-02B78785C682}" destId="{9A241D50-2424-CD4D-9EC2-F1A012DF84A7}" srcOrd="3" destOrd="0" presId="urn:microsoft.com/office/officeart/2008/layout/LinedList"/>
    <dgm:cxn modelId="{3551C583-B835-6A4C-AC1D-0BBCF21D7845}" type="presParOf" srcId="{9A241D50-2424-CD4D-9EC2-F1A012DF84A7}" destId="{C05A5585-C957-D541-A83E-DE61F9860665}" srcOrd="0" destOrd="0" presId="urn:microsoft.com/office/officeart/2008/layout/LinedList"/>
    <dgm:cxn modelId="{06C8B192-DC2D-464A-8D45-627941AB8343}" type="presParOf" srcId="{9A241D50-2424-CD4D-9EC2-F1A012DF84A7}" destId="{82ADE9AA-710F-F84F-98C5-914E0525739D}" srcOrd="1" destOrd="0" presId="urn:microsoft.com/office/officeart/2008/layout/LinedList"/>
    <dgm:cxn modelId="{43BBFFF7-61CB-CF4F-A778-3709CF8BA0CB}" type="presParOf" srcId="{8E36E952-B84C-DC4B-BB14-02B78785C682}" destId="{4A0125DE-1BD3-3645-B61B-5D596D05A02D}" srcOrd="4" destOrd="0" presId="urn:microsoft.com/office/officeart/2008/layout/LinedList"/>
    <dgm:cxn modelId="{2ED2F741-CD43-144E-AD0D-3DBBEB86AA5B}" type="presParOf" srcId="{8E36E952-B84C-DC4B-BB14-02B78785C682}" destId="{115B89C4-E55E-B044-BDBC-DB57AF87AC8C}" srcOrd="5" destOrd="0" presId="urn:microsoft.com/office/officeart/2008/layout/LinedList"/>
    <dgm:cxn modelId="{D821944F-0DFE-F44D-BA47-3F0759D7CDD3}" type="presParOf" srcId="{115B89C4-E55E-B044-BDBC-DB57AF87AC8C}" destId="{2662BA20-429A-2F47-AA21-D1D7E133204F}" srcOrd="0" destOrd="0" presId="urn:microsoft.com/office/officeart/2008/layout/LinedList"/>
    <dgm:cxn modelId="{349AC475-903A-814E-A099-7F289D9DDC06}" type="presParOf" srcId="{115B89C4-E55E-B044-BDBC-DB57AF87AC8C}" destId="{7F927EB9-6287-934E-A88F-7DF879AAA42C}" srcOrd="1" destOrd="0" presId="urn:microsoft.com/office/officeart/2008/layout/LinedList"/>
    <dgm:cxn modelId="{67F45AAD-9CB4-8542-B6AA-9236F12A7C5D}" type="presParOf" srcId="{8E36E952-B84C-DC4B-BB14-02B78785C682}" destId="{17738EA3-6573-1240-9738-570E20FDA4AA}" srcOrd="6" destOrd="0" presId="urn:microsoft.com/office/officeart/2008/layout/LinedList"/>
    <dgm:cxn modelId="{57E3C86F-7693-DC4A-9C15-8ED56F86C19F}" type="presParOf" srcId="{8E36E952-B84C-DC4B-BB14-02B78785C682}" destId="{51C91237-DF63-8D42-BF3E-0C817968FF24}" srcOrd="7" destOrd="0" presId="urn:microsoft.com/office/officeart/2008/layout/LinedList"/>
    <dgm:cxn modelId="{8332D07D-B131-C94C-BB24-D36406A40BEE}" type="presParOf" srcId="{51C91237-DF63-8D42-BF3E-0C817968FF24}" destId="{72CD70F5-0302-BE43-BCDD-5DBCD0D97EE4}" srcOrd="0" destOrd="0" presId="urn:microsoft.com/office/officeart/2008/layout/LinedList"/>
    <dgm:cxn modelId="{85DC5A90-3FC9-DC47-A306-3815C6354016}" type="presParOf" srcId="{51C91237-DF63-8D42-BF3E-0C817968FF24}" destId="{EC6A9F82-AAC1-4948-BAD5-508923E01FCA}" srcOrd="1" destOrd="0" presId="urn:microsoft.com/office/officeart/2008/layout/LinedList"/>
    <dgm:cxn modelId="{5109324B-8C1B-2F49-B22F-F4F6DCCA6DE3}" type="presParOf" srcId="{8E36E952-B84C-DC4B-BB14-02B78785C682}" destId="{2E5A6D53-3785-8247-A1B9-133C852D5FEC}" srcOrd="8" destOrd="0" presId="urn:microsoft.com/office/officeart/2008/layout/LinedList"/>
    <dgm:cxn modelId="{2C88E5E5-8C70-F649-9C93-DF62765CE129}" type="presParOf" srcId="{8E36E952-B84C-DC4B-BB14-02B78785C682}" destId="{4AE20A81-1727-3D40-822C-225D4F88E397}" srcOrd="9" destOrd="0" presId="urn:microsoft.com/office/officeart/2008/layout/LinedList"/>
    <dgm:cxn modelId="{C99CDCC7-8D15-3E46-80B6-6B9509318B02}" type="presParOf" srcId="{4AE20A81-1727-3D40-822C-225D4F88E397}" destId="{C622587B-3E44-9342-9BF1-6B6BD02A7619}" srcOrd="0" destOrd="0" presId="urn:microsoft.com/office/officeart/2008/layout/LinedList"/>
    <dgm:cxn modelId="{D6285CEE-CF39-7340-8C87-E53FE9FDFAF3}" type="presParOf" srcId="{4AE20A81-1727-3D40-822C-225D4F88E397}" destId="{1D029172-3519-4F42-9980-A5EE6E14F0B8}" srcOrd="1" destOrd="0" presId="urn:microsoft.com/office/officeart/2008/layout/LinedList"/>
    <dgm:cxn modelId="{1AA636EC-0B84-C242-AFD6-69DA6FBD06AF}" type="presParOf" srcId="{8E36E952-B84C-DC4B-BB14-02B78785C682}" destId="{6AC917CA-5598-024E-8A87-DC0110FF795F}" srcOrd="10" destOrd="0" presId="urn:microsoft.com/office/officeart/2008/layout/LinedList"/>
    <dgm:cxn modelId="{4B164D76-353D-954B-B122-34CE54116389}" type="presParOf" srcId="{8E36E952-B84C-DC4B-BB14-02B78785C682}" destId="{0E87AC14-8394-6749-93BA-93BCADA647A4}" srcOrd="11" destOrd="0" presId="urn:microsoft.com/office/officeart/2008/layout/LinedList"/>
    <dgm:cxn modelId="{C4C31F3A-410B-5C4D-B7B6-A3E980CA64EB}" type="presParOf" srcId="{0E87AC14-8394-6749-93BA-93BCADA647A4}" destId="{7A8A31EC-9657-4D44-A1CB-89720D6F0D1A}" srcOrd="0" destOrd="0" presId="urn:microsoft.com/office/officeart/2008/layout/LinedList"/>
    <dgm:cxn modelId="{3E5211E8-7662-1C4E-A4F4-1CDC4DDE63EE}" type="presParOf" srcId="{0E87AC14-8394-6749-93BA-93BCADA647A4}" destId="{710F69C6-E7D4-C148-A42E-A717F99AD736}" srcOrd="1" destOrd="0" presId="urn:microsoft.com/office/officeart/2008/layout/LinedList"/>
    <dgm:cxn modelId="{FBC8404F-222B-EF48-B2E6-56F5E84B654B}" type="presParOf" srcId="{8E36E952-B84C-DC4B-BB14-02B78785C682}" destId="{BD435553-B9AC-5442-ABE1-832412073CF0}" srcOrd="12" destOrd="0" presId="urn:microsoft.com/office/officeart/2008/layout/LinedList"/>
    <dgm:cxn modelId="{0E6B1009-C029-8C46-B9F2-454AABAF0AF8}" type="presParOf" srcId="{8E36E952-B84C-DC4B-BB14-02B78785C682}" destId="{8F92C2DA-7CBB-DC45-92A4-7CF56CF8479B}" srcOrd="13" destOrd="0" presId="urn:microsoft.com/office/officeart/2008/layout/LinedList"/>
    <dgm:cxn modelId="{0FA33911-00C7-DE46-A2B9-4DC0FA8B70F4}" type="presParOf" srcId="{8F92C2DA-7CBB-DC45-92A4-7CF56CF8479B}" destId="{3B416B2C-012C-C449-89EA-064D1E4B3A33}" srcOrd="0" destOrd="0" presId="urn:microsoft.com/office/officeart/2008/layout/LinedList"/>
    <dgm:cxn modelId="{B1C7338C-E95B-DA45-9B2E-F136A329492F}" type="presParOf" srcId="{8F92C2DA-7CBB-DC45-92A4-7CF56CF8479B}" destId="{647BE397-C9A1-5349-BE36-BAED445FE682}" srcOrd="1" destOrd="0" presId="urn:microsoft.com/office/officeart/2008/layout/LinedList"/>
    <dgm:cxn modelId="{42B3362B-D10D-844E-8168-A48FB9EF9B81}" type="presParOf" srcId="{8E36E952-B84C-DC4B-BB14-02B78785C682}" destId="{F74E9FDB-BE20-C747-B29E-6A4138819C6C}" srcOrd="14" destOrd="0" presId="urn:microsoft.com/office/officeart/2008/layout/LinedList"/>
    <dgm:cxn modelId="{20083579-EB57-0D43-A947-C070C8AF98DC}" type="presParOf" srcId="{8E36E952-B84C-DC4B-BB14-02B78785C682}" destId="{6AF2A9B2-7687-414A-9DF0-1F64FE66F0CF}" srcOrd="15" destOrd="0" presId="urn:microsoft.com/office/officeart/2008/layout/LinedList"/>
    <dgm:cxn modelId="{7DE0BC98-2699-F149-AE98-782E81C21CB6}" type="presParOf" srcId="{6AF2A9B2-7687-414A-9DF0-1F64FE66F0CF}" destId="{1070D14D-C6EA-5F46-A398-6E044664B94A}" srcOrd="0" destOrd="0" presId="urn:microsoft.com/office/officeart/2008/layout/LinedList"/>
    <dgm:cxn modelId="{438B8CC9-01C7-6D40-BAC9-ED63A7FA1F9E}" type="presParOf" srcId="{6AF2A9B2-7687-414A-9DF0-1F64FE66F0CF}" destId="{27B81E32-9E55-C542-923E-88F93F45649E}" srcOrd="1" destOrd="0" presId="urn:microsoft.com/office/officeart/2008/layout/LinedList"/>
    <dgm:cxn modelId="{A18BD873-7BFE-B34C-89F0-B2BB901370C1}" type="presParOf" srcId="{8E36E952-B84C-DC4B-BB14-02B78785C682}" destId="{EB10A537-73B3-5D4E-A99D-8B6898B243CA}" srcOrd="16" destOrd="0" presId="urn:microsoft.com/office/officeart/2008/layout/LinedList"/>
    <dgm:cxn modelId="{9131B377-0113-C143-BF8F-44B97F829A58}" type="presParOf" srcId="{8E36E952-B84C-DC4B-BB14-02B78785C682}" destId="{30DBDB83-6CAC-4B40-8083-C535E459367A}" srcOrd="17" destOrd="0" presId="urn:microsoft.com/office/officeart/2008/layout/LinedList"/>
    <dgm:cxn modelId="{99F449C6-F868-BC41-92BF-DCD57CD06F7D}" type="presParOf" srcId="{30DBDB83-6CAC-4B40-8083-C535E459367A}" destId="{6268B870-72E5-CD40-9FB1-66755BF96045}" srcOrd="0" destOrd="0" presId="urn:microsoft.com/office/officeart/2008/layout/LinedList"/>
    <dgm:cxn modelId="{D1A832FE-559C-4B4F-BF77-3CE43182267A}" type="presParOf" srcId="{30DBDB83-6CAC-4B40-8083-C535E459367A}" destId="{FBD6B84C-8ABC-5744-8C8E-ACD4868A6A94}" srcOrd="1" destOrd="0" presId="urn:microsoft.com/office/officeart/2008/layout/LinedList"/>
    <dgm:cxn modelId="{9082024D-042B-AE45-98F2-0BDC017BE838}" type="presParOf" srcId="{8E36E952-B84C-DC4B-BB14-02B78785C682}" destId="{4230E53E-A9EC-3E43-93D5-7762FEABFC23}" srcOrd="18" destOrd="0" presId="urn:microsoft.com/office/officeart/2008/layout/LinedList"/>
    <dgm:cxn modelId="{A13A808A-C1FE-7141-8D17-404F6CC491CC}" type="presParOf" srcId="{8E36E952-B84C-DC4B-BB14-02B78785C682}" destId="{5D26B8B1-04DF-314F-814C-77836A14AF16}" srcOrd="19" destOrd="0" presId="urn:microsoft.com/office/officeart/2008/layout/LinedList"/>
    <dgm:cxn modelId="{BF3A49A7-4931-6644-90E5-88D3CE9D4C73}" type="presParOf" srcId="{5D26B8B1-04DF-314F-814C-77836A14AF16}" destId="{91ABFEC8-E5E1-104B-B9AE-ABD681357655}" srcOrd="0" destOrd="0" presId="urn:microsoft.com/office/officeart/2008/layout/LinedList"/>
    <dgm:cxn modelId="{6434C5C3-7800-924F-BD50-51C1CC8C70AB}" type="presParOf" srcId="{5D26B8B1-04DF-314F-814C-77836A14AF16}" destId="{487AD833-FCA3-C147-A2E1-DBF9D53B4F72}" srcOrd="1" destOrd="0" presId="urn:microsoft.com/office/officeart/2008/layout/LinedList"/>
    <dgm:cxn modelId="{CA6E0D1D-E3D6-BD47-BBEC-6EA6348493BB}" type="presParOf" srcId="{8E36E952-B84C-DC4B-BB14-02B78785C682}" destId="{545C050C-F055-534C-8726-D4CD131CB8FA}" srcOrd="20" destOrd="0" presId="urn:microsoft.com/office/officeart/2008/layout/LinedList"/>
    <dgm:cxn modelId="{0C512C8A-1840-6743-969D-A5D3A921A4CF}" type="presParOf" srcId="{8E36E952-B84C-DC4B-BB14-02B78785C682}" destId="{5FEE5D38-393B-F446-9A48-DAE48F04F0EB}" srcOrd="21" destOrd="0" presId="urn:microsoft.com/office/officeart/2008/layout/LinedList"/>
    <dgm:cxn modelId="{2937FCFF-C2D4-FA4B-A000-D0BED435D8D9}" type="presParOf" srcId="{5FEE5D38-393B-F446-9A48-DAE48F04F0EB}" destId="{34AC4EEF-5BD6-EC48-8860-2AA2ADBF7A6E}" srcOrd="0" destOrd="0" presId="urn:microsoft.com/office/officeart/2008/layout/LinedList"/>
    <dgm:cxn modelId="{7D709644-48C0-A146-9319-5A5F424B1D97}" type="presParOf" srcId="{5FEE5D38-393B-F446-9A48-DAE48F04F0EB}" destId="{A1F89AA1-C160-2640-A4BD-3D548ADF4D4A}" srcOrd="1" destOrd="0" presId="urn:microsoft.com/office/officeart/2008/layout/LinedList"/>
    <dgm:cxn modelId="{C60B646A-5AC0-F940-A25C-F42363F7C013}" type="presParOf" srcId="{8E36E952-B84C-DC4B-BB14-02B78785C682}" destId="{AD4A8264-4F0A-6848-8DC1-6AA0DCE2D7A2}" srcOrd="22" destOrd="0" presId="urn:microsoft.com/office/officeart/2008/layout/LinedList"/>
    <dgm:cxn modelId="{ABD78016-0463-F849-9E38-D4B0D22A2840}" type="presParOf" srcId="{8E36E952-B84C-DC4B-BB14-02B78785C682}" destId="{10F4D848-F172-A342-AFD3-B36232C3A801}" srcOrd="23" destOrd="0" presId="urn:microsoft.com/office/officeart/2008/layout/LinedList"/>
    <dgm:cxn modelId="{3D364F78-C91B-7541-8E2D-B61A2C900FC0}" type="presParOf" srcId="{10F4D848-F172-A342-AFD3-B36232C3A801}" destId="{54CC2E3E-3273-F348-9203-115B6A08A863}" srcOrd="0" destOrd="0" presId="urn:microsoft.com/office/officeart/2008/layout/LinedList"/>
    <dgm:cxn modelId="{D307057F-2CE0-FB40-9E33-954EE05F884D}" type="presParOf" srcId="{10F4D848-F172-A342-AFD3-B36232C3A801}" destId="{15CFBA17-41FB-544F-BE09-2FEB1DBE08AA}" srcOrd="1" destOrd="0" presId="urn:microsoft.com/office/officeart/2008/layout/LinedList"/>
    <dgm:cxn modelId="{14AB3031-310D-6145-8BF4-FC0AC34B7B9E}" type="presParOf" srcId="{8E36E952-B84C-DC4B-BB14-02B78785C682}" destId="{B839699F-C02B-C042-A62C-4FA98A273281}" srcOrd="24" destOrd="0" presId="urn:microsoft.com/office/officeart/2008/layout/LinedList"/>
    <dgm:cxn modelId="{016F98B1-785E-3449-B03A-2D653AE2757A}" type="presParOf" srcId="{8E36E952-B84C-DC4B-BB14-02B78785C682}" destId="{EB15316B-307F-A64A-A58B-A5E5F63C2EE6}" srcOrd="25" destOrd="0" presId="urn:microsoft.com/office/officeart/2008/layout/LinedList"/>
    <dgm:cxn modelId="{2ED3A36C-21F9-7D43-AC89-C233C9295E05}" type="presParOf" srcId="{EB15316B-307F-A64A-A58B-A5E5F63C2EE6}" destId="{C877FC02-6D24-C442-9D0A-BC9AE689E206}" srcOrd="0" destOrd="0" presId="urn:microsoft.com/office/officeart/2008/layout/LinedList"/>
    <dgm:cxn modelId="{820FFC50-A907-6848-8B5C-7ABD9E14FDB9}" type="presParOf" srcId="{EB15316B-307F-A64A-A58B-A5E5F63C2EE6}" destId="{FFEB03B3-1EF8-644E-B617-E582A1D2A72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ED6D10A-7D1A-4493-A802-A83C7B98DC8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F5BF97CB-58C8-4394-93D4-947F983158F6}">
      <dgm:prSet custT="1"/>
      <dgm:spPr/>
      <dgm:t>
        <a:bodyPr rtlCol="1"/>
        <a:lstStyle/>
        <a:p>
          <a:pPr algn="ctr" rtl="1"/>
          <a:r>
            <a:rPr lang="ar" sz="3000" b="0" dirty="0">
              <a:solidFill>
                <a:srgbClr val="7030A0"/>
              </a:solidFill>
            </a:rPr>
            <a:t>الأثاث</a:t>
          </a:r>
          <a:endParaRPr lang="en-US" sz="3000" dirty="0">
            <a:solidFill>
              <a:srgbClr val="7030A0"/>
            </a:solidFill>
          </a:endParaRPr>
        </a:p>
      </dgm:t>
    </dgm:pt>
    <dgm:pt modelId="{BB6D063D-1286-45BB-BA70-7D248FA94A74}" type="parTrans" cxnId="{A128E007-8BA3-4242-BBF7-36B2BDA6A528}">
      <dgm:prSet/>
      <dgm:spPr/>
      <dgm:t>
        <a:bodyPr rtlCol="1"/>
        <a:lstStyle/>
        <a:p>
          <a:pPr algn="ctr" rtl="1"/>
          <a:endParaRPr lang="en-US"/>
        </a:p>
      </dgm:t>
    </dgm:pt>
    <dgm:pt modelId="{55B541E0-31EB-4F3B-B008-B0E8E4F47048}" type="sibTrans" cxnId="{A128E007-8BA3-4242-BBF7-36B2BDA6A528}">
      <dgm:prSet/>
      <dgm:spPr/>
      <dgm:t>
        <a:bodyPr rtlCol="1"/>
        <a:lstStyle/>
        <a:p>
          <a:pPr algn="ctr" rtl="1"/>
          <a:endParaRPr lang="en-US"/>
        </a:p>
      </dgm:t>
    </dgm:pt>
    <dgm:pt modelId="{43BF50A8-6F7E-43EC-9E8A-A8299EE5E396}">
      <dgm:prSet custT="1"/>
      <dgm:spPr/>
      <dgm:t>
        <a:bodyPr rtlCol="1"/>
        <a:lstStyle/>
        <a:p>
          <a:pPr algn="ctr" rtl="1"/>
          <a:r>
            <a:rPr lang="ar" sz="3000" dirty="0">
              <a:solidFill>
                <a:srgbClr val="7030A0"/>
              </a:solidFill>
            </a:rPr>
            <a:t>البصريات</a:t>
          </a:r>
          <a:endParaRPr lang="en-US" sz="3000" dirty="0">
            <a:solidFill>
              <a:srgbClr val="7030A0"/>
            </a:solidFill>
          </a:endParaRPr>
        </a:p>
      </dgm:t>
    </dgm:pt>
    <dgm:pt modelId="{135182C0-7C16-467B-BEAD-0037484AFAB4}" type="parTrans" cxnId="{4FA97D50-0B12-4A2E-8AB3-9EB1DFBB7B0D}">
      <dgm:prSet/>
      <dgm:spPr/>
      <dgm:t>
        <a:bodyPr rtlCol="1"/>
        <a:lstStyle/>
        <a:p>
          <a:pPr algn="ctr" rtl="1"/>
          <a:endParaRPr lang="en-US"/>
        </a:p>
      </dgm:t>
    </dgm:pt>
    <dgm:pt modelId="{E439BEC3-E2ED-48EE-BB3E-A6814A29BA0C}" type="sibTrans" cxnId="{4FA97D50-0B12-4A2E-8AB3-9EB1DFBB7B0D}">
      <dgm:prSet/>
      <dgm:spPr/>
      <dgm:t>
        <a:bodyPr rtlCol="1"/>
        <a:lstStyle/>
        <a:p>
          <a:pPr algn="ctr" rtl="1"/>
          <a:endParaRPr lang="en-US"/>
        </a:p>
      </dgm:t>
    </dgm:pt>
    <dgm:pt modelId="{E21AEA5A-3D75-48E2-B2F0-A02FEED5A84E}">
      <dgm:prSet custT="1"/>
      <dgm:spPr/>
      <dgm:t>
        <a:bodyPr rtlCol="1"/>
        <a:lstStyle/>
        <a:p>
          <a:pPr algn="ctr" rtl="1"/>
          <a:r>
            <a:rPr lang="ar" sz="3000" b="0" dirty="0">
              <a:solidFill>
                <a:srgbClr val="7030A0"/>
              </a:solidFill>
            </a:rPr>
            <a:t>السلع الترفيهية</a:t>
          </a:r>
          <a:endParaRPr lang="en-US" sz="3000" dirty="0">
            <a:solidFill>
              <a:srgbClr val="7030A0"/>
            </a:solidFill>
          </a:endParaRPr>
        </a:p>
      </dgm:t>
    </dgm:pt>
    <dgm:pt modelId="{9214510F-D934-499E-99EE-FDF48538E9D9}" type="parTrans" cxnId="{41F29CB2-4471-41D1-8A35-81EF3E38570A}">
      <dgm:prSet/>
      <dgm:spPr/>
      <dgm:t>
        <a:bodyPr rtlCol="1"/>
        <a:lstStyle/>
        <a:p>
          <a:pPr algn="ctr" rtl="1"/>
          <a:endParaRPr lang="en-US"/>
        </a:p>
      </dgm:t>
    </dgm:pt>
    <dgm:pt modelId="{F343BDEF-48DD-4EB0-99B5-9A5F99D501DC}" type="sibTrans" cxnId="{41F29CB2-4471-41D1-8A35-81EF3E38570A}">
      <dgm:prSet/>
      <dgm:spPr/>
      <dgm:t>
        <a:bodyPr rtlCol="1"/>
        <a:lstStyle/>
        <a:p>
          <a:pPr algn="ctr" rtl="1"/>
          <a:endParaRPr lang="en-US"/>
        </a:p>
      </dgm:t>
    </dgm:pt>
    <dgm:pt modelId="{FF2DB29B-7926-8244-83F6-B0B1458EE921}" type="pres">
      <dgm:prSet presAssocID="{FED6D10A-7D1A-4493-A802-A83C7B98DC8D}" presName="diagram" presStyleCnt="0">
        <dgm:presLayoutVars>
          <dgm:dir val="rev"/>
          <dgm:resizeHandles val="exact"/>
        </dgm:presLayoutVars>
      </dgm:prSet>
      <dgm:spPr/>
    </dgm:pt>
    <dgm:pt modelId="{BF0E2C16-D3A1-0F41-A4E3-18F0AE41E9BA}" type="pres">
      <dgm:prSet presAssocID="{F5BF97CB-58C8-4394-93D4-947F983158F6}" presName="node" presStyleLbl="node1" presStyleIdx="0" presStyleCnt="3">
        <dgm:presLayoutVars>
          <dgm:bulletEnabled val="1"/>
        </dgm:presLayoutVars>
      </dgm:prSet>
      <dgm:spPr/>
    </dgm:pt>
    <dgm:pt modelId="{9465F5F0-1D59-304D-99B3-1F787E71FFB8}" type="pres">
      <dgm:prSet presAssocID="{55B541E0-31EB-4F3B-B008-B0E8E4F47048}" presName="sibTrans" presStyleCnt="0"/>
      <dgm:spPr/>
    </dgm:pt>
    <dgm:pt modelId="{7030E543-E5DC-DE4F-B517-C1DAC4B3A0AA}" type="pres">
      <dgm:prSet presAssocID="{43BF50A8-6F7E-43EC-9E8A-A8299EE5E396}" presName="node" presStyleLbl="node1" presStyleIdx="1" presStyleCnt="3">
        <dgm:presLayoutVars>
          <dgm:bulletEnabled val="1"/>
        </dgm:presLayoutVars>
      </dgm:prSet>
      <dgm:spPr/>
    </dgm:pt>
    <dgm:pt modelId="{EF93AFDA-9898-584B-A4A3-D6AC996FB209}" type="pres">
      <dgm:prSet presAssocID="{E439BEC3-E2ED-48EE-BB3E-A6814A29BA0C}" presName="sibTrans" presStyleCnt="0"/>
      <dgm:spPr/>
    </dgm:pt>
    <dgm:pt modelId="{B612313F-363B-CC44-91AE-CCAB0FF3A37F}" type="pres">
      <dgm:prSet presAssocID="{E21AEA5A-3D75-48E2-B2F0-A02FEED5A84E}" presName="node" presStyleLbl="node1" presStyleIdx="2" presStyleCnt="3">
        <dgm:presLayoutVars>
          <dgm:bulletEnabled val="1"/>
        </dgm:presLayoutVars>
      </dgm:prSet>
      <dgm:spPr/>
    </dgm:pt>
  </dgm:ptLst>
  <dgm:cxnLst>
    <dgm:cxn modelId="{A128E007-8BA3-4242-BBF7-36B2BDA6A528}" srcId="{FED6D10A-7D1A-4493-A802-A83C7B98DC8D}" destId="{F5BF97CB-58C8-4394-93D4-947F983158F6}" srcOrd="0" destOrd="0" parTransId="{BB6D063D-1286-45BB-BA70-7D248FA94A74}" sibTransId="{55B541E0-31EB-4F3B-B008-B0E8E4F47048}"/>
    <dgm:cxn modelId="{BD737517-9606-984D-9481-6AE689C79DE2}" type="presOf" srcId="{43BF50A8-6F7E-43EC-9E8A-A8299EE5E396}" destId="{7030E543-E5DC-DE4F-B517-C1DAC4B3A0AA}" srcOrd="0" destOrd="0" presId="urn:microsoft.com/office/officeart/2005/8/layout/default"/>
    <dgm:cxn modelId="{1B1D8C5E-1FA7-8C45-B6FA-68B745EBEBD8}" type="presOf" srcId="{F5BF97CB-58C8-4394-93D4-947F983158F6}" destId="{BF0E2C16-D3A1-0F41-A4E3-18F0AE41E9BA}" srcOrd="0" destOrd="0" presId="urn:microsoft.com/office/officeart/2005/8/layout/default"/>
    <dgm:cxn modelId="{4FA97D50-0B12-4A2E-8AB3-9EB1DFBB7B0D}" srcId="{FED6D10A-7D1A-4493-A802-A83C7B98DC8D}" destId="{43BF50A8-6F7E-43EC-9E8A-A8299EE5E396}" srcOrd="1" destOrd="0" parTransId="{135182C0-7C16-467B-BEAD-0037484AFAB4}" sibTransId="{E439BEC3-E2ED-48EE-BB3E-A6814A29BA0C}"/>
    <dgm:cxn modelId="{06CEA394-1AA8-3C4B-8DAD-6521DA32C784}" type="presOf" srcId="{FED6D10A-7D1A-4493-A802-A83C7B98DC8D}" destId="{FF2DB29B-7926-8244-83F6-B0B1458EE921}" srcOrd="0" destOrd="0" presId="urn:microsoft.com/office/officeart/2005/8/layout/default"/>
    <dgm:cxn modelId="{41F29CB2-4471-41D1-8A35-81EF3E38570A}" srcId="{FED6D10A-7D1A-4493-A802-A83C7B98DC8D}" destId="{E21AEA5A-3D75-48E2-B2F0-A02FEED5A84E}" srcOrd="2" destOrd="0" parTransId="{9214510F-D934-499E-99EE-FDF48538E9D9}" sibTransId="{F343BDEF-48DD-4EB0-99B5-9A5F99D501DC}"/>
    <dgm:cxn modelId="{C13860B8-ED14-3648-AF9F-2751B3502EC5}" type="presOf" srcId="{E21AEA5A-3D75-48E2-B2F0-A02FEED5A84E}" destId="{B612313F-363B-CC44-91AE-CCAB0FF3A37F}" srcOrd="0" destOrd="0" presId="urn:microsoft.com/office/officeart/2005/8/layout/default"/>
    <dgm:cxn modelId="{88B9E583-69D9-094E-8DA9-E471F140F17E}" type="presParOf" srcId="{FF2DB29B-7926-8244-83F6-B0B1458EE921}" destId="{BF0E2C16-D3A1-0F41-A4E3-18F0AE41E9BA}" srcOrd="0" destOrd="0" presId="urn:microsoft.com/office/officeart/2005/8/layout/default"/>
    <dgm:cxn modelId="{F4A73867-176A-C846-92A0-C729479A906C}" type="presParOf" srcId="{FF2DB29B-7926-8244-83F6-B0B1458EE921}" destId="{9465F5F0-1D59-304D-99B3-1F787E71FFB8}" srcOrd="1" destOrd="0" presId="urn:microsoft.com/office/officeart/2005/8/layout/default"/>
    <dgm:cxn modelId="{8C0E6FFD-CB00-A146-87BD-E0385BB7B46C}" type="presParOf" srcId="{FF2DB29B-7926-8244-83F6-B0B1458EE921}" destId="{7030E543-E5DC-DE4F-B517-C1DAC4B3A0AA}" srcOrd="2" destOrd="0" presId="urn:microsoft.com/office/officeart/2005/8/layout/default"/>
    <dgm:cxn modelId="{7DED168F-29F5-DA40-BA80-1E4B8FA24BD3}" type="presParOf" srcId="{FF2DB29B-7926-8244-83F6-B0B1458EE921}" destId="{EF93AFDA-9898-584B-A4A3-D6AC996FB209}" srcOrd="3" destOrd="0" presId="urn:microsoft.com/office/officeart/2005/8/layout/default"/>
    <dgm:cxn modelId="{6A09ABAC-2FEF-8546-8644-5E9EFAE46217}" type="presParOf" srcId="{FF2DB29B-7926-8244-83F6-B0B1458EE921}" destId="{B612313F-363B-CC44-91AE-CCAB0FF3A37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-SA" noProof="0" dirty="0">
              <a:solidFill>
                <a:srgbClr val="7030A0"/>
              </a:solidFill>
            </a:rPr>
            <a:t>ب-1</a:t>
          </a:r>
          <a:r>
            <a:rPr lang="ar-SA" noProof="0" dirty="0">
              <a:solidFill>
                <a:schemeClr val="tx1"/>
              </a:solidFill>
            </a:rPr>
            <a:t> التقنيات التي يستخدمها المروجون البصريون</a:t>
          </a:r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-SA" noProof="0" dirty="0">
              <a:solidFill>
                <a:srgbClr val="7030A0"/>
              </a:solidFill>
            </a:rPr>
            <a:t>ب-2</a:t>
          </a:r>
          <a:r>
            <a:rPr lang="ar-SA" noProof="0" dirty="0">
              <a:solidFill>
                <a:schemeClr val="tx1"/>
              </a:solidFill>
            </a:rPr>
            <a:t> الأدوات التي يستخدمها المروجون البصريون</a:t>
          </a:r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DBC2825-0452-1E42-872E-9822494C747F}">
      <dgm:prSet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52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</a:gradFill>
      </dgm:spPr>
      <dgm:t>
        <a:bodyPr rtlCol="1"/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noProof="0" dirty="0">
              <a:solidFill>
                <a:schemeClr val="tx1"/>
              </a:solidFill>
              <a:latin typeface="Verdana"/>
              <a:ea typeface="+mn-ea"/>
              <a:cs typeface="+mn-cs"/>
            </a:rPr>
            <a:t>ب-3 استخدام تقنيات وأدوات الترويج البصري بنجاح</a:t>
          </a:r>
        </a:p>
      </dgm:t>
    </dgm:pt>
    <dgm:pt modelId="{80F4A270-DB85-CC45-9D02-9ABFA6568700}" type="parTrans" cxnId="{82B23EA4-5786-814D-A992-D4166661D221}">
      <dgm:prSet/>
      <dgm:spPr/>
      <dgm:t>
        <a:bodyPr rtlCol="1"/>
        <a:lstStyle/>
        <a:p>
          <a:pPr rtl="1"/>
          <a:endParaRPr lang="en-GB"/>
        </a:p>
      </dgm:t>
    </dgm:pt>
    <dgm:pt modelId="{FFF4D445-C0EE-364B-9734-D1354CBE80ED}" type="sibTrans" cxnId="{82B23EA4-5786-814D-A992-D4166661D221}">
      <dgm:prSet/>
      <dgm:spPr/>
      <dgm:t>
        <a:bodyPr rtlCol="1"/>
        <a:lstStyle/>
        <a:p>
          <a:pPr rtl="1"/>
          <a:endParaRPr lang="en-GB"/>
        </a:p>
      </dgm:t>
    </dgm:pt>
    <dgm:pt modelId="{C2E0F2F4-0C32-9540-9E16-C54508DC64FE}" type="pres">
      <dgm:prSet presAssocID="{273F4FFB-BF9F-4EE8-B58E-FFED8E01943B}" presName="diagram" presStyleCnt="0">
        <dgm:presLayoutVars>
          <dgm:dir val="rev"/>
          <dgm:resizeHandles val="exact"/>
        </dgm:presLayoutVars>
      </dgm:prSet>
      <dgm:spPr/>
    </dgm:pt>
    <dgm:pt modelId="{40B8D0EB-42D3-F94B-89AB-EB0AD8AE92EB}" type="pres">
      <dgm:prSet presAssocID="{5FE25653-A7BA-47FB-8073-2B4FA7940492}" presName="node" presStyleLbl="node1" presStyleIdx="0" presStyleCnt="3">
        <dgm:presLayoutVars>
          <dgm:bulletEnabled val="1"/>
        </dgm:presLayoutVars>
      </dgm:prSet>
      <dgm:spPr/>
    </dgm:pt>
    <dgm:pt modelId="{78681F77-DF3B-7140-A437-26DBEB9D483D}" type="pres">
      <dgm:prSet presAssocID="{FD9ABB40-9682-4D97-B80C-F7F64D08F683}" presName="sibTrans" presStyleCnt="0"/>
      <dgm:spPr/>
    </dgm:pt>
    <dgm:pt modelId="{B54ED087-3C1B-CF4A-BD37-8BCD120117B5}" type="pres">
      <dgm:prSet presAssocID="{CCCABDE4-D42F-4A79-80D9-607472E8A4AF}" presName="node" presStyleLbl="node1" presStyleIdx="1" presStyleCnt="3">
        <dgm:presLayoutVars>
          <dgm:bulletEnabled val="1"/>
        </dgm:presLayoutVars>
      </dgm:prSet>
      <dgm:spPr/>
    </dgm:pt>
    <dgm:pt modelId="{ED913DF9-4053-FC43-8F6C-894608467A36}" type="pres">
      <dgm:prSet presAssocID="{F2E7893A-50A6-440B-AD9A-267ED4D45C29}" presName="sibTrans" presStyleCnt="0"/>
      <dgm:spPr/>
    </dgm:pt>
    <dgm:pt modelId="{077C14A0-7635-5E45-A91D-FE686BD9FBA0}" type="pres">
      <dgm:prSet presAssocID="{FDBC2825-0452-1E42-872E-9822494C747F}" presName="node" presStyleLbl="node1" presStyleIdx="2" presStyleCnt="3">
        <dgm:presLayoutVars>
          <dgm:bulletEnabled val="1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0" destOrd="0" parTransId="{2FF7EEA5-BA7F-4838-809B-A6AA6FFC522A}" sibTransId="{FD9ABB40-9682-4D97-B80C-F7F64D08F683}"/>
    <dgm:cxn modelId="{69068D27-FBD3-9441-9E3E-DEF472634792}" type="presOf" srcId="{273F4FFB-BF9F-4EE8-B58E-FFED8E01943B}" destId="{C2E0F2F4-0C32-9540-9E16-C54508DC64FE}" srcOrd="0" destOrd="0" presId="urn:microsoft.com/office/officeart/2005/8/layout/default"/>
    <dgm:cxn modelId="{78DB6462-62F5-BC46-9915-A5829F72F56A}" type="presOf" srcId="{FDBC2825-0452-1E42-872E-9822494C747F}" destId="{077C14A0-7635-5E45-A91D-FE686BD9FBA0}" srcOrd="0" destOrd="0" presId="urn:microsoft.com/office/officeart/2005/8/layout/default"/>
    <dgm:cxn modelId="{A6E07272-1A86-7041-98CE-0C88DC03D90E}" type="presOf" srcId="{5FE25653-A7BA-47FB-8073-2B4FA7940492}" destId="{40B8D0EB-42D3-F94B-89AB-EB0AD8AE92EB}" srcOrd="0" destOrd="0" presId="urn:microsoft.com/office/officeart/2005/8/layout/default"/>
    <dgm:cxn modelId="{1154BE59-1B58-418C-9504-EC0D688BA33C}" srcId="{273F4FFB-BF9F-4EE8-B58E-FFED8E01943B}" destId="{CCCABDE4-D42F-4A79-80D9-607472E8A4AF}" srcOrd="1" destOrd="0" parTransId="{EAAD90EE-0E21-4401-A75A-1643B5084443}" sibTransId="{F2E7893A-50A6-440B-AD9A-267ED4D45C29}"/>
    <dgm:cxn modelId="{82B23EA4-5786-814D-A992-D4166661D221}" srcId="{273F4FFB-BF9F-4EE8-B58E-FFED8E01943B}" destId="{FDBC2825-0452-1E42-872E-9822494C747F}" srcOrd="2" destOrd="0" parTransId="{80F4A270-DB85-CC45-9D02-9ABFA6568700}" sibTransId="{FFF4D445-C0EE-364B-9734-D1354CBE80ED}"/>
    <dgm:cxn modelId="{E004E1EB-AE0A-994E-8348-9DC93705E677}" type="presOf" srcId="{CCCABDE4-D42F-4A79-80D9-607472E8A4AF}" destId="{B54ED087-3C1B-CF4A-BD37-8BCD120117B5}" srcOrd="0" destOrd="0" presId="urn:microsoft.com/office/officeart/2005/8/layout/default"/>
    <dgm:cxn modelId="{20EB66E6-B7A1-8C4A-8F28-EA5AEEC47C45}" type="presParOf" srcId="{C2E0F2F4-0C32-9540-9E16-C54508DC64FE}" destId="{40B8D0EB-42D3-F94B-89AB-EB0AD8AE92EB}" srcOrd="0" destOrd="0" presId="urn:microsoft.com/office/officeart/2005/8/layout/default"/>
    <dgm:cxn modelId="{43B5C04E-2054-7847-AC60-02ED5DDBB451}" type="presParOf" srcId="{C2E0F2F4-0C32-9540-9E16-C54508DC64FE}" destId="{78681F77-DF3B-7140-A437-26DBEB9D483D}" srcOrd="1" destOrd="0" presId="urn:microsoft.com/office/officeart/2005/8/layout/default"/>
    <dgm:cxn modelId="{5F30B89E-5462-8A43-BD41-BECD0CD7548D}" type="presParOf" srcId="{C2E0F2F4-0C32-9540-9E16-C54508DC64FE}" destId="{B54ED087-3C1B-CF4A-BD37-8BCD120117B5}" srcOrd="2" destOrd="0" presId="urn:microsoft.com/office/officeart/2005/8/layout/default"/>
    <dgm:cxn modelId="{4B7B6852-A7CF-DE4B-A259-5A46F6C85DA4}" type="presParOf" srcId="{C2E0F2F4-0C32-9540-9E16-C54508DC64FE}" destId="{ED913DF9-4053-FC43-8F6C-894608467A36}" srcOrd="3" destOrd="0" presId="urn:microsoft.com/office/officeart/2005/8/layout/default"/>
    <dgm:cxn modelId="{70CECD44-2496-1C44-A7BD-C3710767ED78}" type="presParOf" srcId="{C2E0F2F4-0C32-9540-9E16-C54508DC64FE}" destId="{077C14A0-7635-5E45-A91D-FE686BD9FBA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AE0DAA1-1A5E-4A41-BF83-CFEAC4793DF9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32B63E91-ECD9-4EC0-9017-057639110F52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3600" dirty="0">
              <a:solidFill>
                <a:srgbClr val="7030A0"/>
              </a:solidFill>
            </a:rPr>
            <a:t>البصر</a:t>
          </a:r>
        </a:p>
      </dgm:t>
    </dgm:pt>
    <dgm:pt modelId="{277E7062-6403-49F2-AD53-3B3DDC78CD6C}" type="parTrans" cxnId="{D07A9298-65B6-47BA-B8D3-E1AD6C03ECF9}">
      <dgm:prSet/>
      <dgm:spPr/>
      <dgm:t>
        <a:bodyPr rtlCol="1"/>
        <a:lstStyle/>
        <a:p>
          <a:pPr rtl="1"/>
          <a:endParaRPr lang="en-US"/>
        </a:p>
      </dgm:t>
    </dgm:pt>
    <dgm:pt modelId="{E85E0313-41E1-44A9-99C7-797460545BE6}" type="sibTrans" cxnId="{D07A9298-65B6-47BA-B8D3-E1AD6C03ECF9}">
      <dgm:prSet/>
      <dgm:spPr/>
      <dgm:t>
        <a:bodyPr rtlCol="1"/>
        <a:lstStyle/>
        <a:p>
          <a:pPr rtl="1"/>
          <a:endParaRPr lang="en-US"/>
        </a:p>
      </dgm:t>
    </dgm:pt>
    <dgm:pt modelId="{4381B020-715E-4A0E-BDFA-B7A455B5404B}">
      <dgm:prSet custT="1"/>
      <dgm:spPr/>
      <dgm:t>
        <a:bodyPr rtlCol="1"/>
        <a:lstStyle/>
        <a:p>
          <a:pPr rtl="1"/>
          <a:r>
            <a:rPr lang="ar" sz="3600" dirty="0"/>
            <a:t>اللمس</a:t>
          </a:r>
        </a:p>
      </dgm:t>
    </dgm:pt>
    <dgm:pt modelId="{F26BB8D3-C6B1-40EC-9FCE-D44DD1960E91}" type="parTrans" cxnId="{4655838A-6ACB-4628-B932-B26AE7D16A83}">
      <dgm:prSet/>
      <dgm:spPr/>
      <dgm:t>
        <a:bodyPr rtlCol="1"/>
        <a:lstStyle/>
        <a:p>
          <a:pPr rtl="1"/>
          <a:endParaRPr lang="en-US"/>
        </a:p>
      </dgm:t>
    </dgm:pt>
    <dgm:pt modelId="{8F78C32A-B0B7-4174-A5EE-68E807CEFCA6}" type="sibTrans" cxnId="{4655838A-6ACB-4628-B932-B26AE7D16A83}">
      <dgm:prSet/>
      <dgm:spPr/>
      <dgm:t>
        <a:bodyPr rtlCol="1"/>
        <a:lstStyle/>
        <a:p>
          <a:pPr rtl="1"/>
          <a:endParaRPr lang="en-US"/>
        </a:p>
      </dgm:t>
    </dgm:pt>
    <dgm:pt modelId="{8F9B6EBE-BA3E-40B2-8A38-298EF0ACE0A4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3600" dirty="0">
              <a:solidFill>
                <a:srgbClr val="7030A0"/>
              </a:solidFill>
            </a:rPr>
            <a:t>الشم</a:t>
          </a:r>
        </a:p>
      </dgm:t>
    </dgm:pt>
    <dgm:pt modelId="{9D005EF8-285D-4A4D-8391-934314C9FFE8}" type="parTrans" cxnId="{14C0B3ED-94F3-4A20-A02B-0D6453625144}">
      <dgm:prSet/>
      <dgm:spPr/>
      <dgm:t>
        <a:bodyPr rtlCol="1"/>
        <a:lstStyle/>
        <a:p>
          <a:pPr rtl="1"/>
          <a:endParaRPr lang="en-US"/>
        </a:p>
      </dgm:t>
    </dgm:pt>
    <dgm:pt modelId="{A4D89FF4-B47B-4566-84BA-E326B1CC3D4F}" type="sibTrans" cxnId="{14C0B3ED-94F3-4A20-A02B-0D6453625144}">
      <dgm:prSet/>
      <dgm:spPr/>
      <dgm:t>
        <a:bodyPr rtlCol="1"/>
        <a:lstStyle/>
        <a:p>
          <a:pPr rtl="1"/>
          <a:endParaRPr lang="en-US"/>
        </a:p>
      </dgm:t>
    </dgm:pt>
    <dgm:pt modelId="{A4D476AA-551A-4EFC-9BC1-FB48D1C7D75B}">
      <dgm:prSet custT="1"/>
      <dgm:spPr/>
      <dgm:t>
        <a:bodyPr rtlCol="1"/>
        <a:lstStyle/>
        <a:p>
          <a:pPr rtl="1"/>
          <a:r>
            <a:rPr lang="ar" sz="3600" dirty="0"/>
            <a:t>المذاق</a:t>
          </a:r>
        </a:p>
      </dgm:t>
    </dgm:pt>
    <dgm:pt modelId="{3FEF5B89-1BAF-4460-A187-70575B8DD551}" type="parTrans" cxnId="{6E1A7547-EA84-4330-8CD5-ABC83F61E163}">
      <dgm:prSet/>
      <dgm:spPr/>
      <dgm:t>
        <a:bodyPr rtlCol="1"/>
        <a:lstStyle/>
        <a:p>
          <a:pPr rtl="1"/>
          <a:endParaRPr lang="en-US"/>
        </a:p>
      </dgm:t>
    </dgm:pt>
    <dgm:pt modelId="{A09AC091-740B-4D40-A4A5-123E41B95D02}" type="sibTrans" cxnId="{6E1A7547-EA84-4330-8CD5-ABC83F61E163}">
      <dgm:prSet/>
      <dgm:spPr/>
      <dgm:t>
        <a:bodyPr rtlCol="1"/>
        <a:lstStyle/>
        <a:p>
          <a:pPr rtl="1"/>
          <a:endParaRPr lang="en-US"/>
        </a:p>
      </dgm:t>
    </dgm:pt>
    <dgm:pt modelId="{FD758DAD-45E0-4166-B8BD-F8A19125AB0E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3600" dirty="0">
              <a:solidFill>
                <a:srgbClr val="7030A0"/>
              </a:solidFill>
            </a:rPr>
            <a:t>السمع</a:t>
          </a:r>
        </a:p>
      </dgm:t>
    </dgm:pt>
    <dgm:pt modelId="{33D80C54-E334-4DED-97F5-FB7A9DDA53BA}" type="parTrans" cxnId="{20EA92FC-E4BE-4A3B-A100-F8CBFC8B12A8}">
      <dgm:prSet/>
      <dgm:spPr/>
      <dgm:t>
        <a:bodyPr rtlCol="1"/>
        <a:lstStyle/>
        <a:p>
          <a:pPr rtl="1"/>
          <a:endParaRPr lang="en-US"/>
        </a:p>
      </dgm:t>
    </dgm:pt>
    <dgm:pt modelId="{B34098CF-D161-47E4-99AC-765803C0DB43}" type="sibTrans" cxnId="{20EA92FC-E4BE-4A3B-A100-F8CBFC8B12A8}">
      <dgm:prSet/>
      <dgm:spPr/>
      <dgm:t>
        <a:bodyPr rtlCol="1"/>
        <a:lstStyle/>
        <a:p>
          <a:pPr rtl="1"/>
          <a:endParaRPr lang="en-US"/>
        </a:p>
      </dgm:t>
    </dgm:pt>
    <dgm:pt modelId="{252BFDFA-633B-6140-A1DD-EBA6E2505013}" type="pres">
      <dgm:prSet presAssocID="{9AE0DAA1-1A5E-4A41-BF83-CFEAC4793DF9}" presName="linear" presStyleCnt="0">
        <dgm:presLayoutVars>
          <dgm:animLvl val="lvl"/>
          <dgm:resizeHandles val="exact"/>
        </dgm:presLayoutVars>
      </dgm:prSet>
      <dgm:spPr/>
    </dgm:pt>
    <dgm:pt modelId="{86F32362-B4DF-BC4A-B4A5-10C817AFFDDD}" type="pres">
      <dgm:prSet presAssocID="{32B63E91-ECD9-4EC0-9017-057639110F52}" presName="parentText" presStyleLbl="node1" presStyleIdx="0" presStyleCnt="5" custLinFactNeighborX="381" custLinFactNeighborY="45823">
        <dgm:presLayoutVars>
          <dgm:chMax val="0"/>
          <dgm:bulletEnabled val="1"/>
        </dgm:presLayoutVars>
      </dgm:prSet>
      <dgm:spPr/>
    </dgm:pt>
    <dgm:pt modelId="{9E1C53E7-319B-874F-AE65-755FB1682E76}" type="pres">
      <dgm:prSet presAssocID="{E85E0313-41E1-44A9-99C7-797460545BE6}" presName="spacer" presStyleCnt="0"/>
      <dgm:spPr/>
    </dgm:pt>
    <dgm:pt modelId="{4E1B6E8D-5D2E-F14B-A056-1FC885BBDA04}" type="pres">
      <dgm:prSet presAssocID="{4381B020-715E-4A0E-BDFA-B7A455B5404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7E92249-18BA-D145-8331-79E5F1F2ED40}" type="pres">
      <dgm:prSet presAssocID="{8F78C32A-B0B7-4174-A5EE-68E807CEFCA6}" presName="spacer" presStyleCnt="0"/>
      <dgm:spPr/>
    </dgm:pt>
    <dgm:pt modelId="{9BB36146-A534-4F49-A0B9-CBF51ED072F9}" type="pres">
      <dgm:prSet presAssocID="{8F9B6EBE-BA3E-40B2-8A38-298EF0ACE0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C108439-E7D2-D340-BA12-B1FFFA41BDC7}" type="pres">
      <dgm:prSet presAssocID="{A4D89FF4-B47B-4566-84BA-E326B1CC3D4F}" presName="spacer" presStyleCnt="0"/>
      <dgm:spPr/>
    </dgm:pt>
    <dgm:pt modelId="{7F7EDAF3-EE3F-A947-BCB7-ED4B77BA2A9C}" type="pres">
      <dgm:prSet presAssocID="{A4D476AA-551A-4EFC-9BC1-FB48D1C7D75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91DAA9C1-0942-364E-9950-C56AB806D7AD}" type="pres">
      <dgm:prSet presAssocID="{A09AC091-740B-4D40-A4A5-123E41B95D02}" presName="spacer" presStyleCnt="0"/>
      <dgm:spPr/>
    </dgm:pt>
    <dgm:pt modelId="{13920215-AB78-F043-A696-12A7615CDD2A}" type="pres">
      <dgm:prSet presAssocID="{FD758DAD-45E0-4166-B8BD-F8A19125AB0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2474118-4E76-B340-B85A-1C1EF3D10985}" type="presOf" srcId="{4381B020-715E-4A0E-BDFA-B7A455B5404B}" destId="{4E1B6E8D-5D2E-F14B-A056-1FC885BBDA04}" srcOrd="0" destOrd="0" presId="urn:microsoft.com/office/officeart/2005/8/layout/vList2"/>
    <dgm:cxn modelId="{F1861A3B-03BC-7941-9761-8F502CA5C468}" type="presOf" srcId="{A4D476AA-551A-4EFC-9BC1-FB48D1C7D75B}" destId="{7F7EDAF3-EE3F-A947-BCB7-ED4B77BA2A9C}" srcOrd="0" destOrd="0" presId="urn:microsoft.com/office/officeart/2005/8/layout/vList2"/>
    <dgm:cxn modelId="{D506AC3C-09D0-C340-BA64-FF2CB4AB603F}" type="presOf" srcId="{32B63E91-ECD9-4EC0-9017-057639110F52}" destId="{86F32362-B4DF-BC4A-B4A5-10C817AFFDDD}" srcOrd="0" destOrd="0" presId="urn:microsoft.com/office/officeart/2005/8/layout/vList2"/>
    <dgm:cxn modelId="{0BAF5E5B-485D-B741-B8D2-ABDCF4885C14}" type="presOf" srcId="{9AE0DAA1-1A5E-4A41-BF83-CFEAC4793DF9}" destId="{252BFDFA-633B-6140-A1DD-EBA6E2505013}" srcOrd="0" destOrd="0" presId="urn:microsoft.com/office/officeart/2005/8/layout/vList2"/>
    <dgm:cxn modelId="{6E1A7547-EA84-4330-8CD5-ABC83F61E163}" srcId="{9AE0DAA1-1A5E-4A41-BF83-CFEAC4793DF9}" destId="{A4D476AA-551A-4EFC-9BC1-FB48D1C7D75B}" srcOrd="3" destOrd="0" parTransId="{3FEF5B89-1BAF-4460-A187-70575B8DD551}" sibTransId="{A09AC091-740B-4D40-A4A5-123E41B95D02}"/>
    <dgm:cxn modelId="{4655838A-6ACB-4628-B932-B26AE7D16A83}" srcId="{9AE0DAA1-1A5E-4A41-BF83-CFEAC4793DF9}" destId="{4381B020-715E-4A0E-BDFA-B7A455B5404B}" srcOrd="1" destOrd="0" parTransId="{F26BB8D3-C6B1-40EC-9FCE-D44DD1960E91}" sibTransId="{8F78C32A-B0B7-4174-A5EE-68E807CEFCA6}"/>
    <dgm:cxn modelId="{D07A9298-65B6-47BA-B8D3-E1AD6C03ECF9}" srcId="{9AE0DAA1-1A5E-4A41-BF83-CFEAC4793DF9}" destId="{32B63E91-ECD9-4EC0-9017-057639110F52}" srcOrd="0" destOrd="0" parTransId="{277E7062-6403-49F2-AD53-3B3DDC78CD6C}" sibTransId="{E85E0313-41E1-44A9-99C7-797460545BE6}"/>
    <dgm:cxn modelId="{7B7A38B1-F596-734C-8B3C-4E51F6D3394E}" type="presOf" srcId="{8F9B6EBE-BA3E-40B2-8A38-298EF0ACE0A4}" destId="{9BB36146-A534-4F49-A0B9-CBF51ED072F9}" srcOrd="0" destOrd="0" presId="urn:microsoft.com/office/officeart/2005/8/layout/vList2"/>
    <dgm:cxn modelId="{AB0BE1BF-0E7C-624B-8514-BC00512CF7DD}" type="presOf" srcId="{FD758DAD-45E0-4166-B8BD-F8A19125AB0E}" destId="{13920215-AB78-F043-A696-12A7615CDD2A}" srcOrd="0" destOrd="0" presId="urn:microsoft.com/office/officeart/2005/8/layout/vList2"/>
    <dgm:cxn modelId="{14C0B3ED-94F3-4A20-A02B-0D6453625144}" srcId="{9AE0DAA1-1A5E-4A41-BF83-CFEAC4793DF9}" destId="{8F9B6EBE-BA3E-40B2-8A38-298EF0ACE0A4}" srcOrd="2" destOrd="0" parTransId="{9D005EF8-285D-4A4D-8391-934314C9FFE8}" sibTransId="{A4D89FF4-B47B-4566-84BA-E326B1CC3D4F}"/>
    <dgm:cxn modelId="{20EA92FC-E4BE-4A3B-A100-F8CBFC8B12A8}" srcId="{9AE0DAA1-1A5E-4A41-BF83-CFEAC4793DF9}" destId="{FD758DAD-45E0-4166-B8BD-F8A19125AB0E}" srcOrd="4" destOrd="0" parTransId="{33D80C54-E334-4DED-97F5-FB7A9DDA53BA}" sibTransId="{B34098CF-D161-47E4-99AC-765803C0DB43}"/>
    <dgm:cxn modelId="{3D4237B4-CFC3-D341-8922-EC12F2C081CE}" type="presParOf" srcId="{252BFDFA-633B-6140-A1DD-EBA6E2505013}" destId="{86F32362-B4DF-BC4A-B4A5-10C817AFFDDD}" srcOrd="0" destOrd="0" presId="urn:microsoft.com/office/officeart/2005/8/layout/vList2"/>
    <dgm:cxn modelId="{0BAAC02A-B096-8247-8D49-267585F1149C}" type="presParOf" srcId="{252BFDFA-633B-6140-A1DD-EBA6E2505013}" destId="{9E1C53E7-319B-874F-AE65-755FB1682E76}" srcOrd="1" destOrd="0" presId="urn:microsoft.com/office/officeart/2005/8/layout/vList2"/>
    <dgm:cxn modelId="{0A4CCD50-7CA7-F343-831F-558429275CDB}" type="presParOf" srcId="{252BFDFA-633B-6140-A1DD-EBA6E2505013}" destId="{4E1B6E8D-5D2E-F14B-A056-1FC885BBDA04}" srcOrd="2" destOrd="0" presId="urn:microsoft.com/office/officeart/2005/8/layout/vList2"/>
    <dgm:cxn modelId="{60DA5E58-E668-724A-9B25-57B8BE0C0997}" type="presParOf" srcId="{252BFDFA-633B-6140-A1DD-EBA6E2505013}" destId="{67E92249-18BA-D145-8331-79E5F1F2ED40}" srcOrd="3" destOrd="0" presId="urn:microsoft.com/office/officeart/2005/8/layout/vList2"/>
    <dgm:cxn modelId="{8DEBAA64-4523-E346-B967-DA59CAAFE6FA}" type="presParOf" srcId="{252BFDFA-633B-6140-A1DD-EBA6E2505013}" destId="{9BB36146-A534-4F49-A0B9-CBF51ED072F9}" srcOrd="4" destOrd="0" presId="urn:microsoft.com/office/officeart/2005/8/layout/vList2"/>
    <dgm:cxn modelId="{18B22855-AC33-5541-88F0-2F8A4C94EF9C}" type="presParOf" srcId="{252BFDFA-633B-6140-A1DD-EBA6E2505013}" destId="{4C108439-E7D2-D340-BA12-B1FFFA41BDC7}" srcOrd="5" destOrd="0" presId="urn:microsoft.com/office/officeart/2005/8/layout/vList2"/>
    <dgm:cxn modelId="{16C7223A-517E-0B4F-9583-FE3D936ECA07}" type="presParOf" srcId="{252BFDFA-633B-6140-A1DD-EBA6E2505013}" destId="{7F7EDAF3-EE3F-A947-BCB7-ED4B77BA2A9C}" srcOrd="6" destOrd="0" presId="urn:microsoft.com/office/officeart/2005/8/layout/vList2"/>
    <dgm:cxn modelId="{80F4D05B-A3EB-FA42-A27C-242DA0DE353D}" type="presParOf" srcId="{252BFDFA-633B-6140-A1DD-EBA6E2505013}" destId="{91DAA9C1-0942-364E-9950-C56AB806D7AD}" srcOrd="7" destOrd="0" presId="urn:microsoft.com/office/officeart/2005/8/layout/vList2"/>
    <dgm:cxn modelId="{36F48413-4294-AC4D-B08D-4F3EAFDF39E3}" type="presParOf" srcId="{252BFDFA-633B-6140-A1DD-EBA6E2505013}" destId="{13920215-AB78-F043-A696-12A7615CDD2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576AE52-9D2B-43A7-9FDE-EDBB8F6A465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EB3650DA-BDB3-4F27-AA0B-9228357C542D}">
      <dgm:prSet custT="1"/>
      <dgm:spPr/>
      <dgm:t>
        <a:bodyPr rtlCol="1"/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التخفيضات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B71E8B1C-BBD0-4425-800B-003CCD326CDD}" type="parTrans" cxnId="{7881E85B-5972-4A81-82BB-229F7527E6C7}">
      <dgm:prSet/>
      <dgm:spPr/>
      <dgm:t>
        <a:bodyPr rtlCol="1"/>
        <a:lstStyle/>
        <a:p>
          <a:pPr rtl="1"/>
          <a:endParaRPr lang="en-US"/>
        </a:p>
      </dgm:t>
    </dgm:pt>
    <dgm:pt modelId="{754313A6-DE70-41B1-A367-95A072E64C35}" type="sibTrans" cxnId="{7881E85B-5972-4A81-82BB-229F7527E6C7}">
      <dgm:prSet/>
      <dgm:spPr/>
      <dgm:t>
        <a:bodyPr rtlCol="1"/>
        <a:lstStyle/>
        <a:p>
          <a:pPr rtl="1"/>
          <a:endParaRPr lang="en-US"/>
        </a:p>
      </dgm:t>
    </dgm:pt>
    <dgm:pt modelId="{EFA06F23-D34F-4DA2-923D-15BD762C2B60}">
      <dgm:prSet custT="1"/>
      <dgm:spPr/>
      <dgm:t>
        <a:bodyPr rtlCol="1"/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البساطة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038029EE-EB9A-4614-9441-289A25391228}" type="parTrans" cxnId="{3F7A46D8-3CA5-4909-82D2-3B7674D22754}">
      <dgm:prSet/>
      <dgm:spPr/>
      <dgm:t>
        <a:bodyPr rtlCol="1"/>
        <a:lstStyle/>
        <a:p>
          <a:pPr rtl="1"/>
          <a:endParaRPr lang="en-US"/>
        </a:p>
      </dgm:t>
    </dgm:pt>
    <dgm:pt modelId="{851D4FFF-49FA-462A-BE27-567B6C2525CF}" type="sibTrans" cxnId="{3F7A46D8-3CA5-4909-82D2-3B7674D22754}">
      <dgm:prSet/>
      <dgm:spPr/>
      <dgm:t>
        <a:bodyPr rtlCol="1"/>
        <a:lstStyle/>
        <a:p>
          <a:pPr rtl="1"/>
          <a:endParaRPr lang="en-US"/>
        </a:p>
      </dgm:t>
    </dgm:pt>
    <dgm:pt modelId="{1CE92CB5-DCEB-4E8D-BE27-CD3124B32E8C}">
      <dgm:prSet custT="1"/>
      <dgm:spPr/>
      <dgm:t>
        <a:bodyPr rtlCol="1"/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قيود الوقت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gm:t>
    </dgm:pt>
    <dgm:pt modelId="{A39CC24E-4CC3-47A5-B3EA-A3ED9F3C35B8}" type="parTrans" cxnId="{FB1615F1-83AE-4771-BAD4-353921A9B024}">
      <dgm:prSet/>
      <dgm:spPr/>
      <dgm:t>
        <a:bodyPr rtlCol="1"/>
        <a:lstStyle/>
        <a:p>
          <a:pPr rtl="1"/>
          <a:endParaRPr lang="en-US"/>
        </a:p>
      </dgm:t>
    </dgm:pt>
    <dgm:pt modelId="{0D2518C8-AE70-469E-BEF3-0E07CF70113B}" type="sibTrans" cxnId="{FB1615F1-83AE-4771-BAD4-353921A9B024}">
      <dgm:prSet/>
      <dgm:spPr/>
      <dgm:t>
        <a:bodyPr rtlCol="1"/>
        <a:lstStyle/>
        <a:p>
          <a:pPr rtl="1"/>
          <a:endParaRPr lang="en-US"/>
        </a:p>
      </dgm:t>
    </dgm:pt>
    <dgm:pt modelId="{B712F09E-C93B-6A49-B80A-103DE6FB547B}" type="pres">
      <dgm:prSet presAssocID="{F576AE52-9D2B-43A7-9FDE-EDBB8F6A4650}" presName="linear" presStyleCnt="0">
        <dgm:presLayoutVars>
          <dgm:animLvl val="lvl"/>
          <dgm:resizeHandles val="exact"/>
        </dgm:presLayoutVars>
      </dgm:prSet>
      <dgm:spPr/>
    </dgm:pt>
    <dgm:pt modelId="{06735592-9009-3542-8798-16CDE6EE71E6}" type="pres">
      <dgm:prSet presAssocID="{EB3650DA-BDB3-4F27-AA0B-9228357C542D}" presName="parentText" presStyleLbl="node1" presStyleIdx="0" presStyleCnt="3" custScaleY="79375">
        <dgm:presLayoutVars>
          <dgm:chMax val="0"/>
          <dgm:bulletEnabled val="1"/>
        </dgm:presLayoutVars>
      </dgm:prSet>
      <dgm:spPr/>
    </dgm:pt>
    <dgm:pt modelId="{A5ECD522-9A00-EE4D-93AF-99040F795116}" type="pres">
      <dgm:prSet presAssocID="{754313A6-DE70-41B1-A367-95A072E64C35}" presName="spacer" presStyleCnt="0"/>
      <dgm:spPr/>
    </dgm:pt>
    <dgm:pt modelId="{D3087CEE-4A54-7D47-8756-C7EF85C440E8}" type="pres">
      <dgm:prSet presAssocID="{EFA06F23-D34F-4DA2-923D-15BD762C2B60}" presName="parentText" presStyleLbl="node1" presStyleIdx="1" presStyleCnt="3" custScaleY="79375">
        <dgm:presLayoutVars>
          <dgm:chMax val="0"/>
          <dgm:bulletEnabled val="1"/>
        </dgm:presLayoutVars>
      </dgm:prSet>
      <dgm:spPr/>
    </dgm:pt>
    <dgm:pt modelId="{EBE1E727-F155-A645-89E3-16DA57C4153F}" type="pres">
      <dgm:prSet presAssocID="{851D4FFF-49FA-462A-BE27-567B6C2525CF}" presName="spacer" presStyleCnt="0"/>
      <dgm:spPr/>
    </dgm:pt>
    <dgm:pt modelId="{956C3D53-FC76-3848-830A-236FF89810ED}" type="pres">
      <dgm:prSet presAssocID="{1CE92CB5-DCEB-4E8D-BE27-CD3124B32E8C}" presName="parentText" presStyleLbl="node1" presStyleIdx="2" presStyleCnt="3" custScaleY="78154">
        <dgm:presLayoutVars>
          <dgm:chMax val="0"/>
          <dgm:bulletEnabled val="1"/>
        </dgm:presLayoutVars>
      </dgm:prSet>
      <dgm:spPr/>
    </dgm:pt>
  </dgm:ptLst>
  <dgm:cxnLst>
    <dgm:cxn modelId="{1080DC1C-DE51-DB49-954D-6A5E3B5DC19B}" type="presOf" srcId="{1CE92CB5-DCEB-4E8D-BE27-CD3124B32E8C}" destId="{956C3D53-FC76-3848-830A-236FF89810ED}" srcOrd="0" destOrd="0" presId="urn:microsoft.com/office/officeart/2005/8/layout/vList2"/>
    <dgm:cxn modelId="{9910D240-8DAD-4F4D-BA72-ABDE295C077B}" type="presOf" srcId="{EB3650DA-BDB3-4F27-AA0B-9228357C542D}" destId="{06735592-9009-3542-8798-16CDE6EE71E6}" srcOrd="0" destOrd="0" presId="urn:microsoft.com/office/officeart/2005/8/layout/vList2"/>
    <dgm:cxn modelId="{7881E85B-5972-4A81-82BB-229F7527E6C7}" srcId="{F576AE52-9D2B-43A7-9FDE-EDBB8F6A4650}" destId="{EB3650DA-BDB3-4F27-AA0B-9228357C542D}" srcOrd="0" destOrd="0" parTransId="{B71E8B1C-BBD0-4425-800B-003CCD326CDD}" sibTransId="{754313A6-DE70-41B1-A367-95A072E64C35}"/>
    <dgm:cxn modelId="{A3AFA160-624A-CE42-8E99-B7E83D00CEB4}" type="presOf" srcId="{F576AE52-9D2B-43A7-9FDE-EDBB8F6A4650}" destId="{B712F09E-C93B-6A49-B80A-103DE6FB547B}" srcOrd="0" destOrd="0" presId="urn:microsoft.com/office/officeart/2005/8/layout/vList2"/>
    <dgm:cxn modelId="{CB81AB83-69FC-A047-8706-F6141378646C}" type="presOf" srcId="{EFA06F23-D34F-4DA2-923D-15BD762C2B60}" destId="{D3087CEE-4A54-7D47-8756-C7EF85C440E8}" srcOrd="0" destOrd="0" presId="urn:microsoft.com/office/officeart/2005/8/layout/vList2"/>
    <dgm:cxn modelId="{3F7A46D8-3CA5-4909-82D2-3B7674D22754}" srcId="{F576AE52-9D2B-43A7-9FDE-EDBB8F6A4650}" destId="{EFA06F23-D34F-4DA2-923D-15BD762C2B60}" srcOrd="1" destOrd="0" parTransId="{038029EE-EB9A-4614-9441-289A25391228}" sibTransId="{851D4FFF-49FA-462A-BE27-567B6C2525CF}"/>
    <dgm:cxn modelId="{FB1615F1-83AE-4771-BAD4-353921A9B024}" srcId="{F576AE52-9D2B-43A7-9FDE-EDBB8F6A4650}" destId="{1CE92CB5-DCEB-4E8D-BE27-CD3124B32E8C}" srcOrd="2" destOrd="0" parTransId="{A39CC24E-4CC3-47A5-B3EA-A3ED9F3C35B8}" sibTransId="{0D2518C8-AE70-469E-BEF3-0E07CF70113B}"/>
    <dgm:cxn modelId="{4BECF79E-E335-604A-82EE-D6804B40C6E9}" type="presParOf" srcId="{B712F09E-C93B-6A49-B80A-103DE6FB547B}" destId="{06735592-9009-3542-8798-16CDE6EE71E6}" srcOrd="0" destOrd="0" presId="urn:microsoft.com/office/officeart/2005/8/layout/vList2"/>
    <dgm:cxn modelId="{FA9ED4EF-6C83-9D4D-918A-D686429A2EB8}" type="presParOf" srcId="{B712F09E-C93B-6A49-B80A-103DE6FB547B}" destId="{A5ECD522-9A00-EE4D-93AF-99040F795116}" srcOrd="1" destOrd="0" presId="urn:microsoft.com/office/officeart/2005/8/layout/vList2"/>
    <dgm:cxn modelId="{A5722819-CFCF-984A-9B9A-5D0B14CC829E}" type="presParOf" srcId="{B712F09E-C93B-6A49-B80A-103DE6FB547B}" destId="{D3087CEE-4A54-7D47-8756-C7EF85C440E8}" srcOrd="2" destOrd="0" presId="urn:microsoft.com/office/officeart/2005/8/layout/vList2"/>
    <dgm:cxn modelId="{73764B39-E87A-6B49-B685-2540B3D5BC48}" type="presParOf" srcId="{B712F09E-C93B-6A49-B80A-103DE6FB547B}" destId="{EBE1E727-F155-A645-89E3-16DA57C4153F}" srcOrd="3" destOrd="0" presId="urn:microsoft.com/office/officeart/2005/8/layout/vList2"/>
    <dgm:cxn modelId="{B9CC58E8-DBAF-D04C-BDA5-1B07DA1A6E98}" type="presParOf" srcId="{B712F09E-C93B-6A49-B80A-103DE6FB547B}" destId="{956C3D53-FC76-3848-830A-236FF89810E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576AE52-9D2B-43A7-9FDE-EDBB8F6A465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EE32113E-698C-4620-97BE-8018BAD93A43}">
      <dgm:prSet custT="1"/>
      <dgm:spPr/>
      <dgm:t>
        <a:bodyPr rtlCol="1"/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المناسبات الخاصة</a:t>
          </a:r>
        </a:p>
      </dgm:t>
    </dgm:pt>
    <dgm:pt modelId="{F2E50012-A8B7-44A1-8C38-6C7414E1A1B9}" type="parTrans" cxnId="{952D561C-918C-425B-B4DB-74E77DF161C2}">
      <dgm:prSet/>
      <dgm:spPr/>
      <dgm:t>
        <a:bodyPr rtlCol="1"/>
        <a:lstStyle/>
        <a:p>
          <a:pPr rtl="1"/>
          <a:endParaRPr lang="en-US"/>
        </a:p>
      </dgm:t>
    </dgm:pt>
    <dgm:pt modelId="{F4C38C57-8155-4B5D-B489-AFB09077026F}" type="sibTrans" cxnId="{952D561C-918C-425B-B4DB-74E77DF161C2}">
      <dgm:prSet/>
      <dgm:spPr/>
      <dgm:t>
        <a:bodyPr rtlCol="1"/>
        <a:lstStyle/>
        <a:p>
          <a:pPr rtl="1"/>
          <a:endParaRPr lang="en-US"/>
        </a:p>
      </dgm:t>
    </dgm:pt>
    <dgm:pt modelId="{91A7EAC6-EB7F-284C-8364-D4C5EA98BEFF}">
      <dgm:prSet custT="1"/>
      <dgm:spPr/>
      <dgm:t>
        <a:bodyPr rtlCol="1"/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التعبئة والتغليف</a:t>
          </a:r>
        </a:p>
      </dgm:t>
    </dgm:pt>
    <dgm:pt modelId="{3608F70F-70A8-4B47-8955-C3B675C3E7D8}" type="parTrans" cxnId="{6D58F46A-344E-B54F-A19F-F36CAB1AD2DD}">
      <dgm:prSet/>
      <dgm:spPr/>
      <dgm:t>
        <a:bodyPr rtlCol="1"/>
        <a:lstStyle/>
        <a:p>
          <a:pPr rtl="1"/>
          <a:endParaRPr lang="en-GB"/>
        </a:p>
      </dgm:t>
    </dgm:pt>
    <dgm:pt modelId="{9D781969-4A6E-EC4A-B37C-C46A3CA7057D}" type="sibTrans" cxnId="{6D58F46A-344E-B54F-A19F-F36CAB1AD2DD}">
      <dgm:prSet/>
      <dgm:spPr/>
      <dgm:t>
        <a:bodyPr rtlCol="1"/>
        <a:lstStyle/>
        <a:p>
          <a:pPr rtl="1"/>
          <a:endParaRPr lang="en-GB"/>
        </a:p>
      </dgm:t>
    </dgm:pt>
    <dgm:pt modelId="{5432CABE-A593-6E48-8369-A646EFA6628B}">
      <dgm:prSet custT="1"/>
      <dgm:spPr/>
      <dgm:t>
        <a:bodyPr rtlCol="1"/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التكديس بكميات كبيرة</a:t>
          </a:r>
        </a:p>
      </dgm:t>
    </dgm:pt>
    <dgm:pt modelId="{0C6F9CE3-C927-9047-96C1-59A2D33C5114}" type="parTrans" cxnId="{2A9EE801-6708-7B46-9C08-9E08E3B989B8}">
      <dgm:prSet/>
      <dgm:spPr/>
      <dgm:t>
        <a:bodyPr rtlCol="1"/>
        <a:lstStyle/>
        <a:p>
          <a:pPr rtl="1"/>
          <a:endParaRPr lang="en-GB"/>
        </a:p>
      </dgm:t>
    </dgm:pt>
    <dgm:pt modelId="{6FCC6C85-55D7-E64B-ADC6-B77A0A533D48}" type="sibTrans" cxnId="{2A9EE801-6708-7B46-9C08-9E08E3B989B8}">
      <dgm:prSet/>
      <dgm:spPr/>
      <dgm:t>
        <a:bodyPr rtlCol="1"/>
        <a:lstStyle/>
        <a:p>
          <a:pPr rtl="1"/>
          <a:endParaRPr lang="en-GB"/>
        </a:p>
      </dgm:t>
    </dgm:pt>
    <dgm:pt modelId="{B712F09E-C93B-6A49-B80A-103DE6FB547B}" type="pres">
      <dgm:prSet presAssocID="{F576AE52-9D2B-43A7-9FDE-EDBB8F6A4650}" presName="linear" presStyleCnt="0">
        <dgm:presLayoutVars>
          <dgm:animLvl val="lvl"/>
          <dgm:resizeHandles val="exact"/>
        </dgm:presLayoutVars>
      </dgm:prSet>
      <dgm:spPr/>
    </dgm:pt>
    <dgm:pt modelId="{611AA7F4-9ECB-794E-A7A0-EB6DB59B1C81}" type="pres">
      <dgm:prSet presAssocID="{EE32113E-698C-4620-97BE-8018BAD93A4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50CDA50-0280-8142-A44A-6CD1A44AAB14}" type="pres">
      <dgm:prSet presAssocID="{F4C38C57-8155-4B5D-B489-AFB09077026F}" presName="spacer" presStyleCnt="0"/>
      <dgm:spPr/>
    </dgm:pt>
    <dgm:pt modelId="{04BCC5FC-6BEE-CF4E-83B0-BFEDBCE557C2}" type="pres">
      <dgm:prSet presAssocID="{5432CABE-A593-6E48-8369-A646EFA6628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A98812C-B567-B145-B8CE-C86E065C3252}" type="pres">
      <dgm:prSet presAssocID="{6FCC6C85-55D7-E64B-ADC6-B77A0A533D48}" presName="spacer" presStyleCnt="0"/>
      <dgm:spPr/>
    </dgm:pt>
    <dgm:pt modelId="{5A79701A-0907-114E-A7F6-ED1E3921F67C}" type="pres">
      <dgm:prSet presAssocID="{91A7EAC6-EB7F-284C-8364-D4C5EA98BEF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9EE801-6708-7B46-9C08-9E08E3B989B8}" srcId="{F576AE52-9D2B-43A7-9FDE-EDBB8F6A4650}" destId="{5432CABE-A593-6E48-8369-A646EFA6628B}" srcOrd="1" destOrd="0" parTransId="{0C6F9CE3-C927-9047-96C1-59A2D33C5114}" sibTransId="{6FCC6C85-55D7-E64B-ADC6-B77A0A533D48}"/>
    <dgm:cxn modelId="{952D561C-918C-425B-B4DB-74E77DF161C2}" srcId="{F576AE52-9D2B-43A7-9FDE-EDBB8F6A4650}" destId="{EE32113E-698C-4620-97BE-8018BAD93A43}" srcOrd="0" destOrd="0" parTransId="{F2E50012-A8B7-44A1-8C38-6C7414E1A1B9}" sibTransId="{F4C38C57-8155-4B5D-B489-AFB09077026F}"/>
    <dgm:cxn modelId="{A3AFA160-624A-CE42-8E99-B7E83D00CEB4}" type="presOf" srcId="{F576AE52-9D2B-43A7-9FDE-EDBB8F6A4650}" destId="{B712F09E-C93B-6A49-B80A-103DE6FB547B}" srcOrd="0" destOrd="0" presId="urn:microsoft.com/office/officeart/2005/8/layout/vList2"/>
    <dgm:cxn modelId="{6D58F46A-344E-B54F-A19F-F36CAB1AD2DD}" srcId="{F576AE52-9D2B-43A7-9FDE-EDBB8F6A4650}" destId="{91A7EAC6-EB7F-284C-8364-D4C5EA98BEFF}" srcOrd="2" destOrd="0" parTransId="{3608F70F-70A8-4B47-8955-C3B675C3E7D8}" sibTransId="{9D781969-4A6E-EC4A-B37C-C46A3CA7057D}"/>
    <dgm:cxn modelId="{A6A8BCD3-0D08-EC43-9E57-7D2B946DC7B6}" type="presOf" srcId="{5432CABE-A593-6E48-8369-A646EFA6628B}" destId="{04BCC5FC-6BEE-CF4E-83B0-BFEDBCE557C2}" srcOrd="0" destOrd="0" presId="urn:microsoft.com/office/officeart/2005/8/layout/vList2"/>
    <dgm:cxn modelId="{14D970F2-5593-3543-B642-0DC5E86222B9}" type="presOf" srcId="{EE32113E-698C-4620-97BE-8018BAD93A43}" destId="{611AA7F4-9ECB-794E-A7A0-EB6DB59B1C81}" srcOrd="0" destOrd="0" presId="urn:microsoft.com/office/officeart/2005/8/layout/vList2"/>
    <dgm:cxn modelId="{A0B937FE-3A77-D94A-ADA3-408FDAD358DC}" type="presOf" srcId="{91A7EAC6-EB7F-284C-8364-D4C5EA98BEFF}" destId="{5A79701A-0907-114E-A7F6-ED1E3921F67C}" srcOrd="0" destOrd="0" presId="urn:microsoft.com/office/officeart/2005/8/layout/vList2"/>
    <dgm:cxn modelId="{3433210F-F087-704B-B0CF-43D0A99441FF}" type="presParOf" srcId="{B712F09E-C93B-6A49-B80A-103DE6FB547B}" destId="{611AA7F4-9ECB-794E-A7A0-EB6DB59B1C81}" srcOrd="0" destOrd="0" presId="urn:microsoft.com/office/officeart/2005/8/layout/vList2"/>
    <dgm:cxn modelId="{69C0928E-788A-EF4D-B722-BF9AABE01F08}" type="presParOf" srcId="{B712F09E-C93B-6A49-B80A-103DE6FB547B}" destId="{D50CDA50-0280-8142-A44A-6CD1A44AAB14}" srcOrd="1" destOrd="0" presId="urn:microsoft.com/office/officeart/2005/8/layout/vList2"/>
    <dgm:cxn modelId="{62A075A3-27E6-3542-865B-C0875379E8EF}" type="presParOf" srcId="{B712F09E-C93B-6A49-B80A-103DE6FB547B}" destId="{04BCC5FC-6BEE-CF4E-83B0-BFEDBCE557C2}" srcOrd="2" destOrd="0" presId="urn:microsoft.com/office/officeart/2005/8/layout/vList2"/>
    <dgm:cxn modelId="{EA9992CE-D7A7-0045-A84D-3C9E023C2782}" type="presParOf" srcId="{B712F09E-C93B-6A49-B80A-103DE6FB547B}" destId="{6A98812C-B567-B145-B8CE-C86E065C3252}" srcOrd="3" destOrd="0" presId="urn:microsoft.com/office/officeart/2005/8/layout/vList2"/>
    <dgm:cxn modelId="{9219CB9D-665B-8744-B973-F1A73B4C5853}" type="presParOf" srcId="{B712F09E-C93B-6A49-B80A-103DE6FB547B}" destId="{5A79701A-0907-114E-A7F6-ED1E3921F67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AE0DAA1-1A5E-4A41-BF83-CFEAC4793DF9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32B63E91-ECD9-4EC0-9017-057639110F52}">
      <dgm:prSet/>
      <dgm:spPr>
        <a:solidFill>
          <a:schemeClr val="accent5"/>
        </a:solidFill>
      </dgm:spPr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البيع المفتوح</a:t>
          </a:r>
        </a:p>
      </dgm:t>
    </dgm:pt>
    <dgm:pt modelId="{277E7062-6403-49F2-AD53-3B3DDC78CD6C}" type="parTrans" cxnId="{D07A9298-65B6-47BA-B8D3-E1AD6C03ECF9}">
      <dgm:prSet/>
      <dgm:spPr/>
      <dgm:t>
        <a:bodyPr rtlCol="1"/>
        <a:lstStyle/>
        <a:p>
          <a:pPr rtl="1"/>
          <a:endParaRPr lang="en-US"/>
        </a:p>
      </dgm:t>
    </dgm:pt>
    <dgm:pt modelId="{E85E0313-41E1-44A9-99C7-797460545BE6}" type="sibTrans" cxnId="{D07A9298-65B6-47BA-B8D3-E1AD6C03ECF9}">
      <dgm:prSet/>
      <dgm:spPr/>
      <dgm:t>
        <a:bodyPr rtlCol="1"/>
        <a:lstStyle/>
        <a:p>
          <a:pPr rtl="1"/>
          <a:endParaRPr lang="en-US"/>
        </a:p>
      </dgm:t>
    </dgm:pt>
    <dgm:pt modelId="{4381B020-715E-4A0E-BDFA-B7A455B5404B}">
      <dgm:prSet/>
      <dgm:spPr/>
      <dgm:t>
        <a:bodyPr rtlCol="1"/>
        <a:lstStyle/>
        <a:p>
          <a:pPr rtl="1"/>
          <a:r>
            <a:rPr lang="ar" dirty="0"/>
            <a:t>البيع المغلق</a:t>
          </a:r>
        </a:p>
      </dgm:t>
    </dgm:pt>
    <dgm:pt modelId="{F26BB8D3-C6B1-40EC-9FCE-D44DD1960E91}" type="parTrans" cxnId="{4655838A-6ACB-4628-B932-B26AE7D16A83}">
      <dgm:prSet/>
      <dgm:spPr/>
      <dgm:t>
        <a:bodyPr rtlCol="1"/>
        <a:lstStyle/>
        <a:p>
          <a:pPr rtl="1"/>
          <a:endParaRPr lang="en-US"/>
        </a:p>
      </dgm:t>
    </dgm:pt>
    <dgm:pt modelId="{8F78C32A-B0B7-4174-A5EE-68E807CEFCA6}" type="sibTrans" cxnId="{4655838A-6ACB-4628-B932-B26AE7D16A83}">
      <dgm:prSet/>
      <dgm:spPr/>
      <dgm:t>
        <a:bodyPr rtlCol="1"/>
        <a:lstStyle/>
        <a:p>
          <a:pPr rtl="1"/>
          <a:endParaRPr lang="en-US"/>
        </a:p>
      </dgm:t>
    </dgm:pt>
    <dgm:pt modelId="{8F9B6EBE-BA3E-40B2-8A38-298EF0ACE0A4}">
      <dgm:prSet/>
      <dgm:spPr>
        <a:solidFill>
          <a:schemeClr val="accent5"/>
        </a:solidFill>
      </dgm:spPr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أسلوب العرض ذو الطابع المحدد</a:t>
          </a:r>
        </a:p>
      </dgm:t>
    </dgm:pt>
    <dgm:pt modelId="{9D005EF8-285D-4A4D-8391-934314C9FFE8}" type="parTrans" cxnId="{14C0B3ED-94F3-4A20-A02B-0D6453625144}">
      <dgm:prSet/>
      <dgm:spPr/>
      <dgm:t>
        <a:bodyPr rtlCol="1"/>
        <a:lstStyle/>
        <a:p>
          <a:pPr rtl="1"/>
          <a:endParaRPr lang="en-US"/>
        </a:p>
      </dgm:t>
    </dgm:pt>
    <dgm:pt modelId="{A4D89FF4-B47B-4566-84BA-E326B1CC3D4F}" type="sibTrans" cxnId="{14C0B3ED-94F3-4A20-A02B-0D6453625144}">
      <dgm:prSet/>
      <dgm:spPr/>
      <dgm:t>
        <a:bodyPr rtlCol="1"/>
        <a:lstStyle/>
        <a:p>
          <a:pPr rtl="1"/>
          <a:endParaRPr lang="en-US"/>
        </a:p>
      </dgm:t>
    </dgm:pt>
    <dgm:pt modelId="{252BFDFA-633B-6140-A1DD-EBA6E2505013}" type="pres">
      <dgm:prSet presAssocID="{9AE0DAA1-1A5E-4A41-BF83-CFEAC4793DF9}" presName="linear" presStyleCnt="0">
        <dgm:presLayoutVars>
          <dgm:animLvl val="lvl"/>
          <dgm:resizeHandles val="exact"/>
        </dgm:presLayoutVars>
      </dgm:prSet>
      <dgm:spPr/>
    </dgm:pt>
    <dgm:pt modelId="{86F32362-B4DF-BC4A-B4A5-10C817AFFDDD}" type="pres">
      <dgm:prSet presAssocID="{32B63E91-ECD9-4EC0-9017-057639110F52}" presName="parentText" presStyleLbl="node1" presStyleIdx="0" presStyleCnt="3" custLinFactNeighborX="381" custLinFactNeighborY="45823">
        <dgm:presLayoutVars>
          <dgm:chMax val="0"/>
          <dgm:bulletEnabled val="1"/>
        </dgm:presLayoutVars>
      </dgm:prSet>
      <dgm:spPr/>
    </dgm:pt>
    <dgm:pt modelId="{9E1C53E7-319B-874F-AE65-755FB1682E76}" type="pres">
      <dgm:prSet presAssocID="{E85E0313-41E1-44A9-99C7-797460545BE6}" presName="spacer" presStyleCnt="0"/>
      <dgm:spPr/>
    </dgm:pt>
    <dgm:pt modelId="{4E1B6E8D-5D2E-F14B-A056-1FC885BBDA04}" type="pres">
      <dgm:prSet presAssocID="{4381B020-715E-4A0E-BDFA-B7A455B5404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7E92249-18BA-D145-8331-79E5F1F2ED40}" type="pres">
      <dgm:prSet presAssocID="{8F78C32A-B0B7-4174-A5EE-68E807CEFCA6}" presName="spacer" presStyleCnt="0"/>
      <dgm:spPr/>
    </dgm:pt>
    <dgm:pt modelId="{9BB36146-A534-4F49-A0B9-CBF51ED072F9}" type="pres">
      <dgm:prSet presAssocID="{8F9B6EBE-BA3E-40B2-8A38-298EF0ACE0A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2474118-4E76-B340-B85A-1C1EF3D10985}" type="presOf" srcId="{4381B020-715E-4A0E-BDFA-B7A455B5404B}" destId="{4E1B6E8D-5D2E-F14B-A056-1FC885BBDA04}" srcOrd="0" destOrd="0" presId="urn:microsoft.com/office/officeart/2005/8/layout/vList2"/>
    <dgm:cxn modelId="{D506AC3C-09D0-C340-BA64-FF2CB4AB603F}" type="presOf" srcId="{32B63E91-ECD9-4EC0-9017-057639110F52}" destId="{86F32362-B4DF-BC4A-B4A5-10C817AFFDDD}" srcOrd="0" destOrd="0" presId="urn:microsoft.com/office/officeart/2005/8/layout/vList2"/>
    <dgm:cxn modelId="{0BAF5E5B-485D-B741-B8D2-ABDCF4885C14}" type="presOf" srcId="{9AE0DAA1-1A5E-4A41-BF83-CFEAC4793DF9}" destId="{252BFDFA-633B-6140-A1DD-EBA6E2505013}" srcOrd="0" destOrd="0" presId="urn:microsoft.com/office/officeart/2005/8/layout/vList2"/>
    <dgm:cxn modelId="{4655838A-6ACB-4628-B932-B26AE7D16A83}" srcId="{9AE0DAA1-1A5E-4A41-BF83-CFEAC4793DF9}" destId="{4381B020-715E-4A0E-BDFA-B7A455B5404B}" srcOrd="1" destOrd="0" parTransId="{F26BB8D3-C6B1-40EC-9FCE-D44DD1960E91}" sibTransId="{8F78C32A-B0B7-4174-A5EE-68E807CEFCA6}"/>
    <dgm:cxn modelId="{D07A9298-65B6-47BA-B8D3-E1AD6C03ECF9}" srcId="{9AE0DAA1-1A5E-4A41-BF83-CFEAC4793DF9}" destId="{32B63E91-ECD9-4EC0-9017-057639110F52}" srcOrd="0" destOrd="0" parTransId="{277E7062-6403-49F2-AD53-3B3DDC78CD6C}" sibTransId="{E85E0313-41E1-44A9-99C7-797460545BE6}"/>
    <dgm:cxn modelId="{7B7A38B1-F596-734C-8B3C-4E51F6D3394E}" type="presOf" srcId="{8F9B6EBE-BA3E-40B2-8A38-298EF0ACE0A4}" destId="{9BB36146-A534-4F49-A0B9-CBF51ED072F9}" srcOrd="0" destOrd="0" presId="urn:microsoft.com/office/officeart/2005/8/layout/vList2"/>
    <dgm:cxn modelId="{14C0B3ED-94F3-4A20-A02B-0D6453625144}" srcId="{9AE0DAA1-1A5E-4A41-BF83-CFEAC4793DF9}" destId="{8F9B6EBE-BA3E-40B2-8A38-298EF0ACE0A4}" srcOrd="2" destOrd="0" parTransId="{9D005EF8-285D-4A4D-8391-934314C9FFE8}" sibTransId="{A4D89FF4-B47B-4566-84BA-E326B1CC3D4F}"/>
    <dgm:cxn modelId="{3D4237B4-CFC3-D341-8922-EC12F2C081CE}" type="presParOf" srcId="{252BFDFA-633B-6140-A1DD-EBA6E2505013}" destId="{86F32362-B4DF-BC4A-B4A5-10C817AFFDDD}" srcOrd="0" destOrd="0" presId="urn:microsoft.com/office/officeart/2005/8/layout/vList2"/>
    <dgm:cxn modelId="{0BAAC02A-B096-8247-8D49-267585F1149C}" type="presParOf" srcId="{252BFDFA-633B-6140-A1DD-EBA6E2505013}" destId="{9E1C53E7-319B-874F-AE65-755FB1682E76}" srcOrd="1" destOrd="0" presId="urn:microsoft.com/office/officeart/2005/8/layout/vList2"/>
    <dgm:cxn modelId="{0A4CCD50-7CA7-F343-831F-558429275CDB}" type="presParOf" srcId="{252BFDFA-633B-6140-A1DD-EBA6E2505013}" destId="{4E1B6E8D-5D2E-F14B-A056-1FC885BBDA04}" srcOrd="2" destOrd="0" presId="urn:microsoft.com/office/officeart/2005/8/layout/vList2"/>
    <dgm:cxn modelId="{60DA5E58-E668-724A-9B25-57B8BE0C0997}" type="presParOf" srcId="{252BFDFA-633B-6140-A1DD-EBA6E2505013}" destId="{67E92249-18BA-D145-8331-79E5F1F2ED40}" srcOrd="3" destOrd="0" presId="urn:microsoft.com/office/officeart/2005/8/layout/vList2"/>
    <dgm:cxn modelId="{8DEBAA64-4523-E346-B967-DA59CAAFE6FA}" type="presParOf" srcId="{252BFDFA-633B-6140-A1DD-EBA6E2505013}" destId="{9BB36146-A534-4F49-A0B9-CBF51ED072F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AE0DAA1-1A5E-4A41-BF83-CFEAC4793DF9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32B63E91-ECD9-4EC0-9017-057639110F52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1800">
              <a:solidFill>
                <a:srgbClr val="7030A0"/>
              </a:solidFill>
            </a:rPr>
            <a:t>مناطق العرض التوضيحية</a:t>
          </a:r>
          <a:endParaRPr lang="en-US" sz="1800" dirty="0">
            <a:solidFill>
              <a:srgbClr val="7030A0"/>
            </a:solidFill>
          </a:endParaRPr>
        </a:p>
      </dgm:t>
    </dgm:pt>
    <dgm:pt modelId="{277E7062-6403-49F2-AD53-3B3DDC78CD6C}" type="parTrans" cxnId="{D07A9298-65B6-47BA-B8D3-E1AD6C03ECF9}">
      <dgm:prSet/>
      <dgm:spPr/>
      <dgm:t>
        <a:bodyPr rtlCol="1"/>
        <a:lstStyle/>
        <a:p>
          <a:pPr rtl="1"/>
          <a:endParaRPr lang="en-US"/>
        </a:p>
      </dgm:t>
    </dgm:pt>
    <dgm:pt modelId="{E85E0313-41E1-44A9-99C7-797460545BE6}" type="sibTrans" cxnId="{D07A9298-65B6-47BA-B8D3-E1AD6C03ECF9}">
      <dgm:prSet/>
      <dgm:spPr/>
      <dgm:t>
        <a:bodyPr rtlCol="1"/>
        <a:lstStyle/>
        <a:p>
          <a:pPr rtl="1"/>
          <a:endParaRPr lang="en-US"/>
        </a:p>
      </dgm:t>
    </dgm:pt>
    <dgm:pt modelId="{4381B020-715E-4A0E-BDFA-B7A455B5404B}">
      <dgm:prSet custT="1"/>
      <dgm:spPr/>
      <dgm:t>
        <a:bodyPr rtlCol="1"/>
        <a:lstStyle/>
        <a:p>
          <a:pPr rtl="1"/>
          <a:r>
            <a:rPr lang="ar" sz="2400"/>
            <a:t>التجربة</a:t>
          </a:r>
          <a:endParaRPr lang="en-US" sz="2400" dirty="0"/>
        </a:p>
      </dgm:t>
    </dgm:pt>
    <dgm:pt modelId="{F26BB8D3-C6B1-40EC-9FCE-D44DD1960E91}" type="parTrans" cxnId="{4655838A-6ACB-4628-B932-B26AE7D16A83}">
      <dgm:prSet/>
      <dgm:spPr/>
      <dgm:t>
        <a:bodyPr rtlCol="1"/>
        <a:lstStyle/>
        <a:p>
          <a:pPr rtl="1"/>
          <a:endParaRPr lang="en-US"/>
        </a:p>
      </dgm:t>
    </dgm:pt>
    <dgm:pt modelId="{8F78C32A-B0B7-4174-A5EE-68E807CEFCA6}" type="sibTrans" cxnId="{4655838A-6ACB-4628-B932-B26AE7D16A83}">
      <dgm:prSet/>
      <dgm:spPr/>
      <dgm:t>
        <a:bodyPr rtlCol="1"/>
        <a:lstStyle/>
        <a:p>
          <a:pPr rtl="1"/>
          <a:endParaRPr lang="en-US"/>
        </a:p>
      </dgm:t>
    </dgm:pt>
    <dgm:pt modelId="{8F9B6EBE-BA3E-40B2-8A38-298EF0ACE0A4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2400">
              <a:solidFill>
                <a:srgbClr val="7030A0"/>
              </a:solidFill>
            </a:rPr>
            <a:t>العينات</a:t>
          </a:r>
        </a:p>
      </dgm:t>
    </dgm:pt>
    <dgm:pt modelId="{9D005EF8-285D-4A4D-8391-934314C9FFE8}" type="parTrans" cxnId="{14C0B3ED-94F3-4A20-A02B-0D6453625144}">
      <dgm:prSet/>
      <dgm:spPr/>
      <dgm:t>
        <a:bodyPr rtlCol="1"/>
        <a:lstStyle/>
        <a:p>
          <a:pPr rtl="1"/>
          <a:endParaRPr lang="en-US"/>
        </a:p>
      </dgm:t>
    </dgm:pt>
    <dgm:pt modelId="{A4D89FF4-B47B-4566-84BA-E326B1CC3D4F}" type="sibTrans" cxnId="{14C0B3ED-94F3-4A20-A02B-0D6453625144}">
      <dgm:prSet/>
      <dgm:spPr/>
      <dgm:t>
        <a:bodyPr rtlCol="1"/>
        <a:lstStyle/>
        <a:p>
          <a:pPr rtl="1"/>
          <a:endParaRPr lang="en-US"/>
        </a:p>
      </dgm:t>
    </dgm:pt>
    <dgm:pt modelId="{A4D476AA-551A-4EFC-9BC1-FB48D1C7D75B}">
      <dgm:prSet custT="1"/>
      <dgm:spPr/>
      <dgm:t>
        <a:bodyPr rtlCol="1"/>
        <a:lstStyle/>
        <a:p>
          <a:pPr rtl="1"/>
          <a:r>
            <a:rPr lang="ar" sz="2400"/>
            <a:t>الإضافات</a:t>
          </a:r>
        </a:p>
      </dgm:t>
    </dgm:pt>
    <dgm:pt modelId="{3FEF5B89-1BAF-4460-A187-70575B8DD551}" type="parTrans" cxnId="{6E1A7547-EA84-4330-8CD5-ABC83F61E163}">
      <dgm:prSet/>
      <dgm:spPr/>
      <dgm:t>
        <a:bodyPr rtlCol="1"/>
        <a:lstStyle/>
        <a:p>
          <a:pPr rtl="1"/>
          <a:endParaRPr lang="en-US"/>
        </a:p>
      </dgm:t>
    </dgm:pt>
    <dgm:pt modelId="{A09AC091-740B-4D40-A4A5-123E41B95D02}" type="sibTrans" cxnId="{6E1A7547-EA84-4330-8CD5-ABC83F61E163}">
      <dgm:prSet/>
      <dgm:spPr/>
      <dgm:t>
        <a:bodyPr rtlCol="1"/>
        <a:lstStyle/>
        <a:p>
          <a:pPr rtl="1"/>
          <a:endParaRPr lang="en-US"/>
        </a:p>
      </dgm:t>
    </dgm:pt>
    <dgm:pt modelId="{FD758DAD-45E0-4166-B8BD-F8A19125AB0E}">
      <dgm:prSet custT="1"/>
      <dgm:spPr>
        <a:solidFill>
          <a:schemeClr val="accent5"/>
        </a:solidFill>
      </dgm:spPr>
      <dgm:t>
        <a:bodyPr rtlCol="1"/>
        <a:lstStyle/>
        <a:p>
          <a:pPr rtl="1"/>
          <a:r>
            <a:rPr lang="ar" sz="2400">
              <a:solidFill>
                <a:srgbClr val="7030A0"/>
              </a:solidFill>
            </a:rPr>
            <a:t>النوافذ التفاعلية</a:t>
          </a:r>
        </a:p>
      </dgm:t>
    </dgm:pt>
    <dgm:pt modelId="{33D80C54-E334-4DED-97F5-FB7A9DDA53BA}" type="parTrans" cxnId="{20EA92FC-E4BE-4A3B-A100-F8CBFC8B12A8}">
      <dgm:prSet/>
      <dgm:spPr/>
      <dgm:t>
        <a:bodyPr rtlCol="1"/>
        <a:lstStyle/>
        <a:p>
          <a:pPr rtl="1"/>
          <a:endParaRPr lang="en-US"/>
        </a:p>
      </dgm:t>
    </dgm:pt>
    <dgm:pt modelId="{B34098CF-D161-47E4-99AC-765803C0DB43}" type="sibTrans" cxnId="{20EA92FC-E4BE-4A3B-A100-F8CBFC8B12A8}">
      <dgm:prSet/>
      <dgm:spPr/>
      <dgm:t>
        <a:bodyPr rtlCol="1"/>
        <a:lstStyle/>
        <a:p>
          <a:pPr rtl="1"/>
          <a:endParaRPr lang="en-US"/>
        </a:p>
      </dgm:t>
    </dgm:pt>
    <dgm:pt modelId="{953E83CE-FBF8-AF45-B0B4-8C3E2A2A2486}">
      <dgm:prSet custT="1"/>
      <dgm:spPr/>
      <dgm:t>
        <a:bodyPr rtlCol="1"/>
        <a:lstStyle/>
        <a:p>
          <a:pPr rtl="1"/>
          <a:r>
            <a:rPr lang="ar" sz="2400"/>
            <a:t>رموز الاستجابة السريعة (QR)</a:t>
          </a:r>
        </a:p>
      </dgm:t>
    </dgm:pt>
    <dgm:pt modelId="{010849DD-D425-9647-97F2-C9F3455E67D3}" type="parTrans" cxnId="{FADDB1FA-9CD6-1544-9310-D9CC8D73B59A}">
      <dgm:prSet/>
      <dgm:spPr/>
      <dgm:t>
        <a:bodyPr rtlCol="1"/>
        <a:lstStyle/>
        <a:p>
          <a:pPr rtl="1"/>
          <a:endParaRPr lang="en-GB"/>
        </a:p>
      </dgm:t>
    </dgm:pt>
    <dgm:pt modelId="{B79C7FA4-5BF2-E846-B762-505FEAE3273B}" type="sibTrans" cxnId="{FADDB1FA-9CD6-1544-9310-D9CC8D73B59A}">
      <dgm:prSet/>
      <dgm:spPr/>
      <dgm:t>
        <a:bodyPr rtlCol="1"/>
        <a:lstStyle/>
        <a:p>
          <a:pPr rtl="1"/>
          <a:endParaRPr lang="en-GB"/>
        </a:p>
      </dgm:t>
    </dgm:pt>
    <dgm:pt modelId="{252BFDFA-633B-6140-A1DD-EBA6E2505013}" type="pres">
      <dgm:prSet presAssocID="{9AE0DAA1-1A5E-4A41-BF83-CFEAC4793DF9}" presName="linear" presStyleCnt="0">
        <dgm:presLayoutVars>
          <dgm:animLvl val="lvl"/>
          <dgm:resizeHandles val="exact"/>
        </dgm:presLayoutVars>
      </dgm:prSet>
      <dgm:spPr/>
    </dgm:pt>
    <dgm:pt modelId="{86F32362-B4DF-BC4A-B4A5-10C817AFFDDD}" type="pres">
      <dgm:prSet presAssocID="{32B63E91-ECD9-4EC0-9017-057639110F52}" presName="parentText" presStyleLbl="node1" presStyleIdx="0" presStyleCnt="6" custLinFactNeighborX="381" custLinFactNeighborY="45823">
        <dgm:presLayoutVars>
          <dgm:chMax val="0"/>
          <dgm:bulletEnabled val="1"/>
        </dgm:presLayoutVars>
      </dgm:prSet>
      <dgm:spPr/>
    </dgm:pt>
    <dgm:pt modelId="{9E1C53E7-319B-874F-AE65-755FB1682E76}" type="pres">
      <dgm:prSet presAssocID="{E85E0313-41E1-44A9-99C7-797460545BE6}" presName="spacer" presStyleCnt="0"/>
      <dgm:spPr/>
    </dgm:pt>
    <dgm:pt modelId="{4E1B6E8D-5D2E-F14B-A056-1FC885BBDA04}" type="pres">
      <dgm:prSet presAssocID="{4381B020-715E-4A0E-BDFA-B7A455B5404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7E92249-18BA-D145-8331-79E5F1F2ED40}" type="pres">
      <dgm:prSet presAssocID="{8F78C32A-B0B7-4174-A5EE-68E807CEFCA6}" presName="spacer" presStyleCnt="0"/>
      <dgm:spPr/>
    </dgm:pt>
    <dgm:pt modelId="{9BB36146-A534-4F49-A0B9-CBF51ED072F9}" type="pres">
      <dgm:prSet presAssocID="{8F9B6EBE-BA3E-40B2-8A38-298EF0ACE0A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C108439-E7D2-D340-BA12-B1FFFA41BDC7}" type="pres">
      <dgm:prSet presAssocID="{A4D89FF4-B47B-4566-84BA-E326B1CC3D4F}" presName="spacer" presStyleCnt="0"/>
      <dgm:spPr/>
    </dgm:pt>
    <dgm:pt modelId="{7F7EDAF3-EE3F-A947-BCB7-ED4B77BA2A9C}" type="pres">
      <dgm:prSet presAssocID="{A4D476AA-551A-4EFC-9BC1-FB48D1C7D75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1DAA9C1-0942-364E-9950-C56AB806D7AD}" type="pres">
      <dgm:prSet presAssocID="{A09AC091-740B-4D40-A4A5-123E41B95D02}" presName="spacer" presStyleCnt="0"/>
      <dgm:spPr/>
    </dgm:pt>
    <dgm:pt modelId="{13920215-AB78-F043-A696-12A7615CDD2A}" type="pres">
      <dgm:prSet presAssocID="{FD758DAD-45E0-4166-B8BD-F8A19125AB0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FCBB445-5F34-F645-8DE5-C2A6F0E00609}" type="pres">
      <dgm:prSet presAssocID="{B34098CF-D161-47E4-99AC-765803C0DB43}" presName="spacer" presStyleCnt="0"/>
      <dgm:spPr/>
    </dgm:pt>
    <dgm:pt modelId="{6C02F20B-53D1-B848-8582-5DB4F18DB8E1}" type="pres">
      <dgm:prSet presAssocID="{953E83CE-FBF8-AF45-B0B4-8C3E2A2A2486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2474118-4E76-B340-B85A-1C1EF3D10985}" type="presOf" srcId="{4381B020-715E-4A0E-BDFA-B7A455B5404B}" destId="{4E1B6E8D-5D2E-F14B-A056-1FC885BBDA04}" srcOrd="0" destOrd="0" presId="urn:microsoft.com/office/officeart/2005/8/layout/vList2"/>
    <dgm:cxn modelId="{F1861A3B-03BC-7941-9761-8F502CA5C468}" type="presOf" srcId="{A4D476AA-551A-4EFC-9BC1-FB48D1C7D75B}" destId="{7F7EDAF3-EE3F-A947-BCB7-ED4B77BA2A9C}" srcOrd="0" destOrd="0" presId="urn:microsoft.com/office/officeart/2005/8/layout/vList2"/>
    <dgm:cxn modelId="{D506AC3C-09D0-C340-BA64-FF2CB4AB603F}" type="presOf" srcId="{32B63E91-ECD9-4EC0-9017-057639110F52}" destId="{86F32362-B4DF-BC4A-B4A5-10C817AFFDDD}" srcOrd="0" destOrd="0" presId="urn:microsoft.com/office/officeart/2005/8/layout/vList2"/>
    <dgm:cxn modelId="{0BAF5E5B-485D-B741-B8D2-ABDCF4885C14}" type="presOf" srcId="{9AE0DAA1-1A5E-4A41-BF83-CFEAC4793DF9}" destId="{252BFDFA-633B-6140-A1DD-EBA6E2505013}" srcOrd="0" destOrd="0" presId="urn:microsoft.com/office/officeart/2005/8/layout/vList2"/>
    <dgm:cxn modelId="{6E1A7547-EA84-4330-8CD5-ABC83F61E163}" srcId="{9AE0DAA1-1A5E-4A41-BF83-CFEAC4793DF9}" destId="{A4D476AA-551A-4EFC-9BC1-FB48D1C7D75B}" srcOrd="3" destOrd="0" parTransId="{3FEF5B89-1BAF-4460-A187-70575B8DD551}" sibTransId="{A09AC091-740B-4D40-A4A5-123E41B95D02}"/>
    <dgm:cxn modelId="{4655838A-6ACB-4628-B932-B26AE7D16A83}" srcId="{9AE0DAA1-1A5E-4A41-BF83-CFEAC4793DF9}" destId="{4381B020-715E-4A0E-BDFA-B7A455B5404B}" srcOrd="1" destOrd="0" parTransId="{F26BB8D3-C6B1-40EC-9FCE-D44DD1960E91}" sibTransId="{8F78C32A-B0B7-4174-A5EE-68E807CEFCA6}"/>
    <dgm:cxn modelId="{D07A9298-65B6-47BA-B8D3-E1AD6C03ECF9}" srcId="{9AE0DAA1-1A5E-4A41-BF83-CFEAC4793DF9}" destId="{32B63E91-ECD9-4EC0-9017-057639110F52}" srcOrd="0" destOrd="0" parTransId="{277E7062-6403-49F2-AD53-3B3DDC78CD6C}" sibTransId="{E85E0313-41E1-44A9-99C7-797460545BE6}"/>
    <dgm:cxn modelId="{7B7A38B1-F596-734C-8B3C-4E51F6D3394E}" type="presOf" srcId="{8F9B6EBE-BA3E-40B2-8A38-298EF0ACE0A4}" destId="{9BB36146-A534-4F49-A0B9-CBF51ED072F9}" srcOrd="0" destOrd="0" presId="urn:microsoft.com/office/officeart/2005/8/layout/vList2"/>
    <dgm:cxn modelId="{AB0BE1BF-0E7C-624B-8514-BC00512CF7DD}" type="presOf" srcId="{FD758DAD-45E0-4166-B8BD-F8A19125AB0E}" destId="{13920215-AB78-F043-A696-12A7615CDD2A}" srcOrd="0" destOrd="0" presId="urn:microsoft.com/office/officeart/2005/8/layout/vList2"/>
    <dgm:cxn modelId="{6E8358D0-5159-9147-8D34-6C9C6EBC88D8}" type="presOf" srcId="{953E83CE-FBF8-AF45-B0B4-8C3E2A2A2486}" destId="{6C02F20B-53D1-B848-8582-5DB4F18DB8E1}" srcOrd="0" destOrd="0" presId="urn:microsoft.com/office/officeart/2005/8/layout/vList2"/>
    <dgm:cxn modelId="{14C0B3ED-94F3-4A20-A02B-0D6453625144}" srcId="{9AE0DAA1-1A5E-4A41-BF83-CFEAC4793DF9}" destId="{8F9B6EBE-BA3E-40B2-8A38-298EF0ACE0A4}" srcOrd="2" destOrd="0" parTransId="{9D005EF8-285D-4A4D-8391-934314C9FFE8}" sibTransId="{A4D89FF4-B47B-4566-84BA-E326B1CC3D4F}"/>
    <dgm:cxn modelId="{FADDB1FA-9CD6-1544-9310-D9CC8D73B59A}" srcId="{9AE0DAA1-1A5E-4A41-BF83-CFEAC4793DF9}" destId="{953E83CE-FBF8-AF45-B0B4-8C3E2A2A2486}" srcOrd="5" destOrd="0" parTransId="{010849DD-D425-9647-97F2-C9F3455E67D3}" sibTransId="{B79C7FA4-5BF2-E846-B762-505FEAE3273B}"/>
    <dgm:cxn modelId="{20EA92FC-E4BE-4A3B-A100-F8CBFC8B12A8}" srcId="{9AE0DAA1-1A5E-4A41-BF83-CFEAC4793DF9}" destId="{FD758DAD-45E0-4166-B8BD-F8A19125AB0E}" srcOrd="4" destOrd="0" parTransId="{33D80C54-E334-4DED-97F5-FB7A9DDA53BA}" sibTransId="{B34098CF-D161-47E4-99AC-765803C0DB43}"/>
    <dgm:cxn modelId="{3D4237B4-CFC3-D341-8922-EC12F2C081CE}" type="presParOf" srcId="{252BFDFA-633B-6140-A1DD-EBA6E2505013}" destId="{86F32362-B4DF-BC4A-B4A5-10C817AFFDDD}" srcOrd="0" destOrd="0" presId="urn:microsoft.com/office/officeart/2005/8/layout/vList2"/>
    <dgm:cxn modelId="{0BAAC02A-B096-8247-8D49-267585F1149C}" type="presParOf" srcId="{252BFDFA-633B-6140-A1DD-EBA6E2505013}" destId="{9E1C53E7-319B-874F-AE65-755FB1682E76}" srcOrd="1" destOrd="0" presId="urn:microsoft.com/office/officeart/2005/8/layout/vList2"/>
    <dgm:cxn modelId="{0A4CCD50-7CA7-F343-831F-558429275CDB}" type="presParOf" srcId="{252BFDFA-633B-6140-A1DD-EBA6E2505013}" destId="{4E1B6E8D-5D2E-F14B-A056-1FC885BBDA04}" srcOrd="2" destOrd="0" presId="urn:microsoft.com/office/officeart/2005/8/layout/vList2"/>
    <dgm:cxn modelId="{60DA5E58-E668-724A-9B25-57B8BE0C0997}" type="presParOf" srcId="{252BFDFA-633B-6140-A1DD-EBA6E2505013}" destId="{67E92249-18BA-D145-8331-79E5F1F2ED40}" srcOrd="3" destOrd="0" presId="urn:microsoft.com/office/officeart/2005/8/layout/vList2"/>
    <dgm:cxn modelId="{8DEBAA64-4523-E346-B967-DA59CAAFE6FA}" type="presParOf" srcId="{252BFDFA-633B-6140-A1DD-EBA6E2505013}" destId="{9BB36146-A534-4F49-A0B9-CBF51ED072F9}" srcOrd="4" destOrd="0" presId="urn:microsoft.com/office/officeart/2005/8/layout/vList2"/>
    <dgm:cxn modelId="{18B22855-AC33-5541-88F0-2F8A4C94EF9C}" type="presParOf" srcId="{252BFDFA-633B-6140-A1DD-EBA6E2505013}" destId="{4C108439-E7D2-D340-BA12-B1FFFA41BDC7}" srcOrd="5" destOrd="0" presId="urn:microsoft.com/office/officeart/2005/8/layout/vList2"/>
    <dgm:cxn modelId="{16C7223A-517E-0B4F-9583-FE3D936ECA07}" type="presParOf" srcId="{252BFDFA-633B-6140-A1DD-EBA6E2505013}" destId="{7F7EDAF3-EE3F-A947-BCB7-ED4B77BA2A9C}" srcOrd="6" destOrd="0" presId="urn:microsoft.com/office/officeart/2005/8/layout/vList2"/>
    <dgm:cxn modelId="{80F4D05B-A3EB-FA42-A27C-242DA0DE353D}" type="presParOf" srcId="{252BFDFA-633B-6140-A1DD-EBA6E2505013}" destId="{91DAA9C1-0942-364E-9950-C56AB806D7AD}" srcOrd="7" destOrd="0" presId="urn:microsoft.com/office/officeart/2005/8/layout/vList2"/>
    <dgm:cxn modelId="{36F48413-4294-AC4D-B08D-4F3EAFDF39E3}" type="presParOf" srcId="{252BFDFA-633B-6140-A1DD-EBA6E2505013}" destId="{13920215-AB78-F043-A696-12A7615CDD2A}" srcOrd="8" destOrd="0" presId="urn:microsoft.com/office/officeart/2005/8/layout/vList2"/>
    <dgm:cxn modelId="{9C737137-CC17-724E-9338-E632EBB6BADA}" type="presParOf" srcId="{252BFDFA-633B-6140-A1DD-EBA6E2505013}" destId="{3FCBB445-5F34-F645-8DE5-C2A6F0E00609}" srcOrd="9" destOrd="0" presId="urn:microsoft.com/office/officeart/2005/8/layout/vList2"/>
    <dgm:cxn modelId="{9A7DA8B1-7A2C-0F4E-A25A-E12739DF6ED7}" type="presParOf" srcId="{252BFDFA-633B-6140-A1DD-EBA6E2505013}" destId="{6C02F20B-53D1-B848-8582-5DB4F18DB8E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576AE52-9D2B-43A7-9FDE-EDBB8F6A465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EB3650DA-BDB3-4F27-AA0B-9228357C542D}">
      <dgm:prSet custT="1"/>
      <dgm:spPr/>
      <dgm:t>
        <a:bodyPr rtlCol="1"/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نافذة العرض</a:t>
          </a:r>
          <a:endParaRPr lang="en-US" sz="30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71E8B1C-BBD0-4425-800B-003CCD326CDD}" type="parTrans" cxnId="{7881E85B-5972-4A81-82BB-229F7527E6C7}">
      <dgm:prSet/>
      <dgm:spPr/>
      <dgm:t>
        <a:bodyPr rtlCol="1"/>
        <a:lstStyle/>
        <a:p>
          <a:pPr rtl="1"/>
          <a:endParaRPr lang="en-US"/>
        </a:p>
      </dgm:t>
    </dgm:pt>
    <dgm:pt modelId="{754313A6-DE70-41B1-A367-95A072E64C35}" type="sibTrans" cxnId="{7881E85B-5972-4A81-82BB-229F7527E6C7}">
      <dgm:prSet/>
      <dgm:spPr/>
      <dgm:t>
        <a:bodyPr rtlCol="1"/>
        <a:lstStyle/>
        <a:p>
          <a:pPr rtl="1"/>
          <a:endParaRPr lang="en-US"/>
        </a:p>
      </dgm:t>
    </dgm:pt>
    <dgm:pt modelId="{EFA06F23-D34F-4DA2-923D-15BD762C2B60}">
      <dgm:prSet custT="1"/>
      <dgm:spPr/>
      <dgm:t>
        <a:bodyPr rtlCol="1"/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الجزء الأمامي/الخلفي</a:t>
          </a:r>
          <a:endParaRPr lang="en-US" sz="30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038029EE-EB9A-4614-9441-289A25391228}" type="parTrans" cxnId="{3F7A46D8-3CA5-4909-82D2-3B7674D22754}">
      <dgm:prSet/>
      <dgm:spPr/>
      <dgm:t>
        <a:bodyPr rtlCol="1"/>
        <a:lstStyle/>
        <a:p>
          <a:pPr rtl="1"/>
          <a:endParaRPr lang="en-US"/>
        </a:p>
      </dgm:t>
    </dgm:pt>
    <dgm:pt modelId="{851D4FFF-49FA-462A-BE27-567B6C2525CF}" type="sibTrans" cxnId="{3F7A46D8-3CA5-4909-82D2-3B7674D22754}">
      <dgm:prSet/>
      <dgm:spPr/>
      <dgm:t>
        <a:bodyPr rtlCol="1"/>
        <a:lstStyle/>
        <a:p>
          <a:pPr rtl="1"/>
          <a:endParaRPr lang="en-US"/>
        </a:p>
      </dgm:t>
    </dgm:pt>
    <dgm:pt modelId="{1CE92CB5-DCEB-4E8D-BE27-CD3124B32E8C}">
      <dgm:prSet custT="1"/>
      <dgm:spPr/>
      <dgm:t>
        <a:bodyPr rtlCol="1"/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الممر/الممر الذي يتسم بالحركة العالية</a:t>
          </a:r>
          <a:endParaRPr lang="en-US" sz="30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39CC24E-4CC3-47A5-B3EA-A3ED9F3C35B8}" type="parTrans" cxnId="{FB1615F1-83AE-4771-BAD4-353921A9B024}">
      <dgm:prSet/>
      <dgm:spPr/>
      <dgm:t>
        <a:bodyPr rtlCol="1"/>
        <a:lstStyle/>
        <a:p>
          <a:pPr rtl="1"/>
          <a:endParaRPr lang="en-US"/>
        </a:p>
      </dgm:t>
    </dgm:pt>
    <dgm:pt modelId="{0D2518C8-AE70-469E-BEF3-0E07CF70113B}" type="sibTrans" cxnId="{FB1615F1-83AE-4771-BAD4-353921A9B024}">
      <dgm:prSet/>
      <dgm:spPr/>
      <dgm:t>
        <a:bodyPr rtlCol="1"/>
        <a:lstStyle/>
        <a:p>
          <a:pPr rtl="1"/>
          <a:endParaRPr lang="en-US"/>
        </a:p>
      </dgm:t>
    </dgm:pt>
    <dgm:pt modelId="{B712F09E-C93B-6A49-B80A-103DE6FB547B}" type="pres">
      <dgm:prSet presAssocID="{F576AE52-9D2B-43A7-9FDE-EDBB8F6A4650}" presName="linear" presStyleCnt="0">
        <dgm:presLayoutVars>
          <dgm:animLvl val="lvl"/>
          <dgm:resizeHandles val="exact"/>
        </dgm:presLayoutVars>
      </dgm:prSet>
      <dgm:spPr/>
    </dgm:pt>
    <dgm:pt modelId="{06735592-9009-3542-8798-16CDE6EE71E6}" type="pres">
      <dgm:prSet presAssocID="{EB3650DA-BDB3-4F27-AA0B-9228357C542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ECD522-9A00-EE4D-93AF-99040F795116}" type="pres">
      <dgm:prSet presAssocID="{754313A6-DE70-41B1-A367-95A072E64C35}" presName="spacer" presStyleCnt="0"/>
      <dgm:spPr/>
    </dgm:pt>
    <dgm:pt modelId="{D3087CEE-4A54-7D47-8756-C7EF85C440E8}" type="pres">
      <dgm:prSet presAssocID="{EFA06F23-D34F-4DA2-923D-15BD762C2B6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BE1E727-F155-A645-89E3-16DA57C4153F}" type="pres">
      <dgm:prSet presAssocID="{851D4FFF-49FA-462A-BE27-567B6C2525CF}" presName="spacer" presStyleCnt="0"/>
      <dgm:spPr/>
    </dgm:pt>
    <dgm:pt modelId="{956C3D53-FC76-3848-830A-236FF89810ED}" type="pres">
      <dgm:prSet presAssocID="{1CE92CB5-DCEB-4E8D-BE27-CD3124B32E8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80DC1C-DE51-DB49-954D-6A5E3B5DC19B}" type="presOf" srcId="{1CE92CB5-DCEB-4E8D-BE27-CD3124B32E8C}" destId="{956C3D53-FC76-3848-830A-236FF89810ED}" srcOrd="0" destOrd="0" presId="urn:microsoft.com/office/officeart/2005/8/layout/vList2"/>
    <dgm:cxn modelId="{9910D240-8DAD-4F4D-BA72-ABDE295C077B}" type="presOf" srcId="{EB3650DA-BDB3-4F27-AA0B-9228357C542D}" destId="{06735592-9009-3542-8798-16CDE6EE71E6}" srcOrd="0" destOrd="0" presId="urn:microsoft.com/office/officeart/2005/8/layout/vList2"/>
    <dgm:cxn modelId="{7881E85B-5972-4A81-82BB-229F7527E6C7}" srcId="{F576AE52-9D2B-43A7-9FDE-EDBB8F6A4650}" destId="{EB3650DA-BDB3-4F27-AA0B-9228357C542D}" srcOrd="0" destOrd="0" parTransId="{B71E8B1C-BBD0-4425-800B-003CCD326CDD}" sibTransId="{754313A6-DE70-41B1-A367-95A072E64C35}"/>
    <dgm:cxn modelId="{A3AFA160-624A-CE42-8E99-B7E83D00CEB4}" type="presOf" srcId="{F576AE52-9D2B-43A7-9FDE-EDBB8F6A4650}" destId="{B712F09E-C93B-6A49-B80A-103DE6FB547B}" srcOrd="0" destOrd="0" presId="urn:microsoft.com/office/officeart/2005/8/layout/vList2"/>
    <dgm:cxn modelId="{CB81AB83-69FC-A047-8706-F6141378646C}" type="presOf" srcId="{EFA06F23-D34F-4DA2-923D-15BD762C2B60}" destId="{D3087CEE-4A54-7D47-8756-C7EF85C440E8}" srcOrd="0" destOrd="0" presId="urn:microsoft.com/office/officeart/2005/8/layout/vList2"/>
    <dgm:cxn modelId="{3F7A46D8-3CA5-4909-82D2-3B7674D22754}" srcId="{F576AE52-9D2B-43A7-9FDE-EDBB8F6A4650}" destId="{EFA06F23-D34F-4DA2-923D-15BD762C2B60}" srcOrd="1" destOrd="0" parTransId="{038029EE-EB9A-4614-9441-289A25391228}" sibTransId="{851D4FFF-49FA-462A-BE27-567B6C2525CF}"/>
    <dgm:cxn modelId="{FB1615F1-83AE-4771-BAD4-353921A9B024}" srcId="{F576AE52-9D2B-43A7-9FDE-EDBB8F6A4650}" destId="{1CE92CB5-DCEB-4E8D-BE27-CD3124B32E8C}" srcOrd="2" destOrd="0" parTransId="{A39CC24E-4CC3-47A5-B3EA-A3ED9F3C35B8}" sibTransId="{0D2518C8-AE70-469E-BEF3-0E07CF70113B}"/>
    <dgm:cxn modelId="{4BECF79E-E335-604A-82EE-D6804B40C6E9}" type="presParOf" srcId="{B712F09E-C93B-6A49-B80A-103DE6FB547B}" destId="{06735592-9009-3542-8798-16CDE6EE71E6}" srcOrd="0" destOrd="0" presId="urn:microsoft.com/office/officeart/2005/8/layout/vList2"/>
    <dgm:cxn modelId="{FA9ED4EF-6C83-9D4D-918A-D686429A2EB8}" type="presParOf" srcId="{B712F09E-C93B-6A49-B80A-103DE6FB547B}" destId="{A5ECD522-9A00-EE4D-93AF-99040F795116}" srcOrd="1" destOrd="0" presId="urn:microsoft.com/office/officeart/2005/8/layout/vList2"/>
    <dgm:cxn modelId="{A5722819-CFCF-984A-9B9A-5D0B14CC829E}" type="presParOf" srcId="{B712F09E-C93B-6A49-B80A-103DE6FB547B}" destId="{D3087CEE-4A54-7D47-8756-C7EF85C440E8}" srcOrd="2" destOrd="0" presId="urn:microsoft.com/office/officeart/2005/8/layout/vList2"/>
    <dgm:cxn modelId="{73764B39-E87A-6B49-B685-2540B3D5BC48}" type="presParOf" srcId="{B712F09E-C93B-6A49-B80A-103DE6FB547B}" destId="{EBE1E727-F155-A645-89E3-16DA57C4153F}" srcOrd="3" destOrd="0" presId="urn:microsoft.com/office/officeart/2005/8/layout/vList2"/>
    <dgm:cxn modelId="{B9CC58E8-DBAF-D04C-BDA5-1B07DA1A6E98}" type="presParOf" srcId="{B712F09E-C93B-6A49-B80A-103DE6FB547B}" destId="{956C3D53-FC76-3848-830A-236FF89810E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576AE52-9D2B-43A7-9FDE-EDBB8F6A4650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EE32113E-698C-4620-97BE-8018BAD93A43}">
      <dgm:prSet custT="1"/>
      <dgm:spPr/>
      <dgm:t>
        <a:bodyPr rtlCol="1"/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بالقرب من الدرج</a:t>
          </a:r>
        </a:p>
      </dgm:t>
    </dgm:pt>
    <dgm:pt modelId="{F2E50012-A8B7-44A1-8C38-6C7414E1A1B9}" type="parTrans" cxnId="{952D561C-918C-425B-B4DB-74E77DF161C2}">
      <dgm:prSet/>
      <dgm:spPr/>
      <dgm:t>
        <a:bodyPr rtlCol="1"/>
        <a:lstStyle/>
        <a:p>
          <a:pPr rtl="1"/>
          <a:endParaRPr lang="en-US"/>
        </a:p>
      </dgm:t>
    </dgm:pt>
    <dgm:pt modelId="{F4C38C57-8155-4B5D-B489-AFB09077026F}" type="sibTrans" cxnId="{952D561C-918C-425B-B4DB-74E77DF161C2}">
      <dgm:prSet/>
      <dgm:spPr/>
      <dgm:t>
        <a:bodyPr rtlCol="1"/>
        <a:lstStyle/>
        <a:p>
          <a:pPr rtl="1"/>
          <a:endParaRPr lang="en-US"/>
        </a:p>
      </dgm:t>
    </dgm:pt>
    <dgm:pt modelId="{91A7EAC6-EB7F-284C-8364-D4C5EA98BEFF}">
      <dgm:prSet custT="1"/>
      <dgm:spPr/>
      <dgm:t>
        <a:bodyPr rtlCol="1"/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بالقرب من المصاعد </a:t>
          </a:r>
          <a:br>
            <a:rPr lang="en-US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أو السلالم الكهربائية</a:t>
          </a:r>
        </a:p>
      </dgm:t>
    </dgm:pt>
    <dgm:pt modelId="{3608F70F-70A8-4B47-8955-C3B675C3E7D8}" type="parTrans" cxnId="{6D58F46A-344E-B54F-A19F-F36CAB1AD2DD}">
      <dgm:prSet/>
      <dgm:spPr/>
      <dgm:t>
        <a:bodyPr rtlCol="1"/>
        <a:lstStyle/>
        <a:p>
          <a:pPr rtl="1"/>
          <a:endParaRPr lang="en-GB"/>
        </a:p>
      </dgm:t>
    </dgm:pt>
    <dgm:pt modelId="{9D781969-4A6E-EC4A-B37C-C46A3CA7057D}" type="sibTrans" cxnId="{6D58F46A-344E-B54F-A19F-F36CAB1AD2DD}">
      <dgm:prSet/>
      <dgm:spPr/>
      <dgm:t>
        <a:bodyPr rtlCol="1"/>
        <a:lstStyle/>
        <a:p>
          <a:pPr rtl="1"/>
          <a:endParaRPr lang="en-GB"/>
        </a:p>
      </dgm:t>
    </dgm:pt>
    <dgm:pt modelId="{5432CABE-A593-6E48-8369-A646EFA6628B}">
      <dgm:prSet custT="1"/>
      <dgm:spPr/>
      <dgm:t>
        <a:bodyPr rtlCol="1"/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المدخل</a:t>
          </a:r>
        </a:p>
      </dgm:t>
    </dgm:pt>
    <dgm:pt modelId="{0C6F9CE3-C927-9047-96C1-59A2D33C5114}" type="parTrans" cxnId="{2A9EE801-6708-7B46-9C08-9E08E3B989B8}">
      <dgm:prSet/>
      <dgm:spPr/>
      <dgm:t>
        <a:bodyPr rtlCol="1"/>
        <a:lstStyle/>
        <a:p>
          <a:pPr rtl="1"/>
          <a:endParaRPr lang="en-GB"/>
        </a:p>
      </dgm:t>
    </dgm:pt>
    <dgm:pt modelId="{6FCC6C85-55D7-E64B-ADC6-B77A0A533D48}" type="sibTrans" cxnId="{2A9EE801-6708-7B46-9C08-9E08E3B989B8}">
      <dgm:prSet/>
      <dgm:spPr/>
      <dgm:t>
        <a:bodyPr rtlCol="1"/>
        <a:lstStyle/>
        <a:p>
          <a:pPr rtl="1"/>
          <a:endParaRPr lang="en-GB"/>
        </a:p>
      </dgm:t>
    </dgm:pt>
    <dgm:pt modelId="{B712F09E-C93B-6A49-B80A-103DE6FB547B}" type="pres">
      <dgm:prSet presAssocID="{F576AE52-9D2B-43A7-9FDE-EDBB8F6A4650}" presName="linear" presStyleCnt="0">
        <dgm:presLayoutVars>
          <dgm:animLvl val="lvl"/>
          <dgm:resizeHandles val="exact"/>
        </dgm:presLayoutVars>
      </dgm:prSet>
      <dgm:spPr/>
    </dgm:pt>
    <dgm:pt modelId="{611AA7F4-9ECB-794E-A7A0-EB6DB59B1C81}" type="pres">
      <dgm:prSet presAssocID="{EE32113E-698C-4620-97BE-8018BAD93A43}" presName="parentText" presStyleLbl="node1" presStyleIdx="0" presStyleCnt="3" custLinFactNeighborX="-439" custLinFactNeighborY="-71327">
        <dgm:presLayoutVars>
          <dgm:chMax val="0"/>
          <dgm:bulletEnabled val="1"/>
        </dgm:presLayoutVars>
      </dgm:prSet>
      <dgm:spPr/>
    </dgm:pt>
    <dgm:pt modelId="{D50CDA50-0280-8142-A44A-6CD1A44AAB14}" type="pres">
      <dgm:prSet presAssocID="{F4C38C57-8155-4B5D-B489-AFB09077026F}" presName="spacer" presStyleCnt="0"/>
      <dgm:spPr/>
    </dgm:pt>
    <dgm:pt modelId="{04BCC5FC-6BEE-CF4E-83B0-BFEDBCE557C2}" type="pres">
      <dgm:prSet presAssocID="{5432CABE-A593-6E48-8369-A646EFA6628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A98812C-B567-B145-B8CE-C86E065C3252}" type="pres">
      <dgm:prSet presAssocID="{6FCC6C85-55D7-E64B-ADC6-B77A0A533D48}" presName="spacer" presStyleCnt="0"/>
      <dgm:spPr/>
    </dgm:pt>
    <dgm:pt modelId="{5A79701A-0907-114E-A7F6-ED1E3921F67C}" type="pres">
      <dgm:prSet presAssocID="{91A7EAC6-EB7F-284C-8364-D4C5EA98BEF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A9EE801-6708-7B46-9C08-9E08E3B989B8}" srcId="{F576AE52-9D2B-43A7-9FDE-EDBB8F6A4650}" destId="{5432CABE-A593-6E48-8369-A646EFA6628B}" srcOrd="1" destOrd="0" parTransId="{0C6F9CE3-C927-9047-96C1-59A2D33C5114}" sibTransId="{6FCC6C85-55D7-E64B-ADC6-B77A0A533D48}"/>
    <dgm:cxn modelId="{952D561C-918C-425B-B4DB-74E77DF161C2}" srcId="{F576AE52-9D2B-43A7-9FDE-EDBB8F6A4650}" destId="{EE32113E-698C-4620-97BE-8018BAD93A43}" srcOrd="0" destOrd="0" parTransId="{F2E50012-A8B7-44A1-8C38-6C7414E1A1B9}" sibTransId="{F4C38C57-8155-4B5D-B489-AFB09077026F}"/>
    <dgm:cxn modelId="{A3AFA160-624A-CE42-8E99-B7E83D00CEB4}" type="presOf" srcId="{F576AE52-9D2B-43A7-9FDE-EDBB8F6A4650}" destId="{B712F09E-C93B-6A49-B80A-103DE6FB547B}" srcOrd="0" destOrd="0" presId="urn:microsoft.com/office/officeart/2005/8/layout/vList2"/>
    <dgm:cxn modelId="{6D58F46A-344E-B54F-A19F-F36CAB1AD2DD}" srcId="{F576AE52-9D2B-43A7-9FDE-EDBB8F6A4650}" destId="{91A7EAC6-EB7F-284C-8364-D4C5EA98BEFF}" srcOrd="2" destOrd="0" parTransId="{3608F70F-70A8-4B47-8955-C3B675C3E7D8}" sibTransId="{9D781969-4A6E-EC4A-B37C-C46A3CA7057D}"/>
    <dgm:cxn modelId="{A6A8BCD3-0D08-EC43-9E57-7D2B946DC7B6}" type="presOf" srcId="{5432CABE-A593-6E48-8369-A646EFA6628B}" destId="{04BCC5FC-6BEE-CF4E-83B0-BFEDBCE557C2}" srcOrd="0" destOrd="0" presId="urn:microsoft.com/office/officeart/2005/8/layout/vList2"/>
    <dgm:cxn modelId="{14D970F2-5593-3543-B642-0DC5E86222B9}" type="presOf" srcId="{EE32113E-698C-4620-97BE-8018BAD93A43}" destId="{611AA7F4-9ECB-794E-A7A0-EB6DB59B1C81}" srcOrd="0" destOrd="0" presId="urn:microsoft.com/office/officeart/2005/8/layout/vList2"/>
    <dgm:cxn modelId="{A0B937FE-3A77-D94A-ADA3-408FDAD358DC}" type="presOf" srcId="{91A7EAC6-EB7F-284C-8364-D4C5EA98BEFF}" destId="{5A79701A-0907-114E-A7F6-ED1E3921F67C}" srcOrd="0" destOrd="0" presId="urn:microsoft.com/office/officeart/2005/8/layout/vList2"/>
    <dgm:cxn modelId="{3433210F-F087-704B-B0CF-43D0A99441FF}" type="presParOf" srcId="{B712F09E-C93B-6A49-B80A-103DE6FB547B}" destId="{611AA7F4-9ECB-794E-A7A0-EB6DB59B1C81}" srcOrd="0" destOrd="0" presId="urn:microsoft.com/office/officeart/2005/8/layout/vList2"/>
    <dgm:cxn modelId="{69C0928E-788A-EF4D-B722-BF9AABE01F08}" type="presParOf" srcId="{B712F09E-C93B-6A49-B80A-103DE6FB547B}" destId="{D50CDA50-0280-8142-A44A-6CD1A44AAB14}" srcOrd="1" destOrd="0" presId="urn:microsoft.com/office/officeart/2005/8/layout/vList2"/>
    <dgm:cxn modelId="{62A075A3-27E6-3542-865B-C0875379E8EF}" type="presParOf" srcId="{B712F09E-C93B-6A49-B80A-103DE6FB547B}" destId="{04BCC5FC-6BEE-CF4E-83B0-BFEDBCE557C2}" srcOrd="2" destOrd="0" presId="urn:microsoft.com/office/officeart/2005/8/layout/vList2"/>
    <dgm:cxn modelId="{EA9992CE-D7A7-0045-A84D-3C9E023C2782}" type="presParOf" srcId="{B712F09E-C93B-6A49-B80A-103DE6FB547B}" destId="{6A98812C-B567-B145-B8CE-C86E065C3252}" srcOrd="3" destOrd="0" presId="urn:microsoft.com/office/officeart/2005/8/layout/vList2"/>
    <dgm:cxn modelId="{9219CB9D-665B-8744-B973-F1A73B4C5853}" type="presParOf" srcId="{B712F09E-C93B-6A49-B80A-103DE6FB547B}" destId="{5A79701A-0907-114E-A7F6-ED1E3921F67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1771F82-7E80-45C2-A513-9C35A364859E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76BB07EF-F6F9-4375-ABC7-D734EDF39977}">
      <dgm:prSet/>
      <dgm:spPr/>
      <dgm:t>
        <a:bodyPr rtlCol="1"/>
        <a:lstStyle/>
        <a:p>
          <a:pPr algn="r" rtl="1">
            <a:lnSpc>
              <a:spcPct val="100000"/>
            </a:lnSpc>
            <a:defRPr cap="all"/>
          </a:pPr>
          <a:r>
            <a:rPr lang="ar"/>
            <a:t>عناصر العرض</a:t>
          </a:r>
        </a:p>
      </dgm:t>
    </dgm:pt>
    <dgm:pt modelId="{5A436A42-E651-4F95-A233-994A330357A7}" type="parTrans" cxnId="{9DC5B85E-17BF-4CFC-A05F-7B6BEDAAC2D1}">
      <dgm:prSet/>
      <dgm:spPr/>
      <dgm:t>
        <a:bodyPr rtlCol="1"/>
        <a:lstStyle/>
        <a:p>
          <a:pPr rtl="1"/>
          <a:endParaRPr lang="en-US"/>
        </a:p>
      </dgm:t>
    </dgm:pt>
    <dgm:pt modelId="{AF8567AE-C797-46FC-B593-B9CC3781C644}" type="sibTrans" cxnId="{9DC5B85E-17BF-4CFC-A05F-7B6BEDAAC2D1}">
      <dgm:prSet/>
      <dgm:spPr/>
      <dgm:t>
        <a:bodyPr rtlCol="1"/>
        <a:lstStyle/>
        <a:p>
          <a:pPr rtl="1"/>
          <a:endParaRPr lang="en-US"/>
        </a:p>
      </dgm:t>
    </dgm:pt>
    <dgm:pt modelId="{9343236C-3178-447A-A268-4DE30054B882}">
      <dgm:prSet/>
      <dgm:spPr/>
      <dgm:t>
        <a:bodyPr rtlCol="1"/>
        <a:lstStyle/>
        <a:p>
          <a:pPr algn="r" rtl="1">
            <a:lnSpc>
              <a:spcPct val="100000"/>
            </a:lnSpc>
            <a:defRPr cap="all"/>
          </a:pPr>
          <a:r>
            <a:rPr lang="ar"/>
            <a:t>أدوات العمل</a:t>
          </a:r>
        </a:p>
      </dgm:t>
    </dgm:pt>
    <dgm:pt modelId="{5871F7AA-EFB9-4818-96D9-EF10D070F2DD}" type="parTrans" cxnId="{0405A1FF-0EDC-41B8-B31F-9C617D4D73F8}">
      <dgm:prSet/>
      <dgm:spPr/>
      <dgm:t>
        <a:bodyPr rtlCol="1"/>
        <a:lstStyle/>
        <a:p>
          <a:pPr rtl="1"/>
          <a:endParaRPr lang="en-US"/>
        </a:p>
      </dgm:t>
    </dgm:pt>
    <dgm:pt modelId="{ED63C83C-5880-4AE1-BFC4-DCF0DA81072B}" type="sibTrans" cxnId="{0405A1FF-0EDC-41B8-B31F-9C617D4D73F8}">
      <dgm:prSet/>
      <dgm:spPr/>
      <dgm:t>
        <a:bodyPr rtlCol="1"/>
        <a:lstStyle/>
        <a:p>
          <a:pPr rtl="1"/>
          <a:endParaRPr lang="en-US"/>
        </a:p>
      </dgm:t>
    </dgm:pt>
    <dgm:pt modelId="{7BDA014E-71F8-4396-B636-4F9FB1C29849}">
      <dgm:prSet/>
      <dgm:spPr/>
      <dgm:t>
        <a:bodyPr rtlCol="1"/>
        <a:lstStyle/>
        <a:p>
          <a:pPr algn="r" rtl="1">
            <a:lnSpc>
              <a:spcPct val="100000"/>
            </a:lnSpc>
            <a:defRPr cap="all"/>
          </a:pPr>
          <a:r>
            <a:rPr lang="ar" dirty="0"/>
            <a:t>الحفاظ على النظام</a:t>
          </a:r>
        </a:p>
      </dgm:t>
    </dgm:pt>
    <dgm:pt modelId="{49B9217D-977A-4414-864C-9FFB5EE96988}" type="parTrans" cxnId="{F9DFE1F4-5CC2-43CF-BADA-28403725A866}">
      <dgm:prSet/>
      <dgm:spPr/>
      <dgm:t>
        <a:bodyPr rtlCol="1"/>
        <a:lstStyle/>
        <a:p>
          <a:pPr rtl="1"/>
          <a:endParaRPr lang="en-US"/>
        </a:p>
      </dgm:t>
    </dgm:pt>
    <dgm:pt modelId="{873DFE7F-CCE9-4B06-B63D-2682D2F28D4C}" type="sibTrans" cxnId="{F9DFE1F4-5CC2-43CF-BADA-28403725A866}">
      <dgm:prSet/>
      <dgm:spPr/>
      <dgm:t>
        <a:bodyPr rtlCol="1"/>
        <a:lstStyle/>
        <a:p>
          <a:pPr rtl="1"/>
          <a:endParaRPr lang="en-US"/>
        </a:p>
      </dgm:t>
    </dgm:pt>
    <dgm:pt modelId="{65057EBF-C636-4D03-A540-3C9F1929A99B}" type="pres">
      <dgm:prSet presAssocID="{C1771F82-7E80-45C2-A513-9C35A364859E}" presName="root" presStyleCnt="0">
        <dgm:presLayoutVars>
          <dgm:dir val="rev"/>
          <dgm:resizeHandles val="exact"/>
        </dgm:presLayoutVars>
      </dgm:prSet>
      <dgm:spPr/>
    </dgm:pt>
    <dgm:pt modelId="{9AD40E14-DA7E-409F-9FA0-600EE1B728A9}" type="pres">
      <dgm:prSet presAssocID="{76BB07EF-F6F9-4375-ABC7-D734EDF39977}" presName="compNode" presStyleCnt="0"/>
      <dgm:spPr/>
    </dgm:pt>
    <dgm:pt modelId="{8E2C7700-0E41-480D-B819-196868253DAF}" type="pres">
      <dgm:prSet presAssocID="{76BB07EF-F6F9-4375-ABC7-D734EDF39977}" presName="iconBgRect" presStyleLbl="bgShp" presStyleIdx="0" presStyleCnt="3"/>
      <dgm:spPr/>
    </dgm:pt>
    <dgm:pt modelId="{D0AECC47-34D3-4947-8480-4E9A890AD589}" type="pres">
      <dgm:prSet presAssocID="{76BB07EF-F6F9-4375-ABC7-D734EDF3997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mal Shirt with solid fill"/>
        </a:ext>
      </dgm:extLst>
    </dgm:pt>
    <dgm:pt modelId="{F1396816-B609-418C-9D2D-4C0A82C75A7E}" type="pres">
      <dgm:prSet presAssocID="{76BB07EF-F6F9-4375-ABC7-D734EDF39977}" presName="spaceRect" presStyleCnt="0"/>
      <dgm:spPr/>
    </dgm:pt>
    <dgm:pt modelId="{A11F7955-0F23-469C-8C57-A275F087D4D0}" type="pres">
      <dgm:prSet presAssocID="{76BB07EF-F6F9-4375-ABC7-D734EDF39977}" presName="textRect" presStyleLbl="revTx" presStyleIdx="0" presStyleCnt="3">
        <dgm:presLayoutVars>
          <dgm:chMax val="1"/>
          <dgm:chPref val="1"/>
        </dgm:presLayoutVars>
      </dgm:prSet>
      <dgm:spPr/>
    </dgm:pt>
    <dgm:pt modelId="{7D17613C-4A46-4646-AC9A-E5094C72D311}" type="pres">
      <dgm:prSet presAssocID="{AF8567AE-C797-46FC-B593-B9CC3781C644}" presName="sibTrans" presStyleCnt="0"/>
      <dgm:spPr/>
    </dgm:pt>
    <dgm:pt modelId="{42006921-1239-4FD6-B5FB-E52AC987EB92}" type="pres">
      <dgm:prSet presAssocID="{9343236C-3178-447A-A268-4DE30054B882}" presName="compNode" presStyleCnt="0"/>
      <dgm:spPr/>
    </dgm:pt>
    <dgm:pt modelId="{EF91F807-FDBD-4EF5-88D5-C51FEC194EE8}" type="pres">
      <dgm:prSet presAssocID="{9343236C-3178-447A-A268-4DE30054B882}" presName="iconBgRect" presStyleLbl="bgShp" presStyleIdx="1" presStyleCnt="3"/>
      <dgm:spPr/>
    </dgm:pt>
    <dgm:pt modelId="{35956B97-D990-48C7-B9D9-5C457C686929}" type="pres">
      <dgm:prSet presAssocID="{9343236C-3178-447A-A268-4DE30054B88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2383090B-1309-441F-9E8E-71CE6CF39747}" type="pres">
      <dgm:prSet presAssocID="{9343236C-3178-447A-A268-4DE30054B882}" presName="spaceRect" presStyleCnt="0"/>
      <dgm:spPr/>
    </dgm:pt>
    <dgm:pt modelId="{4BB97B9E-FBDC-438D-B91A-DB40DDFA5217}" type="pres">
      <dgm:prSet presAssocID="{9343236C-3178-447A-A268-4DE30054B882}" presName="textRect" presStyleLbl="revTx" presStyleIdx="1" presStyleCnt="3">
        <dgm:presLayoutVars>
          <dgm:chMax val="1"/>
          <dgm:chPref val="1"/>
        </dgm:presLayoutVars>
      </dgm:prSet>
      <dgm:spPr/>
    </dgm:pt>
    <dgm:pt modelId="{92203D5D-D0C5-445E-9D96-781E67E2A663}" type="pres">
      <dgm:prSet presAssocID="{ED63C83C-5880-4AE1-BFC4-DCF0DA81072B}" presName="sibTrans" presStyleCnt="0"/>
      <dgm:spPr/>
    </dgm:pt>
    <dgm:pt modelId="{96B21DC4-21B5-4223-A8F8-8F518A0A22CB}" type="pres">
      <dgm:prSet presAssocID="{7BDA014E-71F8-4396-B636-4F9FB1C29849}" presName="compNode" presStyleCnt="0"/>
      <dgm:spPr/>
    </dgm:pt>
    <dgm:pt modelId="{DE8654A2-137B-4B4F-B1DE-6B30477E3A07}" type="pres">
      <dgm:prSet presAssocID="{7BDA014E-71F8-4396-B636-4F9FB1C29849}" presName="iconBgRect" presStyleLbl="bgShp" presStyleIdx="2" presStyleCnt="3"/>
      <dgm:spPr/>
    </dgm:pt>
    <dgm:pt modelId="{FF92A4EB-9A63-4775-8525-CDA72DCC51BE}" type="pres">
      <dgm:prSet presAssocID="{7BDA014E-71F8-4396-B636-4F9FB1C298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356FBF7F-3A3C-4AEF-8D54-6F0968F69E30}" type="pres">
      <dgm:prSet presAssocID="{7BDA014E-71F8-4396-B636-4F9FB1C29849}" presName="spaceRect" presStyleCnt="0"/>
      <dgm:spPr/>
    </dgm:pt>
    <dgm:pt modelId="{7002FF3E-792A-453F-A92C-9AAB1414E570}" type="pres">
      <dgm:prSet presAssocID="{7BDA014E-71F8-4396-B636-4F9FB1C2984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3137927-D380-44F0-B683-FA601E0B3B30}" type="presOf" srcId="{9343236C-3178-447A-A268-4DE30054B882}" destId="{4BB97B9E-FBDC-438D-B91A-DB40DDFA5217}" srcOrd="0" destOrd="0" presId="urn:microsoft.com/office/officeart/2018/5/layout/IconCircleLabelList"/>
    <dgm:cxn modelId="{9DC5B85E-17BF-4CFC-A05F-7B6BEDAAC2D1}" srcId="{C1771F82-7E80-45C2-A513-9C35A364859E}" destId="{76BB07EF-F6F9-4375-ABC7-D734EDF39977}" srcOrd="0" destOrd="0" parTransId="{5A436A42-E651-4F95-A233-994A330357A7}" sibTransId="{AF8567AE-C797-46FC-B593-B9CC3781C644}"/>
    <dgm:cxn modelId="{6A1FE063-755F-460C-A378-7647C95E20F4}" type="presOf" srcId="{76BB07EF-F6F9-4375-ABC7-D734EDF39977}" destId="{A11F7955-0F23-469C-8C57-A275F087D4D0}" srcOrd="0" destOrd="0" presId="urn:microsoft.com/office/officeart/2018/5/layout/IconCircleLabelList"/>
    <dgm:cxn modelId="{553704AA-5637-4840-A29E-05AEA0B54B7D}" type="presOf" srcId="{7BDA014E-71F8-4396-B636-4F9FB1C29849}" destId="{7002FF3E-792A-453F-A92C-9AAB1414E570}" srcOrd="0" destOrd="0" presId="urn:microsoft.com/office/officeart/2018/5/layout/IconCircleLabelList"/>
    <dgm:cxn modelId="{0A69D2F1-128A-4B8D-AB50-FDBFEB2AF43B}" type="presOf" srcId="{C1771F82-7E80-45C2-A513-9C35A364859E}" destId="{65057EBF-C636-4D03-A540-3C9F1929A99B}" srcOrd="0" destOrd="0" presId="urn:microsoft.com/office/officeart/2018/5/layout/IconCircleLabelList"/>
    <dgm:cxn modelId="{F9DFE1F4-5CC2-43CF-BADA-28403725A866}" srcId="{C1771F82-7E80-45C2-A513-9C35A364859E}" destId="{7BDA014E-71F8-4396-B636-4F9FB1C29849}" srcOrd="2" destOrd="0" parTransId="{49B9217D-977A-4414-864C-9FFB5EE96988}" sibTransId="{873DFE7F-CCE9-4B06-B63D-2682D2F28D4C}"/>
    <dgm:cxn modelId="{0405A1FF-0EDC-41B8-B31F-9C617D4D73F8}" srcId="{C1771F82-7E80-45C2-A513-9C35A364859E}" destId="{9343236C-3178-447A-A268-4DE30054B882}" srcOrd="1" destOrd="0" parTransId="{5871F7AA-EFB9-4818-96D9-EF10D070F2DD}" sibTransId="{ED63C83C-5880-4AE1-BFC4-DCF0DA81072B}"/>
    <dgm:cxn modelId="{EC276F11-18B2-4E43-9D54-9CC8F26C93F9}" type="presParOf" srcId="{65057EBF-C636-4D03-A540-3C9F1929A99B}" destId="{9AD40E14-DA7E-409F-9FA0-600EE1B728A9}" srcOrd="0" destOrd="0" presId="urn:microsoft.com/office/officeart/2018/5/layout/IconCircleLabelList"/>
    <dgm:cxn modelId="{ED2DB508-8E55-43D9-92C8-478082044388}" type="presParOf" srcId="{9AD40E14-DA7E-409F-9FA0-600EE1B728A9}" destId="{8E2C7700-0E41-480D-B819-196868253DAF}" srcOrd="0" destOrd="0" presId="urn:microsoft.com/office/officeart/2018/5/layout/IconCircleLabelList"/>
    <dgm:cxn modelId="{51779C7A-9E7A-4E43-8EFE-0FC78E8D0840}" type="presParOf" srcId="{9AD40E14-DA7E-409F-9FA0-600EE1B728A9}" destId="{D0AECC47-34D3-4947-8480-4E9A890AD589}" srcOrd="1" destOrd="0" presId="urn:microsoft.com/office/officeart/2018/5/layout/IconCircleLabelList"/>
    <dgm:cxn modelId="{4AB68C9B-5589-4D52-BE55-B5805DC924E6}" type="presParOf" srcId="{9AD40E14-DA7E-409F-9FA0-600EE1B728A9}" destId="{F1396816-B609-418C-9D2D-4C0A82C75A7E}" srcOrd="2" destOrd="0" presId="urn:microsoft.com/office/officeart/2018/5/layout/IconCircleLabelList"/>
    <dgm:cxn modelId="{C390AA96-54AB-4127-BF72-FE9C873A581C}" type="presParOf" srcId="{9AD40E14-DA7E-409F-9FA0-600EE1B728A9}" destId="{A11F7955-0F23-469C-8C57-A275F087D4D0}" srcOrd="3" destOrd="0" presId="urn:microsoft.com/office/officeart/2018/5/layout/IconCircleLabelList"/>
    <dgm:cxn modelId="{EFA26EA4-CF7A-46E3-8C6F-36700CB0BCED}" type="presParOf" srcId="{65057EBF-C636-4D03-A540-3C9F1929A99B}" destId="{7D17613C-4A46-4646-AC9A-E5094C72D311}" srcOrd="1" destOrd="0" presId="urn:microsoft.com/office/officeart/2018/5/layout/IconCircleLabelList"/>
    <dgm:cxn modelId="{2A7972D0-E20E-41C5-85E1-39D673AE848F}" type="presParOf" srcId="{65057EBF-C636-4D03-A540-3C9F1929A99B}" destId="{42006921-1239-4FD6-B5FB-E52AC987EB92}" srcOrd="2" destOrd="0" presId="urn:microsoft.com/office/officeart/2018/5/layout/IconCircleLabelList"/>
    <dgm:cxn modelId="{EAB1C608-7664-4AC3-8276-2CFCB3660A56}" type="presParOf" srcId="{42006921-1239-4FD6-B5FB-E52AC987EB92}" destId="{EF91F807-FDBD-4EF5-88D5-C51FEC194EE8}" srcOrd="0" destOrd="0" presId="urn:microsoft.com/office/officeart/2018/5/layout/IconCircleLabelList"/>
    <dgm:cxn modelId="{D10818C2-21C0-45BE-B2E1-54313B739215}" type="presParOf" srcId="{42006921-1239-4FD6-B5FB-E52AC987EB92}" destId="{35956B97-D990-48C7-B9D9-5C457C686929}" srcOrd="1" destOrd="0" presId="urn:microsoft.com/office/officeart/2018/5/layout/IconCircleLabelList"/>
    <dgm:cxn modelId="{54AE3DDF-E995-45EB-9A16-8D7C53F26380}" type="presParOf" srcId="{42006921-1239-4FD6-B5FB-E52AC987EB92}" destId="{2383090B-1309-441F-9E8E-71CE6CF39747}" srcOrd="2" destOrd="0" presId="urn:microsoft.com/office/officeart/2018/5/layout/IconCircleLabelList"/>
    <dgm:cxn modelId="{0C453A41-4A14-4103-8D97-CF62478FF83C}" type="presParOf" srcId="{42006921-1239-4FD6-B5FB-E52AC987EB92}" destId="{4BB97B9E-FBDC-438D-B91A-DB40DDFA5217}" srcOrd="3" destOrd="0" presId="urn:microsoft.com/office/officeart/2018/5/layout/IconCircleLabelList"/>
    <dgm:cxn modelId="{DB5974BE-DBDF-4EA8-95F1-B8BF8EAE12B4}" type="presParOf" srcId="{65057EBF-C636-4D03-A540-3C9F1929A99B}" destId="{92203D5D-D0C5-445E-9D96-781E67E2A663}" srcOrd="3" destOrd="0" presId="urn:microsoft.com/office/officeart/2018/5/layout/IconCircleLabelList"/>
    <dgm:cxn modelId="{89B483CA-54CC-45B3-B242-4268EC397025}" type="presParOf" srcId="{65057EBF-C636-4D03-A540-3C9F1929A99B}" destId="{96B21DC4-21B5-4223-A8F8-8F518A0A22CB}" srcOrd="4" destOrd="0" presId="urn:microsoft.com/office/officeart/2018/5/layout/IconCircleLabelList"/>
    <dgm:cxn modelId="{0946EEEF-1873-4B9E-A2AC-433C07C24AD9}" type="presParOf" srcId="{96B21DC4-21B5-4223-A8F8-8F518A0A22CB}" destId="{DE8654A2-137B-4B4F-B1DE-6B30477E3A07}" srcOrd="0" destOrd="0" presId="urn:microsoft.com/office/officeart/2018/5/layout/IconCircleLabelList"/>
    <dgm:cxn modelId="{98FEFD62-0C16-46E3-9862-3FAA3B7C9CAD}" type="presParOf" srcId="{96B21DC4-21B5-4223-A8F8-8F518A0A22CB}" destId="{FF92A4EB-9A63-4775-8525-CDA72DCC51BE}" srcOrd="1" destOrd="0" presId="urn:microsoft.com/office/officeart/2018/5/layout/IconCircleLabelList"/>
    <dgm:cxn modelId="{D186A7B5-2071-410C-B9B4-3AB54B1E40C7}" type="presParOf" srcId="{96B21DC4-21B5-4223-A8F8-8F518A0A22CB}" destId="{356FBF7F-3A3C-4AEF-8D54-6F0968F69E30}" srcOrd="2" destOrd="0" presId="urn:microsoft.com/office/officeart/2018/5/layout/IconCircleLabelList"/>
    <dgm:cxn modelId="{E8ADAAEB-ACCE-4571-8204-0510A2384F38}" type="presParOf" srcId="{96B21DC4-21B5-4223-A8F8-8F518A0A22CB}" destId="{7002FF3E-792A-453F-A92C-9AAB1414E57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00B64FF-F653-47A2-A733-61CD9F76306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CADE93A5-7B94-4DBF-AA81-DA5CC3C0CA32}">
      <dgm:prSet/>
      <dgm:spPr/>
      <dgm:t>
        <a:bodyPr rtlCol="1"/>
        <a:lstStyle/>
        <a:p>
          <a:pPr rtl="1"/>
          <a:r>
            <a:rPr lang="ar" dirty="0"/>
            <a:t>متاجر البيع بالتجزئة</a:t>
          </a:r>
        </a:p>
        <a:p>
          <a:pPr rtl="1"/>
          <a:r>
            <a:rPr lang="ar" dirty="0"/>
            <a:t>زيادة حركة العملاء والربحية</a:t>
          </a:r>
        </a:p>
      </dgm:t>
    </dgm:pt>
    <dgm:pt modelId="{A7455C1F-0433-4C71-A3CF-E48F6061D237}" type="parTrans" cxnId="{1609C260-40BA-40C2-A097-77F4804A5FB7}">
      <dgm:prSet/>
      <dgm:spPr/>
      <dgm:t>
        <a:bodyPr rtlCol="1"/>
        <a:lstStyle/>
        <a:p>
          <a:pPr rtl="1"/>
          <a:endParaRPr lang="en-US"/>
        </a:p>
      </dgm:t>
    </dgm:pt>
    <dgm:pt modelId="{37E58272-8AE2-417F-A52A-EEB7603AFB96}" type="sibTrans" cxnId="{1609C260-40BA-40C2-A097-77F4804A5FB7}">
      <dgm:prSet/>
      <dgm:spPr/>
      <dgm:t>
        <a:bodyPr rtlCol="1"/>
        <a:lstStyle/>
        <a:p>
          <a:pPr rtl="1"/>
          <a:endParaRPr lang="en-US"/>
        </a:p>
      </dgm:t>
    </dgm:pt>
    <dgm:pt modelId="{9E155482-55A9-4450-AFFD-0CF74844BB73}">
      <dgm:prSet/>
      <dgm:spPr/>
      <dgm:t>
        <a:bodyPr rtlCol="1"/>
        <a:lstStyle/>
        <a:p>
          <a:pPr rtl="1"/>
          <a:r>
            <a:rPr lang="ar" dirty="0"/>
            <a:t>العملاء</a:t>
          </a:r>
        </a:p>
        <a:p>
          <a:pPr rtl="1"/>
          <a:r>
            <a:rPr lang="ar" dirty="0"/>
            <a:t>تحسين إمكانية الوصول واختيار العملاء لأنفسهم يُنبئ عن التوجهات</a:t>
          </a:r>
        </a:p>
      </dgm:t>
    </dgm:pt>
    <dgm:pt modelId="{7277330E-8D0E-48AB-AA5B-885A68A30A29}" type="parTrans" cxnId="{7E144AF9-6514-428C-B87E-58068944518C}">
      <dgm:prSet/>
      <dgm:spPr/>
      <dgm:t>
        <a:bodyPr rtlCol="1"/>
        <a:lstStyle/>
        <a:p>
          <a:pPr rtl="1"/>
          <a:endParaRPr lang="en-US"/>
        </a:p>
      </dgm:t>
    </dgm:pt>
    <dgm:pt modelId="{82F88930-71B0-49A5-A18C-459AC89D2FFA}" type="sibTrans" cxnId="{7E144AF9-6514-428C-B87E-58068944518C}">
      <dgm:prSet/>
      <dgm:spPr/>
      <dgm:t>
        <a:bodyPr rtlCol="1"/>
        <a:lstStyle/>
        <a:p>
          <a:pPr rtl="1"/>
          <a:endParaRPr lang="en-US"/>
        </a:p>
      </dgm:t>
    </dgm:pt>
    <dgm:pt modelId="{B4DEE0EB-6E1C-411F-B851-DD10F2B33502}">
      <dgm:prSet/>
      <dgm:spPr/>
      <dgm:t>
        <a:bodyPr rtlCol="1"/>
        <a:lstStyle/>
        <a:p>
          <a:pPr rtl="1"/>
          <a:r>
            <a:rPr lang="ar" dirty="0"/>
            <a:t>الموردون</a:t>
          </a:r>
        </a:p>
        <a:p>
          <a:pPr rtl="1"/>
          <a:r>
            <a:rPr lang="ar" dirty="0"/>
            <a:t>زيادة مبيعات وتسويق منتجاتهم</a:t>
          </a:r>
        </a:p>
      </dgm:t>
    </dgm:pt>
    <dgm:pt modelId="{F97F70F0-1F7C-4FEC-8E87-D5C7ED73A487}" type="parTrans" cxnId="{57889094-3281-43F6-82E9-1CD383EE088C}">
      <dgm:prSet/>
      <dgm:spPr/>
      <dgm:t>
        <a:bodyPr rtlCol="1"/>
        <a:lstStyle/>
        <a:p>
          <a:pPr rtl="1"/>
          <a:endParaRPr lang="en-US"/>
        </a:p>
      </dgm:t>
    </dgm:pt>
    <dgm:pt modelId="{813F2D94-9E30-47BE-B6BE-3388E7F26675}" type="sibTrans" cxnId="{57889094-3281-43F6-82E9-1CD383EE088C}">
      <dgm:prSet/>
      <dgm:spPr/>
      <dgm:t>
        <a:bodyPr rtlCol="1"/>
        <a:lstStyle/>
        <a:p>
          <a:pPr rtl="1"/>
          <a:endParaRPr lang="en-US"/>
        </a:p>
      </dgm:t>
    </dgm:pt>
    <dgm:pt modelId="{BFC2CDF6-32F5-48C1-AD79-79B74CCF6A71}" type="pres">
      <dgm:prSet presAssocID="{700B64FF-F653-47A2-A733-61CD9F763065}" presName="root" presStyleCnt="0">
        <dgm:presLayoutVars>
          <dgm:dir/>
          <dgm:resizeHandles val="exact"/>
        </dgm:presLayoutVars>
      </dgm:prSet>
      <dgm:spPr/>
    </dgm:pt>
    <dgm:pt modelId="{4CA57EBB-4666-45A5-8857-69633EF6E224}" type="pres">
      <dgm:prSet presAssocID="{CADE93A5-7B94-4DBF-AA81-DA5CC3C0CA32}" presName="compNode" presStyleCnt="0"/>
      <dgm:spPr/>
    </dgm:pt>
    <dgm:pt modelId="{DA1C5507-0AC2-491B-A21A-69E249CF518E}" type="pres">
      <dgm:prSet presAssocID="{CADE93A5-7B94-4DBF-AA81-DA5CC3C0CA32}" presName="bgRect" presStyleLbl="bgShp" presStyleIdx="0" presStyleCnt="3"/>
      <dgm:spPr/>
    </dgm:pt>
    <dgm:pt modelId="{4337BA6D-1BA3-4882-B67E-ECD86B98DB18}" type="pres">
      <dgm:prSet presAssocID="{CADE93A5-7B94-4DBF-AA81-DA5CC3C0CA32}" presName="iconRect" presStyleLbl="node1" presStyleIdx="0" presStyleCnt="3" custLinFactX="200000" custLinFactNeighborX="28274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DDB11655-29C4-4B35-9B9E-5C8FE36501B6}" type="pres">
      <dgm:prSet presAssocID="{CADE93A5-7B94-4DBF-AA81-DA5CC3C0CA32}" presName="spaceRect" presStyleCnt="0"/>
      <dgm:spPr/>
    </dgm:pt>
    <dgm:pt modelId="{3E88453A-FC3D-44B3-B61D-234BA1832723}" type="pres">
      <dgm:prSet presAssocID="{CADE93A5-7B94-4DBF-AA81-DA5CC3C0CA32}" presName="parTx" presStyleLbl="revTx" presStyleIdx="0" presStyleCnt="3" custLinFactX="-32087" custLinFactNeighborX="-100000">
        <dgm:presLayoutVars>
          <dgm:chMax val="0"/>
          <dgm:chPref val="0"/>
        </dgm:presLayoutVars>
      </dgm:prSet>
      <dgm:spPr/>
    </dgm:pt>
    <dgm:pt modelId="{31683C29-F513-4CD7-AB02-0DDFACB73F3C}" type="pres">
      <dgm:prSet presAssocID="{37E58272-8AE2-417F-A52A-EEB7603AFB96}" presName="sibTrans" presStyleCnt="0"/>
      <dgm:spPr/>
    </dgm:pt>
    <dgm:pt modelId="{F3A2173B-A62F-4346-B495-5B8CE8C066F8}" type="pres">
      <dgm:prSet presAssocID="{9E155482-55A9-4450-AFFD-0CF74844BB73}" presName="compNode" presStyleCnt="0"/>
      <dgm:spPr/>
    </dgm:pt>
    <dgm:pt modelId="{6D358190-7AC9-4921-B7D8-8473A364CF45}" type="pres">
      <dgm:prSet presAssocID="{9E155482-55A9-4450-AFFD-0CF74844BB73}" presName="bgRect" presStyleLbl="bgShp" presStyleIdx="1" presStyleCnt="3"/>
      <dgm:spPr/>
    </dgm:pt>
    <dgm:pt modelId="{F6DD5D23-243C-4261-9291-F0C854967719}" type="pres">
      <dgm:prSet presAssocID="{9E155482-55A9-4450-AFFD-0CF74844BB73}" presName="iconRect" presStyleLbl="node1" presStyleIdx="1" presStyleCnt="3" custLinFactX="200000" custLinFactNeighborX="28274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866A2F3F-AEA0-48DE-8CD1-5288DAA07DFB}" type="pres">
      <dgm:prSet presAssocID="{9E155482-55A9-4450-AFFD-0CF74844BB73}" presName="spaceRect" presStyleCnt="0"/>
      <dgm:spPr/>
    </dgm:pt>
    <dgm:pt modelId="{33DD3671-46AA-4FC4-AFE4-808F48B8FFE0}" type="pres">
      <dgm:prSet presAssocID="{9E155482-55A9-4450-AFFD-0CF74844BB73}" presName="parTx" presStyleLbl="revTx" presStyleIdx="1" presStyleCnt="3" custLinFactX="-46360" custLinFactNeighborX="-100000">
        <dgm:presLayoutVars>
          <dgm:chMax val="0"/>
          <dgm:chPref val="0"/>
        </dgm:presLayoutVars>
      </dgm:prSet>
      <dgm:spPr/>
    </dgm:pt>
    <dgm:pt modelId="{C11E749A-D2D0-4905-9BFA-B9782F8A0752}" type="pres">
      <dgm:prSet presAssocID="{82F88930-71B0-49A5-A18C-459AC89D2FFA}" presName="sibTrans" presStyleCnt="0"/>
      <dgm:spPr/>
    </dgm:pt>
    <dgm:pt modelId="{1FBC43D6-CEAC-40E3-9725-03B2B302615E}" type="pres">
      <dgm:prSet presAssocID="{B4DEE0EB-6E1C-411F-B851-DD10F2B33502}" presName="compNode" presStyleCnt="0"/>
      <dgm:spPr/>
    </dgm:pt>
    <dgm:pt modelId="{32A9573B-1936-4031-AC1E-B50BEB171A8C}" type="pres">
      <dgm:prSet presAssocID="{B4DEE0EB-6E1C-411F-B851-DD10F2B33502}" presName="bgRect" presStyleLbl="bgShp" presStyleIdx="2" presStyleCnt="3"/>
      <dgm:spPr/>
    </dgm:pt>
    <dgm:pt modelId="{A69DCDAC-68CC-46DC-9CE7-16BDCE4B8EAC}" type="pres">
      <dgm:prSet presAssocID="{B4DEE0EB-6E1C-411F-B851-DD10F2B33502}" presName="iconRect" presStyleLbl="node1" presStyleIdx="2" presStyleCnt="3" custLinFactX="200000" custLinFactNeighborX="28274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4D9D899B-9689-4C55-BA49-F805C7019886}" type="pres">
      <dgm:prSet presAssocID="{B4DEE0EB-6E1C-411F-B851-DD10F2B33502}" presName="spaceRect" presStyleCnt="0"/>
      <dgm:spPr/>
    </dgm:pt>
    <dgm:pt modelId="{A2A6DE94-46B8-4450-A3B0-33387FBA12D5}" type="pres">
      <dgm:prSet presAssocID="{B4DEE0EB-6E1C-411F-B851-DD10F2B33502}" presName="parTx" presStyleLbl="revTx" presStyleIdx="2" presStyleCnt="3" custLinFactX="-9658" custLinFactNeighborX="-100000">
        <dgm:presLayoutVars>
          <dgm:chMax val="0"/>
          <dgm:chPref val="0"/>
        </dgm:presLayoutVars>
      </dgm:prSet>
      <dgm:spPr/>
    </dgm:pt>
  </dgm:ptLst>
  <dgm:cxnLst>
    <dgm:cxn modelId="{5F942A1E-AA01-4E44-8565-AEDC2D706491}" type="presOf" srcId="{700B64FF-F653-47A2-A733-61CD9F763065}" destId="{BFC2CDF6-32F5-48C1-AD79-79B74CCF6A71}" srcOrd="0" destOrd="0" presId="urn:microsoft.com/office/officeart/2018/2/layout/IconVerticalSolidList"/>
    <dgm:cxn modelId="{D270E83B-B1A5-4249-87AC-4600083D8721}" type="presOf" srcId="{CADE93A5-7B94-4DBF-AA81-DA5CC3C0CA32}" destId="{3E88453A-FC3D-44B3-B61D-234BA1832723}" srcOrd="0" destOrd="0" presId="urn:microsoft.com/office/officeart/2018/2/layout/IconVerticalSolidList"/>
    <dgm:cxn modelId="{1609C260-40BA-40C2-A097-77F4804A5FB7}" srcId="{700B64FF-F653-47A2-A733-61CD9F763065}" destId="{CADE93A5-7B94-4DBF-AA81-DA5CC3C0CA32}" srcOrd="0" destOrd="0" parTransId="{A7455C1F-0433-4C71-A3CF-E48F6061D237}" sibTransId="{37E58272-8AE2-417F-A52A-EEB7603AFB96}"/>
    <dgm:cxn modelId="{AA06448B-A70B-4322-B569-EE234965ADF6}" type="presOf" srcId="{9E155482-55A9-4450-AFFD-0CF74844BB73}" destId="{33DD3671-46AA-4FC4-AFE4-808F48B8FFE0}" srcOrd="0" destOrd="0" presId="urn:microsoft.com/office/officeart/2018/2/layout/IconVerticalSolidList"/>
    <dgm:cxn modelId="{57889094-3281-43F6-82E9-1CD383EE088C}" srcId="{700B64FF-F653-47A2-A733-61CD9F763065}" destId="{B4DEE0EB-6E1C-411F-B851-DD10F2B33502}" srcOrd="2" destOrd="0" parTransId="{F97F70F0-1F7C-4FEC-8E87-D5C7ED73A487}" sibTransId="{813F2D94-9E30-47BE-B6BE-3388E7F26675}"/>
    <dgm:cxn modelId="{5F8517E6-03AD-4F4B-92DF-329CFB4E74E4}" type="presOf" srcId="{B4DEE0EB-6E1C-411F-B851-DD10F2B33502}" destId="{A2A6DE94-46B8-4450-A3B0-33387FBA12D5}" srcOrd="0" destOrd="0" presId="urn:microsoft.com/office/officeart/2018/2/layout/IconVerticalSolidList"/>
    <dgm:cxn modelId="{7E144AF9-6514-428C-B87E-58068944518C}" srcId="{700B64FF-F653-47A2-A733-61CD9F763065}" destId="{9E155482-55A9-4450-AFFD-0CF74844BB73}" srcOrd="1" destOrd="0" parTransId="{7277330E-8D0E-48AB-AA5B-885A68A30A29}" sibTransId="{82F88930-71B0-49A5-A18C-459AC89D2FFA}"/>
    <dgm:cxn modelId="{70995892-6737-47FA-B19F-BCAEDC59ED57}" type="presParOf" srcId="{BFC2CDF6-32F5-48C1-AD79-79B74CCF6A71}" destId="{4CA57EBB-4666-45A5-8857-69633EF6E224}" srcOrd="0" destOrd="0" presId="urn:microsoft.com/office/officeart/2018/2/layout/IconVerticalSolidList"/>
    <dgm:cxn modelId="{63A7DFAA-B37F-4BB8-A2EB-A77E7D96186B}" type="presParOf" srcId="{4CA57EBB-4666-45A5-8857-69633EF6E224}" destId="{DA1C5507-0AC2-491B-A21A-69E249CF518E}" srcOrd="0" destOrd="0" presId="urn:microsoft.com/office/officeart/2018/2/layout/IconVerticalSolidList"/>
    <dgm:cxn modelId="{F531C6E7-FE3E-44F2-A9BF-A201A69D8442}" type="presParOf" srcId="{4CA57EBB-4666-45A5-8857-69633EF6E224}" destId="{4337BA6D-1BA3-4882-B67E-ECD86B98DB18}" srcOrd="1" destOrd="0" presId="urn:microsoft.com/office/officeart/2018/2/layout/IconVerticalSolidList"/>
    <dgm:cxn modelId="{7C155339-E950-477E-845E-E573FFB8FB1B}" type="presParOf" srcId="{4CA57EBB-4666-45A5-8857-69633EF6E224}" destId="{DDB11655-29C4-4B35-9B9E-5C8FE36501B6}" srcOrd="2" destOrd="0" presId="urn:microsoft.com/office/officeart/2018/2/layout/IconVerticalSolidList"/>
    <dgm:cxn modelId="{44DE088B-E8DB-4341-BEC4-C4109F88A5B7}" type="presParOf" srcId="{4CA57EBB-4666-45A5-8857-69633EF6E224}" destId="{3E88453A-FC3D-44B3-B61D-234BA1832723}" srcOrd="3" destOrd="0" presId="urn:microsoft.com/office/officeart/2018/2/layout/IconVerticalSolidList"/>
    <dgm:cxn modelId="{2B6732DC-47E5-4629-9317-67BBD9C823D7}" type="presParOf" srcId="{BFC2CDF6-32F5-48C1-AD79-79B74CCF6A71}" destId="{31683C29-F513-4CD7-AB02-0DDFACB73F3C}" srcOrd="1" destOrd="0" presId="urn:microsoft.com/office/officeart/2018/2/layout/IconVerticalSolidList"/>
    <dgm:cxn modelId="{4BA4B92C-BCEA-4953-993B-D1A3983A5F2A}" type="presParOf" srcId="{BFC2CDF6-32F5-48C1-AD79-79B74CCF6A71}" destId="{F3A2173B-A62F-4346-B495-5B8CE8C066F8}" srcOrd="2" destOrd="0" presId="urn:microsoft.com/office/officeart/2018/2/layout/IconVerticalSolidList"/>
    <dgm:cxn modelId="{F6490768-4224-4FFB-AF84-6B16B44FEAEA}" type="presParOf" srcId="{F3A2173B-A62F-4346-B495-5B8CE8C066F8}" destId="{6D358190-7AC9-4921-B7D8-8473A364CF45}" srcOrd="0" destOrd="0" presId="urn:microsoft.com/office/officeart/2018/2/layout/IconVerticalSolidList"/>
    <dgm:cxn modelId="{198F0721-42BB-4793-B375-FA7BF049525A}" type="presParOf" srcId="{F3A2173B-A62F-4346-B495-5B8CE8C066F8}" destId="{F6DD5D23-243C-4261-9291-F0C854967719}" srcOrd="1" destOrd="0" presId="urn:microsoft.com/office/officeart/2018/2/layout/IconVerticalSolidList"/>
    <dgm:cxn modelId="{22BFBEBE-2BB2-4DE2-9BA0-38ACBE7974EF}" type="presParOf" srcId="{F3A2173B-A62F-4346-B495-5B8CE8C066F8}" destId="{866A2F3F-AEA0-48DE-8CD1-5288DAA07DFB}" srcOrd="2" destOrd="0" presId="urn:microsoft.com/office/officeart/2018/2/layout/IconVerticalSolidList"/>
    <dgm:cxn modelId="{3BE2C193-7580-4763-8199-522E48FA2F89}" type="presParOf" srcId="{F3A2173B-A62F-4346-B495-5B8CE8C066F8}" destId="{33DD3671-46AA-4FC4-AFE4-808F48B8FFE0}" srcOrd="3" destOrd="0" presId="urn:microsoft.com/office/officeart/2018/2/layout/IconVerticalSolidList"/>
    <dgm:cxn modelId="{5A73DF4C-A12D-4189-B7F3-473300A35136}" type="presParOf" srcId="{BFC2CDF6-32F5-48C1-AD79-79B74CCF6A71}" destId="{C11E749A-D2D0-4905-9BFA-B9782F8A0752}" srcOrd="3" destOrd="0" presId="urn:microsoft.com/office/officeart/2018/2/layout/IconVerticalSolidList"/>
    <dgm:cxn modelId="{5B03102C-A5FA-402D-BFB1-46C1D66CACED}" type="presParOf" srcId="{BFC2CDF6-32F5-48C1-AD79-79B74CCF6A71}" destId="{1FBC43D6-CEAC-40E3-9725-03B2B302615E}" srcOrd="4" destOrd="0" presId="urn:microsoft.com/office/officeart/2018/2/layout/IconVerticalSolidList"/>
    <dgm:cxn modelId="{FB247B3D-26E5-4E61-A63F-A229B300E412}" type="presParOf" srcId="{1FBC43D6-CEAC-40E3-9725-03B2B302615E}" destId="{32A9573B-1936-4031-AC1E-B50BEB171A8C}" srcOrd="0" destOrd="0" presId="urn:microsoft.com/office/officeart/2018/2/layout/IconVerticalSolidList"/>
    <dgm:cxn modelId="{26620C07-1F89-46D3-B5D7-975C779EAE03}" type="presParOf" srcId="{1FBC43D6-CEAC-40E3-9725-03B2B302615E}" destId="{A69DCDAC-68CC-46DC-9CE7-16BDCE4B8EAC}" srcOrd="1" destOrd="0" presId="urn:microsoft.com/office/officeart/2018/2/layout/IconVerticalSolidList"/>
    <dgm:cxn modelId="{A68A8C65-7357-4CAC-B2F9-197338B7DC88}" type="presParOf" srcId="{1FBC43D6-CEAC-40E3-9725-03B2B302615E}" destId="{4D9D899B-9689-4C55-BA49-F805C7019886}" srcOrd="2" destOrd="0" presId="urn:microsoft.com/office/officeart/2018/2/layout/IconVerticalSolidList"/>
    <dgm:cxn modelId="{84FB0636-175F-44B3-90E7-B2247DD1A3F2}" type="presParOf" srcId="{1FBC43D6-CEAC-40E3-9725-03B2B302615E}" destId="{A2A6DE94-46B8-4450-A3B0-33387FBA12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 custT="1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3200" dirty="0">
              <a:solidFill>
                <a:srgbClr val="7030A0"/>
              </a:solidFill>
            </a:rPr>
            <a:t>ج-</a:t>
          </a:r>
          <a:r>
            <a:rPr lang="ar" sz="3200" dirty="0">
              <a:solidFill>
                <a:schemeClr val="tx1"/>
              </a:solidFill>
            </a:rPr>
            <a:t>1 أفكار التصميم الداعمة</a:t>
          </a:r>
          <a:endParaRPr lang="en-US" sz="3200" dirty="0">
            <a:solidFill>
              <a:schemeClr val="tx1"/>
            </a:solidFill>
          </a:endParaRPr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 custT="1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sz="3200" dirty="0">
              <a:solidFill>
                <a:srgbClr val="7030A0"/>
              </a:solidFill>
            </a:rPr>
            <a:t>ج-2</a:t>
          </a:r>
          <a:r>
            <a:rPr lang="ar" sz="3200" dirty="0">
              <a:solidFill>
                <a:schemeClr val="tx1"/>
              </a:solidFill>
            </a:rPr>
            <a:t> التخطيط لبيئة إيجابية للبيع بالتجزئة </a:t>
          </a:r>
          <a:endParaRPr lang="en-US" sz="3200" dirty="0">
            <a:solidFill>
              <a:schemeClr val="tx1"/>
            </a:solidFill>
          </a:endParaRPr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DBC2825-0452-1E42-872E-9822494C747F}">
      <dgm:prSet custT="1"/>
      <dgm:spPr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52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</a:gradFill>
      </dgm:spPr>
      <dgm:t>
        <a:bodyPr rtlCol="1"/>
        <a:lstStyle/>
        <a:p>
          <a:pPr rtl="1"/>
          <a:r>
            <a:rPr lang="ar" sz="3200" dirty="0">
              <a:solidFill>
                <a:schemeClr val="tx1"/>
              </a:solidFill>
            </a:rPr>
            <a:t>ج-3 تصميم عرض المنتجات</a:t>
          </a:r>
        </a:p>
      </dgm:t>
    </dgm:pt>
    <dgm:pt modelId="{80F4A270-DB85-CC45-9D02-9ABFA6568700}" type="parTrans" cxnId="{82B23EA4-5786-814D-A992-D4166661D221}">
      <dgm:prSet/>
      <dgm:spPr/>
      <dgm:t>
        <a:bodyPr rtlCol="1"/>
        <a:lstStyle/>
        <a:p>
          <a:pPr rtl="1"/>
          <a:endParaRPr lang="en-GB"/>
        </a:p>
      </dgm:t>
    </dgm:pt>
    <dgm:pt modelId="{FFF4D445-C0EE-364B-9734-D1354CBE80ED}" type="sibTrans" cxnId="{82B23EA4-5786-814D-A992-D4166661D221}">
      <dgm:prSet/>
      <dgm:spPr/>
      <dgm:t>
        <a:bodyPr rtlCol="1"/>
        <a:lstStyle/>
        <a:p>
          <a:pPr rtl="1"/>
          <a:endParaRPr lang="en-GB"/>
        </a:p>
      </dgm:t>
    </dgm:pt>
    <dgm:pt modelId="{C2E0F2F4-0C32-9540-9E16-C54508DC64FE}" type="pres">
      <dgm:prSet presAssocID="{273F4FFB-BF9F-4EE8-B58E-FFED8E01943B}" presName="diagram" presStyleCnt="0">
        <dgm:presLayoutVars>
          <dgm:dir val="rev"/>
          <dgm:resizeHandles val="exact"/>
        </dgm:presLayoutVars>
      </dgm:prSet>
      <dgm:spPr/>
    </dgm:pt>
    <dgm:pt modelId="{40B8D0EB-42D3-F94B-89AB-EB0AD8AE92EB}" type="pres">
      <dgm:prSet presAssocID="{5FE25653-A7BA-47FB-8073-2B4FA7940492}" presName="node" presStyleLbl="node1" presStyleIdx="0" presStyleCnt="3">
        <dgm:presLayoutVars>
          <dgm:bulletEnabled val="1"/>
        </dgm:presLayoutVars>
      </dgm:prSet>
      <dgm:spPr/>
    </dgm:pt>
    <dgm:pt modelId="{78681F77-DF3B-7140-A437-26DBEB9D483D}" type="pres">
      <dgm:prSet presAssocID="{FD9ABB40-9682-4D97-B80C-F7F64D08F683}" presName="sibTrans" presStyleCnt="0"/>
      <dgm:spPr/>
    </dgm:pt>
    <dgm:pt modelId="{B54ED087-3C1B-CF4A-BD37-8BCD120117B5}" type="pres">
      <dgm:prSet presAssocID="{CCCABDE4-D42F-4A79-80D9-607472E8A4AF}" presName="node" presStyleLbl="node1" presStyleIdx="1" presStyleCnt="3">
        <dgm:presLayoutVars>
          <dgm:bulletEnabled val="1"/>
        </dgm:presLayoutVars>
      </dgm:prSet>
      <dgm:spPr/>
    </dgm:pt>
    <dgm:pt modelId="{ED913DF9-4053-FC43-8F6C-894608467A36}" type="pres">
      <dgm:prSet presAssocID="{F2E7893A-50A6-440B-AD9A-267ED4D45C29}" presName="sibTrans" presStyleCnt="0"/>
      <dgm:spPr/>
    </dgm:pt>
    <dgm:pt modelId="{077C14A0-7635-5E45-A91D-FE686BD9FBA0}" type="pres">
      <dgm:prSet presAssocID="{FDBC2825-0452-1E42-872E-9822494C747F}" presName="node" presStyleLbl="node1" presStyleIdx="2" presStyleCnt="3">
        <dgm:presLayoutVars>
          <dgm:bulletEnabled val="1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0" destOrd="0" parTransId="{2FF7EEA5-BA7F-4838-809B-A6AA6FFC522A}" sibTransId="{FD9ABB40-9682-4D97-B80C-F7F64D08F683}"/>
    <dgm:cxn modelId="{69068D27-FBD3-9441-9E3E-DEF472634792}" type="presOf" srcId="{273F4FFB-BF9F-4EE8-B58E-FFED8E01943B}" destId="{C2E0F2F4-0C32-9540-9E16-C54508DC64FE}" srcOrd="0" destOrd="0" presId="urn:microsoft.com/office/officeart/2005/8/layout/default"/>
    <dgm:cxn modelId="{78DB6462-62F5-BC46-9915-A5829F72F56A}" type="presOf" srcId="{FDBC2825-0452-1E42-872E-9822494C747F}" destId="{077C14A0-7635-5E45-A91D-FE686BD9FBA0}" srcOrd="0" destOrd="0" presId="urn:microsoft.com/office/officeart/2005/8/layout/default"/>
    <dgm:cxn modelId="{A6E07272-1A86-7041-98CE-0C88DC03D90E}" type="presOf" srcId="{5FE25653-A7BA-47FB-8073-2B4FA7940492}" destId="{40B8D0EB-42D3-F94B-89AB-EB0AD8AE92EB}" srcOrd="0" destOrd="0" presId="urn:microsoft.com/office/officeart/2005/8/layout/default"/>
    <dgm:cxn modelId="{1154BE59-1B58-418C-9504-EC0D688BA33C}" srcId="{273F4FFB-BF9F-4EE8-B58E-FFED8E01943B}" destId="{CCCABDE4-D42F-4A79-80D9-607472E8A4AF}" srcOrd="1" destOrd="0" parTransId="{EAAD90EE-0E21-4401-A75A-1643B5084443}" sibTransId="{F2E7893A-50A6-440B-AD9A-267ED4D45C29}"/>
    <dgm:cxn modelId="{82B23EA4-5786-814D-A992-D4166661D221}" srcId="{273F4FFB-BF9F-4EE8-B58E-FFED8E01943B}" destId="{FDBC2825-0452-1E42-872E-9822494C747F}" srcOrd="2" destOrd="0" parTransId="{80F4A270-DB85-CC45-9D02-9ABFA6568700}" sibTransId="{FFF4D445-C0EE-364B-9734-D1354CBE80ED}"/>
    <dgm:cxn modelId="{E004E1EB-AE0A-994E-8348-9DC93705E677}" type="presOf" srcId="{CCCABDE4-D42F-4A79-80D9-607472E8A4AF}" destId="{B54ED087-3C1B-CF4A-BD37-8BCD120117B5}" srcOrd="0" destOrd="0" presId="urn:microsoft.com/office/officeart/2005/8/layout/default"/>
    <dgm:cxn modelId="{20EB66E6-B7A1-8C4A-8F28-EA5AEEC47C45}" type="presParOf" srcId="{C2E0F2F4-0C32-9540-9E16-C54508DC64FE}" destId="{40B8D0EB-42D3-F94B-89AB-EB0AD8AE92EB}" srcOrd="0" destOrd="0" presId="urn:microsoft.com/office/officeart/2005/8/layout/default"/>
    <dgm:cxn modelId="{43B5C04E-2054-7847-AC60-02ED5DDBB451}" type="presParOf" srcId="{C2E0F2F4-0C32-9540-9E16-C54508DC64FE}" destId="{78681F77-DF3B-7140-A437-26DBEB9D483D}" srcOrd="1" destOrd="0" presId="urn:microsoft.com/office/officeart/2005/8/layout/default"/>
    <dgm:cxn modelId="{5F30B89E-5462-8A43-BD41-BECD0CD7548D}" type="presParOf" srcId="{C2E0F2F4-0C32-9540-9E16-C54508DC64FE}" destId="{B54ED087-3C1B-CF4A-BD37-8BCD120117B5}" srcOrd="2" destOrd="0" presId="urn:microsoft.com/office/officeart/2005/8/layout/default"/>
    <dgm:cxn modelId="{4B7B6852-A7CF-DE4B-A259-5A46F6C85DA4}" type="presParOf" srcId="{C2E0F2F4-0C32-9540-9E16-C54508DC64FE}" destId="{ED913DF9-4053-FC43-8F6C-894608467A36}" srcOrd="3" destOrd="0" presId="urn:microsoft.com/office/officeart/2005/8/layout/default"/>
    <dgm:cxn modelId="{70CECD44-2496-1C44-A7BD-C3710767ED78}" type="presParOf" srcId="{C2E0F2F4-0C32-9540-9E16-C54508DC64FE}" destId="{077C14A0-7635-5E45-A91D-FE686BD9FBA0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4A241149-DFEF-4FE0-A3AB-BDFE77C9AE2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36D2D9B6-349E-4DF2-B64C-479A6A258991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" dirty="0"/>
            <a:t>مجموعة المنتجات المراد استخدامها</a:t>
          </a:r>
          <a:endParaRPr lang="en-US" dirty="0"/>
        </a:p>
      </dgm:t>
    </dgm:pt>
    <dgm:pt modelId="{AD42F77D-0D73-4E73-BA55-05C191EB6EFE}" type="parTrans" cxnId="{078D4E6C-CFF3-4BF7-A5C1-BA240AAD5CED}">
      <dgm:prSet/>
      <dgm:spPr/>
      <dgm:t>
        <a:bodyPr rtlCol="1"/>
        <a:lstStyle/>
        <a:p>
          <a:pPr rtl="1"/>
          <a:endParaRPr lang="en-US"/>
        </a:p>
      </dgm:t>
    </dgm:pt>
    <dgm:pt modelId="{B42D78D4-1510-40F1-AEE2-B5F90991B756}" type="sibTrans" cxnId="{078D4E6C-CFF3-4BF7-A5C1-BA240AAD5CED}">
      <dgm:prSet/>
      <dgm:spPr/>
      <dgm:t>
        <a:bodyPr rtlCol="1"/>
        <a:lstStyle/>
        <a:p>
          <a:pPr rtl="1"/>
          <a:endParaRPr lang="en-US"/>
        </a:p>
      </dgm:t>
    </dgm:pt>
    <dgm:pt modelId="{06632706-10A6-45D3-B1CB-FCF8A970CC72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" noProof="0" dirty="0"/>
            <a:t>الاكسسوارات المستخدمة لتعزيز عرض المنتجات</a:t>
          </a:r>
        </a:p>
      </dgm:t>
    </dgm:pt>
    <dgm:pt modelId="{2EFD68B9-7CE4-49A6-8419-2D5207CE6E2E}" type="parTrans" cxnId="{BFBF676E-0A48-4E40-BC62-B5947339AFCF}">
      <dgm:prSet/>
      <dgm:spPr/>
      <dgm:t>
        <a:bodyPr rtlCol="1"/>
        <a:lstStyle/>
        <a:p>
          <a:pPr rtl="1"/>
          <a:endParaRPr lang="en-US"/>
        </a:p>
      </dgm:t>
    </dgm:pt>
    <dgm:pt modelId="{69506924-59D0-4257-9BB7-DB1A1BEC5046}" type="sibTrans" cxnId="{BFBF676E-0A48-4E40-BC62-B5947339AFCF}">
      <dgm:prSet/>
      <dgm:spPr/>
      <dgm:t>
        <a:bodyPr rtlCol="1"/>
        <a:lstStyle/>
        <a:p>
          <a:pPr rtl="1"/>
          <a:endParaRPr lang="en-US"/>
        </a:p>
      </dgm:t>
    </dgm:pt>
    <dgm:pt modelId="{A4C87F4D-EED1-4CC3-A658-04AD4E9C01E0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" dirty="0"/>
            <a:t>سلع داعمة مناسبة</a:t>
          </a:r>
          <a:endParaRPr lang="en-US" dirty="0"/>
        </a:p>
      </dgm:t>
    </dgm:pt>
    <dgm:pt modelId="{6A39D175-5CBA-45B2-A045-065E370D1964}" type="parTrans" cxnId="{B040C7A6-B9D5-45A6-8A9D-C8A1431A7915}">
      <dgm:prSet/>
      <dgm:spPr/>
      <dgm:t>
        <a:bodyPr rtlCol="1"/>
        <a:lstStyle/>
        <a:p>
          <a:pPr rtl="1"/>
          <a:endParaRPr lang="en-US"/>
        </a:p>
      </dgm:t>
    </dgm:pt>
    <dgm:pt modelId="{FC07D831-E8DD-453B-8917-085EB3709927}" type="sibTrans" cxnId="{B040C7A6-B9D5-45A6-8A9D-C8A1431A7915}">
      <dgm:prSet/>
      <dgm:spPr/>
      <dgm:t>
        <a:bodyPr rtlCol="1"/>
        <a:lstStyle/>
        <a:p>
          <a:pPr rtl="1"/>
          <a:endParaRPr lang="en-US"/>
        </a:p>
      </dgm:t>
    </dgm:pt>
    <dgm:pt modelId="{9AE1A079-8D1A-4958-99A1-517AB781A0F3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" dirty="0"/>
            <a:t>موضوع أو نشاط أو حدث أو موسم</a:t>
          </a:r>
          <a:endParaRPr lang="en-US" dirty="0"/>
        </a:p>
      </dgm:t>
    </dgm:pt>
    <dgm:pt modelId="{69743257-17A0-44FF-B77B-F61C45BE692F}" type="parTrans" cxnId="{F199EB35-AF28-475A-8F49-21596F7625A9}">
      <dgm:prSet/>
      <dgm:spPr/>
      <dgm:t>
        <a:bodyPr rtlCol="1"/>
        <a:lstStyle/>
        <a:p>
          <a:pPr rtl="1"/>
          <a:endParaRPr lang="en-US"/>
        </a:p>
      </dgm:t>
    </dgm:pt>
    <dgm:pt modelId="{D2F74F24-D667-420A-9238-3A64D0AD93C5}" type="sibTrans" cxnId="{F199EB35-AF28-475A-8F49-21596F7625A9}">
      <dgm:prSet/>
      <dgm:spPr/>
      <dgm:t>
        <a:bodyPr rtlCol="1"/>
        <a:lstStyle/>
        <a:p>
          <a:pPr rtl="1"/>
          <a:endParaRPr lang="en-US"/>
        </a:p>
      </dgm:t>
    </dgm:pt>
    <dgm:pt modelId="{869BCF86-6D26-48FA-91E1-2011B7AF3541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" dirty="0"/>
            <a:t>علامات وألوان وتصميم وتكوين</a:t>
          </a:r>
          <a:endParaRPr lang="en-US" dirty="0"/>
        </a:p>
      </dgm:t>
    </dgm:pt>
    <dgm:pt modelId="{6DE956A8-5F80-478F-81D8-7FD808C3D3EC}" type="parTrans" cxnId="{631C4259-11BA-4362-B9CE-2EF65CEB6894}">
      <dgm:prSet/>
      <dgm:spPr/>
      <dgm:t>
        <a:bodyPr rtlCol="1"/>
        <a:lstStyle/>
        <a:p>
          <a:pPr rtl="1"/>
          <a:endParaRPr lang="en-US"/>
        </a:p>
      </dgm:t>
    </dgm:pt>
    <dgm:pt modelId="{A63C6D74-3904-470D-9DD5-3A8F24BB9FF8}" type="sibTrans" cxnId="{631C4259-11BA-4362-B9CE-2EF65CEB6894}">
      <dgm:prSet/>
      <dgm:spPr/>
      <dgm:t>
        <a:bodyPr rtlCol="1"/>
        <a:lstStyle/>
        <a:p>
          <a:pPr rtl="1"/>
          <a:endParaRPr lang="en-US"/>
        </a:p>
      </dgm:t>
    </dgm:pt>
    <dgm:pt modelId="{DDC8AF28-B2B0-49B7-B3EF-5D804C1BA9AE}">
      <dgm:prSet/>
      <dgm:spPr/>
      <dgm:t>
        <a:bodyPr rtlCol="1"/>
        <a:lstStyle/>
        <a:p>
          <a:pPr rtl="1">
            <a:lnSpc>
              <a:spcPct val="100000"/>
            </a:lnSpc>
          </a:pPr>
          <a:r>
            <a:rPr lang="ar" dirty="0"/>
            <a:t>اتجاه الإضاءة</a:t>
          </a:r>
          <a:endParaRPr lang="en-US" dirty="0"/>
        </a:p>
      </dgm:t>
    </dgm:pt>
    <dgm:pt modelId="{5A8446D0-7998-43D1-8A2B-6492EFF33501}" type="parTrans" cxnId="{B27998C8-9B83-4E96-88EB-59275D99A305}">
      <dgm:prSet/>
      <dgm:spPr/>
      <dgm:t>
        <a:bodyPr rtlCol="1"/>
        <a:lstStyle/>
        <a:p>
          <a:pPr rtl="1"/>
          <a:endParaRPr lang="en-US"/>
        </a:p>
      </dgm:t>
    </dgm:pt>
    <dgm:pt modelId="{0E56E26F-5910-453B-A04D-D4B8E7A469D3}" type="sibTrans" cxnId="{B27998C8-9B83-4E96-88EB-59275D99A305}">
      <dgm:prSet/>
      <dgm:spPr/>
      <dgm:t>
        <a:bodyPr rtlCol="1"/>
        <a:lstStyle/>
        <a:p>
          <a:pPr rtl="1"/>
          <a:endParaRPr lang="en-US"/>
        </a:p>
      </dgm:t>
    </dgm:pt>
    <dgm:pt modelId="{C7B7B3D2-27BD-465E-8ACB-D5F762B8DEC0}" type="pres">
      <dgm:prSet presAssocID="{4A241149-DFEF-4FE0-A3AB-BDFE77C9AE20}" presName="root" presStyleCnt="0">
        <dgm:presLayoutVars>
          <dgm:dir/>
          <dgm:resizeHandles val="exact"/>
        </dgm:presLayoutVars>
      </dgm:prSet>
      <dgm:spPr/>
    </dgm:pt>
    <dgm:pt modelId="{A8CA6A5B-32CF-41EF-BDEE-51DEF9CA291A}" type="pres">
      <dgm:prSet presAssocID="{36D2D9B6-349E-4DF2-B64C-479A6A258991}" presName="compNode" presStyleCnt="0"/>
      <dgm:spPr/>
    </dgm:pt>
    <dgm:pt modelId="{A6800E53-25DD-4190-B97E-426907C589D3}" type="pres">
      <dgm:prSet presAssocID="{36D2D9B6-349E-4DF2-B64C-479A6A258991}" presName="bgRect" presStyleLbl="bgShp" presStyleIdx="0" presStyleCnt="6"/>
      <dgm:spPr/>
    </dgm:pt>
    <dgm:pt modelId="{7233AB0D-A7A0-4C39-B9D1-10DBF3358404}" type="pres">
      <dgm:prSet presAssocID="{36D2D9B6-349E-4DF2-B64C-479A6A258991}" presName="iconRect" presStyleLbl="node1" presStyleIdx="0" presStyleCnt="6" custLinFactX="598884" custLinFactNeighborX="600000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ED017AFA-A584-42E8-9FC7-6A05BCF9AA40}" type="pres">
      <dgm:prSet presAssocID="{36D2D9B6-349E-4DF2-B64C-479A6A258991}" presName="spaceRect" presStyleCnt="0"/>
      <dgm:spPr/>
    </dgm:pt>
    <dgm:pt modelId="{AF7B01B5-BA94-4B89-A5FF-4FF64BC5C23D}" type="pres">
      <dgm:prSet presAssocID="{36D2D9B6-349E-4DF2-B64C-479A6A258991}" presName="parTx" presStyleLbl="revTx" presStyleIdx="0" presStyleCnt="6" custLinFactNeighborX="-76784">
        <dgm:presLayoutVars>
          <dgm:chMax val="0"/>
          <dgm:chPref val="0"/>
        </dgm:presLayoutVars>
      </dgm:prSet>
      <dgm:spPr/>
    </dgm:pt>
    <dgm:pt modelId="{AFC4CA3E-C367-48DA-8B17-456835DA6396}" type="pres">
      <dgm:prSet presAssocID="{B42D78D4-1510-40F1-AEE2-B5F90991B756}" presName="sibTrans" presStyleCnt="0"/>
      <dgm:spPr/>
    </dgm:pt>
    <dgm:pt modelId="{4E57CDE8-8915-4E6F-BB7E-DAC15A08D472}" type="pres">
      <dgm:prSet presAssocID="{06632706-10A6-45D3-B1CB-FCF8A970CC72}" presName="compNode" presStyleCnt="0"/>
      <dgm:spPr/>
    </dgm:pt>
    <dgm:pt modelId="{65C693B7-6B75-4D30-BC25-91761679A233}" type="pres">
      <dgm:prSet presAssocID="{06632706-10A6-45D3-B1CB-FCF8A970CC72}" presName="bgRect" presStyleLbl="bgShp" presStyleIdx="1" presStyleCnt="6"/>
      <dgm:spPr/>
    </dgm:pt>
    <dgm:pt modelId="{8B823257-5D89-4CC1-9063-9DF650476F22}" type="pres">
      <dgm:prSet presAssocID="{06632706-10A6-45D3-B1CB-FCF8A970CC72}" presName="iconRect" presStyleLbl="node1" presStyleIdx="1" presStyleCnt="6" custLinFactX="598884" custLinFactNeighborX="600000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4971A22E-FC5D-4276-AD72-6AEA97527D70}" type="pres">
      <dgm:prSet presAssocID="{06632706-10A6-45D3-B1CB-FCF8A970CC72}" presName="spaceRect" presStyleCnt="0"/>
      <dgm:spPr/>
    </dgm:pt>
    <dgm:pt modelId="{86FBBCDC-60B9-440F-9F34-3D8C0C4A8EC3}" type="pres">
      <dgm:prSet presAssocID="{06632706-10A6-45D3-B1CB-FCF8A970CC72}" presName="parTx" presStyleLbl="revTx" presStyleIdx="1" presStyleCnt="6" custLinFactNeighborX="-18819">
        <dgm:presLayoutVars>
          <dgm:chMax val="0"/>
          <dgm:chPref val="0"/>
        </dgm:presLayoutVars>
      </dgm:prSet>
      <dgm:spPr/>
    </dgm:pt>
    <dgm:pt modelId="{AD0E05DB-2AF8-4DB2-AC0D-52585A1084F9}" type="pres">
      <dgm:prSet presAssocID="{69506924-59D0-4257-9BB7-DB1A1BEC5046}" presName="sibTrans" presStyleCnt="0"/>
      <dgm:spPr/>
    </dgm:pt>
    <dgm:pt modelId="{A3067D13-7CDD-4690-9923-95221BEE9D7F}" type="pres">
      <dgm:prSet presAssocID="{A4C87F4D-EED1-4CC3-A658-04AD4E9C01E0}" presName="compNode" presStyleCnt="0"/>
      <dgm:spPr/>
    </dgm:pt>
    <dgm:pt modelId="{3F545D75-4E08-42CF-BEA3-C90C8644B4D4}" type="pres">
      <dgm:prSet presAssocID="{A4C87F4D-EED1-4CC3-A658-04AD4E9C01E0}" presName="bgRect" presStyleLbl="bgShp" presStyleIdx="2" presStyleCnt="6"/>
      <dgm:spPr/>
    </dgm:pt>
    <dgm:pt modelId="{79DC5EC5-2202-493A-8721-D0171CB6085A}" type="pres">
      <dgm:prSet presAssocID="{A4C87F4D-EED1-4CC3-A658-04AD4E9C01E0}" presName="iconRect" presStyleLbl="node1" presStyleIdx="2" presStyleCnt="6" custLinFactX="598884" custLinFactNeighborX="600000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08B5FF5B-192E-4B80-887E-71F619ADBB41}" type="pres">
      <dgm:prSet presAssocID="{A4C87F4D-EED1-4CC3-A658-04AD4E9C01E0}" presName="spaceRect" presStyleCnt="0"/>
      <dgm:spPr/>
    </dgm:pt>
    <dgm:pt modelId="{7C6290D5-5DE4-426F-BD60-F69408446757}" type="pres">
      <dgm:prSet presAssocID="{A4C87F4D-EED1-4CC3-A658-04AD4E9C01E0}" presName="parTx" presStyleLbl="revTx" presStyleIdx="2" presStyleCnt="6" custLinFactNeighborX="-93344">
        <dgm:presLayoutVars>
          <dgm:chMax val="0"/>
          <dgm:chPref val="0"/>
        </dgm:presLayoutVars>
      </dgm:prSet>
      <dgm:spPr/>
    </dgm:pt>
    <dgm:pt modelId="{CAA789AD-66C5-46DA-BF47-5E61C5CA2D07}" type="pres">
      <dgm:prSet presAssocID="{FC07D831-E8DD-453B-8917-085EB3709927}" presName="sibTrans" presStyleCnt="0"/>
      <dgm:spPr/>
    </dgm:pt>
    <dgm:pt modelId="{8907626B-2D92-47E5-B6AB-5E113070AB71}" type="pres">
      <dgm:prSet presAssocID="{9AE1A079-8D1A-4958-99A1-517AB781A0F3}" presName="compNode" presStyleCnt="0"/>
      <dgm:spPr/>
    </dgm:pt>
    <dgm:pt modelId="{630096D4-D860-4E1D-9050-3E812F043117}" type="pres">
      <dgm:prSet presAssocID="{9AE1A079-8D1A-4958-99A1-517AB781A0F3}" presName="bgRect" presStyleLbl="bgShp" presStyleIdx="3" presStyleCnt="6"/>
      <dgm:spPr/>
    </dgm:pt>
    <dgm:pt modelId="{45A5462E-3661-422F-BB67-E0AA111CF2BC}" type="pres">
      <dgm:prSet presAssocID="{9AE1A079-8D1A-4958-99A1-517AB781A0F3}" presName="iconRect" presStyleLbl="node1" presStyleIdx="3" presStyleCnt="6" custLinFactX="598884" custLinFactNeighborX="600000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set scene"/>
        </a:ext>
      </dgm:extLst>
    </dgm:pt>
    <dgm:pt modelId="{9239ACDC-9706-4996-AB8D-E3C167061BF5}" type="pres">
      <dgm:prSet presAssocID="{9AE1A079-8D1A-4958-99A1-517AB781A0F3}" presName="spaceRect" presStyleCnt="0"/>
      <dgm:spPr/>
    </dgm:pt>
    <dgm:pt modelId="{CBAF12DE-710A-43A7-A451-C1AAADB10F2E}" type="pres">
      <dgm:prSet presAssocID="{9AE1A079-8D1A-4958-99A1-517AB781A0F3}" presName="parTx" presStyleLbl="revTx" presStyleIdx="3" presStyleCnt="6" custLinFactNeighborX="-86720">
        <dgm:presLayoutVars>
          <dgm:chMax val="0"/>
          <dgm:chPref val="0"/>
        </dgm:presLayoutVars>
      </dgm:prSet>
      <dgm:spPr/>
    </dgm:pt>
    <dgm:pt modelId="{CA51E057-FF4C-4710-9028-C7C02D37D86D}" type="pres">
      <dgm:prSet presAssocID="{D2F74F24-D667-420A-9238-3A64D0AD93C5}" presName="sibTrans" presStyleCnt="0"/>
      <dgm:spPr/>
    </dgm:pt>
    <dgm:pt modelId="{03867512-116D-47FF-BC51-69F571BEA97F}" type="pres">
      <dgm:prSet presAssocID="{869BCF86-6D26-48FA-91E1-2011B7AF3541}" presName="compNode" presStyleCnt="0"/>
      <dgm:spPr/>
    </dgm:pt>
    <dgm:pt modelId="{013CA3BE-3073-433C-88EF-B2B3A23CCA81}" type="pres">
      <dgm:prSet presAssocID="{869BCF86-6D26-48FA-91E1-2011B7AF3541}" presName="bgRect" presStyleLbl="bgShp" presStyleIdx="4" presStyleCnt="6"/>
      <dgm:spPr/>
    </dgm:pt>
    <dgm:pt modelId="{7B1499C9-DE53-4EE6-BEA6-978315651842}" type="pres">
      <dgm:prSet presAssocID="{869BCF86-6D26-48FA-91E1-2011B7AF3541}" presName="iconRect" presStyleLbl="node1" presStyleIdx="4" presStyleCnt="6" custLinFactX="598884" custLinFactNeighborX="600000"/>
      <dgm:spPr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"/>
        </a:ext>
      </dgm:extLst>
    </dgm:pt>
    <dgm:pt modelId="{0B30FD0C-DF56-45A0-90EA-A6FD2C4D7F4E}" type="pres">
      <dgm:prSet presAssocID="{869BCF86-6D26-48FA-91E1-2011B7AF3541}" presName="spaceRect" presStyleCnt="0"/>
      <dgm:spPr/>
    </dgm:pt>
    <dgm:pt modelId="{9AB46CA2-57AB-41F5-B2A9-6161F98E6D58}" type="pres">
      <dgm:prSet presAssocID="{869BCF86-6D26-48FA-91E1-2011B7AF3541}" presName="parTx" presStyleLbl="revTx" presStyleIdx="4" presStyleCnt="6" custLinFactNeighborX="-99968">
        <dgm:presLayoutVars>
          <dgm:chMax val="0"/>
          <dgm:chPref val="0"/>
        </dgm:presLayoutVars>
      </dgm:prSet>
      <dgm:spPr/>
    </dgm:pt>
    <dgm:pt modelId="{67701A0E-3859-49E3-9D81-D581BB1CB3BB}" type="pres">
      <dgm:prSet presAssocID="{A63C6D74-3904-470D-9DD5-3A8F24BB9FF8}" presName="sibTrans" presStyleCnt="0"/>
      <dgm:spPr/>
    </dgm:pt>
    <dgm:pt modelId="{5B24933B-C8B5-45D5-9578-7C643B657C46}" type="pres">
      <dgm:prSet presAssocID="{DDC8AF28-B2B0-49B7-B3EF-5D804C1BA9AE}" presName="compNode" presStyleCnt="0"/>
      <dgm:spPr/>
    </dgm:pt>
    <dgm:pt modelId="{BC47488D-7E12-4A96-AF89-E1A7724A5A93}" type="pres">
      <dgm:prSet presAssocID="{DDC8AF28-B2B0-49B7-B3EF-5D804C1BA9AE}" presName="bgRect" presStyleLbl="bgShp" presStyleIdx="5" presStyleCnt="6"/>
      <dgm:spPr/>
    </dgm:pt>
    <dgm:pt modelId="{B425F8DD-5EC9-47D2-A52B-496F2369E38A}" type="pres">
      <dgm:prSet presAssocID="{DDC8AF28-B2B0-49B7-B3EF-5D804C1BA9AE}" presName="iconRect" presStyleLbl="node1" presStyleIdx="5" presStyleCnt="6" custLinFactX="598884" custLinFactNeighborX="600000"/>
      <dgm:spPr>
        <a:blipFill>
          <a:blip xmlns:r="http://schemas.openxmlformats.org/officeDocument/2006/relationships"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1F7662AA-290D-4FBB-886D-B57660FB948C}" type="pres">
      <dgm:prSet presAssocID="{DDC8AF28-B2B0-49B7-B3EF-5D804C1BA9AE}" presName="spaceRect" presStyleCnt="0"/>
      <dgm:spPr/>
    </dgm:pt>
    <dgm:pt modelId="{44548FF6-8E9D-47AD-BE8D-4F15DBD68D19}" type="pres">
      <dgm:prSet presAssocID="{DDC8AF28-B2B0-49B7-B3EF-5D804C1BA9AE}" presName="parTx" presStyleLbl="revTx" presStyleIdx="5" presStyleCnt="6" custLinFactNeighborX="-90032">
        <dgm:presLayoutVars>
          <dgm:chMax val="0"/>
          <dgm:chPref val="0"/>
        </dgm:presLayoutVars>
      </dgm:prSet>
      <dgm:spPr/>
    </dgm:pt>
  </dgm:ptLst>
  <dgm:cxnLst>
    <dgm:cxn modelId="{A64C2B02-67E2-46AA-83AB-1DA5691A223D}" type="presOf" srcId="{06632706-10A6-45D3-B1CB-FCF8A970CC72}" destId="{86FBBCDC-60B9-440F-9F34-3D8C0C4A8EC3}" srcOrd="0" destOrd="0" presId="urn:microsoft.com/office/officeart/2018/2/layout/IconVerticalSolidList"/>
    <dgm:cxn modelId="{924A7819-CB5E-42FE-80F5-12CE2D71A20E}" type="presOf" srcId="{DDC8AF28-B2B0-49B7-B3EF-5D804C1BA9AE}" destId="{44548FF6-8E9D-47AD-BE8D-4F15DBD68D19}" srcOrd="0" destOrd="0" presId="urn:microsoft.com/office/officeart/2018/2/layout/IconVerticalSolidList"/>
    <dgm:cxn modelId="{9966751E-EB27-4C76-AF86-E70DE9539FE1}" type="presOf" srcId="{9AE1A079-8D1A-4958-99A1-517AB781A0F3}" destId="{CBAF12DE-710A-43A7-A451-C1AAADB10F2E}" srcOrd="0" destOrd="0" presId="urn:microsoft.com/office/officeart/2018/2/layout/IconVerticalSolidList"/>
    <dgm:cxn modelId="{F199EB35-AF28-475A-8F49-21596F7625A9}" srcId="{4A241149-DFEF-4FE0-A3AB-BDFE77C9AE20}" destId="{9AE1A079-8D1A-4958-99A1-517AB781A0F3}" srcOrd="3" destOrd="0" parTransId="{69743257-17A0-44FF-B77B-F61C45BE692F}" sibTransId="{D2F74F24-D667-420A-9238-3A64D0AD93C5}"/>
    <dgm:cxn modelId="{562BDC38-553D-4882-8F87-CCEFAB9FE109}" type="presOf" srcId="{A4C87F4D-EED1-4CC3-A658-04AD4E9C01E0}" destId="{7C6290D5-5DE4-426F-BD60-F69408446757}" srcOrd="0" destOrd="0" presId="urn:microsoft.com/office/officeart/2018/2/layout/IconVerticalSolidList"/>
    <dgm:cxn modelId="{44F64B60-8BDF-44B7-8520-9784A3FF8E8C}" type="presOf" srcId="{4A241149-DFEF-4FE0-A3AB-BDFE77C9AE20}" destId="{C7B7B3D2-27BD-465E-8ACB-D5F762B8DEC0}" srcOrd="0" destOrd="0" presId="urn:microsoft.com/office/officeart/2018/2/layout/IconVerticalSolidList"/>
    <dgm:cxn modelId="{078D4E6C-CFF3-4BF7-A5C1-BA240AAD5CED}" srcId="{4A241149-DFEF-4FE0-A3AB-BDFE77C9AE20}" destId="{36D2D9B6-349E-4DF2-B64C-479A6A258991}" srcOrd="0" destOrd="0" parTransId="{AD42F77D-0D73-4E73-BA55-05C191EB6EFE}" sibTransId="{B42D78D4-1510-40F1-AEE2-B5F90991B756}"/>
    <dgm:cxn modelId="{BFBF676E-0A48-4E40-BC62-B5947339AFCF}" srcId="{4A241149-DFEF-4FE0-A3AB-BDFE77C9AE20}" destId="{06632706-10A6-45D3-B1CB-FCF8A970CC72}" srcOrd="1" destOrd="0" parTransId="{2EFD68B9-7CE4-49A6-8419-2D5207CE6E2E}" sibTransId="{69506924-59D0-4257-9BB7-DB1A1BEC5046}"/>
    <dgm:cxn modelId="{7F6B9F4F-9636-491C-9435-EB73BD462744}" type="presOf" srcId="{36D2D9B6-349E-4DF2-B64C-479A6A258991}" destId="{AF7B01B5-BA94-4B89-A5FF-4FF64BC5C23D}" srcOrd="0" destOrd="0" presId="urn:microsoft.com/office/officeart/2018/2/layout/IconVerticalSolidList"/>
    <dgm:cxn modelId="{631C4259-11BA-4362-B9CE-2EF65CEB6894}" srcId="{4A241149-DFEF-4FE0-A3AB-BDFE77C9AE20}" destId="{869BCF86-6D26-48FA-91E1-2011B7AF3541}" srcOrd="4" destOrd="0" parTransId="{6DE956A8-5F80-478F-81D8-7FD808C3D3EC}" sibTransId="{A63C6D74-3904-470D-9DD5-3A8F24BB9FF8}"/>
    <dgm:cxn modelId="{8533199F-C5D0-4271-9FFD-3D3F04041E4D}" type="presOf" srcId="{869BCF86-6D26-48FA-91E1-2011B7AF3541}" destId="{9AB46CA2-57AB-41F5-B2A9-6161F98E6D58}" srcOrd="0" destOrd="0" presId="urn:microsoft.com/office/officeart/2018/2/layout/IconVerticalSolidList"/>
    <dgm:cxn modelId="{B040C7A6-B9D5-45A6-8A9D-C8A1431A7915}" srcId="{4A241149-DFEF-4FE0-A3AB-BDFE77C9AE20}" destId="{A4C87F4D-EED1-4CC3-A658-04AD4E9C01E0}" srcOrd="2" destOrd="0" parTransId="{6A39D175-5CBA-45B2-A045-065E370D1964}" sibTransId="{FC07D831-E8DD-453B-8917-085EB3709927}"/>
    <dgm:cxn modelId="{B27998C8-9B83-4E96-88EB-59275D99A305}" srcId="{4A241149-DFEF-4FE0-A3AB-BDFE77C9AE20}" destId="{DDC8AF28-B2B0-49B7-B3EF-5D804C1BA9AE}" srcOrd="5" destOrd="0" parTransId="{5A8446D0-7998-43D1-8A2B-6492EFF33501}" sibTransId="{0E56E26F-5910-453B-A04D-D4B8E7A469D3}"/>
    <dgm:cxn modelId="{9B0511D6-17F8-40CC-A079-52D0F3B42524}" type="presParOf" srcId="{C7B7B3D2-27BD-465E-8ACB-D5F762B8DEC0}" destId="{A8CA6A5B-32CF-41EF-BDEE-51DEF9CA291A}" srcOrd="0" destOrd="0" presId="urn:microsoft.com/office/officeart/2018/2/layout/IconVerticalSolidList"/>
    <dgm:cxn modelId="{BAB412FB-0AF6-49F3-A200-AD8B76EA8D5B}" type="presParOf" srcId="{A8CA6A5B-32CF-41EF-BDEE-51DEF9CA291A}" destId="{A6800E53-25DD-4190-B97E-426907C589D3}" srcOrd="0" destOrd="0" presId="urn:microsoft.com/office/officeart/2018/2/layout/IconVerticalSolidList"/>
    <dgm:cxn modelId="{1F2BE896-232D-424E-9A0C-90F8D89B4F5C}" type="presParOf" srcId="{A8CA6A5B-32CF-41EF-BDEE-51DEF9CA291A}" destId="{7233AB0D-A7A0-4C39-B9D1-10DBF3358404}" srcOrd="1" destOrd="0" presId="urn:microsoft.com/office/officeart/2018/2/layout/IconVerticalSolidList"/>
    <dgm:cxn modelId="{D8E1749E-688B-4ADE-9740-70EA855A21E0}" type="presParOf" srcId="{A8CA6A5B-32CF-41EF-BDEE-51DEF9CA291A}" destId="{ED017AFA-A584-42E8-9FC7-6A05BCF9AA40}" srcOrd="2" destOrd="0" presId="urn:microsoft.com/office/officeart/2018/2/layout/IconVerticalSolidList"/>
    <dgm:cxn modelId="{3DC3DDE5-4694-4BCC-9DC6-BFCEA0073560}" type="presParOf" srcId="{A8CA6A5B-32CF-41EF-BDEE-51DEF9CA291A}" destId="{AF7B01B5-BA94-4B89-A5FF-4FF64BC5C23D}" srcOrd="3" destOrd="0" presId="urn:microsoft.com/office/officeart/2018/2/layout/IconVerticalSolidList"/>
    <dgm:cxn modelId="{0D7B0696-635E-4DD4-A076-8C812CDCC01C}" type="presParOf" srcId="{C7B7B3D2-27BD-465E-8ACB-D5F762B8DEC0}" destId="{AFC4CA3E-C367-48DA-8B17-456835DA6396}" srcOrd="1" destOrd="0" presId="urn:microsoft.com/office/officeart/2018/2/layout/IconVerticalSolidList"/>
    <dgm:cxn modelId="{016EEA4E-A927-4ED8-87AA-60B9A3420B9F}" type="presParOf" srcId="{C7B7B3D2-27BD-465E-8ACB-D5F762B8DEC0}" destId="{4E57CDE8-8915-4E6F-BB7E-DAC15A08D472}" srcOrd="2" destOrd="0" presId="urn:microsoft.com/office/officeart/2018/2/layout/IconVerticalSolidList"/>
    <dgm:cxn modelId="{36BE9CAF-D10A-4203-9FA3-079694930E6D}" type="presParOf" srcId="{4E57CDE8-8915-4E6F-BB7E-DAC15A08D472}" destId="{65C693B7-6B75-4D30-BC25-91761679A233}" srcOrd="0" destOrd="0" presId="urn:microsoft.com/office/officeart/2018/2/layout/IconVerticalSolidList"/>
    <dgm:cxn modelId="{EF39E047-1B74-4C41-9EE5-DE5C4CEE3824}" type="presParOf" srcId="{4E57CDE8-8915-4E6F-BB7E-DAC15A08D472}" destId="{8B823257-5D89-4CC1-9063-9DF650476F22}" srcOrd="1" destOrd="0" presId="urn:microsoft.com/office/officeart/2018/2/layout/IconVerticalSolidList"/>
    <dgm:cxn modelId="{48A133A2-B67F-41A4-8186-27727C9A6992}" type="presParOf" srcId="{4E57CDE8-8915-4E6F-BB7E-DAC15A08D472}" destId="{4971A22E-FC5D-4276-AD72-6AEA97527D70}" srcOrd="2" destOrd="0" presId="urn:microsoft.com/office/officeart/2018/2/layout/IconVerticalSolidList"/>
    <dgm:cxn modelId="{A7C8FE1C-8A32-4F63-9BBE-ED7B5810B911}" type="presParOf" srcId="{4E57CDE8-8915-4E6F-BB7E-DAC15A08D472}" destId="{86FBBCDC-60B9-440F-9F34-3D8C0C4A8EC3}" srcOrd="3" destOrd="0" presId="urn:microsoft.com/office/officeart/2018/2/layout/IconVerticalSolidList"/>
    <dgm:cxn modelId="{65340893-9CA4-4A6E-BD9E-6427A8BA6948}" type="presParOf" srcId="{C7B7B3D2-27BD-465E-8ACB-D5F762B8DEC0}" destId="{AD0E05DB-2AF8-4DB2-AC0D-52585A1084F9}" srcOrd="3" destOrd="0" presId="urn:microsoft.com/office/officeart/2018/2/layout/IconVerticalSolidList"/>
    <dgm:cxn modelId="{ADF171ED-646E-46F6-9DD2-385E6906793F}" type="presParOf" srcId="{C7B7B3D2-27BD-465E-8ACB-D5F762B8DEC0}" destId="{A3067D13-7CDD-4690-9923-95221BEE9D7F}" srcOrd="4" destOrd="0" presId="urn:microsoft.com/office/officeart/2018/2/layout/IconVerticalSolidList"/>
    <dgm:cxn modelId="{FFD62A64-2242-448F-A511-DD4EBFB17204}" type="presParOf" srcId="{A3067D13-7CDD-4690-9923-95221BEE9D7F}" destId="{3F545D75-4E08-42CF-BEA3-C90C8644B4D4}" srcOrd="0" destOrd="0" presId="urn:microsoft.com/office/officeart/2018/2/layout/IconVerticalSolidList"/>
    <dgm:cxn modelId="{CD411260-A174-4FED-90FE-E867CE2162B9}" type="presParOf" srcId="{A3067D13-7CDD-4690-9923-95221BEE9D7F}" destId="{79DC5EC5-2202-493A-8721-D0171CB6085A}" srcOrd="1" destOrd="0" presId="urn:microsoft.com/office/officeart/2018/2/layout/IconVerticalSolidList"/>
    <dgm:cxn modelId="{D4666B91-1CFB-4AA3-96B8-75D0C1B1C8B1}" type="presParOf" srcId="{A3067D13-7CDD-4690-9923-95221BEE9D7F}" destId="{08B5FF5B-192E-4B80-887E-71F619ADBB41}" srcOrd="2" destOrd="0" presId="urn:microsoft.com/office/officeart/2018/2/layout/IconVerticalSolidList"/>
    <dgm:cxn modelId="{1B17F121-501B-43FE-86D8-22D61B0C7CED}" type="presParOf" srcId="{A3067D13-7CDD-4690-9923-95221BEE9D7F}" destId="{7C6290D5-5DE4-426F-BD60-F69408446757}" srcOrd="3" destOrd="0" presId="urn:microsoft.com/office/officeart/2018/2/layout/IconVerticalSolidList"/>
    <dgm:cxn modelId="{72A93480-6748-43E4-B80A-63756D110940}" type="presParOf" srcId="{C7B7B3D2-27BD-465E-8ACB-D5F762B8DEC0}" destId="{CAA789AD-66C5-46DA-BF47-5E61C5CA2D07}" srcOrd="5" destOrd="0" presId="urn:microsoft.com/office/officeart/2018/2/layout/IconVerticalSolidList"/>
    <dgm:cxn modelId="{6383C742-7268-481F-B54C-885150C2D9F4}" type="presParOf" srcId="{C7B7B3D2-27BD-465E-8ACB-D5F762B8DEC0}" destId="{8907626B-2D92-47E5-B6AB-5E113070AB71}" srcOrd="6" destOrd="0" presId="urn:microsoft.com/office/officeart/2018/2/layout/IconVerticalSolidList"/>
    <dgm:cxn modelId="{1DEBA030-6E3C-4EBC-BA10-80FB83797189}" type="presParOf" srcId="{8907626B-2D92-47E5-B6AB-5E113070AB71}" destId="{630096D4-D860-4E1D-9050-3E812F043117}" srcOrd="0" destOrd="0" presId="urn:microsoft.com/office/officeart/2018/2/layout/IconVerticalSolidList"/>
    <dgm:cxn modelId="{16DE56BE-188F-41B1-90C0-82CA96AFF704}" type="presParOf" srcId="{8907626B-2D92-47E5-B6AB-5E113070AB71}" destId="{45A5462E-3661-422F-BB67-E0AA111CF2BC}" srcOrd="1" destOrd="0" presId="urn:microsoft.com/office/officeart/2018/2/layout/IconVerticalSolidList"/>
    <dgm:cxn modelId="{546D1F21-2791-4D86-ABE8-9DBF9364A6E0}" type="presParOf" srcId="{8907626B-2D92-47E5-B6AB-5E113070AB71}" destId="{9239ACDC-9706-4996-AB8D-E3C167061BF5}" srcOrd="2" destOrd="0" presId="urn:microsoft.com/office/officeart/2018/2/layout/IconVerticalSolidList"/>
    <dgm:cxn modelId="{F0684915-D3F5-4126-8F62-8E03AD6F42A5}" type="presParOf" srcId="{8907626B-2D92-47E5-B6AB-5E113070AB71}" destId="{CBAF12DE-710A-43A7-A451-C1AAADB10F2E}" srcOrd="3" destOrd="0" presId="urn:microsoft.com/office/officeart/2018/2/layout/IconVerticalSolidList"/>
    <dgm:cxn modelId="{FE31F657-1D31-4E5D-BA50-C69928D8EE40}" type="presParOf" srcId="{C7B7B3D2-27BD-465E-8ACB-D5F762B8DEC0}" destId="{CA51E057-FF4C-4710-9028-C7C02D37D86D}" srcOrd="7" destOrd="0" presId="urn:microsoft.com/office/officeart/2018/2/layout/IconVerticalSolidList"/>
    <dgm:cxn modelId="{D09D9037-C070-4A6D-80CE-0AF333236838}" type="presParOf" srcId="{C7B7B3D2-27BD-465E-8ACB-D5F762B8DEC0}" destId="{03867512-116D-47FF-BC51-69F571BEA97F}" srcOrd="8" destOrd="0" presId="urn:microsoft.com/office/officeart/2018/2/layout/IconVerticalSolidList"/>
    <dgm:cxn modelId="{55A7FEB8-AC7E-4D13-812E-5256BC1331F4}" type="presParOf" srcId="{03867512-116D-47FF-BC51-69F571BEA97F}" destId="{013CA3BE-3073-433C-88EF-B2B3A23CCA81}" srcOrd="0" destOrd="0" presId="urn:microsoft.com/office/officeart/2018/2/layout/IconVerticalSolidList"/>
    <dgm:cxn modelId="{8BF17307-3C6F-4FE6-AC0E-278BD34D80E6}" type="presParOf" srcId="{03867512-116D-47FF-BC51-69F571BEA97F}" destId="{7B1499C9-DE53-4EE6-BEA6-978315651842}" srcOrd="1" destOrd="0" presId="urn:microsoft.com/office/officeart/2018/2/layout/IconVerticalSolidList"/>
    <dgm:cxn modelId="{CBA56E36-5F1E-4214-BAE7-1D632F91C376}" type="presParOf" srcId="{03867512-116D-47FF-BC51-69F571BEA97F}" destId="{0B30FD0C-DF56-45A0-90EA-A6FD2C4D7F4E}" srcOrd="2" destOrd="0" presId="urn:microsoft.com/office/officeart/2018/2/layout/IconVerticalSolidList"/>
    <dgm:cxn modelId="{596581FA-E985-4CC8-BF91-E0F7D3571D1F}" type="presParOf" srcId="{03867512-116D-47FF-BC51-69F571BEA97F}" destId="{9AB46CA2-57AB-41F5-B2A9-6161F98E6D58}" srcOrd="3" destOrd="0" presId="urn:microsoft.com/office/officeart/2018/2/layout/IconVerticalSolidList"/>
    <dgm:cxn modelId="{F5852F2E-56E6-404F-9F04-C9DB83B345B4}" type="presParOf" srcId="{C7B7B3D2-27BD-465E-8ACB-D5F762B8DEC0}" destId="{67701A0E-3859-49E3-9D81-D581BB1CB3BB}" srcOrd="9" destOrd="0" presId="urn:microsoft.com/office/officeart/2018/2/layout/IconVerticalSolidList"/>
    <dgm:cxn modelId="{F5278D3B-EEBF-4805-A6B8-54DD9655A925}" type="presParOf" srcId="{C7B7B3D2-27BD-465E-8ACB-D5F762B8DEC0}" destId="{5B24933B-C8B5-45D5-9578-7C643B657C46}" srcOrd="10" destOrd="0" presId="urn:microsoft.com/office/officeart/2018/2/layout/IconVerticalSolidList"/>
    <dgm:cxn modelId="{EDB0D568-1C89-455D-AC2C-B5ACD343BB0F}" type="presParOf" srcId="{5B24933B-C8B5-45D5-9578-7C643B657C46}" destId="{BC47488D-7E12-4A96-AF89-E1A7724A5A93}" srcOrd="0" destOrd="0" presId="urn:microsoft.com/office/officeart/2018/2/layout/IconVerticalSolidList"/>
    <dgm:cxn modelId="{83B70383-19DA-47A5-94BF-8FFB63DBB5D9}" type="presParOf" srcId="{5B24933B-C8B5-45D5-9578-7C643B657C46}" destId="{B425F8DD-5EC9-47D2-A52B-496F2369E38A}" srcOrd="1" destOrd="0" presId="urn:microsoft.com/office/officeart/2018/2/layout/IconVerticalSolidList"/>
    <dgm:cxn modelId="{7F00AB59-40D6-437A-B879-3602DC365C49}" type="presParOf" srcId="{5B24933B-C8B5-45D5-9578-7C643B657C46}" destId="{1F7662AA-290D-4FBB-886D-B57660FB948C}" srcOrd="2" destOrd="0" presId="urn:microsoft.com/office/officeart/2018/2/layout/IconVerticalSolidList"/>
    <dgm:cxn modelId="{5034E2DB-5543-4B58-BF0A-559D7C28EE64}" type="presParOf" srcId="{5B24933B-C8B5-45D5-9578-7C643B657C46}" destId="{44548FF6-8E9D-47AD-BE8D-4F15DBD68D1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8EE14792-3084-4410-BE2F-CCB6A980147D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/>
      <dgm:spPr/>
      <dgm:t>
        <a:bodyPr rtlCol="1"/>
        <a:lstStyle/>
        <a:p>
          <a:pPr rtl="1"/>
          <a:endParaRPr lang="en-US"/>
        </a:p>
      </dgm:t>
    </dgm:pt>
    <dgm:pt modelId="{2D36F026-0150-49E8-B0E1-4D7F4EBE76BA}">
      <dgm:prSet/>
      <dgm:spPr/>
      <dgm:t>
        <a:bodyPr rtlCol="1"/>
        <a:lstStyle/>
        <a:p>
          <a:pPr rtl="1"/>
          <a:r>
            <a:rPr lang="ar"/>
            <a:t>تخطيط المساحة</a:t>
          </a:r>
          <a:endParaRPr lang="en-US"/>
        </a:p>
      </dgm:t>
    </dgm:pt>
    <dgm:pt modelId="{762BDE02-3A95-4510-9D76-F8C205A71FB7}" type="parTrans" cxnId="{CB484879-FC9C-4361-AC40-7AC38E5BAD08}">
      <dgm:prSet/>
      <dgm:spPr/>
      <dgm:t>
        <a:bodyPr rtlCol="1"/>
        <a:lstStyle/>
        <a:p>
          <a:pPr rtl="1"/>
          <a:endParaRPr lang="en-US"/>
        </a:p>
      </dgm:t>
    </dgm:pt>
    <dgm:pt modelId="{9C325D80-070A-474F-B882-A7EC52429749}" type="sibTrans" cxnId="{CB484879-FC9C-4361-AC40-7AC38E5BAD08}">
      <dgm:prSet/>
      <dgm:spPr/>
      <dgm:t>
        <a:bodyPr rtlCol="1"/>
        <a:lstStyle/>
        <a:p>
          <a:pPr rtl="1"/>
          <a:endParaRPr lang="en-US"/>
        </a:p>
      </dgm:t>
    </dgm:pt>
    <dgm:pt modelId="{F27EA6D8-A110-4D23-8E4E-FD4C248F5C65}">
      <dgm:prSet/>
      <dgm:spPr/>
      <dgm:t>
        <a:bodyPr rtlCol="1"/>
        <a:lstStyle/>
        <a:p>
          <a:pPr rtl="1"/>
          <a:r>
            <a:rPr lang="ar"/>
            <a:t>الموقع</a:t>
          </a:r>
          <a:endParaRPr lang="en-US"/>
        </a:p>
      </dgm:t>
    </dgm:pt>
    <dgm:pt modelId="{C4E06FA1-3A32-4F3B-9F80-4916BDF4C78C}" type="parTrans" cxnId="{CA27295A-9C96-4F53-ADA6-61AE6D2DA821}">
      <dgm:prSet/>
      <dgm:spPr/>
      <dgm:t>
        <a:bodyPr rtlCol="1"/>
        <a:lstStyle/>
        <a:p>
          <a:pPr rtl="1"/>
          <a:endParaRPr lang="en-US"/>
        </a:p>
      </dgm:t>
    </dgm:pt>
    <dgm:pt modelId="{EEB14B07-D22A-417C-8DEB-301098481E50}" type="sibTrans" cxnId="{CA27295A-9C96-4F53-ADA6-61AE6D2DA821}">
      <dgm:prSet/>
      <dgm:spPr/>
      <dgm:t>
        <a:bodyPr rtlCol="1"/>
        <a:lstStyle/>
        <a:p>
          <a:pPr rtl="1"/>
          <a:endParaRPr lang="en-US"/>
        </a:p>
      </dgm:t>
    </dgm:pt>
    <dgm:pt modelId="{CC91CC68-8E93-4425-A888-73088DAE6683}">
      <dgm:prSet/>
      <dgm:spPr/>
      <dgm:t>
        <a:bodyPr rtlCol="1"/>
        <a:lstStyle/>
        <a:p>
          <a:pPr rtl="1"/>
          <a:r>
            <a:rPr lang="ar"/>
            <a:t>المساحة المتاحة </a:t>
          </a:r>
          <a:endParaRPr lang="en-US"/>
        </a:p>
      </dgm:t>
    </dgm:pt>
    <dgm:pt modelId="{23EA3775-CF96-4264-AA98-09B1ABFDB38A}" type="parTrans" cxnId="{50DE4ABC-C70F-40B8-93A1-D20673A79641}">
      <dgm:prSet/>
      <dgm:spPr/>
      <dgm:t>
        <a:bodyPr rtlCol="1"/>
        <a:lstStyle/>
        <a:p>
          <a:pPr rtl="1"/>
          <a:endParaRPr lang="en-US"/>
        </a:p>
      </dgm:t>
    </dgm:pt>
    <dgm:pt modelId="{3544C858-40BD-4A57-8A5B-73DA1A451B69}" type="sibTrans" cxnId="{50DE4ABC-C70F-40B8-93A1-D20673A79641}">
      <dgm:prSet/>
      <dgm:spPr/>
      <dgm:t>
        <a:bodyPr rtlCol="1"/>
        <a:lstStyle/>
        <a:p>
          <a:pPr rtl="1"/>
          <a:endParaRPr lang="en-US"/>
        </a:p>
      </dgm:t>
    </dgm:pt>
    <dgm:pt modelId="{FA548B95-99F1-42A2-AADE-08C0377ACC1A}">
      <dgm:prSet/>
      <dgm:spPr/>
      <dgm:t>
        <a:bodyPr rtlCol="1"/>
        <a:lstStyle/>
        <a:p>
          <a:pPr rtl="1"/>
          <a:r>
            <a:rPr lang="ar"/>
            <a:t>الربط مع المنتجات المجاورة</a:t>
          </a:r>
          <a:endParaRPr lang="en-US"/>
        </a:p>
      </dgm:t>
    </dgm:pt>
    <dgm:pt modelId="{D7821CC6-3B12-420E-9A3F-592D0B67F8E3}" type="parTrans" cxnId="{791C7A7B-B307-45EE-844A-2CF0062359F1}">
      <dgm:prSet/>
      <dgm:spPr/>
      <dgm:t>
        <a:bodyPr rtlCol="1"/>
        <a:lstStyle/>
        <a:p>
          <a:pPr rtl="1"/>
          <a:endParaRPr lang="en-US"/>
        </a:p>
      </dgm:t>
    </dgm:pt>
    <dgm:pt modelId="{5684ACF3-4835-45EE-81FD-A4A5D309FDF8}" type="sibTrans" cxnId="{791C7A7B-B307-45EE-844A-2CF0062359F1}">
      <dgm:prSet/>
      <dgm:spPr/>
      <dgm:t>
        <a:bodyPr rtlCol="1"/>
        <a:lstStyle/>
        <a:p>
          <a:pPr rtl="1"/>
          <a:endParaRPr lang="en-US"/>
        </a:p>
      </dgm:t>
    </dgm:pt>
    <dgm:pt modelId="{1E007B8C-6C4D-4E8D-8A67-C5A6114A0B28}">
      <dgm:prSet/>
      <dgm:spPr/>
      <dgm:t>
        <a:bodyPr rtlCol="1"/>
        <a:lstStyle/>
        <a:p>
          <a:pPr rtl="1"/>
          <a:r>
            <a:rPr lang="ar"/>
            <a:t>تدفق حركة العملاء</a:t>
          </a:r>
          <a:endParaRPr lang="en-US"/>
        </a:p>
      </dgm:t>
    </dgm:pt>
    <dgm:pt modelId="{41A694EF-83A3-4D22-B297-88657103A48E}" type="parTrans" cxnId="{A649D13D-182F-44AC-BEED-E71FE67500F5}">
      <dgm:prSet/>
      <dgm:spPr/>
      <dgm:t>
        <a:bodyPr rtlCol="1"/>
        <a:lstStyle/>
        <a:p>
          <a:pPr rtl="1"/>
          <a:endParaRPr lang="en-US"/>
        </a:p>
      </dgm:t>
    </dgm:pt>
    <dgm:pt modelId="{7A56C956-58B5-4F63-A0E3-B4577C839C73}" type="sibTrans" cxnId="{A649D13D-182F-44AC-BEED-E71FE67500F5}">
      <dgm:prSet/>
      <dgm:spPr/>
      <dgm:t>
        <a:bodyPr rtlCol="1"/>
        <a:lstStyle/>
        <a:p>
          <a:pPr rtl="1"/>
          <a:endParaRPr lang="en-US"/>
        </a:p>
      </dgm:t>
    </dgm:pt>
    <dgm:pt modelId="{E418DAC6-27E2-4CA1-9EA4-12330FC9AED8}">
      <dgm:prSet/>
      <dgm:spPr/>
      <dgm:t>
        <a:bodyPr rtlCol="1"/>
        <a:lstStyle/>
        <a:p>
          <a:pPr rtl="1"/>
          <a:r>
            <a:rPr lang="ar"/>
            <a:t>موقع الأثاث</a:t>
          </a:r>
          <a:endParaRPr lang="en-US" dirty="0"/>
        </a:p>
      </dgm:t>
    </dgm:pt>
    <dgm:pt modelId="{E0AAE83F-5662-4087-8261-70EFAC951638}" type="parTrans" cxnId="{AE67B772-BA62-4AB3-85E9-F5CFC0E5DAD4}">
      <dgm:prSet/>
      <dgm:spPr/>
      <dgm:t>
        <a:bodyPr rtlCol="1"/>
        <a:lstStyle/>
        <a:p>
          <a:pPr rtl="1"/>
          <a:endParaRPr lang="en-US"/>
        </a:p>
      </dgm:t>
    </dgm:pt>
    <dgm:pt modelId="{66C8816D-DCCB-444C-8803-5614D59E4F89}" type="sibTrans" cxnId="{AE67B772-BA62-4AB3-85E9-F5CFC0E5DAD4}">
      <dgm:prSet/>
      <dgm:spPr/>
      <dgm:t>
        <a:bodyPr rtlCol="1"/>
        <a:lstStyle/>
        <a:p>
          <a:pPr rtl="1"/>
          <a:endParaRPr lang="en-US"/>
        </a:p>
      </dgm:t>
    </dgm:pt>
    <dgm:pt modelId="{249B06A9-F143-476A-83DE-54D283DBA46E}">
      <dgm:prSet/>
      <dgm:spPr/>
      <dgm:t>
        <a:bodyPr rtlCol="1"/>
        <a:lstStyle/>
        <a:p>
          <a:pPr rtl="1"/>
          <a:r>
            <a:rPr lang="ar"/>
            <a:t>اختيار أماكن المنتجات </a:t>
          </a:r>
          <a:endParaRPr lang="en-US" dirty="0"/>
        </a:p>
      </dgm:t>
    </dgm:pt>
    <dgm:pt modelId="{BF6F664C-FD58-4239-8ABF-599B748C6311}" type="parTrans" cxnId="{2286559E-5875-48E3-A6B4-62778C8EB995}">
      <dgm:prSet/>
      <dgm:spPr/>
      <dgm:t>
        <a:bodyPr rtlCol="1"/>
        <a:lstStyle/>
        <a:p>
          <a:pPr rtl="1"/>
          <a:endParaRPr lang="en-US"/>
        </a:p>
      </dgm:t>
    </dgm:pt>
    <dgm:pt modelId="{AAC7EDB6-E262-472E-9210-A31D4947CB74}" type="sibTrans" cxnId="{2286559E-5875-48E3-A6B4-62778C8EB995}">
      <dgm:prSet/>
      <dgm:spPr/>
      <dgm:t>
        <a:bodyPr rtlCol="1"/>
        <a:lstStyle/>
        <a:p>
          <a:pPr rtl="1"/>
          <a:endParaRPr lang="en-US"/>
        </a:p>
      </dgm:t>
    </dgm:pt>
    <dgm:pt modelId="{FA3FB3E9-AC24-453C-A98C-47DA7C9A3E95}">
      <dgm:prSet/>
      <dgm:spPr/>
      <dgm:t>
        <a:bodyPr rtlCol="1"/>
        <a:lstStyle/>
        <a:p>
          <a:pPr rtl="1"/>
          <a:r>
            <a:rPr lang="ar"/>
            <a:t>أسلوب عرض المنتجات</a:t>
          </a:r>
          <a:endParaRPr lang="en-US"/>
        </a:p>
      </dgm:t>
    </dgm:pt>
    <dgm:pt modelId="{A395DA4F-C9EF-4793-BA4A-797A4CD97FAB}" type="parTrans" cxnId="{DCC108A8-493D-4A49-88C7-7B2688B2EE96}">
      <dgm:prSet/>
      <dgm:spPr/>
      <dgm:t>
        <a:bodyPr rtlCol="1"/>
        <a:lstStyle/>
        <a:p>
          <a:pPr rtl="1"/>
          <a:endParaRPr lang="en-US"/>
        </a:p>
      </dgm:t>
    </dgm:pt>
    <dgm:pt modelId="{73C37244-01C3-445A-BC05-2DCEC681D410}" type="sibTrans" cxnId="{DCC108A8-493D-4A49-88C7-7B2688B2EE96}">
      <dgm:prSet/>
      <dgm:spPr/>
      <dgm:t>
        <a:bodyPr rtlCol="1"/>
        <a:lstStyle/>
        <a:p>
          <a:pPr rtl="1"/>
          <a:endParaRPr lang="en-US"/>
        </a:p>
      </dgm:t>
    </dgm:pt>
    <dgm:pt modelId="{EC28F4CE-F7CB-4C3D-8FA3-5AFB34322598}">
      <dgm:prSet/>
      <dgm:spPr/>
      <dgm:t>
        <a:bodyPr rtlCol="1"/>
        <a:lstStyle/>
        <a:p>
          <a:pPr rtl="1"/>
          <a:r>
            <a:rPr lang="ar"/>
            <a:t>سهولة الوصول</a:t>
          </a:r>
          <a:endParaRPr lang="en-US"/>
        </a:p>
      </dgm:t>
    </dgm:pt>
    <dgm:pt modelId="{0EEC34DD-A1F4-4E1A-999C-7C4C29E2D97A}" type="parTrans" cxnId="{5DEEE19E-EBF7-4E3E-B512-1DDA45816F19}">
      <dgm:prSet/>
      <dgm:spPr/>
      <dgm:t>
        <a:bodyPr rtlCol="1"/>
        <a:lstStyle/>
        <a:p>
          <a:pPr rtl="1"/>
          <a:endParaRPr lang="en-US"/>
        </a:p>
      </dgm:t>
    </dgm:pt>
    <dgm:pt modelId="{1ECA9216-26D6-49E6-990D-1BE165704A97}" type="sibTrans" cxnId="{5DEEE19E-EBF7-4E3E-B512-1DDA45816F19}">
      <dgm:prSet/>
      <dgm:spPr/>
      <dgm:t>
        <a:bodyPr rtlCol="1"/>
        <a:lstStyle/>
        <a:p>
          <a:pPr rtl="1"/>
          <a:endParaRPr lang="en-US"/>
        </a:p>
      </dgm:t>
    </dgm:pt>
    <dgm:pt modelId="{B352E8C1-1839-4A5C-91EA-648660367FCB}">
      <dgm:prSet/>
      <dgm:spPr/>
      <dgm:t>
        <a:bodyPr rtlCol="1"/>
        <a:lstStyle/>
        <a:p>
          <a:pPr rtl="1"/>
          <a:r>
            <a:rPr lang="ar"/>
            <a:t>موقع الخروج</a:t>
          </a:r>
          <a:endParaRPr lang="en-US"/>
        </a:p>
      </dgm:t>
    </dgm:pt>
    <dgm:pt modelId="{205911BC-AFA9-4D92-BBF9-4B8403836141}" type="parTrans" cxnId="{785DEC1B-86F7-4088-B02A-45B346B20492}">
      <dgm:prSet/>
      <dgm:spPr/>
      <dgm:t>
        <a:bodyPr rtlCol="1"/>
        <a:lstStyle/>
        <a:p>
          <a:pPr rtl="1"/>
          <a:endParaRPr lang="en-US"/>
        </a:p>
      </dgm:t>
    </dgm:pt>
    <dgm:pt modelId="{C618E7A9-3A5F-4C93-AB63-66651F5D445D}" type="sibTrans" cxnId="{785DEC1B-86F7-4088-B02A-45B346B20492}">
      <dgm:prSet/>
      <dgm:spPr/>
      <dgm:t>
        <a:bodyPr rtlCol="1"/>
        <a:lstStyle/>
        <a:p>
          <a:pPr rtl="1"/>
          <a:endParaRPr lang="en-US"/>
        </a:p>
      </dgm:t>
    </dgm:pt>
    <dgm:pt modelId="{D6C69B59-AFC3-46A5-B16C-34223178E546}">
      <dgm:prSet/>
      <dgm:spPr/>
      <dgm:t>
        <a:bodyPr rtlCol="1"/>
        <a:lstStyle/>
        <a:p>
          <a:pPr rtl="1"/>
          <a:r>
            <a:rPr lang="ar"/>
            <a:t>المنطقة الانتقالية</a:t>
          </a:r>
          <a:endParaRPr lang="en-US"/>
        </a:p>
      </dgm:t>
    </dgm:pt>
    <dgm:pt modelId="{D4B48041-F6B3-4837-AA3A-235F947262C1}" type="parTrans" cxnId="{14ED14B5-8AD8-4BC8-A0BE-05AEB1E84E62}">
      <dgm:prSet/>
      <dgm:spPr/>
      <dgm:t>
        <a:bodyPr rtlCol="1"/>
        <a:lstStyle/>
        <a:p>
          <a:pPr rtl="1"/>
          <a:endParaRPr lang="en-US"/>
        </a:p>
      </dgm:t>
    </dgm:pt>
    <dgm:pt modelId="{E24F5ACC-C8C3-4A4F-A7A6-70383A606B16}" type="sibTrans" cxnId="{14ED14B5-8AD8-4BC8-A0BE-05AEB1E84E62}">
      <dgm:prSet/>
      <dgm:spPr/>
      <dgm:t>
        <a:bodyPr rtlCol="1"/>
        <a:lstStyle/>
        <a:p>
          <a:pPr rtl="1"/>
          <a:endParaRPr lang="en-US"/>
        </a:p>
      </dgm:t>
    </dgm:pt>
    <dgm:pt modelId="{661C858F-AE4E-C14E-B6A9-8985AF1C1B62}" type="pres">
      <dgm:prSet presAssocID="{8EE14792-3084-4410-BE2F-CCB6A980147D}" presName="vert0" presStyleCnt="0">
        <dgm:presLayoutVars>
          <dgm:dir/>
          <dgm:animOne val="branch"/>
          <dgm:animLvl val="lvl"/>
        </dgm:presLayoutVars>
      </dgm:prSet>
      <dgm:spPr/>
    </dgm:pt>
    <dgm:pt modelId="{0B8B8CA2-E1FB-7346-87EC-92381618DD22}" type="pres">
      <dgm:prSet presAssocID="{2D36F026-0150-49E8-B0E1-4D7F4EBE76BA}" presName="thickLine" presStyleLbl="alignNode1" presStyleIdx="0" presStyleCnt="11"/>
      <dgm:spPr/>
    </dgm:pt>
    <dgm:pt modelId="{B53FE607-815F-0D45-B594-9B32A5A62EE6}" type="pres">
      <dgm:prSet presAssocID="{2D36F026-0150-49E8-B0E1-4D7F4EBE76BA}" presName="horz1" presStyleCnt="0"/>
      <dgm:spPr/>
    </dgm:pt>
    <dgm:pt modelId="{7F73088C-3C24-CA47-8F9C-2B3DBEC62049}" type="pres">
      <dgm:prSet presAssocID="{2D36F026-0150-49E8-B0E1-4D7F4EBE76BA}" presName="tx1" presStyleLbl="revTx" presStyleIdx="0" presStyleCnt="11"/>
      <dgm:spPr/>
    </dgm:pt>
    <dgm:pt modelId="{7307DF09-1AD3-0D48-AFB8-0A6965D5D31C}" type="pres">
      <dgm:prSet presAssocID="{2D36F026-0150-49E8-B0E1-4D7F4EBE76BA}" presName="vert1" presStyleCnt="0"/>
      <dgm:spPr/>
    </dgm:pt>
    <dgm:pt modelId="{FFBA96A2-BF1F-B142-B537-FE9688AB1EFE}" type="pres">
      <dgm:prSet presAssocID="{F27EA6D8-A110-4D23-8E4E-FD4C248F5C65}" presName="thickLine" presStyleLbl="alignNode1" presStyleIdx="1" presStyleCnt="11"/>
      <dgm:spPr/>
    </dgm:pt>
    <dgm:pt modelId="{0932D0FD-F3E3-D344-9472-1BC75F117717}" type="pres">
      <dgm:prSet presAssocID="{F27EA6D8-A110-4D23-8E4E-FD4C248F5C65}" presName="horz1" presStyleCnt="0"/>
      <dgm:spPr/>
    </dgm:pt>
    <dgm:pt modelId="{93998C83-8C96-CC42-89CA-1A0775C55FEA}" type="pres">
      <dgm:prSet presAssocID="{F27EA6D8-A110-4D23-8E4E-FD4C248F5C65}" presName="tx1" presStyleLbl="revTx" presStyleIdx="1" presStyleCnt="11"/>
      <dgm:spPr/>
    </dgm:pt>
    <dgm:pt modelId="{5A18291B-B17B-EC47-A2BD-2F979D37FBE3}" type="pres">
      <dgm:prSet presAssocID="{F27EA6D8-A110-4D23-8E4E-FD4C248F5C65}" presName="vert1" presStyleCnt="0"/>
      <dgm:spPr/>
    </dgm:pt>
    <dgm:pt modelId="{9E3D67E5-AEFE-AF43-B520-B089249958AE}" type="pres">
      <dgm:prSet presAssocID="{CC91CC68-8E93-4425-A888-73088DAE6683}" presName="thickLine" presStyleLbl="alignNode1" presStyleIdx="2" presStyleCnt="11"/>
      <dgm:spPr/>
    </dgm:pt>
    <dgm:pt modelId="{7E53E915-5830-5A42-9755-3B4004439DDA}" type="pres">
      <dgm:prSet presAssocID="{CC91CC68-8E93-4425-A888-73088DAE6683}" presName="horz1" presStyleCnt="0"/>
      <dgm:spPr/>
    </dgm:pt>
    <dgm:pt modelId="{70BA3ADF-6A85-2A40-922C-FEB813F14E03}" type="pres">
      <dgm:prSet presAssocID="{CC91CC68-8E93-4425-A888-73088DAE6683}" presName="tx1" presStyleLbl="revTx" presStyleIdx="2" presStyleCnt="11"/>
      <dgm:spPr/>
    </dgm:pt>
    <dgm:pt modelId="{3AAF339D-E323-C64E-BEC4-117C83488871}" type="pres">
      <dgm:prSet presAssocID="{CC91CC68-8E93-4425-A888-73088DAE6683}" presName="vert1" presStyleCnt="0"/>
      <dgm:spPr/>
    </dgm:pt>
    <dgm:pt modelId="{E319F173-6979-024C-BB8B-A1BAF1E0DAEE}" type="pres">
      <dgm:prSet presAssocID="{FA548B95-99F1-42A2-AADE-08C0377ACC1A}" presName="thickLine" presStyleLbl="alignNode1" presStyleIdx="3" presStyleCnt="11"/>
      <dgm:spPr/>
    </dgm:pt>
    <dgm:pt modelId="{32149345-7663-E742-822F-0DA33C913943}" type="pres">
      <dgm:prSet presAssocID="{FA548B95-99F1-42A2-AADE-08C0377ACC1A}" presName="horz1" presStyleCnt="0"/>
      <dgm:spPr/>
    </dgm:pt>
    <dgm:pt modelId="{7012684C-0A45-B440-8F75-876B2B82C300}" type="pres">
      <dgm:prSet presAssocID="{FA548B95-99F1-42A2-AADE-08C0377ACC1A}" presName="tx1" presStyleLbl="revTx" presStyleIdx="3" presStyleCnt="11"/>
      <dgm:spPr/>
    </dgm:pt>
    <dgm:pt modelId="{E1284453-47ED-F24E-B745-26D6163C7AD6}" type="pres">
      <dgm:prSet presAssocID="{FA548B95-99F1-42A2-AADE-08C0377ACC1A}" presName="vert1" presStyleCnt="0"/>
      <dgm:spPr/>
    </dgm:pt>
    <dgm:pt modelId="{F44D03A2-2778-FD4C-A66F-B4865B62FD35}" type="pres">
      <dgm:prSet presAssocID="{1E007B8C-6C4D-4E8D-8A67-C5A6114A0B28}" presName="thickLine" presStyleLbl="alignNode1" presStyleIdx="4" presStyleCnt="11"/>
      <dgm:spPr/>
    </dgm:pt>
    <dgm:pt modelId="{DBF67DA5-B4C8-ED4F-BC43-89142D536A45}" type="pres">
      <dgm:prSet presAssocID="{1E007B8C-6C4D-4E8D-8A67-C5A6114A0B28}" presName="horz1" presStyleCnt="0"/>
      <dgm:spPr/>
    </dgm:pt>
    <dgm:pt modelId="{92BB39CD-5376-2345-97F2-5956CA379112}" type="pres">
      <dgm:prSet presAssocID="{1E007B8C-6C4D-4E8D-8A67-C5A6114A0B28}" presName="tx1" presStyleLbl="revTx" presStyleIdx="4" presStyleCnt="11"/>
      <dgm:spPr/>
    </dgm:pt>
    <dgm:pt modelId="{69F542CD-2291-5648-B103-153A418C0D80}" type="pres">
      <dgm:prSet presAssocID="{1E007B8C-6C4D-4E8D-8A67-C5A6114A0B28}" presName="vert1" presStyleCnt="0"/>
      <dgm:spPr/>
    </dgm:pt>
    <dgm:pt modelId="{AB3DB102-59D2-0B4E-973E-0580B1417C2F}" type="pres">
      <dgm:prSet presAssocID="{E418DAC6-27E2-4CA1-9EA4-12330FC9AED8}" presName="thickLine" presStyleLbl="alignNode1" presStyleIdx="5" presStyleCnt="11"/>
      <dgm:spPr/>
    </dgm:pt>
    <dgm:pt modelId="{F8829003-D374-0C41-A1EA-F61EADBC5092}" type="pres">
      <dgm:prSet presAssocID="{E418DAC6-27E2-4CA1-9EA4-12330FC9AED8}" presName="horz1" presStyleCnt="0"/>
      <dgm:spPr/>
    </dgm:pt>
    <dgm:pt modelId="{06926421-60D2-7C4E-B4C7-16C2FB704A35}" type="pres">
      <dgm:prSet presAssocID="{E418DAC6-27E2-4CA1-9EA4-12330FC9AED8}" presName="tx1" presStyleLbl="revTx" presStyleIdx="5" presStyleCnt="11"/>
      <dgm:spPr/>
    </dgm:pt>
    <dgm:pt modelId="{5796F582-82B7-7746-A9FB-4BC05BD882E5}" type="pres">
      <dgm:prSet presAssocID="{E418DAC6-27E2-4CA1-9EA4-12330FC9AED8}" presName="vert1" presStyleCnt="0"/>
      <dgm:spPr/>
    </dgm:pt>
    <dgm:pt modelId="{4CAA08E8-DA58-CD40-85CB-E39EE738F83A}" type="pres">
      <dgm:prSet presAssocID="{249B06A9-F143-476A-83DE-54D283DBA46E}" presName="thickLine" presStyleLbl="alignNode1" presStyleIdx="6" presStyleCnt="11"/>
      <dgm:spPr/>
    </dgm:pt>
    <dgm:pt modelId="{652092A8-B343-DE41-BDF6-17CDA834FB47}" type="pres">
      <dgm:prSet presAssocID="{249B06A9-F143-476A-83DE-54D283DBA46E}" presName="horz1" presStyleCnt="0"/>
      <dgm:spPr/>
    </dgm:pt>
    <dgm:pt modelId="{DE4C9C5D-70CD-BD4A-BA2C-76AFF734810F}" type="pres">
      <dgm:prSet presAssocID="{249B06A9-F143-476A-83DE-54D283DBA46E}" presName="tx1" presStyleLbl="revTx" presStyleIdx="6" presStyleCnt="11"/>
      <dgm:spPr/>
    </dgm:pt>
    <dgm:pt modelId="{DE2D5421-26D9-5042-B1A4-DFF5A0E94121}" type="pres">
      <dgm:prSet presAssocID="{249B06A9-F143-476A-83DE-54D283DBA46E}" presName="vert1" presStyleCnt="0"/>
      <dgm:spPr/>
    </dgm:pt>
    <dgm:pt modelId="{24844356-32DA-A944-9C45-1FED45299D62}" type="pres">
      <dgm:prSet presAssocID="{FA3FB3E9-AC24-453C-A98C-47DA7C9A3E95}" presName="thickLine" presStyleLbl="alignNode1" presStyleIdx="7" presStyleCnt="11"/>
      <dgm:spPr/>
    </dgm:pt>
    <dgm:pt modelId="{4207993E-91D2-C842-8035-370F349FBFD1}" type="pres">
      <dgm:prSet presAssocID="{FA3FB3E9-AC24-453C-A98C-47DA7C9A3E95}" presName="horz1" presStyleCnt="0"/>
      <dgm:spPr/>
    </dgm:pt>
    <dgm:pt modelId="{76E30FEB-E70D-654A-AE69-674E8325C958}" type="pres">
      <dgm:prSet presAssocID="{FA3FB3E9-AC24-453C-A98C-47DA7C9A3E95}" presName="tx1" presStyleLbl="revTx" presStyleIdx="7" presStyleCnt="11"/>
      <dgm:spPr/>
    </dgm:pt>
    <dgm:pt modelId="{EAD8C978-9B3A-8F4F-849A-4937FDED769A}" type="pres">
      <dgm:prSet presAssocID="{FA3FB3E9-AC24-453C-A98C-47DA7C9A3E95}" presName="vert1" presStyleCnt="0"/>
      <dgm:spPr/>
    </dgm:pt>
    <dgm:pt modelId="{F77C4A8A-15BB-9C4F-951F-D8C9397B387E}" type="pres">
      <dgm:prSet presAssocID="{EC28F4CE-F7CB-4C3D-8FA3-5AFB34322598}" presName="thickLine" presStyleLbl="alignNode1" presStyleIdx="8" presStyleCnt="11"/>
      <dgm:spPr/>
    </dgm:pt>
    <dgm:pt modelId="{69B58C60-D9F3-8C4D-AD2E-D8F9A4383EF3}" type="pres">
      <dgm:prSet presAssocID="{EC28F4CE-F7CB-4C3D-8FA3-5AFB34322598}" presName="horz1" presStyleCnt="0"/>
      <dgm:spPr/>
    </dgm:pt>
    <dgm:pt modelId="{C8BC432B-58FD-CD4C-88F7-31293E167C7E}" type="pres">
      <dgm:prSet presAssocID="{EC28F4CE-F7CB-4C3D-8FA3-5AFB34322598}" presName="tx1" presStyleLbl="revTx" presStyleIdx="8" presStyleCnt="11"/>
      <dgm:spPr/>
    </dgm:pt>
    <dgm:pt modelId="{E092E65A-9E2C-2741-A5B6-03EEA00B809A}" type="pres">
      <dgm:prSet presAssocID="{EC28F4CE-F7CB-4C3D-8FA3-5AFB34322598}" presName="vert1" presStyleCnt="0"/>
      <dgm:spPr/>
    </dgm:pt>
    <dgm:pt modelId="{FD0FB058-4479-EA42-9535-8C048025457C}" type="pres">
      <dgm:prSet presAssocID="{B352E8C1-1839-4A5C-91EA-648660367FCB}" presName="thickLine" presStyleLbl="alignNode1" presStyleIdx="9" presStyleCnt="11"/>
      <dgm:spPr/>
    </dgm:pt>
    <dgm:pt modelId="{98F9EE86-C3BD-5F46-9534-A38AE6FDE229}" type="pres">
      <dgm:prSet presAssocID="{B352E8C1-1839-4A5C-91EA-648660367FCB}" presName="horz1" presStyleCnt="0"/>
      <dgm:spPr/>
    </dgm:pt>
    <dgm:pt modelId="{344C43E9-79AA-744C-9BE4-B609DC08E158}" type="pres">
      <dgm:prSet presAssocID="{B352E8C1-1839-4A5C-91EA-648660367FCB}" presName="tx1" presStyleLbl="revTx" presStyleIdx="9" presStyleCnt="11"/>
      <dgm:spPr/>
    </dgm:pt>
    <dgm:pt modelId="{28449202-EA71-564A-97E3-A7D86C2C6BD2}" type="pres">
      <dgm:prSet presAssocID="{B352E8C1-1839-4A5C-91EA-648660367FCB}" presName="vert1" presStyleCnt="0"/>
      <dgm:spPr/>
    </dgm:pt>
    <dgm:pt modelId="{4BC5C06D-4297-4940-B00A-EDFB41FE856D}" type="pres">
      <dgm:prSet presAssocID="{D6C69B59-AFC3-46A5-B16C-34223178E546}" presName="thickLine" presStyleLbl="alignNode1" presStyleIdx="10" presStyleCnt="11"/>
      <dgm:spPr/>
    </dgm:pt>
    <dgm:pt modelId="{9D0FEB69-7A27-1540-AF5C-9357B42BB988}" type="pres">
      <dgm:prSet presAssocID="{D6C69B59-AFC3-46A5-B16C-34223178E546}" presName="horz1" presStyleCnt="0"/>
      <dgm:spPr/>
    </dgm:pt>
    <dgm:pt modelId="{DB3F56E5-504F-BB4A-A9BF-58F8A5B7ECB7}" type="pres">
      <dgm:prSet presAssocID="{D6C69B59-AFC3-46A5-B16C-34223178E546}" presName="tx1" presStyleLbl="revTx" presStyleIdx="10" presStyleCnt="11"/>
      <dgm:spPr/>
    </dgm:pt>
    <dgm:pt modelId="{222FBEE9-73C7-E942-B673-5AD7230249FD}" type="pres">
      <dgm:prSet presAssocID="{D6C69B59-AFC3-46A5-B16C-34223178E546}" presName="vert1" presStyleCnt="0"/>
      <dgm:spPr/>
    </dgm:pt>
  </dgm:ptLst>
  <dgm:cxnLst>
    <dgm:cxn modelId="{04E3131A-3F4A-014C-9EDB-90C113646071}" type="presOf" srcId="{EC28F4CE-F7CB-4C3D-8FA3-5AFB34322598}" destId="{C8BC432B-58FD-CD4C-88F7-31293E167C7E}" srcOrd="0" destOrd="0" presId="urn:microsoft.com/office/officeart/2008/layout/LinedList"/>
    <dgm:cxn modelId="{785DEC1B-86F7-4088-B02A-45B346B20492}" srcId="{8EE14792-3084-4410-BE2F-CCB6A980147D}" destId="{B352E8C1-1839-4A5C-91EA-648660367FCB}" srcOrd="9" destOrd="0" parTransId="{205911BC-AFA9-4D92-BBF9-4B8403836141}" sibTransId="{C618E7A9-3A5F-4C93-AB63-66651F5D445D}"/>
    <dgm:cxn modelId="{A649D13D-182F-44AC-BEED-E71FE67500F5}" srcId="{8EE14792-3084-4410-BE2F-CCB6A980147D}" destId="{1E007B8C-6C4D-4E8D-8A67-C5A6114A0B28}" srcOrd="4" destOrd="0" parTransId="{41A694EF-83A3-4D22-B297-88657103A48E}" sibTransId="{7A56C956-58B5-4F63-A0E3-B4577C839C73}"/>
    <dgm:cxn modelId="{1C92B863-5EBE-7241-B8EE-763F63FB3A9A}" type="presOf" srcId="{249B06A9-F143-476A-83DE-54D283DBA46E}" destId="{DE4C9C5D-70CD-BD4A-BA2C-76AFF734810F}" srcOrd="0" destOrd="0" presId="urn:microsoft.com/office/officeart/2008/layout/LinedList"/>
    <dgm:cxn modelId="{46201566-EE0A-B744-9883-8827B74DD012}" type="presOf" srcId="{F27EA6D8-A110-4D23-8E4E-FD4C248F5C65}" destId="{93998C83-8C96-CC42-89CA-1A0775C55FEA}" srcOrd="0" destOrd="0" presId="urn:microsoft.com/office/officeart/2008/layout/LinedList"/>
    <dgm:cxn modelId="{ADFD5A6A-6966-0241-BA53-D795BD840330}" type="presOf" srcId="{CC91CC68-8E93-4425-A888-73088DAE6683}" destId="{70BA3ADF-6A85-2A40-922C-FEB813F14E03}" srcOrd="0" destOrd="0" presId="urn:microsoft.com/office/officeart/2008/layout/LinedList"/>
    <dgm:cxn modelId="{65C01272-C663-0446-BFAC-772084020C01}" type="presOf" srcId="{FA3FB3E9-AC24-453C-A98C-47DA7C9A3E95}" destId="{76E30FEB-E70D-654A-AE69-674E8325C958}" srcOrd="0" destOrd="0" presId="urn:microsoft.com/office/officeart/2008/layout/LinedList"/>
    <dgm:cxn modelId="{AE67B772-BA62-4AB3-85E9-F5CFC0E5DAD4}" srcId="{8EE14792-3084-4410-BE2F-CCB6A980147D}" destId="{E418DAC6-27E2-4CA1-9EA4-12330FC9AED8}" srcOrd="5" destOrd="0" parTransId="{E0AAE83F-5662-4087-8261-70EFAC951638}" sibTransId="{66C8816D-DCCB-444C-8803-5614D59E4F89}"/>
    <dgm:cxn modelId="{4879CF56-997F-7D47-8DE0-7B78EDC372FA}" type="presOf" srcId="{E418DAC6-27E2-4CA1-9EA4-12330FC9AED8}" destId="{06926421-60D2-7C4E-B4C7-16C2FB704A35}" srcOrd="0" destOrd="0" presId="urn:microsoft.com/office/officeart/2008/layout/LinedList"/>
    <dgm:cxn modelId="{CB484879-FC9C-4361-AC40-7AC38E5BAD08}" srcId="{8EE14792-3084-4410-BE2F-CCB6A980147D}" destId="{2D36F026-0150-49E8-B0E1-4D7F4EBE76BA}" srcOrd="0" destOrd="0" parTransId="{762BDE02-3A95-4510-9D76-F8C205A71FB7}" sibTransId="{9C325D80-070A-474F-B882-A7EC52429749}"/>
    <dgm:cxn modelId="{CA27295A-9C96-4F53-ADA6-61AE6D2DA821}" srcId="{8EE14792-3084-4410-BE2F-CCB6A980147D}" destId="{F27EA6D8-A110-4D23-8E4E-FD4C248F5C65}" srcOrd="1" destOrd="0" parTransId="{C4E06FA1-3A32-4F3B-9F80-4916BDF4C78C}" sibTransId="{EEB14B07-D22A-417C-8DEB-301098481E50}"/>
    <dgm:cxn modelId="{791C7A7B-B307-45EE-844A-2CF0062359F1}" srcId="{8EE14792-3084-4410-BE2F-CCB6A980147D}" destId="{FA548B95-99F1-42A2-AADE-08C0377ACC1A}" srcOrd="3" destOrd="0" parTransId="{D7821CC6-3B12-420E-9A3F-592D0B67F8E3}" sibTransId="{5684ACF3-4835-45EE-81FD-A4A5D309FDF8}"/>
    <dgm:cxn modelId="{52B93B86-72DA-C441-BF36-323F7DDD9C72}" type="presOf" srcId="{D6C69B59-AFC3-46A5-B16C-34223178E546}" destId="{DB3F56E5-504F-BB4A-A9BF-58F8A5B7ECB7}" srcOrd="0" destOrd="0" presId="urn:microsoft.com/office/officeart/2008/layout/LinedList"/>
    <dgm:cxn modelId="{7CBCBF8D-8766-734C-907B-DC7200C0D51A}" type="presOf" srcId="{2D36F026-0150-49E8-B0E1-4D7F4EBE76BA}" destId="{7F73088C-3C24-CA47-8F9C-2B3DBEC62049}" srcOrd="0" destOrd="0" presId="urn:microsoft.com/office/officeart/2008/layout/LinedList"/>
    <dgm:cxn modelId="{96F07193-B319-C042-A0E4-308CBC22FBAB}" type="presOf" srcId="{8EE14792-3084-4410-BE2F-CCB6A980147D}" destId="{661C858F-AE4E-C14E-B6A9-8985AF1C1B62}" srcOrd="0" destOrd="0" presId="urn:microsoft.com/office/officeart/2008/layout/LinedList"/>
    <dgm:cxn modelId="{2286559E-5875-48E3-A6B4-62778C8EB995}" srcId="{8EE14792-3084-4410-BE2F-CCB6A980147D}" destId="{249B06A9-F143-476A-83DE-54D283DBA46E}" srcOrd="6" destOrd="0" parTransId="{BF6F664C-FD58-4239-8ABF-599B748C6311}" sibTransId="{AAC7EDB6-E262-472E-9210-A31D4947CB74}"/>
    <dgm:cxn modelId="{5DEEE19E-EBF7-4E3E-B512-1DDA45816F19}" srcId="{8EE14792-3084-4410-BE2F-CCB6A980147D}" destId="{EC28F4CE-F7CB-4C3D-8FA3-5AFB34322598}" srcOrd="8" destOrd="0" parTransId="{0EEC34DD-A1F4-4E1A-999C-7C4C29E2D97A}" sibTransId="{1ECA9216-26D6-49E6-990D-1BE165704A97}"/>
    <dgm:cxn modelId="{DCC108A8-493D-4A49-88C7-7B2688B2EE96}" srcId="{8EE14792-3084-4410-BE2F-CCB6A980147D}" destId="{FA3FB3E9-AC24-453C-A98C-47DA7C9A3E95}" srcOrd="7" destOrd="0" parTransId="{A395DA4F-C9EF-4793-BA4A-797A4CD97FAB}" sibTransId="{73C37244-01C3-445A-BC05-2DCEC681D410}"/>
    <dgm:cxn modelId="{14ED14B5-8AD8-4BC8-A0BE-05AEB1E84E62}" srcId="{8EE14792-3084-4410-BE2F-CCB6A980147D}" destId="{D6C69B59-AFC3-46A5-B16C-34223178E546}" srcOrd="10" destOrd="0" parTransId="{D4B48041-F6B3-4837-AA3A-235F947262C1}" sibTransId="{E24F5ACC-C8C3-4A4F-A7A6-70383A606B16}"/>
    <dgm:cxn modelId="{50DE4ABC-C70F-40B8-93A1-D20673A79641}" srcId="{8EE14792-3084-4410-BE2F-CCB6A980147D}" destId="{CC91CC68-8E93-4425-A888-73088DAE6683}" srcOrd="2" destOrd="0" parTransId="{23EA3775-CF96-4264-AA98-09B1ABFDB38A}" sibTransId="{3544C858-40BD-4A57-8A5B-73DA1A451B69}"/>
    <dgm:cxn modelId="{395804C5-1A21-A14B-8EBA-0A22805C7A85}" type="presOf" srcId="{FA548B95-99F1-42A2-AADE-08C0377ACC1A}" destId="{7012684C-0A45-B440-8F75-876B2B82C300}" srcOrd="0" destOrd="0" presId="urn:microsoft.com/office/officeart/2008/layout/LinedList"/>
    <dgm:cxn modelId="{0CDB8BD4-DB90-AB43-AB74-D3578AB07A1A}" type="presOf" srcId="{B352E8C1-1839-4A5C-91EA-648660367FCB}" destId="{344C43E9-79AA-744C-9BE4-B609DC08E158}" srcOrd="0" destOrd="0" presId="urn:microsoft.com/office/officeart/2008/layout/LinedList"/>
    <dgm:cxn modelId="{57DD53EA-CC98-5647-9928-740B2D2BDC2C}" type="presOf" srcId="{1E007B8C-6C4D-4E8D-8A67-C5A6114A0B28}" destId="{92BB39CD-5376-2345-97F2-5956CA379112}" srcOrd="0" destOrd="0" presId="urn:microsoft.com/office/officeart/2008/layout/LinedList"/>
    <dgm:cxn modelId="{B84FCD97-DC57-344C-9AE8-F3BCF43C1055}" type="presParOf" srcId="{661C858F-AE4E-C14E-B6A9-8985AF1C1B62}" destId="{0B8B8CA2-E1FB-7346-87EC-92381618DD22}" srcOrd="0" destOrd="0" presId="urn:microsoft.com/office/officeart/2008/layout/LinedList"/>
    <dgm:cxn modelId="{F751B11A-9453-AD4F-8E0D-2E86A0F9DD21}" type="presParOf" srcId="{661C858F-AE4E-C14E-B6A9-8985AF1C1B62}" destId="{B53FE607-815F-0D45-B594-9B32A5A62EE6}" srcOrd="1" destOrd="0" presId="urn:microsoft.com/office/officeart/2008/layout/LinedList"/>
    <dgm:cxn modelId="{A12D974B-5DA0-CE46-8ABD-B6B13236F7FD}" type="presParOf" srcId="{B53FE607-815F-0D45-B594-9B32A5A62EE6}" destId="{7F73088C-3C24-CA47-8F9C-2B3DBEC62049}" srcOrd="0" destOrd="0" presId="urn:microsoft.com/office/officeart/2008/layout/LinedList"/>
    <dgm:cxn modelId="{7606DADC-1E0C-C44F-9E3B-F3D450407464}" type="presParOf" srcId="{B53FE607-815F-0D45-B594-9B32A5A62EE6}" destId="{7307DF09-1AD3-0D48-AFB8-0A6965D5D31C}" srcOrd="1" destOrd="0" presId="urn:microsoft.com/office/officeart/2008/layout/LinedList"/>
    <dgm:cxn modelId="{7022D307-38FE-D349-9228-E2978C5DA6AF}" type="presParOf" srcId="{661C858F-AE4E-C14E-B6A9-8985AF1C1B62}" destId="{FFBA96A2-BF1F-B142-B537-FE9688AB1EFE}" srcOrd="2" destOrd="0" presId="urn:microsoft.com/office/officeart/2008/layout/LinedList"/>
    <dgm:cxn modelId="{4CCBD827-E1A3-0A4B-8527-15E1F09D171F}" type="presParOf" srcId="{661C858F-AE4E-C14E-B6A9-8985AF1C1B62}" destId="{0932D0FD-F3E3-D344-9472-1BC75F117717}" srcOrd="3" destOrd="0" presId="urn:microsoft.com/office/officeart/2008/layout/LinedList"/>
    <dgm:cxn modelId="{362DC585-D783-2848-8C55-2EA95780D706}" type="presParOf" srcId="{0932D0FD-F3E3-D344-9472-1BC75F117717}" destId="{93998C83-8C96-CC42-89CA-1A0775C55FEA}" srcOrd="0" destOrd="0" presId="urn:microsoft.com/office/officeart/2008/layout/LinedList"/>
    <dgm:cxn modelId="{3FAE435B-E457-304C-A9DF-46DCDDDAC730}" type="presParOf" srcId="{0932D0FD-F3E3-D344-9472-1BC75F117717}" destId="{5A18291B-B17B-EC47-A2BD-2F979D37FBE3}" srcOrd="1" destOrd="0" presId="urn:microsoft.com/office/officeart/2008/layout/LinedList"/>
    <dgm:cxn modelId="{98A3B80F-8326-434C-9729-0C42435F0670}" type="presParOf" srcId="{661C858F-AE4E-C14E-B6A9-8985AF1C1B62}" destId="{9E3D67E5-AEFE-AF43-B520-B089249958AE}" srcOrd="4" destOrd="0" presId="urn:microsoft.com/office/officeart/2008/layout/LinedList"/>
    <dgm:cxn modelId="{FD41EB2C-7EDA-CD4C-8AEA-E7111C69C7C0}" type="presParOf" srcId="{661C858F-AE4E-C14E-B6A9-8985AF1C1B62}" destId="{7E53E915-5830-5A42-9755-3B4004439DDA}" srcOrd="5" destOrd="0" presId="urn:microsoft.com/office/officeart/2008/layout/LinedList"/>
    <dgm:cxn modelId="{5CA3AEF5-FE57-DD44-B741-BE3D7A79C07C}" type="presParOf" srcId="{7E53E915-5830-5A42-9755-3B4004439DDA}" destId="{70BA3ADF-6A85-2A40-922C-FEB813F14E03}" srcOrd="0" destOrd="0" presId="urn:microsoft.com/office/officeart/2008/layout/LinedList"/>
    <dgm:cxn modelId="{95CD62BD-2577-FF4B-AA67-A9E849E66815}" type="presParOf" srcId="{7E53E915-5830-5A42-9755-3B4004439DDA}" destId="{3AAF339D-E323-C64E-BEC4-117C83488871}" srcOrd="1" destOrd="0" presId="urn:microsoft.com/office/officeart/2008/layout/LinedList"/>
    <dgm:cxn modelId="{6C74380B-D1C6-F84C-BFE2-A5AD206DA31D}" type="presParOf" srcId="{661C858F-AE4E-C14E-B6A9-8985AF1C1B62}" destId="{E319F173-6979-024C-BB8B-A1BAF1E0DAEE}" srcOrd="6" destOrd="0" presId="urn:microsoft.com/office/officeart/2008/layout/LinedList"/>
    <dgm:cxn modelId="{4E765DAB-852B-BD44-874E-64866E2A1284}" type="presParOf" srcId="{661C858F-AE4E-C14E-B6A9-8985AF1C1B62}" destId="{32149345-7663-E742-822F-0DA33C913943}" srcOrd="7" destOrd="0" presId="urn:microsoft.com/office/officeart/2008/layout/LinedList"/>
    <dgm:cxn modelId="{E7BFD2B7-4263-5F47-8656-E2B82ADCE889}" type="presParOf" srcId="{32149345-7663-E742-822F-0DA33C913943}" destId="{7012684C-0A45-B440-8F75-876B2B82C300}" srcOrd="0" destOrd="0" presId="urn:microsoft.com/office/officeart/2008/layout/LinedList"/>
    <dgm:cxn modelId="{732B323A-39E8-0B4D-9F4C-5759FFB293D0}" type="presParOf" srcId="{32149345-7663-E742-822F-0DA33C913943}" destId="{E1284453-47ED-F24E-B745-26D6163C7AD6}" srcOrd="1" destOrd="0" presId="urn:microsoft.com/office/officeart/2008/layout/LinedList"/>
    <dgm:cxn modelId="{21AE819D-42C9-2440-97FF-8FDBF3B9187D}" type="presParOf" srcId="{661C858F-AE4E-C14E-B6A9-8985AF1C1B62}" destId="{F44D03A2-2778-FD4C-A66F-B4865B62FD35}" srcOrd="8" destOrd="0" presId="urn:microsoft.com/office/officeart/2008/layout/LinedList"/>
    <dgm:cxn modelId="{44591223-FD54-5144-A1E8-5C1B9D2F9778}" type="presParOf" srcId="{661C858F-AE4E-C14E-B6A9-8985AF1C1B62}" destId="{DBF67DA5-B4C8-ED4F-BC43-89142D536A45}" srcOrd="9" destOrd="0" presId="urn:microsoft.com/office/officeart/2008/layout/LinedList"/>
    <dgm:cxn modelId="{C774B189-F7B8-824D-9275-14AD5F2F6A19}" type="presParOf" srcId="{DBF67DA5-B4C8-ED4F-BC43-89142D536A45}" destId="{92BB39CD-5376-2345-97F2-5956CA379112}" srcOrd="0" destOrd="0" presId="urn:microsoft.com/office/officeart/2008/layout/LinedList"/>
    <dgm:cxn modelId="{ECA74099-E957-024C-A447-5A468790023A}" type="presParOf" srcId="{DBF67DA5-B4C8-ED4F-BC43-89142D536A45}" destId="{69F542CD-2291-5648-B103-153A418C0D80}" srcOrd="1" destOrd="0" presId="urn:microsoft.com/office/officeart/2008/layout/LinedList"/>
    <dgm:cxn modelId="{0D5588E2-0D49-D045-B740-E4BD6DA2FE3A}" type="presParOf" srcId="{661C858F-AE4E-C14E-B6A9-8985AF1C1B62}" destId="{AB3DB102-59D2-0B4E-973E-0580B1417C2F}" srcOrd="10" destOrd="0" presId="urn:microsoft.com/office/officeart/2008/layout/LinedList"/>
    <dgm:cxn modelId="{5C26CE5D-44AC-B945-A215-B7BC580CD66D}" type="presParOf" srcId="{661C858F-AE4E-C14E-B6A9-8985AF1C1B62}" destId="{F8829003-D374-0C41-A1EA-F61EADBC5092}" srcOrd="11" destOrd="0" presId="urn:microsoft.com/office/officeart/2008/layout/LinedList"/>
    <dgm:cxn modelId="{67215F76-7C5E-CB46-AC51-5409540B0FB2}" type="presParOf" srcId="{F8829003-D374-0C41-A1EA-F61EADBC5092}" destId="{06926421-60D2-7C4E-B4C7-16C2FB704A35}" srcOrd="0" destOrd="0" presId="urn:microsoft.com/office/officeart/2008/layout/LinedList"/>
    <dgm:cxn modelId="{745DEE43-A196-FC43-90AE-B7B7DD2ACAE5}" type="presParOf" srcId="{F8829003-D374-0C41-A1EA-F61EADBC5092}" destId="{5796F582-82B7-7746-A9FB-4BC05BD882E5}" srcOrd="1" destOrd="0" presId="urn:microsoft.com/office/officeart/2008/layout/LinedList"/>
    <dgm:cxn modelId="{C91ECC2B-E89D-914F-A2CB-1E355ACD1E16}" type="presParOf" srcId="{661C858F-AE4E-C14E-B6A9-8985AF1C1B62}" destId="{4CAA08E8-DA58-CD40-85CB-E39EE738F83A}" srcOrd="12" destOrd="0" presId="urn:microsoft.com/office/officeart/2008/layout/LinedList"/>
    <dgm:cxn modelId="{06B2A716-BB2B-3E44-9CA4-0EBE3E361615}" type="presParOf" srcId="{661C858F-AE4E-C14E-B6A9-8985AF1C1B62}" destId="{652092A8-B343-DE41-BDF6-17CDA834FB47}" srcOrd="13" destOrd="0" presId="urn:microsoft.com/office/officeart/2008/layout/LinedList"/>
    <dgm:cxn modelId="{7554AB16-FD0B-074E-B374-E0156A120439}" type="presParOf" srcId="{652092A8-B343-DE41-BDF6-17CDA834FB47}" destId="{DE4C9C5D-70CD-BD4A-BA2C-76AFF734810F}" srcOrd="0" destOrd="0" presId="urn:microsoft.com/office/officeart/2008/layout/LinedList"/>
    <dgm:cxn modelId="{0102F452-3EE6-1347-802A-C570CFEF23C2}" type="presParOf" srcId="{652092A8-B343-DE41-BDF6-17CDA834FB47}" destId="{DE2D5421-26D9-5042-B1A4-DFF5A0E94121}" srcOrd="1" destOrd="0" presId="urn:microsoft.com/office/officeart/2008/layout/LinedList"/>
    <dgm:cxn modelId="{C4F4E9CD-EA5B-B049-901D-D53F7349B3D0}" type="presParOf" srcId="{661C858F-AE4E-C14E-B6A9-8985AF1C1B62}" destId="{24844356-32DA-A944-9C45-1FED45299D62}" srcOrd="14" destOrd="0" presId="urn:microsoft.com/office/officeart/2008/layout/LinedList"/>
    <dgm:cxn modelId="{9F7D10D0-F688-164D-8FD7-07369650CED2}" type="presParOf" srcId="{661C858F-AE4E-C14E-B6A9-8985AF1C1B62}" destId="{4207993E-91D2-C842-8035-370F349FBFD1}" srcOrd="15" destOrd="0" presId="urn:microsoft.com/office/officeart/2008/layout/LinedList"/>
    <dgm:cxn modelId="{1F4D2273-013D-584B-929E-AD72959C51F4}" type="presParOf" srcId="{4207993E-91D2-C842-8035-370F349FBFD1}" destId="{76E30FEB-E70D-654A-AE69-674E8325C958}" srcOrd="0" destOrd="0" presId="urn:microsoft.com/office/officeart/2008/layout/LinedList"/>
    <dgm:cxn modelId="{B4850F8A-F2AB-8642-AAEB-F060636494B5}" type="presParOf" srcId="{4207993E-91D2-C842-8035-370F349FBFD1}" destId="{EAD8C978-9B3A-8F4F-849A-4937FDED769A}" srcOrd="1" destOrd="0" presId="urn:microsoft.com/office/officeart/2008/layout/LinedList"/>
    <dgm:cxn modelId="{6E6765BC-A678-C645-A18D-6BAB082A8044}" type="presParOf" srcId="{661C858F-AE4E-C14E-B6A9-8985AF1C1B62}" destId="{F77C4A8A-15BB-9C4F-951F-D8C9397B387E}" srcOrd="16" destOrd="0" presId="urn:microsoft.com/office/officeart/2008/layout/LinedList"/>
    <dgm:cxn modelId="{99C5AAA4-7249-0943-83DF-2AFAA9AF707C}" type="presParOf" srcId="{661C858F-AE4E-C14E-B6A9-8985AF1C1B62}" destId="{69B58C60-D9F3-8C4D-AD2E-D8F9A4383EF3}" srcOrd="17" destOrd="0" presId="urn:microsoft.com/office/officeart/2008/layout/LinedList"/>
    <dgm:cxn modelId="{DF99CE80-9163-AB48-9581-57C39C6E97B8}" type="presParOf" srcId="{69B58C60-D9F3-8C4D-AD2E-D8F9A4383EF3}" destId="{C8BC432B-58FD-CD4C-88F7-31293E167C7E}" srcOrd="0" destOrd="0" presId="urn:microsoft.com/office/officeart/2008/layout/LinedList"/>
    <dgm:cxn modelId="{D80E5E6C-B8D6-DF49-A270-FBC61DF8F1AC}" type="presParOf" srcId="{69B58C60-D9F3-8C4D-AD2E-D8F9A4383EF3}" destId="{E092E65A-9E2C-2741-A5B6-03EEA00B809A}" srcOrd="1" destOrd="0" presId="urn:microsoft.com/office/officeart/2008/layout/LinedList"/>
    <dgm:cxn modelId="{90D16F1A-86FE-9244-8E0C-9631D95CB0C5}" type="presParOf" srcId="{661C858F-AE4E-C14E-B6A9-8985AF1C1B62}" destId="{FD0FB058-4479-EA42-9535-8C048025457C}" srcOrd="18" destOrd="0" presId="urn:microsoft.com/office/officeart/2008/layout/LinedList"/>
    <dgm:cxn modelId="{063A0CAB-3DB5-2640-83C6-B6A51FDB59B1}" type="presParOf" srcId="{661C858F-AE4E-C14E-B6A9-8985AF1C1B62}" destId="{98F9EE86-C3BD-5F46-9534-A38AE6FDE229}" srcOrd="19" destOrd="0" presId="urn:microsoft.com/office/officeart/2008/layout/LinedList"/>
    <dgm:cxn modelId="{EDA3D439-D36F-D74C-B65B-F1272320EF05}" type="presParOf" srcId="{98F9EE86-C3BD-5F46-9534-A38AE6FDE229}" destId="{344C43E9-79AA-744C-9BE4-B609DC08E158}" srcOrd="0" destOrd="0" presId="urn:microsoft.com/office/officeart/2008/layout/LinedList"/>
    <dgm:cxn modelId="{A762E4F2-2D9D-514E-B7BC-9C45F0A29DD1}" type="presParOf" srcId="{98F9EE86-C3BD-5F46-9534-A38AE6FDE229}" destId="{28449202-EA71-564A-97E3-A7D86C2C6BD2}" srcOrd="1" destOrd="0" presId="urn:microsoft.com/office/officeart/2008/layout/LinedList"/>
    <dgm:cxn modelId="{710A454B-F74E-504F-8BEA-401B20BFECD4}" type="presParOf" srcId="{661C858F-AE4E-C14E-B6A9-8985AF1C1B62}" destId="{4BC5C06D-4297-4940-B00A-EDFB41FE856D}" srcOrd="20" destOrd="0" presId="urn:microsoft.com/office/officeart/2008/layout/LinedList"/>
    <dgm:cxn modelId="{961F11D9-924F-774F-9081-8FDBAF85D4DB}" type="presParOf" srcId="{661C858F-AE4E-C14E-B6A9-8985AF1C1B62}" destId="{9D0FEB69-7A27-1540-AF5C-9357B42BB988}" srcOrd="21" destOrd="0" presId="urn:microsoft.com/office/officeart/2008/layout/LinedList"/>
    <dgm:cxn modelId="{F36B8FD0-0F32-A843-9384-788C2210C666}" type="presParOf" srcId="{9D0FEB69-7A27-1540-AF5C-9357B42BB988}" destId="{DB3F56E5-504F-BB4A-A9BF-58F8A5B7ECB7}" srcOrd="0" destOrd="0" presId="urn:microsoft.com/office/officeart/2008/layout/LinedList"/>
    <dgm:cxn modelId="{754CB638-634D-2648-A2EA-0F1CE825DCB2}" type="presParOf" srcId="{9D0FEB69-7A27-1540-AF5C-9357B42BB988}" destId="{222FBEE9-73C7-E942-B673-5AD7230249F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2577A2AC-453C-4DE5-A29E-0772FB7780D4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44B669B5-995A-4D2C-817B-667D855E327F}">
      <dgm:prSet custT="1"/>
      <dgm:spPr/>
      <dgm:t>
        <a:bodyPr rtlCol="1"/>
        <a:lstStyle/>
        <a:p>
          <a:pPr rtl="1"/>
          <a:r>
            <a:rPr lang="ar" sz="1600"/>
            <a:t>نوع العرض</a:t>
          </a:r>
          <a:endParaRPr lang="en-US" sz="1600" dirty="0"/>
        </a:p>
      </dgm:t>
    </dgm:pt>
    <dgm:pt modelId="{CDD22E38-359B-40F7-A5EA-AC0C4A56110B}" type="parTrans" cxnId="{C1291EED-F42B-4688-9A59-7EDA4C06A6FB}">
      <dgm:prSet/>
      <dgm:spPr/>
      <dgm:t>
        <a:bodyPr rtlCol="1"/>
        <a:lstStyle/>
        <a:p>
          <a:pPr rtl="1"/>
          <a:endParaRPr lang="en-US"/>
        </a:p>
      </dgm:t>
    </dgm:pt>
    <dgm:pt modelId="{8B6D0B69-C4A0-43A6-AAF8-BF5D6CB91D75}" type="sibTrans" cxnId="{C1291EED-F42B-4688-9A59-7EDA4C06A6FB}">
      <dgm:prSet/>
      <dgm:spPr/>
      <dgm:t>
        <a:bodyPr rtlCol="1"/>
        <a:lstStyle/>
        <a:p>
          <a:pPr rtl="1"/>
          <a:endParaRPr lang="en-US"/>
        </a:p>
      </dgm:t>
    </dgm:pt>
    <dgm:pt modelId="{C96B6254-6390-4AD3-9482-C7666B224534}">
      <dgm:prSet custT="1"/>
      <dgm:spPr/>
      <dgm:t>
        <a:bodyPr rtlCol="1"/>
        <a:lstStyle/>
        <a:p>
          <a:pPr rtl="1"/>
          <a:r>
            <a:rPr lang="ar" sz="1600"/>
            <a:t>الموقع والمكان </a:t>
          </a:r>
          <a:endParaRPr lang="en-US" sz="1600" dirty="0"/>
        </a:p>
      </dgm:t>
    </dgm:pt>
    <dgm:pt modelId="{EC201469-D4DF-4344-BC07-1B3728A11517}" type="parTrans" cxnId="{4C04BF0A-C7E5-4E86-9C6D-B7A87B711AFB}">
      <dgm:prSet/>
      <dgm:spPr/>
      <dgm:t>
        <a:bodyPr rtlCol="1"/>
        <a:lstStyle/>
        <a:p>
          <a:pPr rtl="1"/>
          <a:endParaRPr lang="en-US"/>
        </a:p>
      </dgm:t>
    </dgm:pt>
    <dgm:pt modelId="{6EEE77DB-977A-4F13-ABC2-90E3B3212FBE}" type="sibTrans" cxnId="{4C04BF0A-C7E5-4E86-9C6D-B7A87B711AFB}">
      <dgm:prSet/>
      <dgm:spPr/>
      <dgm:t>
        <a:bodyPr rtlCol="1"/>
        <a:lstStyle/>
        <a:p>
          <a:pPr rtl="1"/>
          <a:endParaRPr lang="en-US"/>
        </a:p>
      </dgm:t>
    </dgm:pt>
    <dgm:pt modelId="{98B5C846-0694-4574-9674-5DD26E1BD316}">
      <dgm:prSet custT="1"/>
      <dgm:spPr/>
      <dgm:t>
        <a:bodyPr rtlCol="1"/>
        <a:lstStyle/>
        <a:p>
          <a:pPr rtl="1"/>
          <a:r>
            <a:rPr lang="ar" sz="1600"/>
            <a:t>استخدام عناصر العرض وأماكنها</a:t>
          </a:r>
          <a:endParaRPr lang="en-US" sz="1600" dirty="0"/>
        </a:p>
      </dgm:t>
    </dgm:pt>
    <dgm:pt modelId="{3045F4EB-AC8B-4E34-B03D-F1CB8D7DA82D}" type="parTrans" cxnId="{86E17B33-BCE4-4D64-A405-B7B00BDFAD17}">
      <dgm:prSet/>
      <dgm:spPr/>
      <dgm:t>
        <a:bodyPr rtlCol="1"/>
        <a:lstStyle/>
        <a:p>
          <a:pPr rtl="1"/>
          <a:endParaRPr lang="en-US"/>
        </a:p>
      </dgm:t>
    </dgm:pt>
    <dgm:pt modelId="{4E5FA45D-B26F-47F7-8FEC-5F641B32EA9E}" type="sibTrans" cxnId="{86E17B33-BCE4-4D64-A405-B7B00BDFAD17}">
      <dgm:prSet/>
      <dgm:spPr/>
      <dgm:t>
        <a:bodyPr rtlCol="1"/>
        <a:lstStyle/>
        <a:p>
          <a:pPr rtl="1"/>
          <a:endParaRPr lang="en-US"/>
        </a:p>
      </dgm:t>
    </dgm:pt>
    <dgm:pt modelId="{07B34EC7-00EE-4BDD-9F22-5285F7EF3A19}">
      <dgm:prSet custT="1"/>
      <dgm:spPr/>
      <dgm:t>
        <a:bodyPr rtlCol="1"/>
        <a:lstStyle/>
        <a:p>
          <a:pPr rtl="1"/>
          <a:r>
            <a:rPr lang="ar" sz="1600"/>
            <a:t>المساحة المتاحة </a:t>
          </a:r>
          <a:endParaRPr lang="en-US" sz="1600" dirty="0"/>
        </a:p>
      </dgm:t>
    </dgm:pt>
    <dgm:pt modelId="{6275DC77-2FBA-4B06-A560-AD7D4492F6CC}" type="parTrans" cxnId="{5C09206F-096E-4873-96ED-20F4E2BB8C55}">
      <dgm:prSet/>
      <dgm:spPr/>
      <dgm:t>
        <a:bodyPr rtlCol="1"/>
        <a:lstStyle/>
        <a:p>
          <a:pPr rtl="1"/>
          <a:endParaRPr lang="en-US"/>
        </a:p>
      </dgm:t>
    </dgm:pt>
    <dgm:pt modelId="{0A41B8D3-CE80-4FF3-A4A5-E02C0EC5C872}" type="sibTrans" cxnId="{5C09206F-096E-4873-96ED-20F4E2BB8C55}">
      <dgm:prSet/>
      <dgm:spPr/>
      <dgm:t>
        <a:bodyPr rtlCol="1"/>
        <a:lstStyle/>
        <a:p>
          <a:pPr rtl="1"/>
          <a:endParaRPr lang="en-US"/>
        </a:p>
      </dgm:t>
    </dgm:pt>
    <dgm:pt modelId="{B6C4131B-2ED4-400D-93CC-2CD473F9B1B9}">
      <dgm:prSet custT="1"/>
      <dgm:spPr/>
      <dgm:t>
        <a:bodyPr rtlCol="1"/>
        <a:lstStyle/>
        <a:p>
          <a:pPr rtl="1"/>
          <a:r>
            <a:rPr lang="ar" sz="1600"/>
            <a:t>الروابط مع المنتجات الأخرى والتخطيط الحالي</a:t>
          </a:r>
          <a:endParaRPr lang="en-US" sz="1600" dirty="0"/>
        </a:p>
      </dgm:t>
    </dgm:pt>
    <dgm:pt modelId="{FD6AE31C-45F5-441A-93E0-22C8C2D0A88E}" type="parTrans" cxnId="{BC825705-C64A-48AD-A2BC-1F9C6A1A8FF4}">
      <dgm:prSet/>
      <dgm:spPr/>
      <dgm:t>
        <a:bodyPr rtlCol="1"/>
        <a:lstStyle/>
        <a:p>
          <a:pPr rtl="1"/>
          <a:endParaRPr lang="en-US"/>
        </a:p>
      </dgm:t>
    </dgm:pt>
    <dgm:pt modelId="{71F96B60-3816-42D9-BB75-625BACD19DCE}" type="sibTrans" cxnId="{BC825705-C64A-48AD-A2BC-1F9C6A1A8FF4}">
      <dgm:prSet/>
      <dgm:spPr/>
      <dgm:t>
        <a:bodyPr rtlCol="1"/>
        <a:lstStyle/>
        <a:p>
          <a:pPr rtl="1"/>
          <a:endParaRPr lang="en-US"/>
        </a:p>
      </dgm:t>
    </dgm:pt>
    <dgm:pt modelId="{16DE0878-BFB2-425A-A2CC-217BAA8A6DE1}">
      <dgm:prSet custT="1"/>
      <dgm:spPr/>
      <dgm:t>
        <a:bodyPr rtlCol="1"/>
        <a:lstStyle/>
        <a:p>
          <a:pPr rtl="1"/>
          <a:r>
            <a:rPr lang="ar" sz="1600"/>
            <a:t>المنتجات المراد عرضها</a:t>
          </a:r>
          <a:endParaRPr lang="en-US" sz="1600" dirty="0"/>
        </a:p>
      </dgm:t>
    </dgm:pt>
    <dgm:pt modelId="{285773DA-8FFC-4227-905B-4C1C41920C17}" type="parTrans" cxnId="{89357474-A90E-4324-BC58-852907B45B9B}">
      <dgm:prSet/>
      <dgm:spPr/>
      <dgm:t>
        <a:bodyPr rtlCol="1"/>
        <a:lstStyle/>
        <a:p>
          <a:pPr rtl="1"/>
          <a:endParaRPr lang="en-US"/>
        </a:p>
      </dgm:t>
    </dgm:pt>
    <dgm:pt modelId="{7EEE3D99-AAAF-46AB-AE57-BC373C36D1FF}" type="sibTrans" cxnId="{89357474-A90E-4324-BC58-852907B45B9B}">
      <dgm:prSet/>
      <dgm:spPr/>
      <dgm:t>
        <a:bodyPr rtlCol="1"/>
        <a:lstStyle/>
        <a:p>
          <a:pPr rtl="1"/>
          <a:endParaRPr lang="en-US"/>
        </a:p>
      </dgm:t>
    </dgm:pt>
    <dgm:pt modelId="{B0E14A01-3BB2-45D4-8050-9C29123C5B48}">
      <dgm:prSet custT="1"/>
      <dgm:spPr/>
      <dgm:t>
        <a:bodyPr rtlCol="1"/>
        <a:lstStyle/>
        <a:p>
          <a:pPr rtl="1"/>
          <a:r>
            <a:rPr lang="ar" sz="1600"/>
            <a:t>شكل العرض</a:t>
          </a:r>
          <a:endParaRPr lang="en-US" sz="1600" dirty="0"/>
        </a:p>
      </dgm:t>
    </dgm:pt>
    <dgm:pt modelId="{C9E9F3DD-8451-4C6E-9A43-4F90FFA49788}" type="parTrans" cxnId="{E50C8F77-52CB-4526-84A3-E28AF698186C}">
      <dgm:prSet/>
      <dgm:spPr/>
      <dgm:t>
        <a:bodyPr rtlCol="1"/>
        <a:lstStyle/>
        <a:p>
          <a:pPr rtl="1"/>
          <a:endParaRPr lang="en-US"/>
        </a:p>
      </dgm:t>
    </dgm:pt>
    <dgm:pt modelId="{20A4278C-5448-455C-97CD-7B45F1C5E6E1}" type="sibTrans" cxnId="{E50C8F77-52CB-4526-84A3-E28AF698186C}">
      <dgm:prSet/>
      <dgm:spPr/>
      <dgm:t>
        <a:bodyPr rtlCol="1"/>
        <a:lstStyle/>
        <a:p>
          <a:pPr rtl="1"/>
          <a:endParaRPr lang="en-US"/>
        </a:p>
      </dgm:t>
    </dgm:pt>
    <dgm:pt modelId="{DBACF0A5-2C42-4A72-8AE8-9B63E6275A7B}">
      <dgm:prSet custT="1"/>
      <dgm:spPr/>
      <dgm:t>
        <a:bodyPr rtlCol="1"/>
        <a:lstStyle/>
        <a:p>
          <a:pPr rtl="1"/>
          <a:r>
            <a:rPr lang="ar" sz="1600"/>
            <a:t>اللافتات والموضوعات والألوان</a:t>
          </a:r>
          <a:endParaRPr lang="en-US" sz="1600" dirty="0"/>
        </a:p>
      </dgm:t>
    </dgm:pt>
    <dgm:pt modelId="{0DDF58F3-0956-4DBA-A59B-57D17C06C972}" type="parTrans" cxnId="{F95E6323-3596-47E8-9182-381CFC26550F}">
      <dgm:prSet/>
      <dgm:spPr/>
      <dgm:t>
        <a:bodyPr rtlCol="1"/>
        <a:lstStyle/>
        <a:p>
          <a:pPr rtl="1"/>
          <a:endParaRPr lang="en-US"/>
        </a:p>
      </dgm:t>
    </dgm:pt>
    <dgm:pt modelId="{3651EF6A-1805-40C4-852E-F5C8E8D3204D}" type="sibTrans" cxnId="{F95E6323-3596-47E8-9182-381CFC26550F}">
      <dgm:prSet/>
      <dgm:spPr/>
      <dgm:t>
        <a:bodyPr rtlCol="1"/>
        <a:lstStyle/>
        <a:p>
          <a:pPr rtl="1"/>
          <a:endParaRPr lang="en-US"/>
        </a:p>
      </dgm:t>
    </dgm:pt>
    <dgm:pt modelId="{F8C5CA1F-E51E-4E24-BD98-1D7E51CC1BE0}">
      <dgm:prSet custT="1"/>
      <dgm:spPr/>
      <dgm:t>
        <a:bodyPr rtlCol="1"/>
        <a:lstStyle/>
        <a:p>
          <a:pPr rtl="1"/>
          <a:r>
            <a:rPr lang="ar" sz="1600"/>
            <a:t>المعلومات للعملاء </a:t>
          </a:r>
          <a:endParaRPr lang="en-US" sz="1600" dirty="0"/>
        </a:p>
      </dgm:t>
    </dgm:pt>
    <dgm:pt modelId="{D1218438-C1BE-4D84-A89F-B82BC734388E}" type="parTrans" cxnId="{F9056FA5-737E-4077-842C-2DCCE5361509}">
      <dgm:prSet/>
      <dgm:spPr/>
      <dgm:t>
        <a:bodyPr rtlCol="1"/>
        <a:lstStyle/>
        <a:p>
          <a:pPr rtl="1"/>
          <a:endParaRPr lang="en-US"/>
        </a:p>
      </dgm:t>
    </dgm:pt>
    <dgm:pt modelId="{1C1FDD18-A608-451F-95D8-2062F954250E}" type="sibTrans" cxnId="{F9056FA5-737E-4077-842C-2DCCE5361509}">
      <dgm:prSet/>
      <dgm:spPr/>
      <dgm:t>
        <a:bodyPr rtlCol="1"/>
        <a:lstStyle/>
        <a:p>
          <a:pPr rtl="1"/>
          <a:endParaRPr lang="en-US"/>
        </a:p>
      </dgm:t>
    </dgm:pt>
    <dgm:pt modelId="{B181684E-7AE0-417C-B764-419348CCF56D}">
      <dgm:prSet custT="1"/>
      <dgm:spPr/>
      <dgm:t>
        <a:bodyPr rtlCol="1"/>
        <a:lstStyle/>
        <a:p>
          <a:pPr rtl="1"/>
          <a:r>
            <a:rPr lang="ar" sz="1600"/>
            <a:t>سياسات الشركة / الجهة المصنعة</a:t>
          </a:r>
          <a:endParaRPr lang="en-US" sz="1600" dirty="0"/>
        </a:p>
      </dgm:t>
    </dgm:pt>
    <dgm:pt modelId="{266E4A86-71C6-4C8C-81F9-8281868B4056}" type="parTrans" cxnId="{9FB9D464-1B15-4342-952D-8FD13AFECADF}">
      <dgm:prSet/>
      <dgm:spPr/>
      <dgm:t>
        <a:bodyPr rtlCol="1"/>
        <a:lstStyle/>
        <a:p>
          <a:pPr rtl="1"/>
          <a:endParaRPr lang="en-US"/>
        </a:p>
      </dgm:t>
    </dgm:pt>
    <dgm:pt modelId="{01F3B39D-16AD-4708-90FD-3607B7D9806C}" type="sibTrans" cxnId="{9FB9D464-1B15-4342-952D-8FD13AFECADF}">
      <dgm:prSet/>
      <dgm:spPr/>
      <dgm:t>
        <a:bodyPr rtlCol="1"/>
        <a:lstStyle/>
        <a:p>
          <a:pPr rtl="1"/>
          <a:endParaRPr lang="en-US"/>
        </a:p>
      </dgm:t>
    </dgm:pt>
    <dgm:pt modelId="{B44F39DB-1791-4EF7-9210-EED31C9E2B65}">
      <dgm:prSet custT="1"/>
      <dgm:spPr/>
      <dgm:t>
        <a:bodyPr rtlCol="1"/>
        <a:lstStyle/>
        <a:p>
          <a:pPr rtl="1"/>
          <a:r>
            <a:rPr lang="ar" sz="1600"/>
            <a:t>وضع السلع المكملة</a:t>
          </a:r>
          <a:endParaRPr lang="en-US" sz="1600" dirty="0"/>
        </a:p>
      </dgm:t>
    </dgm:pt>
    <dgm:pt modelId="{D865C04A-F8D6-4012-A067-EFB63F702FCA}" type="parTrans" cxnId="{2AEA66D4-616F-4581-9106-7377D38CC451}">
      <dgm:prSet/>
      <dgm:spPr/>
      <dgm:t>
        <a:bodyPr rtlCol="1"/>
        <a:lstStyle/>
        <a:p>
          <a:pPr rtl="1"/>
          <a:endParaRPr lang="en-US"/>
        </a:p>
      </dgm:t>
    </dgm:pt>
    <dgm:pt modelId="{A6E15636-3E91-4514-8C05-C791BFD8F242}" type="sibTrans" cxnId="{2AEA66D4-616F-4581-9106-7377D38CC451}">
      <dgm:prSet/>
      <dgm:spPr/>
      <dgm:t>
        <a:bodyPr rtlCol="1"/>
        <a:lstStyle/>
        <a:p>
          <a:pPr rtl="1"/>
          <a:endParaRPr lang="en-US"/>
        </a:p>
      </dgm:t>
    </dgm:pt>
    <dgm:pt modelId="{12B31B2A-FA76-476E-8767-C0C7C122FAB5}">
      <dgm:prSet custT="1"/>
      <dgm:spPr/>
      <dgm:t>
        <a:bodyPr rtlCol="1"/>
        <a:lstStyle/>
        <a:p>
          <a:pPr rtl="1"/>
          <a:r>
            <a:rPr lang="ar" sz="1600"/>
            <a:t>اعتبارات الصحة والسلامة</a:t>
          </a:r>
          <a:endParaRPr lang="en-US" sz="1600" dirty="0"/>
        </a:p>
      </dgm:t>
    </dgm:pt>
    <dgm:pt modelId="{F4C1205A-8650-4C28-B038-5259E5B6B8FD}" type="parTrans" cxnId="{CE73D8E8-B0CE-4E8B-80BD-E03F21B8AE4C}">
      <dgm:prSet/>
      <dgm:spPr/>
      <dgm:t>
        <a:bodyPr rtlCol="1"/>
        <a:lstStyle/>
        <a:p>
          <a:pPr rtl="1"/>
          <a:endParaRPr lang="en-US"/>
        </a:p>
      </dgm:t>
    </dgm:pt>
    <dgm:pt modelId="{79D57097-D454-4639-9D77-532A51AC5339}" type="sibTrans" cxnId="{CE73D8E8-B0CE-4E8B-80BD-E03F21B8AE4C}">
      <dgm:prSet/>
      <dgm:spPr/>
      <dgm:t>
        <a:bodyPr rtlCol="1"/>
        <a:lstStyle/>
        <a:p>
          <a:pPr rtl="1"/>
          <a:endParaRPr lang="en-US"/>
        </a:p>
      </dgm:t>
    </dgm:pt>
    <dgm:pt modelId="{6D83DF68-DDCD-4001-AC62-B94D06E39B79}">
      <dgm:prSet custT="1"/>
      <dgm:spPr/>
      <dgm:t>
        <a:bodyPr rtlCol="1"/>
        <a:lstStyle/>
        <a:p>
          <a:pPr rtl="1"/>
          <a:r>
            <a:rPr lang="ar" sz="1600"/>
            <a:t>الاعتبارات الأخلاقية والثقافية للعملاء المستهدفين</a:t>
          </a:r>
          <a:endParaRPr lang="en-US" sz="1600" dirty="0"/>
        </a:p>
      </dgm:t>
    </dgm:pt>
    <dgm:pt modelId="{4790B350-79FE-4692-9497-4EA595E9F53A}" type="parTrans" cxnId="{ACAB0E0B-4A06-403F-9C24-C426AFC4CA79}">
      <dgm:prSet/>
      <dgm:spPr/>
      <dgm:t>
        <a:bodyPr rtlCol="1"/>
        <a:lstStyle/>
        <a:p>
          <a:pPr rtl="1"/>
          <a:endParaRPr lang="en-US"/>
        </a:p>
      </dgm:t>
    </dgm:pt>
    <dgm:pt modelId="{743C1229-B02E-47A7-B9F4-B68C9F3156F0}" type="sibTrans" cxnId="{ACAB0E0B-4A06-403F-9C24-C426AFC4CA79}">
      <dgm:prSet/>
      <dgm:spPr/>
      <dgm:t>
        <a:bodyPr rtlCol="1"/>
        <a:lstStyle/>
        <a:p>
          <a:pPr rtl="1"/>
          <a:endParaRPr lang="en-US"/>
        </a:p>
      </dgm:t>
    </dgm:pt>
    <dgm:pt modelId="{1549B456-9566-E347-AC01-B137F2913001}" type="pres">
      <dgm:prSet presAssocID="{2577A2AC-453C-4DE5-A29E-0772FB7780D4}" presName="vert0" presStyleCnt="0">
        <dgm:presLayoutVars>
          <dgm:dir/>
          <dgm:animOne val="branch"/>
          <dgm:animLvl val="lvl"/>
        </dgm:presLayoutVars>
      </dgm:prSet>
      <dgm:spPr/>
    </dgm:pt>
    <dgm:pt modelId="{58107A34-93D1-D442-8061-7DBD2185E1C9}" type="pres">
      <dgm:prSet presAssocID="{44B669B5-995A-4D2C-817B-667D855E327F}" presName="thickLine" presStyleLbl="alignNode1" presStyleIdx="0" presStyleCnt="13"/>
      <dgm:spPr/>
    </dgm:pt>
    <dgm:pt modelId="{0486BE04-6A59-8B4F-8D5D-F1B9EA1415D8}" type="pres">
      <dgm:prSet presAssocID="{44B669B5-995A-4D2C-817B-667D855E327F}" presName="horz1" presStyleCnt="0"/>
      <dgm:spPr/>
    </dgm:pt>
    <dgm:pt modelId="{72B7BB53-B2D3-CB42-8933-FCEE5F15D624}" type="pres">
      <dgm:prSet presAssocID="{44B669B5-995A-4D2C-817B-667D855E327F}" presName="tx1" presStyleLbl="revTx" presStyleIdx="0" presStyleCnt="13"/>
      <dgm:spPr/>
    </dgm:pt>
    <dgm:pt modelId="{A8DF0942-F238-D34D-9490-8F6E511AC106}" type="pres">
      <dgm:prSet presAssocID="{44B669B5-995A-4D2C-817B-667D855E327F}" presName="vert1" presStyleCnt="0"/>
      <dgm:spPr/>
    </dgm:pt>
    <dgm:pt modelId="{7A77B87F-7D1E-D54A-9DC4-6240A82576DB}" type="pres">
      <dgm:prSet presAssocID="{C96B6254-6390-4AD3-9482-C7666B224534}" presName="thickLine" presStyleLbl="alignNode1" presStyleIdx="1" presStyleCnt="13"/>
      <dgm:spPr/>
    </dgm:pt>
    <dgm:pt modelId="{B45A04E9-6D77-7C45-9DB7-602D58C6F8BB}" type="pres">
      <dgm:prSet presAssocID="{C96B6254-6390-4AD3-9482-C7666B224534}" presName="horz1" presStyleCnt="0"/>
      <dgm:spPr/>
    </dgm:pt>
    <dgm:pt modelId="{20D1A37D-1295-654E-B245-288CDCC47B68}" type="pres">
      <dgm:prSet presAssocID="{C96B6254-6390-4AD3-9482-C7666B224534}" presName="tx1" presStyleLbl="revTx" presStyleIdx="1" presStyleCnt="13"/>
      <dgm:spPr/>
    </dgm:pt>
    <dgm:pt modelId="{597D6A22-F337-A54F-BE34-B7948955E7CC}" type="pres">
      <dgm:prSet presAssocID="{C96B6254-6390-4AD3-9482-C7666B224534}" presName="vert1" presStyleCnt="0"/>
      <dgm:spPr/>
    </dgm:pt>
    <dgm:pt modelId="{8AD4F58B-C955-2742-88A3-119D6F251B92}" type="pres">
      <dgm:prSet presAssocID="{98B5C846-0694-4574-9674-5DD26E1BD316}" presName="thickLine" presStyleLbl="alignNode1" presStyleIdx="2" presStyleCnt="13"/>
      <dgm:spPr/>
    </dgm:pt>
    <dgm:pt modelId="{2642B298-CE9D-994C-97B1-922145B3F03B}" type="pres">
      <dgm:prSet presAssocID="{98B5C846-0694-4574-9674-5DD26E1BD316}" presName="horz1" presStyleCnt="0"/>
      <dgm:spPr/>
    </dgm:pt>
    <dgm:pt modelId="{C45E7B5E-D710-3647-9B40-673E70CCD8A1}" type="pres">
      <dgm:prSet presAssocID="{98B5C846-0694-4574-9674-5DD26E1BD316}" presName="tx1" presStyleLbl="revTx" presStyleIdx="2" presStyleCnt="13"/>
      <dgm:spPr/>
    </dgm:pt>
    <dgm:pt modelId="{31AF27CC-12AA-6E4F-8481-33B2A7B7F1E2}" type="pres">
      <dgm:prSet presAssocID="{98B5C846-0694-4574-9674-5DD26E1BD316}" presName="vert1" presStyleCnt="0"/>
      <dgm:spPr/>
    </dgm:pt>
    <dgm:pt modelId="{455E9D4D-AE37-F84D-9458-AA1DE2023AA3}" type="pres">
      <dgm:prSet presAssocID="{07B34EC7-00EE-4BDD-9F22-5285F7EF3A19}" presName="thickLine" presStyleLbl="alignNode1" presStyleIdx="3" presStyleCnt="13"/>
      <dgm:spPr/>
    </dgm:pt>
    <dgm:pt modelId="{18ABC09A-A893-9149-8E84-990474E724B7}" type="pres">
      <dgm:prSet presAssocID="{07B34EC7-00EE-4BDD-9F22-5285F7EF3A19}" presName="horz1" presStyleCnt="0"/>
      <dgm:spPr/>
    </dgm:pt>
    <dgm:pt modelId="{3564EBA6-098C-7746-B655-F687D45B4EF4}" type="pres">
      <dgm:prSet presAssocID="{07B34EC7-00EE-4BDD-9F22-5285F7EF3A19}" presName="tx1" presStyleLbl="revTx" presStyleIdx="3" presStyleCnt="13"/>
      <dgm:spPr/>
    </dgm:pt>
    <dgm:pt modelId="{E531EE77-DE7C-6242-8B29-EF1DEC722276}" type="pres">
      <dgm:prSet presAssocID="{07B34EC7-00EE-4BDD-9F22-5285F7EF3A19}" presName="vert1" presStyleCnt="0"/>
      <dgm:spPr/>
    </dgm:pt>
    <dgm:pt modelId="{C53B53C4-15BA-7544-A788-87393AF22FEC}" type="pres">
      <dgm:prSet presAssocID="{B6C4131B-2ED4-400D-93CC-2CD473F9B1B9}" presName="thickLine" presStyleLbl="alignNode1" presStyleIdx="4" presStyleCnt="13"/>
      <dgm:spPr/>
    </dgm:pt>
    <dgm:pt modelId="{24D9B2A9-A715-AB4D-ADF0-E981E048E5CC}" type="pres">
      <dgm:prSet presAssocID="{B6C4131B-2ED4-400D-93CC-2CD473F9B1B9}" presName="horz1" presStyleCnt="0"/>
      <dgm:spPr/>
    </dgm:pt>
    <dgm:pt modelId="{08986ABB-6FE6-6C41-808B-04FD513BAD9C}" type="pres">
      <dgm:prSet presAssocID="{B6C4131B-2ED4-400D-93CC-2CD473F9B1B9}" presName="tx1" presStyleLbl="revTx" presStyleIdx="4" presStyleCnt="13"/>
      <dgm:spPr/>
    </dgm:pt>
    <dgm:pt modelId="{C311F2EC-87E6-244D-A652-813CAB6A1226}" type="pres">
      <dgm:prSet presAssocID="{B6C4131B-2ED4-400D-93CC-2CD473F9B1B9}" presName="vert1" presStyleCnt="0"/>
      <dgm:spPr/>
    </dgm:pt>
    <dgm:pt modelId="{C3054522-959C-CF40-B427-544590FB7EC4}" type="pres">
      <dgm:prSet presAssocID="{16DE0878-BFB2-425A-A2CC-217BAA8A6DE1}" presName="thickLine" presStyleLbl="alignNode1" presStyleIdx="5" presStyleCnt="13"/>
      <dgm:spPr/>
    </dgm:pt>
    <dgm:pt modelId="{9DF4B8CA-070A-D345-858B-70BD3572ADC0}" type="pres">
      <dgm:prSet presAssocID="{16DE0878-BFB2-425A-A2CC-217BAA8A6DE1}" presName="horz1" presStyleCnt="0"/>
      <dgm:spPr/>
    </dgm:pt>
    <dgm:pt modelId="{E62B9040-0A02-494D-AB80-F64301F39345}" type="pres">
      <dgm:prSet presAssocID="{16DE0878-BFB2-425A-A2CC-217BAA8A6DE1}" presName="tx1" presStyleLbl="revTx" presStyleIdx="5" presStyleCnt="13"/>
      <dgm:spPr/>
    </dgm:pt>
    <dgm:pt modelId="{FDE3AF60-C079-BB41-AB03-33A7838B8FDC}" type="pres">
      <dgm:prSet presAssocID="{16DE0878-BFB2-425A-A2CC-217BAA8A6DE1}" presName="vert1" presStyleCnt="0"/>
      <dgm:spPr/>
    </dgm:pt>
    <dgm:pt modelId="{23797AE8-EA93-124C-8C6D-F5BDE493A18B}" type="pres">
      <dgm:prSet presAssocID="{B0E14A01-3BB2-45D4-8050-9C29123C5B48}" presName="thickLine" presStyleLbl="alignNode1" presStyleIdx="6" presStyleCnt="13"/>
      <dgm:spPr/>
    </dgm:pt>
    <dgm:pt modelId="{2E809921-0A0F-564F-BB01-1960F4FBE8F2}" type="pres">
      <dgm:prSet presAssocID="{B0E14A01-3BB2-45D4-8050-9C29123C5B48}" presName="horz1" presStyleCnt="0"/>
      <dgm:spPr/>
    </dgm:pt>
    <dgm:pt modelId="{3161E2DF-A176-DF4D-9C8B-9F8034AA071C}" type="pres">
      <dgm:prSet presAssocID="{B0E14A01-3BB2-45D4-8050-9C29123C5B48}" presName="tx1" presStyleLbl="revTx" presStyleIdx="6" presStyleCnt="13"/>
      <dgm:spPr/>
    </dgm:pt>
    <dgm:pt modelId="{F1F1C9DB-7DD6-F140-9CAD-DA6BEEC54C6F}" type="pres">
      <dgm:prSet presAssocID="{B0E14A01-3BB2-45D4-8050-9C29123C5B48}" presName="vert1" presStyleCnt="0"/>
      <dgm:spPr/>
    </dgm:pt>
    <dgm:pt modelId="{15588809-5609-D140-88DE-311238307E9B}" type="pres">
      <dgm:prSet presAssocID="{DBACF0A5-2C42-4A72-8AE8-9B63E6275A7B}" presName="thickLine" presStyleLbl="alignNode1" presStyleIdx="7" presStyleCnt="13"/>
      <dgm:spPr/>
    </dgm:pt>
    <dgm:pt modelId="{A1B31D61-B0D7-E046-9416-3FE806262703}" type="pres">
      <dgm:prSet presAssocID="{DBACF0A5-2C42-4A72-8AE8-9B63E6275A7B}" presName="horz1" presStyleCnt="0"/>
      <dgm:spPr/>
    </dgm:pt>
    <dgm:pt modelId="{C690FCDD-9D4C-3A4A-9529-0101EFF05D1F}" type="pres">
      <dgm:prSet presAssocID="{DBACF0A5-2C42-4A72-8AE8-9B63E6275A7B}" presName="tx1" presStyleLbl="revTx" presStyleIdx="7" presStyleCnt="13"/>
      <dgm:spPr/>
    </dgm:pt>
    <dgm:pt modelId="{B2E20708-E544-A848-84DC-0E741038CFC7}" type="pres">
      <dgm:prSet presAssocID="{DBACF0A5-2C42-4A72-8AE8-9B63E6275A7B}" presName="vert1" presStyleCnt="0"/>
      <dgm:spPr/>
    </dgm:pt>
    <dgm:pt modelId="{6382552D-15A3-B145-8FD4-41C3B51CC5CA}" type="pres">
      <dgm:prSet presAssocID="{F8C5CA1F-E51E-4E24-BD98-1D7E51CC1BE0}" presName="thickLine" presStyleLbl="alignNode1" presStyleIdx="8" presStyleCnt="13"/>
      <dgm:spPr/>
    </dgm:pt>
    <dgm:pt modelId="{7EFEFF9E-E435-AC44-84B5-7CA48E47BF35}" type="pres">
      <dgm:prSet presAssocID="{F8C5CA1F-E51E-4E24-BD98-1D7E51CC1BE0}" presName="horz1" presStyleCnt="0"/>
      <dgm:spPr/>
    </dgm:pt>
    <dgm:pt modelId="{A27D9644-7751-A245-B63C-48D3D832D928}" type="pres">
      <dgm:prSet presAssocID="{F8C5CA1F-E51E-4E24-BD98-1D7E51CC1BE0}" presName="tx1" presStyleLbl="revTx" presStyleIdx="8" presStyleCnt="13"/>
      <dgm:spPr/>
    </dgm:pt>
    <dgm:pt modelId="{F6A766A0-5C1E-4B47-A0B6-7C90D328C3F6}" type="pres">
      <dgm:prSet presAssocID="{F8C5CA1F-E51E-4E24-BD98-1D7E51CC1BE0}" presName="vert1" presStyleCnt="0"/>
      <dgm:spPr/>
    </dgm:pt>
    <dgm:pt modelId="{7BF8F3AF-C9A8-3B41-A257-2B84D761F4D7}" type="pres">
      <dgm:prSet presAssocID="{B181684E-7AE0-417C-B764-419348CCF56D}" presName="thickLine" presStyleLbl="alignNode1" presStyleIdx="9" presStyleCnt="13"/>
      <dgm:spPr/>
    </dgm:pt>
    <dgm:pt modelId="{FC384E20-FB9A-E34A-8650-B891A8CA02E1}" type="pres">
      <dgm:prSet presAssocID="{B181684E-7AE0-417C-B764-419348CCF56D}" presName="horz1" presStyleCnt="0"/>
      <dgm:spPr/>
    </dgm:pt>
    <dgm:pt modelId="{A66D7F9E-39A0-E04E-B1B6-29525A9861FE}" type="pres">
      <dgm:prSet presAssocID="{B181684E-7AE0-417C-B764-419348CCF56D}" presName="tx1" presStyleLbl="revTx" presStyleIdx="9" presStyleCnt="13"/>
      <dgm:spPr/>
    </dgm:pt>
    <dgm:pt modelId="{A93FC61E-D253-4848-9505-C483D69F3689}" type="pres">
      <dgm:prSet presAssocID="{B181684E-7AE0-417C-B764-419348CCF56D}" presName="vert1" presStyleCnt="0"/>
      <dgm:spPr/>
    </dgm:pt>
    <dgm:pt modelId="{4C5A2F14-1BF9-3340-A9B6-B4FB1B5B27C9}" type="pres">
      <dgm:prSet presAssocID="{B44F39DB-1791-4EF7-9210-EED31C9E2B65}" presName="thickLine" presStyleLbl="alignNode1" presStyleIdx="10" presStyleCnt="13"/>
      <dgm:spPr/>
    </dgm:pt>
    <dgm:pt modelId="{0B9A65F4-5457-9B43-81E6-458F9C633F03}" type="pres">
      <dgm:prSet presAssocID="{B44F39DB-1791-4EF7-9210-EED31C9E2B65}" presName="horz1" presStyleCnt="0"/>
      <dgm:spPr/>
    </dgm:pt>
    <dgm:pt modelId="{51BE62A4-A055-1B4D-ABBE-C91AEB733E2D}" type="pres">
      <dgm:prSet presAssocID="{B44F39DB-1791-4EF7-9210-EED31C9E2B65}" presName="tx1" presStyleLbl="revTx" presStyleIdx="10" presStyleCnt="13"/>
      <dgm:spPr/>
    </dgm:pt>
    <dgm:pt modelId="{EC679967-D439-3743-BDD8-6A03BB20971F}" type="pres">
      <dgm:prSet presAssocID="{B44F39DB-1791-4EF7-9210-EED31C9E2B65}" presName="vert1" presStyleCnt="0"/>
      <dgm:spPr/>
    </dgm:pt>
    <dgm:pt modelId="{647593CA-99B6-E547-9587-74A2123074D0}" type="pres">
      <dgm:prSet presAssocID="{12B31B2A-FA76-476E-8767-C0C7C122FAB5}" presName="thickLine" presStyleLbl="alignNode1" presStyleIdx="11" presStyleCnt="13"/>
      <dgm:spPr/>
    </dgm:pt>
    <dgm:pt modelId="{F0F1A946-E3CC-A54E-8DB1-7C85E4A4146D}" type="pres">
      <dgm:prSet presAssocID="{12B31B2A-FA76-476E-8767-C0C7C122FAB5}" presName="horz1" presStyleCnt="0"/>
      <dgm:spPr/>
    </dgm:pt>
    <dgm:pt modelId="{424DBB35-3B42-564A-93D7-21E664D6A239}" type="pres">
      <dgm:prSet presAssocID="{12B31B2A-FA76-476E-8767-C0C7C122FAB5}" presName="tx1" presStyleLbl="revTx" presStyleIdx="11" presStyleCnt="13"/>
      <dgm:spPr/>
    </dgm:pt>
    <dgm:pt modelId="{33D0EA1F-E809-1D4A-81D4-D9E2591DEF10}" type="pres">
      <dgm:prSet presAssocID="{12B31B2A-FA76-476E-8767-C0C7C122FAB5}" presName="vert1" presStyleCnt="0"/>
      <dgm:spPr/>
    </dgm:pt>
    <dgm:pt modelId="{8EFC9CD2-3B92-434F-BC42-19221ED61FFA}" type="pres">
      <dgm:prSet presAssocID="{6D83DF68-DDCD-4001-AC62-B94D06E39B79}" presName="thickLine" presStyleLbl="alignNode1" presStyleIdx="12" presStyleCnt="13"/>
      <dgm:spPr/>
    </dgm:pt>
    <dgm:pt modelId="{84958348-47A5-3C43-933D-9A5EB4AAA7FF}" type="pres">
      <dgm:prSet presAssocID="{6D83DF68-DDCD-4001-AC62-B94D06E39B79}" presName="horz1" presStyleCnt="0"/>
      <dgm:spPr/>
    </dgm:pt>
    <dgm:pt modelId="{6BDFCE67-60D3-4247-833B-34FE470A4469}" type="pres">
      <dgm:prSet presAssocID="{6D83DF68-DDCD-4001-AC62-B94D06E39B79}" presName="tx1" presStyleLbl="revTx" presStyleIdx="12" presStyleCnt="13" custScaleY="121589"/>
      <dgm:spPr/>
    </dgm:pt>
    <dgm:pt modelId="{D3A08E87-5533-1740-A7E8-3229A54DADD0}" type="pres">
      <dgm:prSet presAssocID="{6D83DF68-DDCD-4001-AC62-B94D06E39B79}" presName="vert1" presStyleCnt="0"/>
      <dgm:spPr/>
    </dgm:pt>
  </dgm:ptLst>
  <dgm:cxnLst>
    <dgm:cxn modelId="{BC825705-C64A-48AD-A2BC-1F9C6A1A8FF4}" srcId="{2577A2AC-453C-4DE5-A29E-0772FB7780D4}" destId="{B6C4131B-2ED4-400D-93CC-2CD473F9B1B9}" srcOrd="4" destOrd="0" parTransId="{FD6AE31C-45F5-441A-93E0-22C8C2D0A88E}" sibTransId="{71F96B60-3816-42D9-BB75-625BACD19DCE}"/>
    <dgm:cxn modelId="{4C04BF0A-C7E5-4E86-9C6D-B7A87B711AFB}" srcId="{2577A2AC-453C-4DE5-A29E-0772FB7780D4}" destId="{C96B6254-6390-4AD3-9482-C7666B224534}" srcOrd="1" destOrd="0" parTransId="{EC201469-D4DF-4344-BC07-1B3728A11517}" sibTransId="{6EEE77DB-977A-4F13-ABC2-90E3B3212FBE}"/>
    <dgm:cxn modelId="{ACAB0E0B-4A06-403F-9C24-C426AFC4CA79}" srcId="{2577A2AC-453C-4DE5-A29E-0772FB7780D4}" destId="{6D83DF68-DDCD-4001-AC62-B94D06E39B79}" srcOrd="12" destOrd="0" parTransId="{4790B350-79FE-4692-9497-4EA595E9F53A}" sibTransId="{743C1229-B02E-47A7-B9F4-B68C9F3156F0}"/>
    <dgm:cxn modelId="{01B53D15-7ADC-F34C-A6B2-FF9B56E8CF02}" type="presOf" srcId="{6D83DF68-DDCD-4001-AC62-B94D06E39B79}" destId="{6BDFCE67-60D3-4247-833B-34FE470A4469}" srcOrd="0" destOrd="0" presId="urn:microsoft.com/office/officeart/2008/layout/LinedList"/>
    <dgm:cxn modelId="{04DCDB1B-49E3-5543-BC30-969E67ED2C4F}" type="presOf" srcId="{12B31B2A-FA76-476E-8767-C0C7C122FAB5}" destId="{424DBB35-3B42-564A-93D7-21E664D6A239}" srcOrd="0" destOrd="0" presId="urn:microsoft.com/office/officeart/2008/layout/LinedList"/>
    <dgm:cxn modelId="{5A99EC1D-DA85-B446-9F22-EE6DDBCEBCC4}" type="presOf" srcId="{B0E14A01-3BB2-45D4-8050-9C29123C5B48}" destId="{3161E2DF-A176-DF4D-9C8B-9F8034AA071C}" srcOrd="0" destOrd="0" presId="urn:microsoft.com/office/officeart/2008/layout/LinedList"/>
    <dgm:cxn modelId="{F95E6323-3596-47E8-9182-381CFC26550F}" srcId="{2577A2AC-453C-4DE5-A29E-0772FB7780D4}" destId="{DBACF0A5-2C42-4A72-8AE8-9B63E6275A7B}" srcOrd="7" destOrd="0" parTransId="{0DDF58F3-0956-4DBA-A59B-57D17C06C972}" sibTransId="{3651EF6A-1805-40C4-852E-F5C8E8D3204D}"/>
    <dgm:cxn modelId="{A6672D26-3919-EA4B-A935-340B3998B593}" type="presOf" srcId="{B181684E-7AE0-417C-B764-419348CCF56D}" destId="{A66D7F9E-39A0-E04E-B1B6-29525A9861FE}" srcOrd="0" destOrd="0" presId="urn:microsoft.com/office/officeart/2008/layout/LinedList"/>
    <dgm:cxn modelId="{86E17B33-BCE4-4D64-A405-B7B00BDFAD17}" srcId="{2577A2AC-453C-4DE5-A29E-0772FB7780D4}" destId="{98B5C846-0694-4574-9674-5DD26E1BD316}" srcOrd="2" destOrd="0" parTransId="{3045F4EB-AC8B-4E34-B03D-F1CB8D7DA82D}" sibTransId="{4E5FA45D-B26F-47F7-8FEC-5F641B32EA9E}"/>
    <dgm:cxn modelId="{6DA91C3F-CAC0-B343-B622-5AFDA13B2D74}" type="presOf" srcId="{F8C5CA1F-E51E-4E24-BD98-1D7E51CC1BE0}" destId="{A27D9644-7751-A245-B63C-48D3D832D928}" srcOrd="0" destOrd="0" presId="urn:microsoft.com/office/officeart/2008/layout/LinedList"/>
    <dgm:cxn modelId="{4103215F-238B-C147-BDBA-49AD17135E31}" type="presOf" srcId="{B6C4131B-2ED4-400D-93CC-2CD473F9B1B9}" destId="{08986ABB-6FE6-6C41-808B-04FD513BAD9C}" srcOrd="0" destOrd="0" presId="urn:microsoft.com/office/officeart/2008/layout/LinedList"/>
    <dgm:cxn modelId="{D96E9E5F-6AC0-734C-9B49-866C87B618B7}" type="presOf" srcId="{44B669B5-995A-4D2C-817B-667D855E327F}" destId="{72B7BB53-B2D3-CB42-8933-FCEE5F15D624}" srcOrd="0" destOrd="0" presId="urn:microsoft.com/office/officeart/2008/layout/LinedList"/>
    <dgm:cxn modelId="{9FB9D464-1B15-4342-952D-8FD13AFECADF}" srcId="{2577A2AC-453C-4DE5-A29E-0772FB7780D4}" destId="{B181684E-7AE0-417C-B764-419348CCF56D}" srcOrd="9" destOrd="0" parTransId="{266E4A86-71C6-4C8C-81F9-8281868B4056}" sibTransId="{01F3B39D-16AD-4708-90FD-3607B7D9806C}"/>
    <dgm:cxn modelId="{5C09206F-096E-4873-96ED-20F4E2BB8C55}" srcId="{2577A2AC-453C-4DE5-A29E-0772FB7780D4}" destId="{07B34EC7-00EE-4BDD-9F22-5285F7EF3A19}" srcOrd="3" destOrd="0" parTransId="{6275DC77-2FBA-4B06-A560-AD7D4492F6CC}" sibTransId="{0A41B8D3-CE80-4FF3-A4A5-E02C0EC5C872}"/>
    <dgm:cxn modelId="{83822A70-6DF4-EB4F-A31B-23D38C50ED18}" type="presOf" srcId="{B44F39DB-1791-4EF7-9210-EED31C9E2B65}" destId="{51BE62A4-A055-1B4D-ABBE-C91AEB733E2D}" srcOrd="0" destOrd="0" presId="urn:microsoft.com/office/officeart/2008/layout/LinedList"/>
    <dgm:cxn modelId="{2E169151-4D76-104A-A4A0-1E82F75BD84F}" type="presOf" srcId="{C96B6254-6390-4AD3-9482-C7666B224534}" destId="{20D1A37D-1295-654E-B245-288CDCC47B68}" srcOrd="0" destOrd="0" presId="urn:microsoft.com/office/officeart/2008/layout/LinedList"/>
    <dgm:cxn modelId="{89357474-A90E-4324-BC58-852907B45B9B}" srcId="{2577A2AC-453C-4DE5-A29E-0772FB7780D4}" destId="{16DE0878-BFB2-425A-A2CC-217BAA8A6DE1}" srcOrd="5" destOrd="0" parTransId="{285773DA-8FFC-4227-905B-4C1C41920C17}" sibTransId="{7EEE3D99-AAAF-46AB-AE57-BC373C36D1FF}"/>
    <dgm:cxn modelId="{E50C8F77-52CB-4526-84A3-E28AF698186C}" srcId="{2577A2AC-453C-4DE5-A29E-0772FB7780D4}" destId="{B0E14A01-3BB2-45D4-8050-9C29123C5B48}" srcOrd="6" destOrd="0" parTransId="{C9E9F3DD-8451-4C6E-9A43-4F90FFA49788}" sibTransId="{20A4278C-5448-455C-97CD-7B45F1C5E6E1}"/>
    <dgm:cxn modelId="{79CE1D7F-DB20-B04D-8AAF-31CDDB081AA8}" type="presOf" srcId="{DBACF0A5-2C42-4A72-8AE8-9B63E6275A7B}" destId="{C690FCDD-9D4C-3A4A-9529-0101EFF05D1F}" srcOrd="0" destOrd="0" presId="urn:microsoft.com/office/officeart/2008/layout/LinedList"/>
    <dgm:cxn modelId="{D5E98497-ACAE-8A4C-A6A1-1A292FD04F68}" type="presOf" srcId="{98B5C846-0694-4574-9674-5DD26E1BD316}" destId="{C45E7B5E-D710-3647-9B40-673E70CCD8A1}" srcOrd="0" destOrd="0" presId="urn:microsoft.com/office/officeart/2008/layout/LinedList"/>
    <dgm:cxn modelId="{F9056FA5-737E-4077-842C-2DCCE5361509}" srcId="{2577A2AC-453C-4DE5-A29E-0772FB7780D4}" destId="{F8C5CA1F-E51E-4E24-BD98-1D7E51CC1BE0}" srcOrd="8" destOrd="0" parTransId="{D1218438-C1BE-4D84-A89F-B82BC734388E}" sibTransId="{1C1FDD18-A608-451F-95D8-2062F954250E}"/>
    <dgm:cxn modelId="{00592CBE-AEBF-EE48-BB21-9651DFAF2EE8}" type="presOf" srcId="{07B34EC7-00EE-4BDD-9F22-5285F7EF3A19}" destId="{3564EBA6-098C-7746-B655-F687D45B4EF4}" srcOrd="0" destOrd="0" presId="urn:microsoft.com/office/officeart/2008/layout/LinedList"/>
    <dgm:cxn modelId="{3CD4C5CC-EB62-D847-93BB-9D0F74E934EB}" type="presOf" srcId="{2577A2AC-453C-4DE5-A29E-0772FB7780D4}" destId="{1549B456-9566-E347-AC01-B137F2913001}" srcOrd="0" destOrd="0" presId="urn:microsoft.com/office/officeart/2008/layout/LinedList"/>
    <dgm:cxn modelId="{2AEA66D4-616F-4581-9106-7377D38CC451}" srcId="{2577A2AC-453C-4DE5-A29E-0772FB7780D4}" destId="{B44F39DB-1791-4EF7-9210-EED31C9E2B65}" srcOrd="10" destOrd="0" parTransId="{D865C04A-F8D6-4012-A067-EFB63F702FCA}" sibTransId="{A6E15636-3E91-4514-8C05-C791BFD8F242}"/>
    <dgm:cxn modelId="{CE73D8E8-B0CE-4E8B-80BD-E03F21B8AE4C}" srcId="{2577A2AC-453C-4DE5-A29E-0772FB7780D4}" destId="{12B31B2A-FA76-476E-8767-C0C7C122FAB5}" srcOrd="11" destOrd="0" parTransId="{F4C1205A-8650-4C28-B038-5259E5B6B8FD}" sibTransId="{79D57097-D454-4639-9D77-532A51AC5339}"/>
    <dgm:cxn modelId="{C1291EED-F42B-4688-9A59-7EDA4C06A6FB}" srcId="{2577A2AC-453C-4DE5-A29E-0772FB7780D4}" destId="{44B669B5-995A-4D2C-817B-667D855E327F}" srcOrd="0" destOrd="0" parTransId="{CDD22E38-359B-40F7-A5EA-AC0C4A56110B}" sibTransId="{8B6D0B69-C4A0-43A6-AAF8-BF5D6CB91D75}"/>
    <dgm:cxn modelId="{31445FF9-3E37-9348-8106-8AC954B987FD}" type="presOf" srcId="{16DE0878-BFB2-425A-A2CC-217BAA8A6DE1}" destId="{E62B9040-0A02-494D-AB80-F64301F39345}" srcOrd="0" destOrd="0" presId="urn:microsoft.com/office/officeart/2008/layout/LinedList"/>
    <dgm:cxn modelId="{BA63C15F-B222-2C4E-8988-70B10676531F}" type="presParOf" srcId="{1549B456-9566-E347-AC01-B137F2913001}" destId="{58107A34-93D1-D442-8061-7DBD2185E1C9}" srcOrd="0" destOrd="0" presId="urn:microsoft.com/office/officeart/2008/layout/LinedList"/>
    <dgm:cxn modelId="{AE8B7586-2BE0-8141-9DA2-3A7E078C36EE}" type="presParOf" srcId="{1549B456-9566-E347-AC01-B137F2913001}" destId="{0486BE04-6A59-8B4F-8D5D-F1B9EA1415D8}" srcOrd="1" destOrd="0" presId="urn:microsoft.com/office/officeart/2008/layout/LinedList"/>
    <dgm:cxn modelId="{34A6162F-AEA5-0844-82D9-2DA4002176D2}" type="presParOf" srcId="{0486BE04-6A59-8B4F-8D5D-F1B9EA1415D8}" destId="{72B7BB53-B2D3-CB42-8933-FCEE5F15D624}" srcOrd="0" destOrd="0" presId="urn:microsoft.com/office/officeart/2008/layout/LinedList"/>
    <dgm:cxn modelId="{E939D82E-BD90-794F-B4A9-E142D060BC6A}" type="presParOf" srcId="{0486BE04-6A59-8B4F-8D5D-F1B9EA1415D8}" destId="{A8DF0942-F238-D34D-9490-8F6E511AC106}" srcOrd="1" destOrd="0" presId="urn:microsoft.com/office/officeart/2008/layout/LinedList"/>
    <dgm:cxn modelId="{CECE2F78-A67D-BC4B-AFC7-FA54CC4CCD31}" type="presParOf" srcId="{1549B456-9566-E347-AC01-B137F2913001}" destId="{7A77B87F-7D1E-D54A-9DC4-6240A82576DB}" srcOrd="2" destOrd="0" presId="urn:microsoft.com/office/officeart/2008/layout/LinedList"/>
    <dgm:cxn modelId="{2BFD139D-C0CC-EF48-8C63-40DAFBE11AD5}" type="presParOf" srcId="{1549B456-9566-E347-AC01-B137F2913001}" destId="{B45A04E9-6D77-7C45-9DB7-602D58C6F8BB}" srcOrd="3" destOrd="0" presId="urn:microsoft.com/office/officeart/2008/layout/LinedList"/>
    <dgm:cxn modelId="{192401B1-E167-214F-B1B2-36B541843CA2}" type="presParOf" srcId="{B45A04E9-6D77-7C45-9DB7-602D58C6F8BB}" destId="{20D1A37D-1295-654E-B245-288CDCC47B68}" srcOrd="0" destOrd="0" presId="urn:microsoft.com/office/officeart/2008/layout/LinedList"/>
    <dgm:cxn modelId="{E3670439-5452-A147-8139-243095232472}" type="presParOf" srcId="{B45A04E9-6D77-7C45-9DB7-602D58C6F8BB}" destId="{597D6A22-F337-A54F-BE34-B7948955E7CC}" srcOrd="1" destOrd="0" presId="urn:microsoft.com/office/officeart/2008/layout/LinedList"/>
    <dgm:cxn modelId="{F7E8CAA3-0096-B84D-A618-26723E766A21}" type="presParOf" srcId="{1549B456-9566-E347-AC01-B137F2913001}" destId="{8AD4F58B-C955-2742-88A3-119D6F251B92}" srcOrd="4" destOrd="0" presId="urn:microsoft.com/office/officeart/2008/layout/LinedList"/>
    <dgm:cxn modelId="{7380BF69-E265-2C4E-8F4B-36465335D9F4}" type="presParOf" srcId="{1549B456-9566-E347-AC01-B137F2913001}" destId="{2642B298-CE9D-994C-97B1-922145B3F03B}" srcOrd="5" destOrd="0" presId="urn:microsoft.com/office/officeart/2008/layout/LinedList"/>
    <dgm:cxn modelId="{6C4F9C3D-FFE6-A94F-B7BF-1C78C94BD99D}" type="presParOf" srcId="{2642B298-CE9D-994C-97B1-922145B3F03B}" destId="{C45E7B5E-D710-3647-9B40-673E70CCD8A1}" srcOrd="0" destOrd="0" presId="urn:microsoft.com/office/officeart/2008/layout/LinedList"/>
    <dgm:cxn modelId="{8EE7CD1A-BF69-EB4D-9502-DB794BA168DE}" type="presParOf" srcId="{2642B298-CE9D-994C-97B1-922145B3F03B}" destId="{31AF27CC-12AA-6E4F-8481-33B2A7B7F1E2}" srcOrd="1" destOrd="0" presId="urn:microsoft.com/office/officeart/2008/layout/LinedList"/>
    <dgm:cxn modelId="{786135F1-2E54-B146-ADC3-E70692656AD1}" type="presParOf" srcId="{1549B456-9566-E347-AC01-B137F2913001}" destId="{455E9D4D-AE37-F84D-9458-AA1DE2023AA3}" srcOrd="6" destOrd="0" presId="urn:microsoft.com/office/officeart/2008/layout/LinedList"/>
    <dgm:cxn modelId="{61C1A8CC-5BEC-BE4E-AA46-D18C4A1C1042}" type="presParOf" srcId="{1549B456-9566-E347-AC01-B137F2913001}" destId="{18ABC09A-A893-9149-8E84-990474E724B7}" srcOrd="7" destOrd="0" presId="urn:microsoft.com/office/officeart/2008/layout/LinedList"/>
    <dgm:cxn modelId="{00A630A0-F6F4-2346-A45E-8F637E49BABE}" type="presParOf" srcId="{18ABC09A-A893-9149-8E84-990474E724B7}" destId="{3564EBA6-098C-7746-B655-F687D45B4EF4}" srcOrd="0" destOrd="0" presId="urn:microsoft.com/office/officeart/2008/layout/LinedList"/>
    <dgm:cxn modelId="{0E2EF209-125D-5C4E-84EB-F09B667CC57B}" type="presParOf" srcId="{18ABC09A-A893-9149-8E84-990474E724B7}" destId="{E531EE77-DE7C-6242-8B29-EF1DEC722276}" srcOrd="1" destOrd="0" presId="urn:microsoft.com/office/officeart/2008/layout/LinedList"/>
    <dgm:cxn modelId="{67F0711F-A31D-FD45-992B-832EC426543C}" type="presParOf" srcId="{1549B456-9566-E347-AC01-B137F2913001}" destId="{C53B53C4-15BA-7544-A788-87393AF22FEC}" srcOrd="8" destOrd="0" presId="urn:microsoft.com/office/officeart/2008/layout/LinedList"/>
    <dgm:cxn modelId="{0A9CECF2-3D04-C843-B008-5F8F784735F6}" type="presParOf" srcId="{1549B456-9566-E347-AC01-B137F2913001}" destId="{24D9B2A9-A715-AB4D-ADF0-E981E048E5CC}" srcOrd="9" destOrd="0" presId="urn:microsoft.com/office/officeart/2008/layout/LinedList"/>
    <dgm:cxn modelId="{7CDE8FAA-ADF0-1B46-B475-F3FBBB228C11}" type="presParOf" srcId="{24D9B2A9-A715-AB4D-ADF0-E981E048E5CC}" destId="{08986ABB-6FE6-6C41-808B-04FD513BAD9C}" srcOrd="0" destOrd="0" presId="urn:microsoft.com/office/officeart/2008/layout/LinedList"/>
    <dgm:cxn modelId="{B86ACE3A-7E1C-4142-9501-21D8B5371EC7}" type="presParOf" srcId="{24D9B2A9-A715-AB4D-ADF0-E981E048E5CC}" destId="{C311F2EC-87E6-244D-A652-813CAB6A1226}" srcOrd="1" destOrd="0" presId="urn:microsoft.com/office/officeart/2008/layout/LinedList"/>
    <dgm:cxn modelId="{C2DB0432-9A1D-2544-A9FC-7A703C4B9236}" type="presParOf" srcId="{1549B456-9566-E347-AC01-B137F2913001}" destId="{C3054522-959C-CF40-B427-544590FB7EC4}" srcOrd="10" destOrd="0" presId="urn:microsoft.com/office/officeart/2008/layout/LinedList"/>
    <dgm:cxn modelId="{E23F0C5C-E82A-5D4C-AADB-695AD1A3D7D8}" type="presParOf" srcId="{1549B456-9566-E347-AC01-B137F2913001}" destId="{9DF4B8CA-070A-D345-858B-70BD3572ADC0}" srcOrd="11" destOrd="0" presId="urn:microsoft.com/office/officeart/2008/layout/LinedList"/>
    <dgm:cxn modelId="{DBBEF0B2-315A-464B-9113-64C30FC10A99}" type="presParOf" srcId="{9DF4B8CA-070A-D345-858B-70BD3572ADC0}" destId="{E62B9040-0A02-494D-AB80-F64301F39345}" srcOrd="0" destOrd="0" presId="urn:microsoft.com/office/officeart/2008/layout/LinedList"/>
    <dgm:cxn modelId="{935E44DC-A60D-574B-BBD2-92D9990DEA58}" type="presParOf" srcId="{9DF4B8CA-070A-D345-858B-70BD3572ADC0}" destId="{FDE3AF60-C079-BB41-AB03-33A7838B8FDC}" srcOrd="1" destOrd="0" presId="urn:microsoft.com/office/officeart/2008/layout/LinedList"/>
    <dgm:cxn modelId="{2E0EE9E8-BBB0-7342-BCB1-8CFC42F91FEE}" type="presParOf" srcId="{1549B456-9566-E347-AC01-B137F2913001}" destId="{23797AE8-EA93-124C-8C6D-F5BDE493A18B}" srcOrd="12" destOrd="0" presId="urn:microsoft.com/office/officeart/2008/layout/LinedList"/>
    <dgm:cxn modelId="{95170AD9-565E-8C4E-BC5B-0953D5B80710}" type="presParOf" srcId="{1549B456-9566-E347-AC01-B137F2913001}" destId="{2E809921-0A0F-564F-BB01-1960F4FBE8F2}" srcOrd="13" destOrd="0" presId="urn:microsoft.com/office/officeart/2008/layout/LinedList"/>
    <dgm:cxn modelId="{FFBC7531-7D75-6B45-80AF-BDB4DBE73AF7}" type="presParOf" srcId="{2E809921-0A0F-564F-BB01-1960F4FBE8F2}" destId="{3161E2DF-A176-DF4D-9C8B-9F8034AA071C}" srcOrd="0" destOrd="0" presId="urn:microsoft.com/office/officeart/2008/layout/LinedList"/>
    <dgm:cxn modelId="{322072FB-BC2D-7F4B-80F5-4D602CC0637D}" type="presParOf" srcId="{2E809921-0A0F-564F-BB01-1960F4FBE8F2}" destId="{F1F1C9DB-7DD6-F140-9CAD-DA6BEEC54C6F}" srcOrd="1" destOrd="0" presId="urn:microsoft.com/office/officeart/2008/layout/LinedList"/>
    <dgm:cxn modelId="{F0C28A7E-7BF9-5945-8966-95B86F1DC329}" type="presParOf" srcId="{1549B456-9566-E347-AC01-B137F2913001}" destId="{15588809-5609-D140-88DE-311238307E9B}" srcOrd="14" destOrd="0" presId="urn:microsoft.com/office/officeart/2008/layout/LinedList"/>
    <dgm:cxn modelId="{CBA4509B-2194-9F49-9892-D9F8E562AF2A}" type="presParOf" srcId="{1549B456-9566-E347-AC01-B137F2913001}" destId="{A1B31D61-B0D7-E046-9416-3FE806262703}" srcOrd="15" destOrd="0" presId="urn:microsoft.com/office/officeart/2008/layout/LinedList"/>
    <dgm:cxn modelId="{AECA4602-A1EF-3A41-8977-9A009BA17860}" type="presParOf" srcId="{A1B31D61-B0D7-E046-9416-3FE806262703}" destId="{C690FCDD-9D4C-3A4A-9529-0101EFF05D1F}" srcOrd="0" destOrd="0" presId="urn:microsoft.com/office/officeart/2008/layout/LinedList"/>
    <dgm:cxn modelId="{AD619723-1BC2-B94D-91EB-61596632C94A}" type="presParOf" srcId="{A1B31D61-B0D7-E046-9416-3FE806262703}" destId="{B2E20708-E544-A848-84DC-0E741038CFC7}" srcOrd="1" destOrd="0" presId="urn:microsoft.com/office/officeart/2008/layout/LinedList"/>
    <dgm:cxn modelId="{B1EEF1A6-711E-364D-90DB-F39A20409012}" type="presParOf" srcId="{1549B456-9566-E347-AC01-B137F2913001}" destId="{6382552D-15A3-B145-8FD4-41C3B51CC5CA}" srcOrd="16" destOrd="0" presId="urn:microsoft.com/office/officeart/2008/layout/LinedList"/>
    <dgm:cxn modelId="{93ABFD1A-65FD-D84E-A3AC-6DDFE169E4C6}" type="presParOf" srcId="{1549B456-9566-E347-AC01-B137F2913001}" destId="{7EFEFF9E-E435-AC44-84B5-7CA48E47BF35}" srcOrd="17" destOrd="0" presId="urn:microsoft.com/office/officeart/2008/layout/LinedList"/>
    <dgm:cxn modelId="{297E58FD-33C8-7840-8A91-ECDE0A950223}" type="presParOf" srcId="{7EFEFF9E-E435-AC44-84B5-7CA48E47BF35}" destId="{A27D9644-7751-A245-B63C-48D3D832D928}" srcOrd="0" destOrd="0" presId="urn:microsoft.com/office/officeart/2008/layout/LinedList"/>
    <dgm:cxn modelId="{05A98094-9E87-1041-A98A-72A0B4C9CFBF}" type="presParOf" srcId="{7EFEFF9E-E435-AC44-84B5-7CA48E47BF35}" destId="{F6A766A0-5C1E-4B47-A0B6-7C90D328C3F6}" srcOrd="1" destOrd="0" presId="urn:microsoft.com/office/officeart/2008/layout/LinedList"/>
    <dgm:cxn modelId="{0239CA69-2E03-F545-9426-23C7316B04CA}" type="presParOf" srcId="{1549B456-9566-E347-AC01-B137F2913001}" destId="{7BF8F3AF-C9A8-3B41-A257-2B84D761F4D7}" srcOrd="18" destOrd="0" presId="urn:microsoft.com/office/officeart/2008/layout/LinedList"/>
    <dgm:cxn modelId="{415776EF-8D87-0F4B-BD45-B6F7D0C01444}" type="presParOf" srcId="{1549B456-9566-E347-AC01-B137F2913001}" destId="{FC384E20-FB9A-E34A-8650-B891A8CA02E1}" srcOrd="19" destOrd="0" presId="urn:microsoft.com/office/officeart/2008/layout/LinedList"/>
    <dgm:cxn modelId="{098F55A7-7A7A-F94A-AD4A-BEE607A04251}" type="presParOf" srcId="{FC384E20-FB9A-E34A-8650-B891A8CA02E1}" destId="{A66D7F9E-39A0-E04E-B1B6-29525A9861FE}" srcOrd="0" destOrd="0" presId="urn:microsoft.com/office/officeart/2008/layout/LinedList"/>
    <dgm:cxn modelId="{AA015309-BE34-CA40-A459-DF712E5734ED}" type="presParOf" srcId="{FC384E20-FB9A-E34A-8650-B891A8CA02E1}" destId="{A93FC61E-D253-4848-9505-C483D69F3689}" srcOrd="1" destOrd="0" presId="urn:microsoft.com/office/officeart/2008/layout/LinedList"/>
    <dgm:cxn modelId="{1A586B3B-6840-4043-BC46-6F3DDFD99C79}" type="presParOf" srcId="{1549B456-9566-E347-AC01-B137F2913001}" destId="{4C5A2F14-1BF9-3340-A9B6-B4FB1B5B27C9}" srcOrd="20" destOrd="0" presId="urn:microsoft.com/office/officeart/2008/layout/LinedList"/>
    <dgm:cxn modelId="{D8298E71-F394-F34B-B89B-E5CA46B69849}" type="presParOf" srcId="{1549B456-9566-E347-AC01-B137F2913001}" destId="{0B9A65F4-5457-9B43-81E6-458F9C633F03}" srcOrd="21" destOrd="0" presId="urn:microsoft.com/office/officeart/2008/layout/LinedList"/>
    <dgm:cxn modelId="{DBCF7CBE-74C2-5343-B20E-EE828E74B820}" type="presParOf" srcId="{0B9A65F4-5457-9B43-81E6-458F9C633F03}" destId="{51BE62A4-A055-1B4D-ABBE-C91AEB733E2D}" srcOrd="0" destOrd="0" presId="urn:microsoft.com/office/officeart/2008/layout/LinedList"/>
    <dgm:cxn modelId="{E90D6FF4-D0C1-E942-B2E3-29DE22089BBB}" type="presParOf" srcId="{0B9A65F4-5457-9B43-81E6-458F9C633F03}" destId="{EC679967-D439-3743-BDD8-6A03BB20971F}" srcOrd="1" destOrd="0" presId="urn:microsoft.com/office/officeart/2008/layout/LinedList"/>
    <dgm:cxn modelId="{7C35E466-4CE5-814E-BF05-FE898669A58B}" type="presParOf" srcId="{1549B456-9566-E347-AC01-B137F2913001}" destId="{647593CA-99B6-E547-9587-74A2123074D0}" srcOrd="22" destOrd="0" presId="urn:microsoft.com/office/officeart/2008/layout/LinedList"/>
    <dgm:cxn modelId="{8822DD7C-D712-8C4F-9E61-0DB0994647E6}" type="presParOf" srcId="{1549B456-9566-E347-AC01-B137F2913001}" destId="{F0F1A946-E3CC-A54E-8DB1-7C85E4A4146D}" srcOrd="23" destOrd="0" presId="urn:microsoft.com/office/officeart/2008/layout/LinedList"/>
    <dgm:cxn modelId="{A4F7ACE2-7654-514D-9D19-B8CA8D0EF2A1}" type="presParOf" srcId="{F0F1A946-E3CC-A54E-8DB1-7C85E4A4146D}" destId="{424DBB35-3B42-564A-93D7-21E664D6A239}" srcOrd="0" destOrd="0" presId="urn:microsoft.com/office/officeart/2008/layout/LinedList"/>
    <dgm:cxn modelId="{F6EEFC2F-46EC-2349-8219-F728384DAF37}" type="presParOf" srcId="{F0F1A946-E3CC-A54E-8DB1-7C85E4A4146D}" destId="{33D0EA1F-E809-1D4A-81D4-D9E2591DEF10}" srcOrd="1" destOrd="0" presId="urn:microsoft.com/office/officeart/2008/layout/LinedList"/>
    <dgm:cxn modelId="{F60F1468-6D82-AE49-AF78-9B6964A63D09}" type="presParOf" srcId="{1549B456-9566-E347-AC01-B137F2913001}" destId="{8EFC9CD2-3B92-434F-BC42-19221ED61FFA}" srcOrd="24" destOrd="0" presId="urn:microsoft.com/office/officeart/2008/layout/LinedList"/>
    <dgm:cxn modelId="{DF28AF43-4A07-A548-AC00-F31D71307743}" type="presParOf" srcId="{1549B456-9566-E347-AC01-B137F2913001}" destId="{84958348-47A5-3C43-933D-9A5EB4AAA7FF}" srcOrd="25" destOrd="0" presId="urn:microsoft.com/office/officeart/2008/layout/LinedList"/>
    <dgm:cxn modelId="{ED39DA86-1623-554F-82FA-F19D217027F1}" type="presParOf" srcId="{84958348-47A5-3C43-933D-9A5EB4AAA7FF}" destId="{6BDFCE67-60D3-4247-833B-34FE470A4469}" srcOrd="0" destOrd="0" presId="urn:microsoft.com/office/officeart/2008/layout/LinedList"/>
    <dgm:cxn modelId="{96F0D989-AD66-D04F-9A93-09BFB8DAA3E9}" type="presParOf" srcId="{84958348-47A5-3C43-933D-9A5EB4AAA7FF}" destId="{D3A08E87-5533-1740-A7E8-3229A54DADD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770DC45D-8896-425B-8F23-28FF33D4CEB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BDBD26B8-C5BE-4D23-BE10-208EB6BDC355}">
      <dgm:prSet/>
      <dgm:spPr/>
      <dgm:t>
        <a:bodyPr rtlCol="1"/>
        <a:lstStyle/>
        <a:p>
          <a:pPr rtl="1"/>
          <a:r>
            <a:rPr lang="ar" dirty="0"/>
            <a:t>ردود الفعل الشفوية والمكتوبة</a:t>
          </a:r>
          <a:endParaRPr lang="en-US" dirty="0"/>
        </a:p>
      </dgm:t>
    </dgm:pt>
    <dgm:pt modelId="{BCF57683-CE08-4E2D-A63F-893B6FF2D5D7}" type="parTrans" cxnId="{C0E41365-2135-49B0-975B-108617568D8F}">
      <dgm:prSet/>
      <dgm:spPr/>
      <dgm:t>
        <a:bodyPr rtlCol="1"/>
        <a:lstStyle/>
        <a:p>
          <a:pPr rtl="1"/>
          <a:endParaRPr lang="en-US"/>
        </a:p>
      </dgm:t>
    </dgm:pt>
    <dgm:pt modelId="{8BDA4369-BB9D-44AB-8C3B-EC62136FC0B5}" type="sibTrans" cxnId="{C0E41365-2135-49B0-975B-108617568D8F}">
      <dgm:prSet/>
      <dgm:spPr/>
      <dgm:t>
        <a:bodyPr rtlCol="1"/>
        <a:lstStyle/>
        <a:p>
          <a:pPr rtl="1"/>
          <a:endParaRPr lang="en-US"/>
        </a:p>
      </dgm:t>
    </dgm:pt>
    <dgm:pt modelId="{727C35F5-E117-4605-B11F-2EADEF51CA17}">
      <dgm:prSet/>
      <dgm:spPr/>
      <dgm:t>
        <a:bodyPr rtlCol="1"/>
        <a:lstStyle/>
        <a:p>
          <a:pPr rtl="1"/>
          <a:r>
            <a:rPr lang="ar" dirty="0"/>
            <a:t>استبيانات واستطلاعات للرأي تحتوي على أسئلة مفتوحة ومغلقة</a:t>
          </a:r>
          <a:endParaRPr lang="en-US" dirty="0"/>
        </a:p>
      </dgm:t>
    </dgm:pt>
    <dgm:pt modelId="{B13A4E99-C851-4257-99D5-025DC1FD9FDE}" type="parTrans" cxnId="{8A238A44-7D92-4895-9748-A566AEA254F2}">
      <dgm:prSet/>
      <dgm:spPr/>
      <dgm:t>
        <a:bodyPr rtlCol="1"/>
        <a:lstStyle/>
        <a:p>
          <a:pPr rtl="1"/>
          <a:endParaRPr lang="en-US"/>
        </a:p>
      </dgm:t>
    </dgm:pt>
    <dgm:pt modelId="{F397F2F8-4492-497C-8439-C1FB6C38A2E9}" type="sibTrans" cxnId="{8A238A44-7D92-4895-9748-A566AEA254F2}">
      <dgm:prSet/>
      <dgm:spPr/>
      <dgm:t>
        <a:bodyPr rtlCol="1"/>
        <a:lstStyle/>
        <a:p>
          <a:pPr rtl="1"/>
          <a:endParaRPr lang="en-US"/>
        </a:p>
      </dgm:t>
    </dgm:pt>
    <dgm:pt modelId="{82156629-4BA8-4CE1-A34F-72078DAB20A3}">
      <dgm:prSet/>
      <dgm:spPr/>
      <dgm:t>
        <a:bodyPr rtlCol="1"/>
        <a:lstStyle/>
        <a:p>
          <a:pPr rtl="1"/>
          <a:r>
            <a:rPr lang="ar" dirty="0"/>
            <a:t>اختبارات الاستخدام</a:t>
          </a:r>
          <a:endParaRPr lang="en-US" dirty="0"/>
        </a:p>
      </dgm:t>
    </dgm:pt>
    <dgm:pt modelId="{F67FEECF-3496-4441-9C2E-1775BB747874}" type="parTrans" cxnId="{97AA1EF5-43EC-4FAA-8B98-AEC3586F068D}">
      <dgm:prSet/>
      <dgm:spPr/>
      <dgm:t>
        <a:bodyPr rtlCol="1"/>
        <a:lstStyle/>
        <a:p>
          <a:pPr rtl="1"/>
          <a:endParaRPr lang="en-US"/>
        </a:p>
      </dgm:t>
    </dgm:pt>
    <dgm:pt modelId="{99D80D0B-D9AF-4410-A522-626BB7DE4EFE}" type="sibTrans" cxnId="{97AA1EF5-43EC-4FAA-8B98-AEC3586F068D}">
      <dgm:prSet/>
      <dgm:spPr/>
      <dgm:t>
        <a:bodyPr rtlCol="1"/>
        <a:lstStyle/>
        <a:p>
          <a:pPr rtl="1"/>
          <a:endParaRPr lang="en-US"/>
        </a:p>
      </dgm:t>
    </dgm:pt>
    <dgm:pt modelId="{6CD3D9E7-824F-4327-B4C5-2385AB1809A1}" type="pres">
      <dgm:prSet presAssocID="{770DC45D-8896-425B-8F23-28FF33D4CEB5}" presName="root" presStyleCnt="0">
        <dgm:presLayoutVars>
          <dgm:dir/>
          <dgm:resizeHandles val="exact"/>
        </dgm:presLayoutVars>
      </dgm:prSet>
      <dgm:spPr/>
    </dgm:pt>
    <dgm:pt modelId="{F5004649-3CE7-43EE-86A8-7DC4264EA8D0}" type="pres">
      <dgm:prSet presAssocID="{BDBD26B8-C5BE-4D23-BE10-208EB6BDC355}" presName="compNode" presStyleCnt="0"/>
      <dgm:spPr/>
    </dgm:pt>
    <dgm:pt modelId="{969A84E8-69D3-4B6E-A11C-6C1A30E562D1}" type="pres">
      <dgm:prSet presAssocID="{BDBD26B8-C5BE-4D23-BE10-208EB6BDC355}" presName="bgRect" presStyleLbl="bgShp" presStyleIdx="0" presStyleCnt="3"/>
      <dgm:spPr/>
    </dgm:pt>
    <dgm:pt modelId="{B46D1CC3-BD51-43C4-8D2F-D72235FF8177}" type="pres">
      <dgm:prSet presAssocID="{BDBD26B8-C5BE-4D23-BE10-208EB6BDC355}" presName="iconRect" presStyleLbl="node1" presStyleIdx="0" presStyleCnt="3" custLinFactX="200000" custLinFactNeighborX="29232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19706D44-736B-4EBE-8A7C-9061DAC2CF05}" type="pres">
      <dgm:prSet presAssocID="{BDBD26B8-C5BE-4D23-BE10-208EB6BDC355}" presName="spaceRect" presStyleCnt="0"/>
      <dgm:spPr/>
    </dgm:pt>
    <dgm:pt modelId="{932B1C80-4BF6-41F5-BDAB-D84F7CFA3CFD}" type="pres">
      <dgm:prSet presAssocID="{BDBD26B8-C5BE-4D23-BE10-208EB6BDC355}" presName="parTx" presStyleLbl="revTx" presStyleIdx="0" presStyleCnt="3" custLinFactX="-32087" custLinFactNeighborX="-100000">
        <dgm:presLayoutVars>
          <dgm:chMax val="0"/>
          <dgm:chPref val="0"/>
        </dgm:presLayoutVars>
      </dgm:prSet>
      <dgm:spPr/>
    </dgm:pt>
    <dgm:pt modelId="{3D3E2EBB-29B9-423C-AFC9-67989DCC0A76}" type="pres">
      <dgm:prSet presAssocID="{8BDA4369-BB9D-44AB-8C3B-EC62136FC0B5}" presName="sibTrans" presStyleCnt="0"/>
      <dgm:spPr/>
    </dgm:pt>
    <dgm:pt modelId="{81D2713F-E0B3-402A-80AE-7DA291DB0B53}" type="pres">
      <dgm:prSet presAssocID="{727C35F5-E117-4605-B11F-2EADEF51CA17}" presName="compNode" presStyleCnt="0"/>
      <dgm:spPr/>
    </dgm:pt>
    <dgm:pt modelId="{BA62DCC2-FAA9-4E08-A51A-B285C88FDC0B}" type="pres">
      <dgm:prSet presAssocID="{727C35F5-E117-4605-B11F-2EADEF51CA17}" presName="bgRect" presStyleLbl="bgShp" presStyleIdx="1" presStyleCnt="3"/>
      <dgm:spPr/>
    </dgm:pt>
    <dgm:pt modelId="{3CF59672-620A-42B1-9869-B9847CF82851}" type="pres">
      <dgm:prSet presAssocID="{727C35F5-E117-4605-B11F-2EADEF51CA17}" presName="iconRect" presStyleLbl="node1" presStyleIdx="1" presStyleCnt="3" custLinFactX="200000" custLinFactNeighborX="29232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7377F87A-DB34-4A94-A443-4A3E4D3E877E}" type="pres">
      <dgm:prSet presAssocID="{727C35F5-E117-4605-B11F-2EADEF51CA17}" presName="spaceRect" presStyleCnt="0"/>
      <dgm:spPr/>
    </dgm:pt>
    <dgm:pt modelId="{F34A24BB-ED0D-47ED-B4AA-09AA6B52CE0B}" type="pres">
      <dgm:prSet presAssocID="{727C35F5-E117-4605-B11F-2EADEF51CA17}" presName="parTx" presStyleLbl="revTx" presStyleIdx="1" presStyleCnt="3" custLinFactX="-32087" custLinFactNeighborX="-100000">
        <dgm:presLayoutVars>
          <dgm:chMax val="0"/>
          <dgm:chPref val="0"/>
        </dgm:presLayoutVars>
      </dgm:prSet>
      <dgm:spPr/>
    </dgm:pt>
    <dgm:pt modelId="{D78DD28F-B21A-4A56-ACB7-BE21D5AB519D}" type="pres">
      <dgm:prSet presAssocID="{F397F2F8-4492-497C-8439-C1FB6C38A2E9}" presName="sibTrans" presStyleCnt="0"/>
      <dgm:spPr/>
    </dgm:pt>
    <dgm:pt modelId="{6225724E-C0C0-4F85-832D-D37824A5AF5A}" type="pres">
      <dgm:prSet presAssocID="{82156629-4BA8-4CE1-A34F-72078DAB20A3}" presName="compNode" presStyleCnt="0"/>
      <dgm:spPr/>
    </dgm:pt>
    <dgm:pt modelId="{CA4666DE-11E8-42E8-9369-B21030464C50}" type="pres">
      <dgm:prSet presAssocID="{82156629-4BA8-4CE1-A34F-72078DAB20A3}" presName="bgRect" presStyleLbl="bgShp" presStyleIdx="2" presStyleCnt="3"/>
      <dgm:spPr/>
    </dgm:pt>
    <dgm:pt modelId="{93B51339-E60B-4D31-B12B-44A2D6ED4A78}" type="pres">
      <dgm:prSet presAssocID="{82156629-4BA8-4CE1-A34F-72078DAB20A3}" presName="iconRect" presStyleLbl="node1" presStyleIdx="2" presStyleCnt="3" custLinFactX="200000" custLinFactNeighborX="292321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E551298-2F14-44CB-B618-1EECAF20F12A}" type="pres">
      <dgm:prSet presAssocID="{82156629-4BA8-4CE1-A34F-72078DAB20A3}" presName="spaceRect" presStyleCnt="0"/>
      <dgm:spPr/>
    </dgm:pt>
    <dgm:pt modelId="{999EF79E-D6E3-473E-AC05-B5AC0791FCA9}" type="pres">
      <dgm:prSet presAssocID="{82156629-4BA8-4CE1-A34F-72078DAB20A3}" presName="parTx" presStyleLbl="revTx" presStyleIdx="2" presStyleCnt="3" custLinFactNeighborX="-89268">
        <dgm:presLayoutVars>
          <dgm:chMax val="0"/>
          <dgm:chPref val="0"/>
        </dgm:presLayoutVars>
      </dgm:prSet>
      <dgm:spPr/>
    </dgm:pt>
  </dgm:ptLst>
  <dgm:cxnLst>
    <dgm:cxn modelId="{9D478D22-6124-43C2-8745-A73D326EB412}" type="presOf" srcId="{BDBD26B8-C5BE-4D23-BE10-208EB6BDC355}" destId="{932B1C80-4BF6-41F5-BDAB-D84F7CFA3CFD}" srcOrd="0" destOrd="0" presId="urn:microsoft.com/office/officeart/2018/2/layout/IconVerticalSolidList"/>
    <dgm:cxn modelId="{BA56BC31-9339-42CA-BFB3-22133B272A9E}" type="presOf" srcId="{82156629-4BA8-4CE1-A34F-72078DAB20A3}" destId="{999EF79E-D6E3-473E-AC05-B5AC0791FCA9}" srcOrd="0" destOrd="0" presId="urn:microsoft.com/office/officeart/2018/2/layout/IconVerticalSolidList"/>
    <dgm:cxn modelId="{300CCD38-DCAB-4657-AAE2-1D63093C81B5}" type="presOf" srcId="{727C35F5-E117-4605-B11F-2EADEF51CA17}" destId="{F34A24BB-ED0D-47ED-B4AA-09AA6B52CE0B}" srcOrd="0" destOrd="0" presId="urn:microsoft.com/office/officeart/2018/2/layout/IconVerticalSolidList"/>
    <dgm:cxn modelId="{8A238A44-7D92-4895-9748-A566AEA254F2}" srcId="{770DC45D-8896-425B-8F23-28FF33D4CEB5}" destId="{727C35F5-E117-4605-B11F-2EADEF51CA17}" srcOrd="1" destOrd="0" parTransId="{B13A4E99-C851-4257-99D5-025DC1FD9FDE}" sibTransId="{F397F2F8-4492-497C-8439-C1FB6C38A2E9}"/>
    <dgm:cxn modelId="{C0E41365-2135-49B0-975B-108617568D8F}" srcId="{770DC45D-8896-425B-8F23-28FF33D4CEB5}" destId="{BDBD26B8-C5BE-4D23-BE10-208EB6BDC355}" srcOrd="0" destOrd="0" parTransId="{BCF57683-CE08-4E2D-A63F-893B6FF2D5D7}" sibTransId="{8BDA4369-BB9D-44AB-8C3B-EC62136FC0B5}"/>
    <dgm:cxn modelId="{F364DC8F-AC17-471F-BD0B-568C956B2BAF}" type="presOf" srcId="{770DC45D-8896-425B-8F23-28FF33D4CEB5}" destId="{6CD3D9E7-824F-4327-B4C5-2385AB1809A1}" srcOrd="0" destOrd="0" presId="urn:microsoft.com/office/officeart/2018/2/layout/IconVerticalSolidList"/>
    <dgm:cxn modelId="{97AA1EF5-43EC-4FAA-8B98-AEC3586F068D}" srcId="{770DC45D-8896-425B-8F23-28FF33D4CEB5}" destId="{82156629-4BA8-4CE1-A34F-72078DAB20A3}" srcOrd="2" destOrd="0" parTransId="{F67FEECF-3496-4441-9C2E-1775BB747874}" sibTransId="{99D80D0B-D9AF-4410-A522-626BB7DE4EFE}"/>
    <dgm:cxn modelId="{F57B67F9-D0B3-415C-A4F5-DB722F688FAC}" type="presParOf" srcId="{6CD3D9E7-824F-4327-B4C5-2385AB1809A1}" destId="{F5004649-3CE7-43EE-86A8-7DC4264EA8D0}" srcOrd="0" destOrd="0" presId="urn:microsoft.com/office/officeart/2018/2/layout/IconVerticalSolidList"/>
    <dgm:cxn modelId="{945DB53F-596A-42E3-A2BA-349826BA2DC0}" type="presParOf" srcId="{F5004649-3CE7-43EE-86A8-7DC4264EA8D0}" destId="{969A84E8-69D3-4B6E-A11C-6C1A30E562D1}" srcOrd="0" destOrd="0" presId="urn:microsoft.com/office/officeart/2018/2/layout/IconVerticalSolidList"/>
    <dgm:cxn modelId="{30C3BAA2-63AE-4935-84F1-AFF6F4129EF2}" type="presParOf" srcId="{F5004649-3CE7-43EE-86A8-7DC4264EA8D0}" destId="{B46D1CC3-BD51-43C4-8D2F-D72235FF8177}" srcOrd="1" destOrd="0" presId="urn:microsoft.com/office/officeart/2018/2/layout/IconVerticalSolidList"/>
    <dgm:cxn modelId="{8DB8DD19-D4D5-4025-90E3-CCECD65C5CB0}" type="presParOf" srcId="{F5004649-3CE7-43EE-86A8-7DC4264EA8D0}" destId="{19706D44-736B-4EBE-8A7C-9061DAC2CF05}" srcOrd="2" destOrd="0" presId="urn:microsoft.com/office/officeart/2018/2/layout/IconVerticalSolidList"/>
    <dgm:cxn modelId="{372AAA3B-2324-4129-AC5B-1476DE862772}" type="presParOf" srcId="{F5004649-3CE7-43EE-86A8-7DC4264EA8D0}" destId="{932B1C80-4BF6-41F5-BDAB-D84F7CFA3CFD}" srcOrd="3" destOrd="0" presId="urn:microsoft.com/office/officeart/2018/2/layout/IconVerticalSolidList"/>
    <dgm:cxn modelId="{542ED709-1298-4502-9726-B67818BEAC89}" type="presParOf" srcId="{6CD3D9E7-824F-4327-B4C5-2385AB1809A1}" destId="{3D3E2EBB-29B9-423C-AFC9-67989DCC0A76}" srcOrd="1" destOrd="0" presId="urn:microsoft.com/office/officeart/2018/2/layout/IconVerticalSolidList"/>
    <dgm:cxn modelId="{C5669B4C-A74F-4A49-9539-FFB171BD81E8}" type="presParOf" srcId="{6CD3D9E7-824F-4327-B4C5-2385AB1809A1}" destId="{81D2713F-E0B3-402A-80AE-7DA291DB0B53}" srcOrd="2" destOrd="0" presId="urn:microsoft.com/office/officeart/2018/2/layout/IconVerticalSolidList"/>
    <dgm:cxn modelId="{67C0A25B-9618-40C9-9C09-224CF5F382C1}" type="presParOf" srcId="{81D2713F-E0B3-402A-80AE-7DA291DB0B53}" destId="{BA62DCC2-FAA9-4E08-A51A-B285C88FDC0B}" srcOrd="0" destOrd="0" presId="urn:microsoft.com/office/officeart/2018/2/layout/IconVerticalSolidList"/>
    <dgm:cxn modelId="{48771FB9-ADC4-46CB-AAD7-1DA7213797AA}" type="presParOf" srcId="{81D2713F-E0B3-402A-80AE-7DA291DB0B53}" destId="{3CF59672-620A-42B1-9869-B9847CF82851}" srcOrd="1" destOrd="0" presId="urn:microsoft.com/office/officeart/2018/2/layout/IconVerticalSolidList"/>
    <dgm:cxn modelId="{2DBA226A-F0A1-4232-89DE-5CC554BD0F8C}" type="presParOf" srcId="{81D2713F-E0B3-402A-80AE-7DA291DB0B53}" destId="{7377F87A-DB34-4A94-A443-4A3E4D3E877E}" srcOrd="2" destOrd="0" presId="urn:microsoft.com/office/officeart/2018/2/layout/IconVerticalSolidList"/>
    <dgm:cxn modelId="{AC3694DF-ADE3-4660-9C58-B69DF63DEF2D}" type="presParOf" srcId="{81D2713F-E0B3-402A-80AE-7DA291DB0B53}" destId="{F34A24BB-ED0D-47ED-B4AA-09AA6B52CE0B}" srcOrd="3" destOrd="0" presId="urn:microsoft.com/office/officeart/2018/2/layout/IconVerticalSolidList"/>
    <dgm:cxn modelId="{117F2670-EB05-4E3B-9C30-CF5ACDED234E}" type="presParOf" srcId="{6CD3D9E7-824F-4327-B4C5-2385AB1809A1}" destId="{D78DD28F-B21A-4A56-ACB7-BE21D5AB519D}" srcOrd="3" destOrd="0" presId="urn:microsoft.com/office/officeart/2018/2/layout/IconVerticalSolidList"/>
    <dgm:cxn modelId="{AC82A78D-B060-4674-B6EC-DAA2E02022CC}" type="presParOf" srcId="{6CD3D9E7-824F-4327-B4C5-2385AB1809A1}" destId="{6225724E-C0C0-4F85-832D-D37824A5AF5A}" srcOrd="4" destOrd="0" presId="urn:microsoft.com/office/officeart/2018/2/layout/IconVerticalSolidList"/>
    <dgm:cxn modelId="{4DD6D5A2-DDAC-4A40-856E-F59287D09943}" type="presParOf" srcId="{6225724E-C0C0-4F85-832D-D37824A5AF5A}" destId="{CA4666DE-11E8-42E8-9369-B21030464C50}" srcOrd="0" destOrd="0" presId="urn:microsoft.com/office/officeart/2018/2/layout/IconVerticalSolidList"/>
    <dgm:cxn modelId="{BFD0C48F-4689-4BB7-A1E8-5E1029914E6C}" type="presParOf" srcId="{6225724E-C0C0-4F85-832D-D37824A5AF5A}" destId="{93B51339-E60B-4D31-B12B-44A2D6ED4A78}" srcOrd="1" destOrd="0" presId="urn:microsoft.com/office/officeart/2018/2/layout/IconVerticalSolidList"/>
    <dgm:cxn modelId="{D984F702-D2E9-4378-98D4-F6E28B4B4FE4}" type="presParOf" srcId="{6225724E-C0C0-4F85-832D-D37824A5AF5A}" destId="{8E551298-2F14-44CB-B618-1EECAF20F12A}" srcOrd="2" destOrd="0" presId="urn:microsoft.com/office/officeart/2018/2/layout/IconVerticalSolidList"/>
    <dgm:cxn modelId="{1C4F59B4-6B11-4D42-9162-0E96976FA2BC}" type="presParOf" srcId="{6225724E-C0C0-4F85-832D-D37824A5AF5A}" destId="{999EF79E-D6E3-473E-AC05-B5AC0791FC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9F91B-A412-4046-9AE9-167787D1DE0B}">
      <dsp:nvSpPr>
        <dsp:cNvPr id="0" name=""/>
        <dsp:cNvSpPr/>
      </dsp:nvSpPr>
      <dsp:spPr>
        <a:xfrm>
          <a:off x="0" y="473"/>
          <a:ext cx="8207375" cy="110780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89B75D-60E8-4A38-AC23-0DC503925009}">
      <dsp:nvSpPr>
        <dsp:cNvPr id="0" name=""/>
        <dsp:cNvSpPr/>
      </dsp:nvSpPr>
      <dsp:spPr>
        <a:xfrm>
          <a:off x="7344050" y="249729"/>
          <a:ext cx="609292" cy="609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39B92-C7E8-4937-BA2F-63BBE1282096}">
      <dsp:nvSpPr>
        <dsp:cNvPr id="0" name=""/>
        <dsp:cNvSpPr/>
      </dsp:nvSpPr>
      <dsp:spPr>
        <a:xfrm>
          <a:off x="0" y="473"/>
          <a:ext cx="6927860" cy="1107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43" tIns="117243" rIns="117243" bIns="117243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500" b="1" kern="1200" noProof="0" dirty="0"/>
            <a:t>أ: فهم أنشطة ومسئوليات المروجين البصريين في شركات </a:t>
          </a:r>
          <a:br>
            <a:rPr lang="ar-SA" sz="2500" b="1" kern="1200" noProof="0" dirty="0"/>
          </a:br>
          <a:r>
            <a:rPr lang="ar-SA" sz="2500" b="1" kern="1200" noProof="0" dirty="0"/>
            <a:t>البيع بالتجزئة</a:t>
          </a:r>
        </a:p>
      </dsp:txBody>
      <dsp:txXfrm>
        <a:off x="0" y="473"/>
        <a:ext cx="6927860" cy="1107804"/>
      </dsp:txXfrm>
    </dsp:sp>
    <dsp:sp modelId="{A769B34F-E90C-3742-9D7E-C61944399C92}">
      <dsp:nvSpPr>
        <dsp:cNvPr id="0" name=""/>
        <dsp:cNvSpPr/>
      </dsp:nvSpPr>
      <dsp:spPr>
        <a:xfrm>
          <a:off x="0" y="1377507"/>
          <a:ext cx="8207375" cy="110780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752CE-3D59-4E45-91F8-8448DC7C194C}">
      <dsp:nvSpPr>
        <dsp:cNvPr id="0" name=""/>
        <dsp:cNvSpPr/>
      </dsp:nvSpPr>
      <dsp:spPr>
        <a:xfrm>
          <a:off x="7344050" y="1634484"/>
          <a:ext cx="609292" cy="609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72FD92-E587-554D-9249-354EE47E8574}">
      <dsp:nvSpPr>
        <dsp:cNvPr id="0" name=""/>
        <dsp:cNvSpPr/>
      </dsp:nvSpPr>
      <dsp:spPr>
        <a:xfrm>
          <a:off x="0" y="1385228"/>
          <a:ext cx="6927860" cy="1107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43" tIns="117243" rIns="117243" bIns="117243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500" b="1" kern="1200" noProof="0" dirty="0"/>
            <a:t>ب: فهم التقنيات والأدوات التي يستخدمها المروجون البصريون لتسويق وعرض منتجاتهم بصورة بصرية.</a:t>
          </a:r>
        </a:p>
      </dsp:txBody>
      <dsp:txXfrm>
        <a:off x="0" y="1385228"/>
        <a:ext cx="6927860" cy="1107804"/>
      </dsp:txXfrm>
    </dsp:sp>
    <dsp:sp modelId="{F43D942C-5076-405B-826A-BC7DA2026AC7}">
      <dsp:nvSpPr>
        <dsp:cNvPr id="0" name=""/>
        <dsp:cNvSpPr/>
      </dsp:nvSpPr>
      <dsp:spPr>
        <a:xfrm>
          <a:off x="0" y="2769984"/>
          <a:ext cx="8207375" cy="110780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43BA3-C6FA-40D0-98FE-78504CE20FC3}">
      <dsp:nvSpPr>
        <dsp:cNvPr id="0" name=""/>
        <dsp:cNvSpPr/>
      </dsp:nvSpPr>
      <dsp:spPr>
        <a:xfrm>
          <a:off x="7344050" y="3019240"/>
          <a:ext cx="609292" cy="6092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8200A-96B4-428C-8E55-83C8FFDC1FB3}">
      <dsp:nvSpPr>
        <dsp:cNvPr id="0" name=""/>
        <dsp:cNvSpPr/>
      </dsp:nvSpPr>
      <dsp:spPr>
        <a:xfrm>
          <a:off x="0" y="2769984"/>
          <a:ext cx="6927860" cy="11078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43" tIns="117243" rIns="117243" bIns="117243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b="0" kern="1200" noProof="0" dirty="0"/>
            <a:t>ج: </a:t>
          </a:r>
          <a:r>
            <a:rPr lang="ar" sz="2500" b="1" kern="1200" noProof="0" dirty="0"/>
            <a:t>تصميم وتخطيط بيئة مبيعات إيجابية باستخدام تقنيات الترويج البصري وتقنيات العرض.</a:t>
          </a:r>
          <a:endParaRPr lang="ar" sz="2500" b="0" kern="1200" noProof="0" dirty="0"/>
        </a:p>
      </dsp:txBody>
      <dsp:txXfrm>
        <a:off x="0" y="2769984"/>
        <a:ext cx="6927860" cy="11078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8D0EB-42D3-F94B-89AB-EB0AD8AE92EB}">
      <dsp:nvSpPr>
        <dsp:cNvPr id="0" name=""/>
        <dsp:cNvSpPr/>
      </dsp:nvSpPr>
      <dsp:spPr>
        <a:xfrm>
          <a:off x="4258978" y="1874"/>
          <a:ext cx="3105818" cy="1863490"/>
        </a:xfrm>
        <a:prstGeom prst="rect">
          <a:avLst/>
        </a:prstGeom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1" anchor="ctr" anchorCtr="0">
          <a:noAutofit/>
        </a:bodyPr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600" kern="1200" noProof="0" dirty="0">
              <a:solidFill>
                <a:schemeClr val="tx1"/>
              </a:solidFill>
              <a:latin typeface="Verdana"/>
              <a:ea typeface="+mn-ea"/>
              <a:cs typeface="+mn-cs"/>
            </a:rPr>
            <a:t>أ-1 أنشطة الترويج البصري</a:t>
          </a:r>
        </a:p>
      </dsp:txBody>
      <dsp:txXfrm>
        <a:off x="4258978" y="1874"/>
        <a:ext cx="3105818" cy="1863490"/>
      </dsp:txXfrm>
    </dsp:sp>
    <dsp:sp modelId="{B54ED087-3C1B-CF4A-BD37-8BCD120117B5}">
      <dsp:nvSpPr>
        <dsp:cNvPr id="0" name=""/>
        <dsp:cNvSpPr/>
      </dsp:nvSpPr>
      <dsp:spPr>
        <a:xfrm>
          <a:off x="842578" y="1874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rtlCol="1" anchor="ctr" anchorCtr="0">
          <a:noAutofit/>
        </a:bodyPr>
        <a:lstStyle/>
        <a:p>
          <a:pPr marL="0" lvl="0" indent="0" algn="ctr" defTabSz="1644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700" kern="1200" noProof="0" dirty="0">
              <a:solidFill>
                <a:srgbClr val="7030A0"/>
              </a:solidFill>
            </a:rPr>
            <a:t>أ-2</a:t>
          </a:r>
          <a:r>
            <a:rPr lang="ar-SA" sz="3700" kern="1200" noProof="0" dirty="0">
              <a:solidFill>
                <a:schemeClr val="tx1"/>
              </a:solidFill>
            </a:rPr>
            <a:t> مسئوليات المروجين البصريين</a:t>
          </a:r>
        </a:p>
      </dsp:txBody>
      <dsp:txXfrm>
        <a:off x="842578" y="1874"/>
        <a:ext cx="3105818" cy="1863490"/>
      </dsp:txXfrm>
    </dsp:sp>
    <dsp:sp modelId="{652427F8-5B2D-D047-8AF1-559BA2B28C2E}">
      <dsp:nvSpPr>
        <dsp:cNvPr id="0" name=""/>
        <dsp:cNvSpPr/>
      </dsp:nvSpPr>
      <dsp:spPr>
        <a:xfrm>
          <a:off x="2550778" y="2175946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rtlCol="1" anchor="ctr" anchorCtr="0">
          <a:noAutofit/>
        </a:bodyPr>
        <a:lstStyle/>
        <a:p>
          <a:pPr marL="0" lvl="0" indent="0" algn="ctr" defTabSz="1644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700" kern="1200" noProof="0" dirty="0">
              <a:solidFill>
                <a:srgbClr val="7030A0"/>
              </a:solidFill>
            </a:rPr>
            <a:t>أ-3</a:t>
          </a:r>
          <a:r>
            <a:rPr lang="ar-SA" sz="3700" kern="1200" noProof="0" dirty="0">
              <a:solidFill>
                <a:schemeClr val="tx1"/>
              </a:solidFill>
            </a:rPr>
            <a:t> حجم منافذ البيع بالتجزئة والقطاعات الفرعية</a:t>
          </a:r>
        </a:p>
      </dsp:txBody>
      <dsp:txXfrm>
        <a:off x="2550778" y="2175946"/>
        <a:ext cx="3105818" cy="1863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2FCA14-6B38-46F2-8897-789CA72B791E}">
      <dsp:nvSpPr>
        <dsp:cNvPr id="0" name=""/>
        <dsp:cNvSpPr/>
      </dsp:nvSpPr>
      <dsp:spPr>
        <a:xfrm>
          <a:off x="0" y="584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1F32C4-D1DB-425A-9485-EA9F085F1935}">
      <dsp:nvSpPr>
        <dsp:cNvPr id="0" name=""/>
        <dsp:cNvSpPr/>
      </dsp:nvSpPr>
      <dsp:spPr>
        <a:xfrm>
          <a:off x="3970789" y="308141"/>
          <a:ext cx="751807" cy="751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CA5F16-F131-4AFC-BCA6-98E3C6508CAE}">
      <dsp:nvSpPr>
        <dsp:cNvPr id="0" name=""/>
        <dsp:cNvSpPr/>
      </dsp:nvSpPr>
      <dsp:spPr>
        <a:xfrm>
          <a:off x="0" y="584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 noProof="0" dirty="0"/>
            <a:t>جذب الانتباه</a:t>
          </a:r>
        </a:p>
      </dsp:txBody>
      <dsp:txXfrm>
        <a:off x="0" y="584"/>
        <a:ext cx="3532956" cy="1366921"/>
      </dsp:txXfrm>
    </dsp:sp>
    <dsp:sp modelId="{F52EAD9A-E1F3-4745-930E-D91EEFE73A8C}">
      <dsp:nvSpPr>
        <dsp:cNvPr id="0" name=""/>
        <dsp:cNvSpPr/>
      </dsp:nvSpPr>
      <dsp:spPr>
        <a:xfrm>
          <a:off x="0" y="1709236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818A45-6A76-42C0-8824-97E975FCB84B}">
      <dsp:nvSpPr>
        <dsp:cNvPr id="0" name=""/>
        <dsp:cNvSpPr/>
      </dsp:nvSpPr>
      <dsp:spPr>
        <a:xfrm>
          <a:off x="3970789" y="2016793"/>
          <a:ext cx="751807" cy="751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E097CF-0A77-4CAC-A654-DAB6418B77B0}">
      <dsp:nvSpPr>
        <dsp:cNvPr id="0" name=""/>
        <dsp:cNvSpPr/>
      </dsp:nvSpPr>
      <dsp:spPr>
        <a:xfrm>
          <a:off x="0" y="1709236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 noProof="0" dirty="0"/>
            <a:t>زيادة المبيعات</a:t>
          </a:r>
        </a:p>
      </dsp:txBody>
      <dsp:txXfrm>
        <a:off x="0" y="1709236"/>
        <a:ext cx="3532956" cy="1366921"/>
      </dsp:txXfrm>
    </dsp:sp>
    <dsp:sp modelId="{C9E0AEDE-313E-489D-A385-3E00BBDB9A59}">
      <dsp:nvSpPr>
        <dsp:cNvPr id="0" name=""/>
        <dsp:cNvSpPr/>
      </dsp:nvSpPr>
      <dsp:spPr>
        <a:xfrm>
          <a:off x="0" y="3417888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25012-873C-488D-8C75-B1911B72E0A5}">
      <dsp:nvSpPr>
        <dsp:cNvPr id="0" name=""/>
        <dsp:cNvSpPr/>
      </dsp:nvSpPr>
      <dsp:spPr>
        <a:xfrm>
          <a:off x="3970789" y="3725446"/>
          <a:ext cx="751807" cy="7518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E8A2FB-0FF4-49F2-AF7D-6DAE9025EC9E}">
      <dsp:nvSpPr>
        <dsp:cNvPr id="0" name=""/>
        <dsp:cNvSpPr/>
      </dsp:nvSpPr>
      <dsp:spPr>
        <a:xfrm>
          <a:off x="0" y="3417888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 noProof="0" dirty="0"/>
            <a:t>تحسين تجربة العميل </a:t>
          </a:r>
        </a:p>
      </dsp:txBody>
      <dsp:txXfrm>
        <a:off x="0" y="3417888"/>
        <a:ext cx="3532956" cy="13669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DB5C2E-9073-C74B-BF3F-7C58487B6C3B}">
      <dsp:nvSpPr>
        <dsp:cNvPr id="0" name=""/>
        <dsp:cNvSpPr/>
      </dsp:nvSpPr>
      <dsp:spPr>
        <a:xfrm>
          <a:off x="0" y="164273"/>
          <a:ext cx="5111751" cy="1216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800" kern="1200" dirty="0">
              <a:solidFill>
                <a:srgbClr val="7030A0"/>
              </a:solidFill>
            </a:rPr>
            <a:t>إنشاء نوافذ العرض</a:t>
          </a:r>
          <a:endParaRPr lang="en-US" sz="2800" kern="1200" dirty="0">
            <a:solidFill>
              <a:srgbClr val="7030A0"/>
            </a:solidFill>
          </a:endParaRPr>
        </a:p>
      </dsp:txBody>
      <dsp:txXfrm>
        <a:off x="59399" y="223672"/>
        <a:ext cx="4992953" cy="1098002"/>
      </dsp:txXfrm>
    </dsp:sp>
    <dsp:sp modelId="{ACF2900A-A55D-0148-BCB5-502D9A0EF0D1}">
      <dsp:nvSpPr>
        <dsp:cNvPr id="0" name=""/>
        <dsp:cNvSpPr/>
      </dsp:nvSpPr>
      <dsp:spPr>
        <a:xfrm>
          <a:off x="0" y="1584176"/>
          <a:ext cx="5111751" cy="1216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1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800" kern="1200" dirty="0">
              <a:solidFill>
                <a:srgbClr val="7030A0"/>
              </a:solidFill>
            </a:rPr>
            <a:t>إنشاء عرض داخلي</a:t>
          </a:r>
          <a:endParaRPr lang="en-US" sz="2800" kern="1200" dirty="0">
            <a:solidFill>
              <a:srgbClr val="7030A0"/>
            </a:solidFill>
          </a:endParaRPr>
        </a:p>
      </dsp:txBody>
      <dsp:txXfrm>
        <a:off x="59399" y="1643575"/>
        <a:ext cx="4992953" cy="1098002"/>
      </dsp:txXfrm>
    </dsp:sp>
    <dsp:sp modelId="{E86FC05E-D4C6-AC47-A206-0BE087901EC4}">
      <dsp:nvSpPr>
        <dsp:cNvPr id="0" name=""/>
        <dsp:cNvSpPr/>
      </dsp:nvSpPr>
      <dsp:spPr>
        <a:xfrm>
          <a:off x="0" y="2972273"/>
          <a:ext cx="5111751" cy="1216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 dirty="0">
              <a:solidFill>
                <a:srgbClr val="7030A0"/>
              </a:solidFill>
            </a:rPr>
            <a:t>وضع المنتجات والترويج لها</a:t>
          </a:r>
          <a:endParaRPr lang="en-US" sz="2400" kern="1200" dirty="0">
            <a:solidFill>
              <a:srgbClr val="7030A0"/>
            </a:solidFill>
          </a:endParaRPr>
        </a:p>
      </dsp:txBody>
      <dsp:txXfrm>
        <a:off x="59399" y="3031672"/>
        <a:ext cx="4992953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522A53-B4FD-4E52-B45E-229E86E55A85}">
      <dsp:nvSpPr>
        <dsp:cNvPr id="0" name=""/>
        <dsp:cNvSpPr/>
      </dsp:nvSpPr>
      <dsp:spPr>
        <a:xfrm>
          <a:off x="6407944" y="1062894"/>
          <a:ext cx="1396660" cy="1240167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6000" b="-6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90273-39FC-4869-A658-54AB9C816A1C}">
      <dsp:nvSpPr>
        <dsp:cNvPr id="0" name=""/>
        <dsp:cNvSpPr/>
      </dsp:nvSpPr>
      <dsp:spPr>
        <a:xfrm>
          <a:off x="6223852" y="2344974"/>
          <a:ext cx="1764843" cy="70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/>
            <a:t>تصميم خطط الطوابق وأماكن عرض المنتجات </a:t>
          </a:r>
          <a:endParaRPr lang="en-US" sz="1800" kern="1200" dirty="0"/>
        </a:p>
      </dsp:txBody>
      <dsp:txXfrm>
        <a:off x="6223852" y="2344974"/>
        <a:ext cx="1764843" cy="705937"/>
      </dsp:txXfrm>
    </dsp:sp>
    <dsp:sp modelId="{4F2DAC90-18B9-4ED6-A110-C3A3CE9A8E8D}">
      <dsp:nvSpPr>
        <dsp:cNvPr id="0" name=""/>
        <dsp:cNvSpPr/>
      </dsp:nvSpPr>
      <dsp:spPr>
        <a:xfrm>
          <a:off x="4463728" y="1095414"/>
          <a:ext cx="1137710" cy="1110088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1000" b="-1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7A120B-3083-4A77-9092-5C593E44C1B2}">
      <dsp:nvSpPr>
        <dsp:cNvPr id="0" name=""/>
        <dsp:cNvSpPr/>
      </dsp:nvSpPr>
      <dsp:spPr>
        <a:xfrm>
          <a:off x="4150161" y="2312455"/>
          <a:ext cx="1764843" cy="70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/>
            <a:t>تصميم نوافذ العرض لعرض المنتجات</a:t>
          </a:r>
          <a:endParaRPr lang="en-US" sz="1800" kern="1200" dirty="0"/>
        </a:p>
      </dsp:txBody>
      <dsp:txXfrm>
        <a:off x="4150161" y="2312455"/>
        <a:ext cx="1764843" cy="705937"/>
      </dsp:txXfrm>
    </dsp:sp>
    <dsp:sp modelId="{866F1030-6EED-4FFF-A2FF-DFC885D1588C}">
      <dsp:nvSpPr>
        <dsp:cNvPr id="0" name=""/>
        <dsp:cNvSpPr/>
      </dsp:nvSpPr>
      <dsp:spPr>
        <a:xfrm>
          <a:off x="2390159" y="1059408"/>
          <a:ext cx="1137463" cy="1254112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5000" r="-5000"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7FBD4-BDF8-40BC-9FD9-CBC9B2129DF2}">
      <dsp:nvSpPr>
        <dsp:cNvPr id="0" name=""/>
        <dsp:cNvSpPr/>
      </dsp:nvSpPr>
      <dsp:spPr>
        <a:xfrm>
          <a:off x="2076469" y="2348461"/>
          <a:ext cx="1764843" cy="70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/>
            <a:t>رسم خطط التصميم باليد أو بالحاسب الآلي</a:t>
          </a:r>
          <a:endParaRPr lang="en-US" sz="1800" kern="1200" dirty="0"/>
        </a:p>
      </dsp:txBody>
      <dsp:txXfrm>
        <a:off x="2076469" y="2348461"/>
        <a:ext cx="1764843" cy="705937"/>
      </dsp:txXfrm>
    </dsp:sp>
    <dsp:sp modelId="{97D171E3-6929-4BD1-83E3-4C3676AF9C8F}">
      <dsp:nvSpPr>
        <dsp:cNvPr id="0" name=""/>
        <dsp:cNvSpPr/>
      </dsp:nvSpPr>
      <dsp:spPr>
        <a:xfrm>
          <a:off x="331009" y="1095414"/>
          <a:ext cx="1108380" cy="11100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B84EB-F99A-46FB-A47C-9A88D0B89C7D}">
      <dsp:nvSpPr>
        <dsp:cNvPr id="0" name=""/>
        <dsp:cNvSpPr/>
      </dsp:nvSpPr>
      <dsp:spPr>
        <a:xfrm>
          <a:off x="46176" y="2312455"/>
          <a:ext cx="1213259" cy="7059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8001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/>
            <a:t>باتباع موجز </a:t>
          </a:r>
          <a:br>
            <a:rPr lang="ar-EG" sz="1800" kern="1200" dirty="0"/>
          </a:br>
          <a:r>
            <a:rPr lang="ar" sz="1800" kern="1200" dirty="0"/>
            <a:t>تصميم معين</a:t>
          </a:r>
          <a:endParaRPr lang="en-US" sz="1800" kern="1200" dirty="0"/>
        </a:p>
      </dsp:txBody>
      <dsp:txXfrm>
        <a:off x="46176" y="2312455"/>
        <a:ext cx="1213259" cy="70593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D01ED-14D7-479C-A3EA-C6C4946A0C21}">
      <dsp:nvSpPr>
        <dsp:cNvPr id="0" name=""/>
        <dsp:cNvSpPr/>
      </dsp:nvSpPr>
      <dsp:spPr>
        <a:xfrm>
          <a:off x="0" y="3738"/>
          <a:ext cx="5111751" cy="7963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C5331-DBF2-46E9-8E1A-A7BAA8060BBE}">
      <dsp:nvSpPr>
        <dsp:cNvPr id="0" name=""/>
        <dsp:cNvSpPr/>
      </dsp:nvSpPr>
      <dsp:spPr>
        <a:xfrm>
          <a:off x="4402834" y="182910"/>
          <a:ext cx="437975" cy="437975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190FCA-6A36-45E2-B9CB-E34B653303D7}">
      <dsp:nvSpPr>
        <dsp:cNvPr id="0" name=""/>
        <dsp:cNvSpPr/>
      </dsp:nvSpPr>
      <dsp:spPr>
        <a:xfrm>
          <a:off x="0" y="3738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تركيب وفك وسائل العرض</a:t>
          </a:r>
          <a:endParaRPr lang="en-US" sz="1900" kern="1200" dirty="0"/>
        </a:p>
      </dsp:txBody>
      <dsp:txXfrm>
        <a:off x="0" y="3738"/>
        <a:ext cx="4192001" cy="796319"/>
      </dsp:txXfrm>
    </dsp:sp>
    <dsp:sp modelId="{C1DC7BAE-BC47-4AF5-BB5E-00DB96431C59}">
      <dsp:nvSpPr>
        <dsp:cNvPr id="0" name=""/>
        <dsp:cNvSpPr/>
      </dsp:nvSpPr>
      <dsp:spPr>
        <a:xfrm>
          <a:off x="0" y="999138"/>
          <a:ext cx="5111751" cy="7963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9BAA0-69E4-4420-AD79-A2CF9E3D1147}">
      <dsp:nvSpPr>
        <dsp:cNvPr id="0" name=""/>
        <dsp:cNvSpPr/>
      </dsp:nvSpPr>
      <dsp:spPr>
        <a:xfrm>
          <a:off x="4402834" y="1178310"/>
          <a:ext cx="437975" cy="437975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BAF6A6-DEF6-4789-BE38-04CF7CA173BE}">
      <dsp:nvSpPr>
        <dsp:cNvPr id="0" name=""/>
        <dsp:cNvSpPr/>
      </dsp:nvSpPr>
      <dsp:spPr>
        <a:xfrm>
          <a:off x="0" y="999138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استخدام اكسسوارات العرض والإضاءة</a:t>
          </a:r>
          <a:endParaRPr lang="en-US" sz="1900" kern="1200" dirty="0"/>
        </a:p>
      </dsp:txBody>
      <dsp:txXfrm>
        <a:off x="0" y="999138"/>
        <a:ext cx="4192001" cy="796319"/>
      </dsp:txXfrm>
    </dsp:sp>
    <dsp:sp modelId="{CE8C68CD-EA22-4D6D-AFC2-BF4A37256226}">
      <dsp:nvSpPr>
        <dsp:cNvPr id="0" name=""/>
        <dsp:cNvSpPr/>
      </dsp:nvSpPr>
      <dsp:spPr>
        <a:xfrm>
          <a:off x="0" y="1994537"/>
          <a:ext cx="5111751" cy="7963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1D566-896E-4CB6-98CC-8C0A7F8CC5D4}">
      <dsp:nvSpPr>
        <dsp:cNvPr id="0" name=""/>
        <dsp:cNvSpPr/>
      </dsp:nvSpPr>
      <dsp:spPr>
        <a:xfrm>
          <a:off x="4402834" y="2173709"/>
          <a:ext cx="437975" cy="437975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E274A-8F35-44A4-89B2-90DD09C9EE9D}">
      <dsp:nvSpPr>
        <dsp:cNvPr id="0" name=""/>
        <dsp:cNvSpPr/>
      </dsp:nvSpPr>
      <dsp:spPr>
        <a:xfrm>
          <a:off x="0" y="1994537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تقرير كيفية استخدام المساحة والإضاءة </a:t>
          </a:r>
          <a:br>
            <a:rPr lang="ar-EG" sz="1900" kern="1200" dirty="0"/>
          </a:br>
          <a:r>
            <a:rPr lang="ar" sz="1900" kern="1200" dirty="0"/>
            <a:t>استخدامًا مبتكرًا</a:t>
          </a:r>
          <a:endParaRPr lang="en-US" sz="1900" kern="1200" dirty="0"/>
        </a:p>
      </dsp:txBody>
      <dsp:txXfrm>
        <a:off x="0" y="1994537"/>
        <a:ext cx="4192001" cy="796319"/>
      </dsp:txXfrm>
    </dsp:sp>
    <dsp:sp modelId="{43DF78B0-59F2-41D0-8D3C-4BBFC9C7C01B}">
      <dsp:nvSpPr>
        <dsp:cNvPr id="0" name=""/>
        <dsp:cNvSpPr/>
      </dsp:nvSpPr>
      <dsp:spPr>
        <a:xfrm>
          <a:off x="0" y="2989937"/>
          <a:ext cx="5111751" cy="7963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CA1E29-7642-4269-BD84-740E7389A59B}">
      <dsp:nvSpPr>
        <dsp:cNvPr id="0" name=""/>
        <dsp:cNvSpPr/>
      </dsp:nvSpPr>
      <dsp:spPr>
        <a:xfrm>
          <a:off x="4402834" y="3169109"/>
          <a:ext cx="437975" cy="437975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EFF3EE-571F-4AFE-8284-9976E0436BC4}">
      <dsp:nvSpPr>
        <dsp:cNvPr id="0" name=""/>
        <dsp:cNvSpPr/>
      </dsp:nvSpPr>
      <dsp:spPr>
        <a:xfrm>
          <a:off x="0" y="2989937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تلبيس تماثيل العرض وترتيب الشاشات والملصقات</a:t>
          </a:r>
          <a:endParaRPr lang="en-US" sz="1900" kern="1200" dirty="0"/>
        </a:p>
      </dsp:txBody>
      <dsp:txXfrm>
        <a:off x="0" y="2989937"/>
        <a:ext cx="4192001" cy="796319"/>
      </dsp:txXfrm>
    </dsp:sp>
    <dsp:sp modelId="{E13B6BB9-E4AF-445F-A34C-7732942FE518}">
      <dsp:nvSpPr>
        <dsp:cNvPr id="0" name=""/>
        <dsp:cNvSpPr/>
      </dsp:nvSpPr>
      <dsp:spPr>
        <a:xfrm>
          <a:off x="0" y="3985336"/>
          <a:ext cx="5111751" cy="79631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8E5DED-7277-40CE-92FF-881C8DAAF681}">
      <dsp:nvSpPr>
        <dsp:cNvPr id="0" name=""/>
        <dsp:cNvSpPr/>
      </dsp:nvSpPr>
      <dsp:spPr>
        <a:xfrm>
          <a:off x="4402834" y="4164508"/>
          <a:ext cx="437975" cy="437975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DDA33D-3A4E-4F21-8D2B-53B8B0DA0272}">
      <dsp:nvSpPr>
        <dsp:cNvPr id="0" name=""/>
        <dsp:cNvSpPr/>
      </dsp:nvSpPr>
      <dsp:spPr>
        <a:xfrm>
          <a:off x="0" y="3985336"/>
          <a:ext cx="4192001" cy="796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77" tIns="84277" rIns="84277" bIns="84277" numCol="1" spcCol="1270" rtlCol="1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التأكد من ظهور الأسعار والتفاصيل الأخرى</a:t>
          </a:r>
          <a:endParaRPr lang="en-US" sz="1900" kern="1200" dirty="0"/>
        </a:p>
      </dsp:txBody>
      <dsp:txXfrm>
        <a:off x="0" y="3985336"/>
        <a:ext cx="4192001" cy="7963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3A4F9-BDA7-F64F-8A60-FB18E70EFFBD}">
      <dsp:nvSpPr>
        <dsp:cNvPr id="0" name=""/>
        <dsp:cNvSpPr/>
      </dsp:nvSpPr>
      <dsp:spPr>
        <a:xfrm>
          <a:off x="5642570" y="353532"/>
          <a:ext cx="2564804" cy="1538882"/>
        </a:xfrm>
        <a:prstGeom prst="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rtlCol="1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500" kern="1200" noProof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تقديم ملاحظات للمعنيين حول التغييرات أو إطلاق المنتجات </a:t>
          </a:r>
          <a:br>
            <a:rPr lang="ar-SA" sz="2500" kern="1200" noProof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SA" sz="2500" kern="1200" noProof="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rPr>
            <a:t>أو مسائل أخرى.</a:t>
          </a:r>
        </a:p>
      </dsp:txBody>
      <dsp:txXfrm>
        <a:off x="5642570" y="353532"/>
        <a:ext cx="2564804" cy="1538882"/>
      </dsp:txXfrm>
    </dsp:sp>
    <dsp:sp modelId="{7E0DEAFB-9584-0544-BEA5-942789D24BE8}">
      <dsp:nvSpPr>
        <dsp:cNvPr id="0" name=""/>
        <dsp:cNvSpPr/>
      </dsp:nvSpPr>
      <dsp:spPr>
        <a:xfrm>
          <a:off x="2821285" y="353532"/>
          <a:ext cx="2564804" cy="1538882"/>
        </a:xfrm>
        <a:prstGeom prst="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مناقشة توجيهات التصميم لضمان أنها تعكس رؤية العميل وتوقعاته.</a:t>
          </a:r>
        </a:p>
      </dsp:txBody>
      <dsp:txXfrm>
        <a:off x="2821285" y="353532"/>
        <a:ext cx="2564804" cy="1538882"/>
      </dsp:txXfrm>
    </dsp:sp>
    <dsp:sp modelId="{C0C2202E-C4D5-554A-B86B-7F125DD6C63B}">
      <dsp:nvSpPr>
        <dsp:cNvPr id="0" name=""/>
        <dsp:cNvSpPr/>
      </dsp:nvSpPr>
      <dsp:spPr>
        <a:xfrm>
          <a:off x="0" y="353532"/>
          <a:ext cx="2564804" cy="1538882"/>
        </a:xfrm>
        <a:prstGeom prst="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الحصول على الديكورات والاكسسوارات اللازمة للعروض لدى الموردين.</a:t>
          </a:r>
        </a:p>
      </dsp:txBody>
      <dsp:txXfrm>
        <a:off x="0" y="353532"/>
        <a:ext cx="2564804" cy="1538882"/>
      </dsp:txXfrm>
    </dsp:sp>
    <dsp:sp modelId="{AD19CB81-8447-FB4C-8C0C-B8D2DA76FD38}">
      <dsp:nvSpPr>
        <dsp:cNvPr id="0" name=""/>
        <dsp:cNvSpPr/>
      </dsp:nvSpPr>
      <dsp:spPr>
        <a:xfrm>
          <a:off x="4231927" y="2148896"/>
          <a:ext cx="2564804" cy="1538882"/>
        </a:xfrm>
        <a:prstGeom prst="rect">
          <a:avLst/>
        </a:prstGeom>
        <a:solidFill>
          <a:schemeClr val="accent5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البحث في الخصائص الديموغرافية للزبائن وسمات المتجر/المنطقة.</a:t>
          </a:r>
        </a:p>
      </dsp:txBody>
      <dsp:txXfrm>
        <a:off x="4231927" y="2148896"/>
        <a:ext cx="2564804" cy="1538882"/>
      </dsp:txXfrm>
    </dsp:sp>
    <dsp:sp modelId="{1467DB59-1373-9846-A816-C47B6038E5E8}">
      <dsp:nvSpPr>
        <dsp:cNvPr id="0" name=""/>
        <dsp:cNvSpPr/>
      </dsp:nvSpPr>
      <dsp:spPr>
        <a:xfrm>
          <a:off x="1410642" y="2148896"/>
          <a:ext cx="2564804" cy="1538882"/>
        </a:xfrm>
        <a:prstGeom prst="rect">
          <a:avLst/>
        </a:prstGeom>
        <a:gradFill rotWithShape="0">
          <a:gsLst>
            <a:gs pos="0">
              <a:schemeClr val="accent5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 noProof="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إنشاء حزم ترويج بصري تحمل علامات تجارية لإرسالها إلى كل فرع للمتجر.</a:t>
          </a:r>
        </a:p>
      </dsp:txBody>
      <dsp:txXfrm>
        <a:off x="1410642" y="2148896"/>
        <a:ext cx="2564804" cy="15388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3A4F9-BDA7-F64F-8A60-FB18E70EFFBD}">
      <dsp:nvSpPr>
        <dsp:cNvPr id="0" name=""/>
        <dsp:cNvSpPr/>
      </dsp:nvSpPr>
      <dsp:spPr>
        <a:xfrm>
          <a:off x="5642570" y="353532"/>
          <a:ext cx="2564804" cy="1538882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rgbClr val="7030A0"/>
              </a:solidFill>
            </a:rPr>
            <a:t>التعاون مع موظفي المبيعات وتوجيههم حول كيفية </a:t>
          </a:r>
          <a:br>
            <a:rPr lang="ar-EG" sz="1800" kern="1200" dirty="0">
              <a:solidFill>
                <a:srgbClr val="7030A0"/>
              </a:solidFill>
            </a:rPr>
          </a:br>
          <a:r>
            <a:rPr lang="ar" sz="1800" kern="1200" dirty="0">
              <a:solidFill>
                <a:srgbClr val="7030A0"/>
              </a:solidFill>
            </a:rPr>
            <a:t>عرض السلع</a:t>
          </a:r>
          <a:endParaRPr lang="en-US" sz="1800" kern="1200" dirty="0">
            <a:solidFill>
              <a:srgbClr val="7030A0"/>
            </a:solidFill>
          </a:endParaRPr>
        </a:p>
      </dsp:txBody>
      <dsp:txXfrm>
        <a:off x="5642570" y="353532"/>
        <a:ext cx="2564804" cy="1538882"/>
      </dsp:txXfrm>
    </dsp:sp>
    <dsp:sp modelId="{7E0DEAFB-9584-0544-BEA5-942789D24BE8}">
      <dsp:nvSpPr>
        <dsp:cNvPr id="0" name=""/>
        <dsp:cNvSpPr/>
      </dsp:nvSpPr>
      <dsp:spPr>
        <a:xfrm>
          <a:off x="2821285" y="353532"/>
          <a:ext cx="2564804" cy="1538882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ضمان التناسق مع صورة </a:t>
          </a:r>
          <a:br>
            <a:rPr lang="ar-EG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العلامة التجارية للشركة</a:t>
          </a:r>
          <a:endParaRPr lang="en-US" sz="18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2821285" y="353532"/>
        <a:ext cx="2564804" cy="1538882"/>
      </dsp:txXfrm>
    </dsp:sp>
    <dsp:sp modelId="{C0C2202E-C4D5-554A-B86B-7F125DD6C63B}">
      <dsp:nvSpPr>
        <dsp:cNvPr id="0" name=""/>
        <dsp:cNvSpPr/>
      </dsp:nvSpPr>
      <dsp:spPr>
        <a:xfrm>
          <a:off x="0" y="353532"/>
          <a:ext cx="2564804" cy="1538882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البحث في التكاليف والعمل </a:t>
          </a:r>
          <a:br>
            <a:rPr lang="ar-EG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</a:br>
          <a:r>
            <a:rPr lang="ar" sz="18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ضمن ميزانية معينة</a:t>
          </a:r>
          <a:endParaRPr lang="en-US" sz="18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0" y="353532"/>
        <a:ext cx="2564804" cy="1538882"/>
      </dsp:txXfrm>
    </dsp:sp>
    <dsp:sp modelId="{8723137D-96EC-EF40-8859-3A39C7B09F8E}">
      <dsp:nvSpPr>
        <dsp:cNvPr id="0" name=""/>
        <dsp:cNvSpPr/>
      </dsp:nvSpPr>
      <dsp:spPr>
        <a:xfrm>
          <a:off x="4231927" y="2148896"/>
          <a:ext cx="2564804" cy="1538882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rtlCol="1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b="1" kern="1200" dirty="0">
              <a:solidFill>
                <a:srgbClr val="7030A0"/>
              </a:solidFill>
            </a:rPr>
            <a:t>أسئلة للمناقشة</a:t>
          </a:r>
          <a:r>
            <a:rPr lang="en" sz="2100" b="1" kern="1200" dirty="0">
              <a:solidFill>
                <a:srgbClr val="7030A0"/>
              </a:solidFill>
            </a:rPr>
            <a:t>:</a:t>
          </a:r>
          <a:r>
            <a:rPr lang="en" sz="2100" kern="1200" dirty="0">
              <a:solidFill>
                <a:srgbClr val="7030A0"/>
              </a:solidFill>
            </a:rPr>
            <a:t> </a:t>
          </a:r>
        </a:p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kern="1200" dirty="0">
              <a:solidFill>
                <a:srgbClr val="7030A0"/>
              </a:solidFill>
            </a:rPr>
            <a:t>لماذا يحتاج المروج البصري إلى العمل مع موظفي المبيعات في المتجر؟</a:t>
          </a:r>
          <a:endParaRPr lang="en-GB" sz="2100" kern="1200" dirty="0"/>
        </a:p>
      </dsp:txBody>
      <dsp:txXfrm>
        <a:off x="4231927" y="2148896"/>
        <a:ext cx="2564804" cy="1538882"/>
      </dsp:txXfrm>
    </dsp:sp>
    <dsp:sp modelId="{BA803168-C5E9-1145-BD26-E228BD5D3517}">
      <dsp:nvSpPr>
        <dsp:cNvPr id="0" name=""/>
        <dsp:cNvSpPr/>
      </dsp:nvSpPr>
      <dsp:spPr>
        <a:xfrm>
          <a:off x="1410642" y="2148896"/>
          <a:ext cx="2564804" cy="1538882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rtlCol="1" anchor="ctr" anchorCtr="0">
          <a:noAutofit/>
        </a:bodyPr>
        <a:lstStyle/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b="1" kern="1200" dirty="0">
              <a:solidFill>
                <a:srgbClr val="7030A0"/>
              </a:solidFill>
            </a:rPr>
            <a:t>أسئلة للمناقشة</a:t>
          </a:r>
          <a:r>
            <a:rPr lang="en" sz="2100" b="1" kern="1200" dirty="0">
              <a:solidFill>
                <a:srgbClr val="7030A0"/>
              </a:solidFill>
            </a:rPr>
            <a:t>:</a:t>
          </a:r>
          <a:r>
            <a:rPr lang="en" sz="2100" kern="1200" dirty="0">
              <a:solidFill>
                <a:srgbClr val="7030A0"/>
              </a:solidFill>
            </a:rPr>
            <a:t> </a:t>
          </a:r>
        </a:p>
        <a:p>
          <a:pPr marL="0" lvl="0" indent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100" kern="1200" dirty="0">
              <a:solidFill>
                <a:srgbClr val="7030A0"/>
              </a:solidFill>
            </a:rPr>
            <a:t>لماذا يجب على المروج البصري أن يأخذ في اعتباره تكلفة العرض؟</a:t>
          </a:r>
        </a:p>
      </dsp:txBody>
      <dsp:txXfrm>
        <a:off x="1410642" y="2148896"/>
        <a:ext cx="2564804" cy="15388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84F34E-3246-5C40-989A-AAF00C429211}">
      <dsp:nvSpPr>
        <dsp:cNvPr id="0" name=""/>
        <dsp:cNvSpPr/>
      </dsp:nvSpPr>
      <dsp:spPr>
        <a:xfrm>
          <a:off x="0" y="1006247"/>
          <a:ext cx="5111751" cy="1292850"/>
        </a:xfrm>
        <a:prstGeom prst="round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rtlCol="1" anchor="ctr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300" kern="1200" dirty="0">
              <a:solidFill>
                <a:srgbClr val="7030A0"/>
              </a:solidFill>
            </a:rPr>
            <a:t>مؤسسات صغيرة ومتوسطة الحجم (المنشآت الصغيرة والمتوسطة) </a:t>
          </a:r>
          <a:endParaRPr lang="en-US" sz="3300" kern="1200" dirty="0">
            <a:solidFill>
              <a:srgbClr val="7030A0"/>
            </a:solidFill>
          </a:endParaRPr>
        </a:p>
      </dsp:txBody>
      <dsp:txXfrm>
        <a:off x="63112" y="1069359"/>
        <a:ext cx="4985527" cy="1166626"/>
      </dsp:txXfrm>
    </dsp:sp>
    <dsp:sp modelId="{BB5CEF40-8E60-024C-B63E-9E0797863459}">
      <dsp:nvSpPr>
        <dsp:cNvPr id="0" name=""/>
        <dsp:cNvSpPr/>
      </dsp:nvSpPr>
      <dsp:spPr>
        <a:xfrm>
          <a:off x="0" y="2486297"/>
          <a:ext cx="5111751" cy="1292850"/>
        </a:xfrm>
        <a:prstGeom prst="roundRect">
          <a:avLst/>
        </a:prstGeom>
        <a:gradFill rotWithShape="0">
          <a:gsLst>
            <a:gs pos="0">
              <a:schemeClr val="accent1"/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rtlCol="1" anchor="ctr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3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متاجر كبيرة (وطنية، دولية، وعالمية)</a:t>
          </a:r>
          <a:endParaRPr lang="en-US" sz="33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63112" y="2549409"/>
        <a:ext cx="4985527" cy="116662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41A7E3-B392-054B-8033-0BF9A969E927}">
      <dsp:nvSpPr>
        <dsp:cNvPr id="0" name=""/>
        <dsp:cNvSpPr/>
      </dsp:nvSpPr>
      <dsp:spPr>
        <a:xfrm>
          <a:off x="4299053" y="416317"/>
          <a:ext cx="3516587" cy="2233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7CC420B-2FF4-A343-B4EE-06778623D888}">
      <dsp:nvSpPr>
        <dsp:cNvPr id="0" name=""/>
        <dsp:cNvSpPr/>
      </dsp:nvSpPr>
      <dsp:spPr>
        <a:xfrm>
          <a:off x="4689785" y="787512"/>
          <a:ext cx="3516587" cy="2233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 dirty="0">
              <a:solidFill>
                <a:srgbClr val="7030A0"/>
              </a:solidFill>
            </a:rPr>
            <a:t>قد يكون لدى تاجر صغير </a:t>
          </a:r>
          <a:br>
            <a:rPr lang="ar-EG" sz="2000" kern="1200" dirty="0">
              <a:solidFill>
                <a:srgbClr val="7030A0"/>
              </a:solidFill>
            </a:rPr>
          </a:br>
          <a:r>
            <a:rPr lang="ar" sz="2000" kern="1200" dirty="0">
              <a:solidFill>
                <a:srgbClr val="7030A0"/>
              </a:solidFill>
            </a:rPr>
            <a:t>مروج بصري واحد يقوم بإعداد </a:t>
          </a:r>
          <a:br>
            <a:rPr lang="ar-EG" sz="2000" kern="1200" dirty="0">
              <a:solidFill>
                <a:srgbClr val="7030A0"/>
              </a:solidFill>
            </a:rPr>
          </a:br>
          <a:r>
            <a:rPr lang="ar" sz="2000" kern="1200" dirty="0">
              <a:solidFill>
                <a:srgbClr val="7030A0"/>
              </a:solidFill>
            </a:rPr>
            <a:t>جميع العروض </a:t>
          </a:r>
          <a:endParaRPr lang="en-US" sz="2000" kern="1200" dirty="0">
            <a:solidFill>
              <a:srgbClr val="7030A0"/>
            </a:solidFill>
          </a:endParaRPr>
        </a:p>
      </dsp:txBody>
      <dsp:txXfrm>
        <a:off x="4755188" y="852915"/>
        <a:ext cx="3385781" cy="2102227"/>
      </dsp:txXfrm>
    </dsp:sp>
    <dsp:sp modelId="{4E754831-5726-C646-B186-547B43D1FCE6}">
      <dsp:nvSpPr>
        <dsp:cNvPr id="0" name=""/>
        <dsp:cNvSpPr/>
      </dsp:nvSpPr>
      <dsp:spPr>
        <a:xfrm>
          <a:off x="1001" y="416317"/>
          <a:ext cx="3516587" cy="22330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555F53-F4B0-0643-AD96-2AB947864638}">
      <dsp:nvSpPr>
        <dsp:cNvPr id="0" name=""/>
        <dsp:cNvSpPr/>
      </dsp:nvSpPr>
      <dsp:spPr>
        <a:xfrm>
          <a:off x="391733" y="787512"/>
          <a:ext cx="3516587" cy="2233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ct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 dirty="0">
              <a:solidFill>
                <a:srgbClr val="7030A0"/>
              </a:solidFill>
            </a:rPr>
            <a:t>قد يكون لدى تاجر وطني كبير </a:t>
          </a:r>
          <a:br>
            <a:rPr lang="ar-EG" sz="2000" kern="1200" dirty="0">
              <a:solidFill>
                <a:srgbClr val="7030A0"/>
              </a:solidFill>
            </a:rPr>
          </a:br>
          <a:r>
            <a:rPr lang="ar" sz="2000" kern="1200" dirty="0">
              <a:solidFill>
                <a:srgbClr val="7030A0"/>
              </a:solidFill>
            </a:rPr>
            <a:t>فرق متخصصة </a:t>
          </a:r>
          <a:br>
            <a:rPr lang="ar-EG" sz="2000" kern="1200" dirty="0">
              <a:solidFill>
                <a:srgbClr val="7030A0"/>
              </a:solidFill>
            </a:rPr>
          </a:br>
          <a:r>
            <a:rPr lang="ar" sz="2000" kern="1200" dirty="0">
              <a:solidFill>
                <a:srgbClr val="7030A0"/>
              </a:solidFill>
            </a:rPr>
            <a:t>من المروجين البصريين</a:t>
          </a:r>
          <a:endParaRPr lang="en-US" sz="2000" kern="1200" dirty="0">
            <a:solidFill>
              <a:srgbClr val="7030A0"/>
            </a:solidFill>
          </a:endParaRPr>
        </a:p>
      </dsp:txBody>
      <dsp:txXfrm>
        <a:off x="457136" y="852915"/>
        <a:ext cx="3385781" cy="210222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829788-62D2-FF48-B007-C25CC9B02D3B}">
      <dsp:nvSpPr>
        <dsp:cNvPr id="0" name=""/>
        <dsp:cNvSpPr/>
      </dsp:nvSpPr>
      <dsp:spPr>
        <a:xfrm>
          <a:off x="0" y="584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EB4D2D-13F1-9F4A-9D48-482EA124E1A7}">
      <dsp:nvSpPr>
        <dsp:cNvPr id="0" name=""/>
        <dsp:cNvSpPr/>
      </dsp:nvSpPr>
      <dsp:spPr>
        <a:xfrm>
          <a:off x="0" y="584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dirty="0"/>
            <a:t>السيارات</a:t>
          </a:r>
          <a:endParaRPr lang="en-US" sz="1700" kern="1200" dirty="0"/>
        </a:p>
      </dsp:txBody>
      <dsp:txXfrm>
        <a:off x="0" y="584"/>
        <a:ext cx="5111751" cy="368017"/>
      </dsp:txXfrm>
    </dsp:sp>
    <dsp:sp modelId="{FBC95B83-FE56-2645-A54D-F3475BD273D5}">
      <dsp:nvSpPr>
        <dsp:cNvPr id="0" name=""/>
        <dsp:cNvSpPr/>
      </dsp:nvSpPr>
      <dsp:spPr>
        <a:xfrm>
          <a:off x="0" y="368601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A5585-C957-D541-A83E-DE61F9860665}">
      <dsp:nvSpPr>
        <dsp:cNvPr id="0" name=""/>
        <dsp:cNvSpPr/>
      </dsp:nvSpPr>
      <dsp:spPr>
        <a:xfrm>
          <a:off x="0" y="368601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الملابس</a:t>
          </a:r>
          <a:endParaRPr lang="en-US" sz="1700" kern="1200"/>
        </a:p>
      </dsp:txBody>
      <dsp:txXfrm>
        <a:off x="0" y="368601"/>
        <a:ext cx="5111751" cy="368017"/>
      </dsp:txXfrm>
    </dsp:sp>
    <dsp:sp modelId="{4A0125DE-1BD3-3645-B61B-5D596D05A02D}">
      <dsp:nvSpPr>
        <dsp:cNvPr id="0" name=""/>
        <dsp:cNvSpPr/>
      </dsp:nvSpPr>
      <dsp:spPr>
        <a:xfrm>
          <a:off x="0" y="736619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62BA20-429A-2F47-AA21-D1D7E133204F}">
      <dsp:nvSpPr>
        <dsp:cNvPr id="0" name=""/>
        <dsp:cNvSpPr/>
      </dsp:nvSpPr>
      <dsp:spPr>
        <a:xfrm>
          <a:off x="0" y="736619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dirty="0"/>
            <a:t>الأعمال اليدوية</a:t>
          </a:r>
          <a:endParaRPr lang="en-US" sz="1700" kern="1200" dirty="0"/>
        </a:p>
      </dsp:txBody>
      <dsp:txXfrm>
        <a:off x="0" y="736619"/>
        <a:ext cx="5111751" cy="368017"/>
      </dsp:txXfrm>
    </dsp:sp>
    <dsp:sp modelId="{17738EA3-6573-1240-9738-570E20FDA4AA}">
      <dsp:nvSpPr>
        <dsp:cNvPr id="0" name=""/>
        <dsp:cNvSpPr/>
      </dsp:nvSpPr>
      <dsp:spPr>
        <a:xfrm>
          <a:off x="0" y="1104636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D70F5-0302-BE43-BCDD-5DBCD0D97EE4}">
      <dsp:nvSpPr>
        <dsp:cNvPr id="0" name=""/>
        <dsp:cNvSpPr/>
      </dsp:nvSpPr>
      <dsp:spPr>
        <a:xfrm>
          <a:off x="0" y="1104636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السلع الكهربائية</a:t>
          </a:r>
          <a:endParaRPr lang="en-US" sz="1700" kern="1200" dirty="0"/>
        </a:p>
      </dsp:txBody>
      <dsp:txXfrm>
        <a:off x="0" y="1104636"/>
        <a:ext cx="5111751" cy="368017"/>
      </dsp:txXfrm>
    </dsp:sp>
    <dsp:sp modelId="{2E5A6D53-3785-8247-A1B9-133C852D5FEC}">
      <dsp:nvSpPr>
        <dsp:cNvPr id="0" name=""/>
        <dsp:cNvSpPr/>
      </dsp:nvSpPr>
      <dsp:spPr>
        <a:xfrm>
          <a:off x="0" y="1472653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2587B-3E44-9342-9BF1-6B6BD02A7619}">
      <dsp:nvSpPr>
        <dsp:cNvPr id="0" name=""/>
        <dsp:cNvSpPr/>
      </dsp:nvSpPr>
      <dsp:spPr>
        <a:xfrm>
          <a:off x="0" y="1472653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الطعام والبقالة</a:t>
          </a:r>
          <a:endParaRPr lang="en-US" sz="1700" kern="1200" dirty="0"/>
        </a:p>
      </dsp:txBody>
      <dsp:txXfrm>
        <a:off x="0" y="1472653"/>
        <a:ext cx="5111751" cy="368017"/>
      </dsp:txXfrm>
    </dsp:sp>
    <dsp:sp modelId="{6AC917CA-5598-024E-8A87-DC0110FF795F}">
      <dsp:nvSpPr>
        <dsp:cNvPr id="0" name=""/>
        <dsp:cNvSpPr/>
      </dsp:nvSpPr>
      <dsp:spPr>
        <a:xfrm>
          <a:off x="0" y="1840671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8A31EC-9657-4D44-A1CB-89720D6F0D1A}">
      <dsp:nvSpPr>
        <dsp:cNvPr id="0" name=""/>
        <dsp:cNvSpPr/>
      </dsp:nvSpPr>
      <dsp:spPr>
        <a:xfrm>
          <a:off x="0" y="1840671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 dirty="0"/>
            <a:t>الأحذية </a:t>
          </a:r>
          <a:endParaRPr lang="en-US" sz="1700" kern="1200" dirty="0"/>
        </a:p>
      </dsp:txBody>
      <dsp:txXfrm>
        <a:off x="0" y="1840671"/>
        <a:ext cx="5111751" cy="368017"/>
      </dsp:txXfrm>
    </dsp:sp>
    <dsp:sp modelId="{BD435553-B9AC-5442-ABE1-832412073CF0}">
      <dsp:nvSpPr>
        <dsp:cNvPr id="0" name=""/>
        <dsp:cNvSpPr/>
      </dsp:nvSpPr>
      <dsp:spPr>
        <a:xfrm>
          <a:off x="0" y="2208688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416B2C-012C-C449-89EA-064D1E4B3A33}">
      <dsp:nvSpPr>
        <dsp:cNvPr id="0" name=""/>
        <dsp:cNvSpPr/>
      </dsp:nvSpPr>
      <dsp:spPr>
        <a:xfrm>
          <a:off x="0" y="2208688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السلع والديكورات المنزلية</a:t>
          </a:r>
          <a:endParaRPr lang="en-US" sz="1700" kern="1200"/>
        </a:p>
      </dsp:txBody>
      <dsp:txXfrm>
        <a:off x="0" y="2208688"/>
        <a:ext cx="5111751" cy="368017"/>
      </dsp:txXfrm>
    </dsp:sp>
    <dsp:sp modelId="{F74E9FDB-BE20-C747-B29E-6A4138819C6C}">
      <dsp:nvSpPr>
        <dsp:cNvPr id="0" name=""/>
        <dsp:cNvSpPr/>
      </dsp:nvSpPr>
      <dsp:spPr>
        <a:xfrm>
          <a:off x="0" y="2576706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70D14D-C6EA-5F46-A398-6E044664B94A}">
      <dsp:nvSpPr>
        <dsp:cNvPr id="0" name=""/>
        <dsp:cNvSpPr/>
      </dsp:nvSpPr>
      <dsp:spPr>
        <a:xfrm>
          <a:off x="0" y="2576706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الموسيقى والفيديو</a:t>
          </a:r>
          <a:endParaRPr lang="en-US" sz="1700" kern="1200" dirty="0"/>
        </a:p>
      </dsp:txBody>
      <dsp:txXfrm>
        <a:off x="0" y="2576706"/>
        <a:ext cx="5111751" cy="368017"/>
      </dsp:txXfrm>
    </dsp:sp>
    <dsp:sp modelId="{EB10A537-73B3-5D4E-A99D-8B6898B243CA}">
      <dsp:nvSpPr>
        <dsp:cNvPr id="0" name=""/>
        <dsp:cNvSpPr/>
      </dsp:nvSpPr>
      <dsp:spPr>
        <a:xfrm>
          <a:off x="0" y="2944723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8B870-72E5-CD40-9FB1-66755BF96045}">
      <dsp:nvSpPr>
        <dsp:cNvPr id="0" name=""/>
        <dsp:cNvSpPr/>
      </dsp:nvSpPr>
      <dsp:spPr>
        <a:xfrm>
          <a:off x="0" y="2944723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المتاجر غير المتخصصة</a:t>
          </a:r>
          <a:endParaRPr lang="en-US" sz="1700" kern="1200" dirty="0"/>
        </a:p>
      </dsp:txBody>
      <dsp:txXfrm>
        <a:off x="0" y="2944723"/>
        <a:ext cx="5111751" cy="368017"/>
      </dsp:txXfrm>
    </dsp:sp>
    <dsp:sp modelId="{4230E53E-A9EC-3E43-93D5-7762FEABFC23}">
      <dsp:nvSpPr>
        <dsp:cNvPr id="0" name=""/>
        <dsp:cNvSpPr/>
      </dsp:nvSpPr>
      <dsp:spPr>
        <a:xfrm>
          <a:off x="0" y="3312741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ABFEC8-E5E1-104B-B9AE-ABD681357655}">
      <dsp:nvSpPr>
        <dsp:cNvPr id="0" name=""/>
        <dsp:cNvSpPr/>
      </dsp:nvSpPr>
      <dsp:spPr>
        <a:xfrm>
          <a:off x="0" y="3312741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منتجات العناية الشخصية</a:t>
          </a:r>
          <a:endParaRPr lang="en-US" sz="1700" kern="1200" dirty="0"/>
        </a:p>
      </dsp:txBody>
      <dsp:txXfrm>
        <a:off x="0" y="3312741"/>
        <a:ext cx="5111751" cy="368017"/>
      </dsp:txXfrm>
    </dsp:sp>
    <dsp:sp modelId="{545C050C-F055-534C-8726-D4CD131CB8FA}">
      <dsp:nvSpPr>
        <dsp:cNvPr id="0" name=""/>
        <dsp:cNvSpPr/>
      </dsp:nvSpPr>
      <dsp:spPr>
        <a:xfrm>
          <a:off x="0" y="3680758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AC4EEF-5BD6-EC48-8860-2AA2ADBF7A6E}">
      <dsp:nvSpPr>
        <dsp:cNvPr id="0" name=""/>
        <dsp:cNvSpPr/>
      </dsp:nvSpPr>
      <dsp:spPr>
        <a:xfrm>
          <a:off x="0" y="3680758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متاجر الأغراض المستعملة</a:t>
          </a:r>
          <a:endParaRPr lang="en-US" sz="1700" kern="1200" dirty="0"/>
        </a:p>
      </dsp:txBody>
      <dsp:txXfrm>
        <a:off x="0" y="3680758"/>
        <a:ext cx="5111751" cy="368017"/>
      </dsp:txXfrm>
    </dsp:sp>
    <dsp:sp modelId="{AD4A8264-4F0A-6848-8DC1-6AA0DCE2D7A2}">
      <dsp:nvSpPr>
        <dsp:cNvPr id="0" name=""/>
        <dsp:cNvSpPr/>
      </dsp:nvSpPr>
      <dsp:spPr>
        <a:xfrm>
          <a:off x="0" y="4048775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CC2E3E-3273-F348-9203-115B6A08A863}">
      <dsp:nvSpPr>
        <dsp:cNvPr id="0" name=""/>
        <dsp:cNvSpPr/>
      </dsp:nvSpPr>
      <dsp:spPr>
        <a:xfrm>
          <a:off x="0" y="4048775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متاجر التخفيضات</a:t>
          </a:r>
          <a:endParaRPr lang="en-US" sz="1700" kern="1200" dirty="0"/>
        </a:p>
      </dsp:txBody>
      <dsp:txXfrm>
        <a:off x="0" y="4048775"/>
        <a:ext cx="5111751" cy="368017"/>
      </dsp:txXfrm>
    </dsp:sp>
    <dsp:sp modelId="{B839699F-C02B-C042-A62C-4FA98A273281}">
      <dsp:nvSpPr>
        <dsp:cNvPr id="0" name=""/>
        <dsp:cNvSpPr/>
      </dsp:nvSpPr>
      <dsp:spPr>
        <a:xfrm>
          <a:off x="0" y="4416793"/>
          <a:ext cx="511175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7FC02-6D24-C442-9D0A-BC9AE689E206}">
      <dsp:nvSpPr>
        <dsp:cNvPr id="0" name=""/>
        <dsp:cNvSpPr/>
      </dsp:nvSpPr>
      <dsp:spPr>
        <a:xfrm>
          <a:off x="0" y="4416793"/>
          <a:ext cx="5111751" cy="368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rtlCol="1" anchor="t" anchorCtr="0">
          <a:noAutofit/>
        </a:bodyPr>
        <a:lstStyle/>
        <a:p>
          <a:pPr marL="0" lvl="0" indent="0" algn="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700" kern="1200"/>
            <a:t>المتاجر الصغيرة</a:t>
          </a:r>
          <a:endParaRPr lang="en-US" sz="1700" kern="1200" dirty="0"/>
        </a:p>
      </dsp:txBody>
      <dsp:txXfrm>
        <a:off x="0" y="4416793"/>
        <a:ext cx="5111751" cy="36801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E2C16-D3A1-0F41-A4E3-18F0AE41E9BA}">
      <dsp:nvSpPr>
        <dsp:cNvPr id="0" name=""/>
        <dsp:cNvSpPr/>
      </dsp:nvSpPr>
      <dsp:spPr>
        <a:xfrm>
          <a:off x="4035611" y="1909"/>
          <a:ext cx="2645428" cy="1587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b="0" kern="1200" dirty="0">
              <a:solidFill>
                <a:srgbClr val="7030A0"/>
              </a:solidFill>
            </a:rPr>
            <a:t>الأثاث</a:t>
          </a:r>
          <a:endParaRPr lang="en-US" sz="3000" kern="1200" dirty="0">
            <a:solidFill>
              <a:srgbClr val="7030A0"/>
            </a:solidFill>
          </a:endParaRPr>
        </a:p>
      </dsp:txBody>
      <dsp:txXfrm>
        <a:off x="4035611" y="1909"/>
        <a:ext cx="2645428" cy="1587256"/>
      </dsp:txXfrm>
    </dsp:sp>
    <dsp:sp modelId="{7030E543-E5DC-DE4F-B517-C1DAC4B3A0AA}">
      <dsp:nvSpPr>
        <dsp:cNvPr id="0" name=""/>
        <dsp:cNvSpPr/>
      </dsp:nvSpPr>
      <dsp:spPr>
        <a:xfrm>
          <a:off x="1125641" y="1909"/>
          <a:ext cx="2645428" cy="1587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</a:rPr>
            <a:t>البصريات</a:t>
          </a:r>
          <a:endParaRPr lang="en-US" sz="3000" kern="1200" dirty="0">
            <a:solidFill>
              <a:srgbClr val="7030A0"/>
            </a:solidFill>
          </a:endParaRPr>
        </a:p>
      </dsp:txBody>
      <dsp:txXfrm>
        <a:off x="1125641" y="1909"/>
        <a:ext cx="2645428" cy="1587256"/>
      </dsp:txXfrm>
    </dsp:sp>
    <dsp:sp modelId="{B612313F-363B-CC44-91AE-CCAB0FF3A37F}">
      <dsp:nvSpPr>
        <dsp:cNvPr id="0" name=""/>
        <dsp:cNvSpPr/>
      </dsp:nvSpPr>
      <dsp:spPr>
        <a:xfrm>
          <a:off x="2580626" y="1853708"/>
          <a:ext cx="2645428" cy="15872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ct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b="0" kern="1200" dirty="0">
              <a:solidFill>
                <a:srgbClr val="7030A0"/>
              </a:solidFill>
            </a:rPr>
            <a:t>السلع الترفيهية</a:t>
          </a:r>
          <a:endParaRPr lang="en-US" sz="3000" kern="1200" dirty="0">
            <a:solidFill>
              <a:srgbClr val="7030A0"/>
            </a:solidFill>
          </a:endParaRPr>
        </a:p>
      </dsp:txBody>
      <dsp:txXfrm>
        <a:off x="2580626" y="1853708"/>
        <a:ext cx="2645428" cy="158725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8D0EB-42D3-F94B-89AB-EB0AD8AE92EB}">
      <dsp:nvSpPr>
        <dsp:cNvPr id="0" name=""/>
        <dsp:cNvSpPr/>
      </dsp:nvSpPr>
      <dsp:spPr>
        <a:xfrm>
          <a:off x="4258978" y="2105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400" kern="1200" noProof="0" dirty="0">
              <a:solidFill>
                <a:srgbClr val="7030A0"/>
              </a:solidFill>
            </a:rPr>
            <a:t>ب-1</a:t>
          </a:r>
          <a:r>
            <a:rPr lang="ar-SA" sz="3400" kern="1200" noProof="0" dirty="0">
              <a:solidFill>
                <a:schemeClr val="tx1"/>
              </a:solidFill>
            </a:rPr>
            <a:t> التقنيات التي يستخدمها المروجون البصريون</a:t>
          </a:r>
        </a:p>
      </dsp:txBody>
      <dsp:txXfrm>
        <a:off x="4258978" y="2105"/>
        <a:ext cx="3105818" cy="1863490"/>
      </dsp:txXfrm>
    </dsp:sp>
    <dsp:sp modelId="{B54ED087-3C1B-CF4A-BD37-8BCD120117B5}">
      <dsp:nvSpPr>
        <dsp:cNvPr id="0" name=""/>
        <dsp:cNvSpPr/>
      </dsp:nvSpPr>
      <dsp:spPr>
        <a:xfrm>
          <a:off x="842578" y="2105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400" kern="1200" noProof="0" dirty="0">
              <a:solidFill>
                <a:srgbClr val="7030A0"/>
              </a:solidFill>
            </a:rPr>
            <a:t>ب-2</a:t>
          </a:r>
          <a:r>
            <a:rPr lang="ar-SA" sz="3400" kern="1200" noProof="0" dirty="0">
              <a:solidFill>
                <a:schemeClr val="tx1"/>
              </a:solidFill>
            </a:rPr>
            <a:t> الأدوات التي يستخدمها المروجون البصريون</a:t>
          </a:r>
        </a:p>
      </dsp:txBody>
      <dsp:txXfrm>
        <a:off x="842578" y="2105"/>
        <a:ext cx="3105818" cy="1863490"/>
      </dsp:txXfrm>
    </dsp:sp>
    <dsp:sp modelId="{077C14A0-7635-5E45-A91D-FE686BD9FBA0}">
      <dsp:nvSpPr>
        <dsp:cNvPr id="0" name=""/>
        <dsp:cNvSpPr/>
      </dsp:nvSpPr>
      <dsp:spPr>
        <a:xfrm>
          <a:off x="2550778" y="2176178"/>
          <a:ext cx="3105818" cy="18634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52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ct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noProof="0" dirty="0">
              <a:solidFill>
                <a:schemeClr val="tx1"/>
              </a:solidFill>
              <a:latin typeface="Verdana"/>
              <a:ea typeface="+mn-ea"/>
              <a:cs typeface="+mn-cs"/>
            </a:rPr>
            <a:t>ب-3 استخدام تقنيات وأدوات الترويج البصري بنجاح</a:t>
          </a:r>
        </a:p>
      </dsp:txBody>
      <dsp:txXfrm>
        <a:off x="2550778" y="2176178"/>
        <a:ext cx="3105818" cy="186349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32362-B4DF-BC4A-B4A5-10C817AFFDDD}">
      <dsp:nvSpPr>
        <dsp:cNvPr id="0" name=""/>
        <dsp:cNvSpPr/>
      </dsp:nvSpPr>
      <dsp:spPr>
        <a:xfrm>
          <a:off x="0" y="86884"/>
          <a:ext cx="5111751" cy="84240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1" anchor="ctr" anchorCtr="0">
          <a:noAutofit/>
        </a:bodyPr>
        <a:lstStyle/>
        <a:p>
          <a:pPr marL="0" lvl="0" indent="0" algn="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600" kern="1200" dirty="0">
              <a:solidFill>
                <a:srgbClr val="7030A0"/>
              </a:solidFill>
            </a:rPr>
            <a:t>البصر</a:t>
          </a:r>
        </a:p>
      </dsp:txBody>
      <dsp:txXfrm>
        <a:off x="41123" y="128007"/>
        <a:ext cx="5029505" cy="760154"/>
      </dsp:txXfrm>
    </dsp:sp>
    <dsp:sp modelId="{4E1B6E8D-5D2E-F14B-A056-1FC885BBDA04}">
      <dsp:nvSpPr>
        <dsp:cNvPr id="0" name=""/>
        <dsp:cNvSpPr/>
      </dsp:nvSpPr>
      <dsp:spPr>
        <a:xfrm>
          <a:off x="0" y="999497"/>
          <a:ext cx="5111751" cy="842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1" anchor="ctr" anchorCtr="0">
          <a:noAutofit/>
        </a:bodyPr>
        <a:lstStyle/>
        <a:p>
          <a:pPr marL="0" lvl="0" indent="0" algn="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600" kern="1200" dirty="0"/>
            <a:t>اللمس</a:t>
          </a:r>
        </a:p>
      </dsp:txBody>
      <dsp:txXfrm>
        <a:off x="41123" y="1040620"/>
        <a:ext cx="5029505" cy="760154"/>
      </dsp:txXfrm>
    </dsp:sp>
    <dsp:sp modelId="{9BB36146-A534-4F49-A0B9-CBF51ED072F9}">
      <dsp:nvSpPr>
        <dsp:cNvPr id="0" name=""/>
        <dsp:cNvSpPr/>
      </dsp:nvSpPr>
      <dsp:spPr>
        <a:xfrm>
          <a:off x="0" y="1971497"/>
          <a:ext cx="5111751" cy="84240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1" anchor="ctr" anchorCtr="0">
          <a:noAutofit/>
        </a:bodyPr>
        <a:lstStyle/>
        <a:p>
          <a:pPr marL="0" lvl="0" indent="0" algn="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600" kern="1200" dirty="0">
              <a:solidFill>
                <a:srgbClr val="7030A0"/>
              </a:solidFill>
            </a:rPr>
            <a:t>الشم</a:t>
          </a:r>
        </a:p>
      </dsp:txBody>
      <dsp:txXfrm>
        <a:off x="41123" y="2012620"/>
        <a:ext cx="5029505" cy="760154"/>
      </dsp:txXfrm>
    </dsp:sp>
    <dsp:sp modelId="{7F7EDAF3-EE3F-A947-BCB7-ED4B77BA2A9C}">
      <dsp:nvSpPr>
        <dsp:cNvPr id="0" name=""/>
        <dsp:cNvSpPr/>
      </dsp:nvSpPr>
      <dsp:spPr>
        <a:xfrm>
          <a:off x="0" y="2943497"/>
          <a:ext cx="5111751" cy="842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1" anchor="ctr" anchorCtr="0">
          <a:noAutofit/>
        </a:bodyPr>
        <a:lstStyle/>
        <a:p>
          <a:pPr marL="0" lvl="0" indent="0" algn="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600" kern="1200" dirty="0"/>
            <a:t>المذاق</a:t>
          </a:r>
        </a:p>
      </dsp:txBody>
      <dsp:txXfrm>
        <a:off x="41123" y="2984620"/>
        <a:ext cx="5029505" cy="760154"/>
      </dsp:txXfrm>
    </dsp:sp>
    <dsp:sp modelId="{13920215-AB78-F043-A696-12A7615CDD2A}">
      <dsp:nvSpPr>
        <dsp:cNvPr id="0" name=""/>
        <dsp:cNvSpPr/>
      </dsp:nvSpPr>
      <dsp:spPr>
        <a:xfrm>
          <a:off x="0" y="3915497"/>
          <a:ext cx="5111751" cy="84240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rtlCol="1" anchor="ctr" anchorCtr="0">
          <a:noAutofit/>
        </a:bodyPr>
        <a:lstStyle/>
        <a:p>
          <a:pPr marL="0" lvl="0" indent="0" algn="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600" kern="1200" dirty="0">
              <a:solidFill>
                <a:srgbClr val="7030A0"/>
              </a:solidFill>
            </a:rPr>
            <a:t>السمع</a:t>
          </a:r>
        </a:p>
      </dsp:txBody>
      <dsp:txXfrm>
        <a:off x="41123" y="3956620"/>
        <a:ext cx="5029505" cy="76015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35592-9009-3542-8798-16CDE6EE71E6}">
      <dsp:nvSpPr>
        <dsp:cNvPr id="0" name=""/>
        <dsp:cNvSpPr/>
      </dsp:nvSpPr>
      <dsp:spPr>
        <a:xfrm>
          <a:off x="0" y="244309"/>
          <a:ext cx="3816424" cy="96583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التخفيضات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47148" y="291457"/>
        <a:ext cx="3722128" cy="871539"/>
      </dsp:txXfrm>
    </dsp:sp>
    <dsp:sp modelId="{D3087CEE-4A54-7D47-8756-C7EF85C440E8}">
      <dsp:nvSpPr>
        <dsp:cNvPr id="0" name=""/>
        <dsp:cNvSpPr/>
      </dsp:nvSpPr>
      <dsp:spPr>
        <a:xfrm>
          <a:off x="0" y="1397344"/>
          <a:ext cx="3816424" cy="96583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البساطة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47148" y="1444492"/>
        <a:ext cx="3722128" cy="871539"/>
      </dsp:txXfrm>
    </dsp:sp>
    <dsp:sp modelId="{956C3D53-FC76-3848-830A-236FF89810ED}">
      <dsp:nvSpPr>
        <dsp:cNvPr id="0" name=""/>
        <dsp:cNvSpPr/>
      </dsp:nvSpPr>
      <dsp:spPr>
        <a:xfrm>
          <a:off x="0" y="2550379"/>
          <a:ext cx="3816424" cy="95097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قيود الوقت</a:t>
          </a:r>
          <a:endParaRPr lang="en-US" sz="3400" kern="1200" dirty="0">
            <a:solidFill>
              <a:srgbClr val="7030A0"/>
            </a:solidFill>
            <a:latin typeface="Verdana"/>
            <a:ea typeface="+mn-ea"/>
            <a:cs typeface="+mn-cs"/>
          </a:endParaRPr>
        </a:p>
      </dsp:txBody>
      <dsp:txXfrm>
        <a:off x="46423" y="2596802"/>
        <a:ext cx="3723578" cy="85813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AA7F4-9ECB-794E-A7A0-EB6DB59B1C81}">
      <dsp:nvSpPr>
        <dsp:cNvPr id="0" name=""/>
        <dsp:cNvSpPr/>
      </dsp:nvSpPr>
      <dsp:spPr>
        <a:xfrm>
          <a:off x="0" y="14530"/>
          <a:ext cx="3666522" cy="95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المناسبات الخاصة</a:t>
          </a:r>
        </a:p>
      </dsp:txBody>
      <dsp:txXfrm>
        <a:off x="46606" y="61136"/>
        <a:ext cx="3573310" cy="861508"/>
      </dsp:txXfrm>
    </dsp:sp>
    <dsp:sp modelId="{04BCC5FC-6BEE-CF4E-83B0-BFEDBCE557C2}">
      <dsp:nvSpPr>
        <dsp:cNvPr id="0" name=""/>
        <dsp:cNvSpPr/>
      </dsp:nvSpPr>
      <dsp:spPr>
        <a:xfrm>
          <a:off x="0" y="1116130"/>
          <a:ext cx="3666522" cy="95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التكديس بكميات كبيرة</a:t>
          </a:r>
        </a:p>
      </dsp:txBody>
      <dsp:txXfrm>
        <a:off x="46606" y="1162736"/>
        <a:ext cx="3573310" cy="861508"/>
      </dsp:txXfrm>
    </dsp:sp>
    <dsp:sp modelId="{5A79701A-0907-114E-A7F6-ED1E3921F67C}">
      <dsp:nvSpPr>
        <dsp:cNvPr id="0" name=""/>
        <dsp:cNvSpPr/>
      </dsp:nvSpPr>
      <dsp:spPr>
        <a:xfrm>
          <a:off x="0" y="2217730"/>
          <a:ext cx="3666522" cy="95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rtlCol="1" anchor="ctr" anchorCtr="0">
          <a:noAutofit/>
        </a:bodyPr>
        <a:lstStyle/>
        <a:p>
          <a:pPr marL="0" lvl="0" indent="0" algn="r" defTabSz="15113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400" kern="1200" dirty="0">
              <a:solidFill>
                <a:srgbClr val="7030A0"/>
              </a:solidFill>
              <a:latin typeface="Verdana"/>
              <a:ea typeface="+mn-ea"/>
              <a:cs typeface="+mn-cs"/>
            </a:rPr>
            <a:t>التعبئة والتغليف</a:t>
          </a:r>
        </a:p>
      </dsp:txBody>
      <dsp:txXfrm>
        <a:off x="46606" y="2264336"/>
        <a:ext cx="3573310" cy="86150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32362-B4DF-BC4A-B4A5-10C817AFFDDD}">
      <dsp:nvSpPr>
        <dsp:cNvPr id="0" name=""/>
        <dsp:cNvSpPr/>
      </dsp:nvSpPr>
      <dsp:spPr>
        <a:xfrm>
          <a:off x="0" y="107383"/>
          <a:ext cx="5111751" cy="1482975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rtlCol="1" anchor="ctr" anchorCtr="0">
          <a:noAutofit/>
        </a:bodyPr>
        <a:lstStyle/>
        <a:p>
          <a:pPr marL="0" lvl="0" indent="0" algn="r" defTabSz="1733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900" kern="1200">
              <a:solidFill>
                <a:srgbClr val="7030A0"/>
              </a:solidFill>
            </a:rPr>
            <a:t>البيع المفتوح</a:t>
          </a:r>
        </a:p>
      </dsp:txBody>
      <dsp:txXfrm>
        <a:off x="72393" y="179776"/>
        <a:ext cx="4966965" cy="1338189"/>
      </dsp:txXfrm>
    </dsp:sp>
    <dsp:sp modelId="{4E1B6E8D-5D2E-F14B-A056-1FC885BBDA04}">
      <dsp:nvSpPr>
        <dsp:cNvPr id="0" name=""/>
        <dsp:cNvSpPr/>
      </dsp:nvSpPr>
      <dsp:spPr>
        <a:xfrm>
          <a:off x="0" y="1651210"/>
          <a:ext cx="5111751" cy="14829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rtlCol="1" anchor="ctr" anchorCtr="0">
          <a:noAutofit/>
        </a:bodyPr>
        <a:lstStyle/>
        <a:p>
          <a:pPr marL="0" lvl="0" indent="0" algn="r" defTabSz="1733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900" kern="1200" dirty="0"/>
            <a:t>البيع المغلق</a:t>
          </a:r>
        </a:p>
      </dsp:txBody>
      <dsp:txXfrm>
        <a:off x="72393" y="1723603"/>
        <a:ext cx="4966965" cy="1338189"/>
      </dsp:txXfrm>
    </dsp:sp>
    <dsp:sp modelId="{9BB36146-A534-4F49-A0B9-CBF51ED072F9}">
      <dsp:nvSpPr>
        <dsp:cNvPr id="0" name=""/>
        <dsp:cNvSpPr/>
      </dsp:nvSpPr>
      <dsp:spPr>
        <a:xfrm>
          <a:off x="0" y="3246505"/>
          <a:ext cx="5111751" cy="1482975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rtlCol="1" anchor="ctr" anchorCtr="0">
          <a:noAutofit/>
        </a:bodyPr>
        <a:lstStyle/>
        <a:p>
          <a:pPr marL="0" lvl="0" indent="0" algn="r" defTabSz="1733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900" kern="1200">
              <a:solidFill>
                <a:srgbClr val="7030A0"/>
              </a:solidFill>
            </a:rPr>
            <a:t>أسلوب العرض ذو الطابع المحدد</a:t>
          </a:r>
        </a:p>
      </dsp:txBody>
      <dsp:txXfrm>
        <a:off x="72393" y="3318898"/>
        <a:ext cx="4966965" cy="133818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32362-B4DF-BC4A-B4A5-10C817AFFDDD}">
      <dsp:nvSpPr>
        <dsp:cNvPr id="0" name=""/>
        <dsp:cNvSpPr/>
      </dsp:nvSpPr>
      <dsp:spPr>
        <a:xfrm>
          <a:off x="0" y="97206"/>
          <a:ext cx="5111751" cy="69264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rtlCol="1" anchor="ctr" anchorCtr="0">
          <a:noAutofit/>
        </a:bodyPr>
        <a:lstStyle/>
        <a:p>
          <a:pPr marL="0" lvl="0" indent="0" algn="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800" kern="1200">
              <a:solidFill>
                <a:srgbClr val="7030A0"/>
              </a:solidFill>
            </a:rPr>
            <a:t>مناطق العرض التوضيحية</a:t>
          </a:r>
          <a:endParaRPr lang="en-US" sz="1800" kern="1200" dirty="0">
            <a:solidFill>
              <a:srgbClr val="7030A0"/>
            </a:solidFill>
          </a:endParaRPr>
        </a:p>
      </dsp:txBody>
      <dsp:txXfrm>
        <a:off x="33812" y="131018"/>
        <a:ext cx="5044127" cy="625016"/>
      </dsp:txXfrm>
    </dsp:sp>
    <dsp:sp modelId="{4E1B6E8D-5D2E-F14B-A056-1FC885BBDA04}">
      <dsp:nvSpPr>
        <dsp:cNvPr id="0" name=""/>
        <dsp:cNvSpPr/>
      </dsp:nvSpPr>
      <dsp:spPr>
        <a:xfrm>
          <a:off x="0" y="847577"/>
          <a:ext cx="5111751" cy="692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/>
            <a:t>التجربة</a:t>
          </a:r>
          <a:endParaRPr lang="en-US" sz="2400" kern="1200" dirty="0"/>
        </a:p>
      </dsp:txBody>
      <dsp:txXfrm>
        <a:off x="33812" y="881389"/>
        <a:ext cx="5044127" cy="625016"/>
      </dsp:txXfrm>
    </dsp:sp>
    <dsp:sp modelId="{9BB36146-A534-4F49-A0B9-CBF51ED072F9}">
      <dsp:nvSpPr>
        <dsp:cNvPr id="0" name=""/>
        <dsp:cNvSpPr/>
      </dsp:nvSpPr>
      <dsp:spPr>
        <a:xfrm>
          <a:off x="0" y="1646777"/>
          <a:ext cx="5111751" cy="69264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>
              <a:solidFill>
                <a:srgbClr val="7030A0"/>
              </a:solidFill>
            </a:rPr>
            <a:t>العينات</a:t>
          </a:r>
        </a:p>
      </dsp:txBody>
      <dsp:txXfrm>
        <a:off x="33812" y="1680589"/>
        <a:ext cx="5044127" cy="625016"/>
      </dsp:txXfrm>
    </dsp:sp>
    <dsp:sp modelId="{7F7EDAF3-EE3F-A947-BCB7-ED4B77BA2A9C}">
      <dsp:nvSpPr>
        <dsp:cNvPr id="0" name=""/>
        <dsp:cNvSpPr/>
      </dsp:nvSpPr>
      <dsp:spPr>
        <a:xfrm>
          <a:off x="0" y="2445977"/>
          <a:ext cx="5111751" cy="692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/>
            <a:t>الإضافات</a:t>
          </a:r>
        </a:p>
      </dsp:txBody>
      <dsp:txXfrm>
        <a:off x="33812" y="2479789"/>
        <a:ext cx="5044127" cy="625016"/>
      </dsp:txXfrm>
    </dsp:sp>
    <dsp:sp modelId="{13920215-AB78-F043-A696-12A7615CDD2A}">
      <dsp:nvSpPr>
        <dsp:cNvPr id="0" name=""/>
        <dsp:cNvSpPr/>
      </dsp:nvSpPr>
      <dsp:spPr>
        <a:xfrm>
          <a:off x="0" y="3245177"/>
          <a:ext cx="5111751" cy="692640"/>
        </a:xfrm>
        <a:prstGeom prst="roundRect">
          <a:avLst/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>
              <a:solidFill>
                <a:srgbClr val="7030A0"/>
              </a:solidFill>
            </a:rPr>
            <a:t>النوافذ التفاعلية</a:t>
          </a:r>
        </a:p>
      </dsp:txBody>
      <dsp:txXfrm>
        <a:off x="33812" y="3278989"/>
        <a:ext cx="5044127" cy="625016"/>
      </dsp:txXfrm>
    </dsp:sp>
    <dsp:sp modelId="{6C02F20B-53D1-B848-8582-5DB4F18DB8E1}">
      <dsp:nvSpPr>
        <dsp:cNvPr id="0" name=""/>
        <dsp:cNvSpPr/>
      </dsp:nvSpPr>
      <dsp:spPr>
        <a:xfrm>
          <a:off x="0" y="4044377"/>
          <a:ext cx="5111751" cy="692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rtlCol="1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400" kern="1200"/>
            <a:t>رموز الاستجابة السريعة (QR)</a:t>
          </a:r>
        </a:p>
      </dsp:txBody>
      <dsp:txXfrm>
        <a:off x="33812" y="4078189"/>
        <a:ext cx="5044127" cy="62501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35592-9009-3542-8798-16CDE6EE71E6}">
      <dsp:nvSpPr>
        <dsp:cNvPr id="0" name=""/>
        <dsp:cNvSpPr/>
      </dsp:nvSpPr>
      <dsp:spPr>
        <a:xfrm>
          <a:off x="0" y="2830"/>
          <a:ext cx="3671800" cy="11369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نافذة العرض</a:t>
          </a:r>
          <a:endParaRPr lang="en-US" sz="30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5501" y="58331"/>
        <a:ext cx="3560798" cy="1025945"/>
      </dsp:txXfrm>
    </dsp:sp>
    <dsp:sp modelId="{D3087CEE-4A54-7D47-8756-C7EF85C440E8}">
      <dsp:nvSpPr>
        <dsp:cNvPr id="0" name=""/>
        <dsp:cNvSpPr/>
      </dsp:nvSpPr>
      <dsp:spPr>
        <a:xfrm>
          <a:off x="0" y="1177218"/>
          <a:ext cx="3671800" cy="11369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الجزء الأمامي/الخلفي</a:t>
          </a:r>
          <a:endParaRPr lang="en-US" sz="30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5501" y="1232719"/>
        <a:ext cx="3560798" cy="1025945"/>
      </dsp:txXfrm>
    </dsp:sp>
    <dsp:sp modelId="{956C3D53-FC76-3848-830A-236FF89810ED}">
      <dsp:nvSpPr>
        <dsp:cNvPr id="0" name=""/>
        <dsp:cNvSpPr/>
      </dsp:nvSpPr>
      <dsp:spPr>
        <a:xfrm>
          <a:off x="0" y="2351605"/>
          <a:ext cx="3671800" cy="113694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الممر/الممر الذي يتسم بالحركة العالية</a:t>
          </a:r>
          <a:endParaRPr lang="en-US" sz="3000" kern="1200" dirty="0">
            <a:solidFill>
              <a:srgbClr val="7030A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55501" y="2407106"/>
        <a:ext cx="3560798" cy="102594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1AA7F4-9ECB-794E-A7A0-EB6DB59B1C81}">
      <dsp:nvSpPr>
        <dsp:cNvPr id="0" name=""/>
        <dsp:cNvSpPr/>
      </dsp:nvSpPr>
      <dsp:spPr>
        <a:xfrm>
          <a:off x="0" y="0"/>
          <a:ext cx="3671800" cy="1048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بالقرب من الدرج</a:t>
          </a:r>
        </a:p>
      </dsp:txBody>
      <dsp:txXfrm>
        <a:off x="51175" y="51175"/>
        <a:ext cx="3569450" cy="945970"/>
      </dsp:txXfrm>
    </dsp:sp>
    <dsp:sp modelId="{04BCC5FC-6BEE-CF4E-83B0-BFEDBCE557C2}">
      <dsp:nvSpPr>
        <dsp:cNvPr id="0" name=""/>
        <dsp:cNvSpPr/>
      </dsp:nvSpPr>
      <dsp:spPr>
        <a:xfrm>
          <a:off x="0" y="1221532"/>
          <a:ext cx="3671800" cy="1048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في المدخل</a:t>
          </a:r>
        </a:p>
      </dsp:txBody>
      <dsp:txXfrm>
        <a:off x="51175" y="1272707"/>
        <a:ext cx="3569450" cy="945970"/>
      </dsp:txXfrm>
    </dsp:sp>
    <dsp:sp modelId="{5A79701A-0907-114E-A7F6-ED1E3921F67C}">
      <dsp:nvSpPr>
        <dsp:cNvPr id="0" name=""/>
        <dsp:cNvSpPr/>
      </dsp:nvSpPr>
      <dsp:spPr>
        <a:xfrm>
          <a:off x="0" y="2431132"/>
          <a:ext cx="3671800" cy="1048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rtlCol="1" anchor="ctr" anchorCtr="0">
          <a:noAutofit/>
        </a:bodyPr>
        <a:lstStyle/>
        <a:p>
          <a:pPr marL="0" lvl="0" indent="0" algn="r" defTabSz="13335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بالقرب من المصاعد </a:t>
          </a:r>
          <a:br>
            <a:rPr lang="en-US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ar" sz="3000" kern="1200" dirty="0">
              <a:solidFill>
                <a:srgbClr val="7030A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أو السلالم الكهربائية</a:t>
          </a:r>
        </a:p>
      </dsp:txBody>
      <dsp:txXfrm>
        <a:off x="51175" y="2482307"/>
        <a:ext cx="3569450" cy="94597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2C7700-0E41-480D-B819-196868253DAF}">
      <dsp:nvSpPr>
        <dsp:cNvPr id="0" name=""/>
        <dsp:cNvSpPr/>
      </dsp:nvSpPr>
      <dsp:spPr>
        <a:xfrm>
          <a:off x="6208000" y="395694"/>
          <a:ext cx="1475437" cy="14754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ECC47-34D3-4947-8480-4E9A890AD589}">
      <dsp:nvSpPr>
        <dsp:cNvPr id="0" name=""/>
        <dsp:cNvSpPr/>
      </dsp:nvSpPr>
      <dsp:spPr>
        <a:xfrm>
          <a:off x="6522437" y="710131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1F7955-0F23-469C-8C57-A275F087D4D0}">
      <dsp:nvSpPr>
        <dsp:cNvPr id="0" name=""/>
        <dsp:cNvSpPr/>
      </dsp:nvSpPr>
      <dsp:spPr>
        <a:xfrm>
          <a:off x="5736343" y="2330694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14668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ar" sz="3300" kern="1200"/>
            <a:t>عناصر العرض</a:t>
          </a:r>
        </a:p>
      </dsp:txBody>
      <dsp:txXfrm>
        <a:off x="5736343" y="2330694"/>
        <a:ext cx="2418750" cy="720000"/>
      </dsp:txXfrm>
    </dsp:sp>
    <dsp:sp modelId="{EF91F807-FDBD-4EF5-88D5-C51FEC194EE8}">
      <dsp:nvSpPr>
        <dsp:cNvPr id="0" name=""/>
        <dsp:cNvSpPr/>
      </dsp:nvSpPr>
      <dsp:spPr>
        <a:xfrm>
          <a:off x="3365968" y="395694"/>
          <a:ext cx="1475437" cy="14754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956B97-D990-48C7-B9D9-5C457C686929}">
      <dsp:nvSpPr>
        <dsp:cNvPr id="0" name=""/>
        <dsp:cNvSpPr/>
      </dsp:nvSpPr>
      <dsp:spPr>
        <a:xfrm>
          <a:off x="3680406" y="710131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97B9E-FBDC-438D-B91A-DB40DDFA5217}">
      <dsp:nvSpPr>
        <dsp:cNvPr id="0" name=""/>
        <dsp:cNvSpPr/>
      </dsp:nvSpPr>
      <dsp:spPr>
        <a:xfrm>
          <a:off x="2894312" y="2330694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14668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ar" sz="3300" kern="1200"/>
            <a:t>أدوات العمل</a:t>
          </a:r>
        </a:p>
      </dsp:txBody>
      <dsp:txXfrm>
        <a:off x="2894312" y="2330694"/>
        <a:ext cx="2418750" cy="720000"/>
      </dsp:txXfrm>
    </dsp:sp>
    <dsp:sp modelId="{DE8654A2-137B-4B4F-B1DE-6B30477E3A07}">
      <dsp:nvSpPr>
        <dsp:cNvPr id="0" name=""/>
        <dsp:cNvSpPr/>
      </dsp:nvSpPr>
      <dsp:spPr>
        <a:xfrm>
          <a:off x="523937" y="395694"/>
          <a:ext cx="1475437" cy="147543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92A4EB-9A63-4775-8525-CDA72DCC51BE}">
      <dsp:nvSpPr>
        <dsp:cNvPr id="0" name=""/>
        <dsp:cNvSpPr/>
      </dsp:nvSpPr>
      <dsp:spPr>
        <a:xfrm>
          <a:off x="838374" y="710131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02FF3E-792A-453F-A92C-9AAB1414E570}">
      <dsp:nvSpPr>
        <dsp:cNvPr id="0" name=""/>
        <dsp:cNvSpPr/>
      </dsp:nvSpPr>
      <dsp:spPr>
        <a:xfrm>
          <a:off x="52281" y="2330694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1" anchor="t" anchorCtr="0">
          <a:noAutofit/>
        </a:bodyPr>
        <a:lstStyle/>
        <a:p>
          <a:pPr marL="0" lvl="0" indent="0" algn="r" defTabSz="14668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ar" sz="3300" kern="1200" dirty="0"/>
            <a:t>الحفاظ على النظام</a:t>
          </a:r>
        </a:p>
      </dsp:txBody>
      <dsp:txXfrm>
        <a:off x="52281" y="2330694"/>
        <a:ext cx="2418750" cy="7200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1C5507-0AC2-491B-A21A-69E249CF518E}">
      <dsp:nvSpPr>
        <dsp:cNvPr id="0" name=""/>
        <dsp:cNvSpPr/>
      </dsp:nvSpPr>
      <dsp:spPr>
        <a:xfrm>
          <a:off x="0" y="584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37BA6D-1BA3-4882-B67E-ECD86B98DB18}">
      <dsp:nvSpPr>
        <dsp:cNvPr id="0" name=""/>
        <dsp:cNvSpPr/>
      </dsp:nvSpPr>
      <dsp:spPr>
        <a:xfrm>
          <a:off x="4042797" y="308141"/>
          <a:ext cx="751807" cy="751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8453A-FC3D-44B3-B61D-234BA1832723}">
      <dsp:nvSpPr>
        <dsp:cNvPr id="0" name=""/>
        <dsp:cNvSpPr/>
      </dsp:nvSpPr>
      <dsp:spPr>
        <a:xfrm>
          <a:off x="0" y="584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/>
            <a:t>متاجر البيع بالتجزئة</a:t>
          </a:r>
        </a:p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/>
            <a:t>زيادة حركة العملاء والربحية</a:t>
          </a:r>
        </a:p>
      </dsp:txBody>
      <dsp:txXfrm>
        <a:off x="0" y="584"/>
        <a:ext cx="3532956" cy="1366921"/>
      </dsp:txXfrm>
    </dsp:sp>
    <dsp:sp modelId="{6D358190-7AC9-4921-B7D8-8473A364CF45}">
      <dsp:nvSpPr>
        <dsp:cNvPr id="0" name=""/>
        <dsp:cNvSpPr/>
      </dsp:nvSpPr>
      <dsp:spPr>
        <a:xfrm>
          <a:off x="0" y="1709236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DD5D23-243C-4261-9291-F0C854967719}">
      <dsp:nvSpPr>
        <dsp:cNvPr id="0" name=""/>
        <dsp:cNvSpPr/>
      </dsp:nvSpPr>
      <dsp:spPr>
        <a:xfrm>
          <a:off x="4042797" y="2016793"/>
          <a:ext cx="751807" cy="751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DD3671-46AA-4FC4-AFE4-808F48B8FFE0}">
      <dsp:nvSpPr>
        <dsp:cNvPr id="0" name=""/>
        <dsp:cNvSpPr/>
      </dsp:nvSpPr>
      <dsp:spPr>
        <a:xfrm>
          <a:off x="0" y="1709236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/>
            <a:t>العملاء</a:t>
          </a:r>
        </a:p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/>
            <a:t>تحسين إمكانية الوصول واختيار العملاء لأنفسهم يُنبئ عن التوجهات</a:t>
          </a:r>
        </a:p>
      </dsp:txBody>
      <dsp:txXfrm>
        <a:off x="0" y="1709236"/>
        <a:ext cx="3532956" cy="1366921"/>
      </dsp:txXfrm>
    </dsp:sp>
    <dsp:sp modelId="{32A9573B-1936-4031-AC1E-B50BEB171A8C}">
      <dsp:nvSpPr>
        <dsp:cNvPr id="0" name=""/>
        <dsp:cNvSpPr/>
      </dsp:nvSpPr>
      <dsp:spPr>
        <a:xfrm>
          <a:off x="0" y="3417888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9DCDAC-68CC-46DC-9CE7-16BDCE4B8EAC}">
      <dsp:nvSpPr>
        <dsp:cNvPr id="0" name=""/>
        <dsp:cNvSpPr/>
      </dsp:nvSpPr>
      <dsp:spPr>
        <a:xfrm>
          <a:off x="4042797" y="3725446"/>
          <a:ext cx="751807" cy="7518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6DE94-46B8-4450-A3B0-33387FBA12D5}">
      <dsp:nvSpPr>
        <dsp:cNvPr id="0" name=""/>
        <dsp:cNvSpPr/>
      </dsp:nvSpPr>
      <dsp:spPr>
        <a:xfrm>
          <a:off x="0" y="3417888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/>
            <a:t>الموردون</a:t>
          </a:r>
        </a:p>
        <a:p>
          <a:pPr marL="0" lvl="0" indent="0" algn="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200" kern="1200" dirty="0"/>
            <a:t>زيادة مبيعات وتسويق منتجاتهم</a:t>
          </a:r>
        </a:p>
      </dsp:txBody>
      <dsp:txXfrm>
        <a:off x="0" y="3417888"/>
        <a:ext cx="3532956" cy="136692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8D0EB-42D3-F94B-89AB-EB0AD8AE92EB}">
      <dsp:nvSpPr>
        <dsp:cNvPr id="0" name=""/>
        <dsp:cNvSpPr/>
      </dsp:nvSpPr>
      <dsp:spPr>
        <a:xfrm>
          <a:off x="4258978" y="2105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rtlCol="1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200" kern="1200" dirty="0">
              <a:solidFill>
                <a:srgbClr val="7030A0"/>
              </a:solidFill>
            </a:rPr>
            <a:t>ج-</a:t>
          </a:r>
          <a:r>
            <a:rPr lang="ar" sz="3200" kern="1200" dirty="0">
              <a:solidFill>
                <a:schemeClr val="tx1"/>
              </a:solidFill>
            </a:rPr>
            <a:t>1 أفكار التصميم الداعمة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4258978" y="2105"/>
        <a:ext cx="3105818" cy="1863490"/>
      </dsp:txXfrm>
    </dsp:sp>
    <dsp:sp modelId="{B54ED087-3C1B-CF4A-BD37-8BCD120117B5}">
      <dsp:nvSpPr>
        <dsp:cNvPr id="0" name=""/>
        <dsp:cNvSpPr/>
      </dsp:nvSpPr>
      <dsp:spPr>
        <a:xfrm>
          <a:off x="842578" y="2105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rtlCol="1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200" kern="1200" dirty="0">
              <a:solidFill>
                <a:srgbClr val="7030A0"/>
              </a:solidFill>
            </a:rPr>
            <a:t>ج-2</a:t>
          </a:r>
          <a:r>
            <a:rPr lang="ar" sz="3200" kern="1200" dirty="0">
              <a:solidFill>
                <a:schemeClr val="tx1"/>
              </a:solidFill>
            </a:rPr>
            <a:t> التخطيط لبيئة إيجابية للبيع بالتجزئة 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842578" y="2105"/>
        <a:ext cx="3105818" cy="1863490"/>
      </dsp:txXfrm>
    </dsp:sp>
    <dsp:sp modelId="{077C14A0-7635-5E45-A91D-FE686BD9FBA0}">
      <dsp:nvSpPr>
        <dsp:cNvPr id="0" name=""/>
        <dsp:cNvSpPr/>
      </dsp:nvSpPr>
      <dsp:spPr>
        <a:xfrm>
          <a:off x="2550778" y="2176178"/>
          <a:ext cx="3105818" cy="186349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52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rtlCol="1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200" kern="1200" dirty="0">
              <a:solidFill>
                <a:schemeClr val="tx1"/>
              </a:solidFill>
            </a:rPr>
            <a:t>ج-3 تصميم عرض المنتجات</a:t>
          </a:r>
        </a:p>
      </dsp:txBody>
      <dsp:txXfrm>
        <a:off x="2550778" y="2176178"/>
        <a:ext cx="3105818" cy="186349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00E53-25DD-4190-B97E-426907C589D3}">
      <dsp:nvSpPr>
        <dsp:cNvPr id="0" name=""/>
        <dsp:cNvSpPr/>
      </dsp:nvSpPr>
      <dsp:spPr>
        <a:xfrm>
          <a:off x="0" y="1548"/>
          <a:ext cx="5111751" cy="659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3AB0D-A7A0-4C39-B9D1-10DBF3358404}">
      <dsp:nvSpPr>
        <dsp:cNvPr id="0" name=""/>
        <dsp:cNvSpPr/>
      </dsp:nvSpPr>
      <dsp:spPr>
        <a:xfrm>
          <a:off x="4549029" y="149964"/>
          <a:ext cx="362795" cy="362795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7B01B5-BA94-4B89-A5FF-4FF64BC5C23D}">
      <dsp:nvSpPr>
        <dsp:cNvPr id="0" name=""/>
        <dsp:cNvSpPr/>
      </dsp:nvSpPr>
      <dsp:spPr>
        <a:xfrm>
          <a:off x="0" y="1548"/>
          <a:ext cx="4349881" cy="659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11" tIns="69811" rIns="69811" bIns="69811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مجموعة المنتجات المراد استخدامها</a:t>
          </a:r>
          <a:endParaRPr lang="en-US" sz="1900" kern="1200" dirty="0"/>
        </a:p>
      </dsp:txBody>
      <dsp:txXfrm>
        <a:off x="0" y="1548"/>
        <a:ext cx="4349881" cy="659627"/>
      </dsp:txXfrm>
    </dsp:sp>
    <dsp:sp modelId="{65C693B7-6B75-4D30-BC25-91761679A233}">
      <dsp:nvSpPr>
        <dsp:cNvPr id="0" name=""/>
        <dsp:cNvSpPr/>
      </dsp:nvSpPr>
      <dsp:spPr>
        <a:xfrm>
          <a:off x="0" y="826082"/>
          <a:ext cx="5111751" cy="659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23257-5D89-4CC1-9063-9DF650476F22}">
      <dsp:nvSpPr>
        <dsp:cNvPr id="0" name=""/>
        <dsp:cNvSpPr/>
      </dsp:nvSpPr>
      <dsp:spPr>
        <a:xfrm>
          <a:off x="4549029" y="974498"/>
          <a:ext cx="362795" cy="362795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FBBCDC-60B9-440F-9F34-3D8C0C4A8EC3}">
      <dsp:nvSpPr>
        <dsp:cNvPr id="0" name=""/>
        <dsp:cNvSpPr/>
      </dsp:nvSpPr>
      <dsp:spPr>
        <a:xfrm>
          <a:off x="0" y="826082"/>
          <a:ext cx="4349881" cy="659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11" tIns="69811" rIns="69811" bIns="69811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noProof="0" dirty="0"/>
            <a:t>الاكسسوارات المستخدمة لتعزيز عرض المنتجات</a:t>
          </a:r>
        </a:p>
      </dsp:txBody>
      <dsp:txXfrm>
        <a:off x="0" y="826082"/>
        <a:ext cx="4349881" cy="659627"/>
      </dsp:txXfrm>
    </dsp:sp>
    <dsp:sp modelId="{3F545D75-4E08-42CF-BEA3-C90C8644B4D4}">
      <dsp:nvSpPr>
        <dsp:cNvPr id="0" name=""/>
        <dsp:cNvSpPr/>
      </dsp:nvSpPr>
      <dsp:spPr>
        <a:xfrm>
          <a:off x="0" y="1650616"/>
          <a:ext cx="5111751" cy="659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C5EC5-2202-493A-8721-D0171CB6085A}">
      <dsp:nvSpPr>
        <dsp:cNvPr id="0" name=""/>
        <dsp:cNvSpPr/>
      </dsp:nvSpPr>
      <dsp:spPr>
        <a:xfrm>
          <a:off x="4549029" y="1799032"/>
          <a:ext cx="362795" cy="362795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290D5-5DE4-426F-BD60-F69408446757}">
      <dsp:nvSpPr>
        <dsp:cNvPr id="0" name=""/>
        <dsp:cNvSpPr/>
      </dsp:nvSpPr>
      <dsp:spPr>
        <a:xfrm>
          <a:off x="0" y="1650616"/>
          <a:ext cx="4349881" cy="659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11" tIns="69811" rIns="69811" bIns="69811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سلع داعمة مناسبة</a:t>
          </a:r>
          <a:endParaRPr lang="en-US" sz="1900" kern="1200" dirty="0"/>
        </a:p>
      </dsp:txBody>
      <dsp:txXfrm>
        <a:off x="0" y="1650616"/>
        <a:ext cx="4349881" cy="659627"/>
      </dsp:txXfrm>
    </dsp:sp>
    <dsp:sp modelId="{630096D4-D860-4E1D-9050-3E812F043117}">
      <dsp:nvSpPr>
        <dsp:cNvPr id="0" name=""/>
        <dsp:cNvSpPr/>
      </dsp:nvSpPr>
      <dsp:spPr>
        <a:xfrm>
          <a:off x="0" y="2475150"/>
          <a:ext cx="5111751" cy="659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5462E-3661-422F-BB67-E0AA111CF2BC}">
      <dsp:nvSpPr>
        <dsp:cNvPr id="0" name=""/>
        <dsp:cNvSpPr/>
      </dsp:nvSpPr>
      <dsp:spPr>
        <a:xfrm>
          <a:off x="4549029" y="2623567"/>
          <a:ext cx="362795" cy="362795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F12DE-710A-43A7-A451-C1AAADB10F2E}">
      <dsp:nvSpPr>
        <dsp:cNvPr id="0" name=""/>
        <dsp:cNvSpPr/>
      </dsp:nvSpPr>
      <dsp:spPr>
        <a:xfrm>
          <a:off x="0" y="2475150"/>
          <a:ext cx="4349881" cy="659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11" tIns="69811" rIns="69811" bIns="69811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موضوع أو نشاط أو حدث أو موسم</a:t>
          </a:r>
          <a:endParaRPr lang="en-US" sz="1900" kern="1200" dirty="0"/>
        </a:p>
      </dsp:txBody>
      <dsp:txXfrm>
        <a:off x="0" y="2475150"/>
        <a:ext cx="4349881" cy="659627"/>
      </dsp:txXfrm>
    </dsp:sp>
    <dsp:sp modelId="{013CA3BE-3073-433C-88EF-B2B3A23CCA81}">
      <dsp:nvSpPr>
        <dsp:cNvPr id="0" name=""/>
        <dsp:cNvSpPr/>
      </dsp:nvSpPr>
      <dsp:spPr>
        <a:xfrm>
          <a:off x="0" y="3299685"/>
          <a:ext cx="5111751" cy="659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1499C9-DE53-4EE6-BEA6-978315651842}">
      <dsp:nvSpPr>
        <dsp:cNvPr id="0" name=""/>
        <dsp:cNvSpPr/>
      </dsp:nvSpPr>
      <dsp:spPr>
        <a:xfrm>
          <a:off x="4549029" y="3448101"/>
          <a:ext cx="362795" cy="362795"/>
        </a:xfrm>
        <a:prstGeom prst="rect">
          <a:avLst/>
        </a:prstGeom>
        <a:blipFill>
          <a:blip xmlns:r="http://schemas.openxmlformats.org/officeDocument/2006/relationships"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B46CA2-57AB-41F5-B2A9-6161F98E6D58}">
      <dsp:nvSpPr>
        <dsp:cNvPr id="0" name=""/>
        <dsp:cNvSpPr/>
      </dsp:nvSpPr>
      <dsp:spPr>
        <a:xfrm>
          <a:off x="0" y="3299685"/>
          <a:ext cx="4349881" cy="659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11" tIns="69811" rIns="69811" bIns="69811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علامات وألوان وتصميم وتكوين</a:t>
          </a:r>
          <a:endParaRPr lang="en-US" sz="1900" kern="1200" dirty="0"/>
        </a:p>
      </dsp:txBody>
      <dsp:txXfrm>
        <a:off x="0" y="3299685"/>
        <a:ext cx="4349881" cy="659627"/>
      </dsp:txXfrm>
    </dsp:sp>
    <dsp:sp modelId="{BC47488D-7E12-4A96-AF89-E1A7724A5A93}">
      <dsp:nvSpPr>
        <dsp:cNvPr id="0" name=""/>
        <dsp:cNvSpPr/>
      </dsp:nvSpPr>
      <dsp:spPr>
        <a:xfrm>
          <a:off x="0" y="4124219"/>
          <a:ext cx="5111751" cy="6596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5F8DD-5EC9-47D2-A52B-496F2369E38A}">
      <dsp:nvSpPr>
        <dsp:cNvPr id="0" name=""/>
        <dsp:cNvSpPr/>
      </dsp:nvSpPr>
      <dsp:spPr>
        <a:xfrm>
          <a:off x="4549029" y="4272635"/>
          <a:ext cx="362795" cy="362795"/>
        </a:xfrm>
        <a:prstGeom prst="rect">
          <a:avLst/>
        </a:prstGeom>
        <a:blipFill>
          <a:blip xmlns:r="http://schemas.openxmlformats.org/officeDocument/2006/relationships"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48FF6-8E9D-47AD-BE8D-4F15DBD68D19}">
      <dsp:nvSpPr>
        <dsp:cNvPr id="0" name=""/>
        <dsp:cNvSpPr/>
      </dsp:nvSpPr>
      <dsp:spPr>
        <a:xfrm>
          <a:off x="0" y="4124219"/>
          <a:ext cx="4349881" cy="659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811" tIns="69811" rIns="69811" bIns="69811" numCol="1" spcCol="1270" rtlCol="1" anchor="ctr" anchorCtr="0">
          <a:noAutofit/>
        </a:bodyPr>
        <a:lstStyle/>
        <a:p>
          <a:pPr marL="0" lvl="0" indent="0" algn="r" defTabSz="8445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900" kern="1200" dirty="0"/>
            <a:t>اتجاه الإضاءة</a:t>
          </a:r>
          <a:endParaRPr lang="en-US" sz="1900" kern="1200" dirty="0"/>
        </a:p>
      </dsp:txBody>
      <dsp:txXfrm>
        <a:off x="0" y="4124219"/>
        <a:ext cx="4349881" cy="65962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B8CA2-E1FB-7346-87EC-92381618DD22}">
      <dsp:nvSpPr>
        <dsp:cNvPr id="0" name=""/>
        <dsp:cNvSpPr/>
      </dsp:nvSpPr>
      <dsp:spPr>
        <a:xfrm>
          <a:off x="0" y="2336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73088C-3C24-CA47-8F9C-2B3DBEC62049}">
      <dsp:nvSpPr>
        <dsp:cNvPr id="0" name=""/>
        <dsp:cNvSpPr/>
      </dsp:nvSpPr>
      <dsp:spPr>
        <a:xfrm>
          <a:off x="0" y="2336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تخطيط المساحة</a:t>
          </a:r>
          <a:endParaRPr lang="en-US" sz="2000" kern="1200"/>
        </a:p>
      </dsp:txBody>
      <dsp:txXfrm>
        <a:off x="0" y="2336"/>
        <a:ext cx="3970785" cy="434611"/>
      </dsp:txXfrm>
    </dsp:sp>
    <dsp:sp modelId="{FFBA96A2-BF1F-B142-B537-FE9688AB1EFE}">
      <dsp:nvSpPr>
        <dsp:cNvPr id="0" name=""/>
        <dsp:cNvSpPr/>
      </dsp:nvSpPr>
      <dsp:spPr>
        <a:xfrm>
          <a:off x="0" y="436947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998C83-8C96-CC42-89CA-1A0775C55FEA}">
      <dsp:nvSpPr>
        <dsp:cNvPr id="0" name=""/>
        <dsp:cNvSpPr/>
      </dsp:nvSpPr>
      <dsp:spPr>
        <a:xfrm>
          <a:off x="0" y="436947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الموقع</a:t>
          </a:r>
          <a:endParaRPr lang="en-US" sz="2000" kern="1200"/>
        </a:p>
      </dsp:txBody>
      <dsp:txXfrm>
        <a:off x="0" y="436947"/>
        <a:ext cx="3970785" cy="434611"/>
      </dsp:txXfrm>
    </dsp:sp>
    <dsp:sp modelId="{9E3D67E5-AEFE-AF43-B520-B089249958AE}">
      <dsp:nvSpPr>
        <dsp:cNvPr id="0" name=""/>
        <dsp:cNvSpPr/>
      </dsp:nvSpPr>
      <dsp:spPr>
        <a:xfrm>
          <a:off x="0" y="871558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0BA3ADF-6A85-2A40-922C-FEB813F14E03}">
      <dsp:nvSpPr>
        <dsp:cNvPr id="0" name=""/>
        <dsp:cNvSpPr/>
      </dsp:nvSpPr>
      <dsp:spPr>
        <a:xfrm>
          <a:off x="0" y="871558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المساحة المتاحة </a:t>
          </a:r>
          <a:endParaRPr lang="en-US" sz="2000" kern="1200"/>
        </a:p>
      </dsp:txBody>
      <dsp:txXfrm>
        <a:off x="0" y="871558"/>
        <a:ext cx="3970785" cy="434611"/>
      </dsp:txXfrm>
    </dsp:sp>
    <dsp:sp modelId="{E319F173-6979-024C-BB8B-A1BAF1E0DAEE}">
      <dsp:nvSpPr>
        <dsp:cNvPr id="0" name=""/>
        <dsp:cNvSpPr/>
      </dsp:nvSpPr>
      <dsp:spPr>
        <a:xfrm>
          <a:off x="0" y="1306169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012684C-0A45-B440-8F75-876B2B82C300}">
      <dsp:nvSpPr>
        <dsp:cNvPr id="0" name=""/>
        <dsp:cNvSpPr/>
      </dsp:nvSpPr>
      <dsp:spPr>
        <a:xfrm>
          <a:off x="0" y="1306169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الربط مع المنتجات المجاورة</a:t>
          </a:r>
          <a:endParaRPr lang="en-US" sz="2000" kern="1200"/>
        </a:p>
      </dsp:txBody>
      <dsp:txXfrm>
        <a:off x="0" y="1306169"/>
        <a:ext cx="3970785" cy="434611"/>
      </dsp:txXfrm>
    </dsp:sp>
    <dsp:sp modelId="{F44D03A2-2778-FD4C-A66F-B4865B62FD35}">
      <dsp:nvSpPr>
        <dsp:cNvPr id="0" name=""/>
        <dsp:cNvSpPr/>
      </dsp:nvSpPr>
      <dsp:spPr>
        <a:xfrm>
          <a:off x="0" y="1740780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2BB39CD-5376-2345-97F2-5956CA379112}">
      <dsp:nvSpPr>
        <dsp:cNvPr id="0" name=""/>
        <dsp:cNvSpPr/>
      </dsp:nvSpPr>
      <dsp:spPr>
        <a:xfrm>
          <a:off x="0" y="1740780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تدفق حركة العملاء</a:t>
          </a:r>
          <a:endParaRPr lang="en-US" sz="2000" kern="1200"/>
        </a:p>
      </dsp:txBody>
      <dsp:txXfrm>
        <a:off x="0" y="1740780"/>
        <a:ext cx="3970785" cy="434611"/>
      </dsp:txXfrm>
    </dsp:sp>
    <dsp:sp modelId="{AB3DB102-59D2-0B4E-973E-0580B1417C2F}">
      <dsp:nvSpPr>
        <dsp:cNvPr id="0" name=""/>
        <dsp:cNvSpPr/>
      </dsp:nvSpPr>
      <dsp:spPr>
        <a:xfrm>
          <a:off x="0" y="2175391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6926421-60D2-7C4E-B4C7-16C2FB704A35}">
      <dsp:nvSpPr>
        <dsp:cNvPr id="0" name=""/>
        <dsp:cNvSpPr/>
      </dsp:nvSpPr>
      <dsp:spPr>
        <a:xfrm>
          <a:off x="0" y="2175391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موقع الأثاث</a:t>
          </a:r>
          <a:endParaRPr lang="en-US" sz="2000" kern="1200" dirty="0"/>
        </a:p>
      </dsp:txBody>
      <dsp:txXfrm>
        <a:off x="0" y="2175391"/>
        <a:ext cx="3970785" cy="434611"/>
      </dsp:txXfrm>
    </dsp:sp>
    <dsp:sp modelId="{4CAA08E8-DA58-CD40-85CB-E39EE738F83A}">
      <dsp:nvSpPr>
        <dsp:cNvPr id="0" name=""/>
        <dsp:cNvSpPr/>
      </dsp:nvSpPr>
      <dsp:spPr>
        <a:xfrm>
          <a:off x="0" y="2610003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E4C9C5D-70CD-BD4A-BA2C-76AFF734810F}">
      <dsp:nvSpPr>
        <dsp:cNvPr id="0" name=""/>
        <dsp:cNvSpPr/>
      </dsp:nvSpPr>
      <dsp:spPr>
        <a:xfrm>
          <a:off x="0" y="2610003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اختيار أماكن المنتجات </a:t>
          </a:r>
          <a:endParaRPr lang="en-US" sz="2000" kern="1200" dirty="0"/>
        </a:p>
      </dsp:txBody>
      <dsp:txXfrm>
        <a:off x="0" y="2610003"/>
        <a:ext cx="3970785" cy="434611"/>
      </dsp:txXfrm>
    </dsp:sp>
    <dsp:sp modelId="{24844356-32DA-A944-9C45-1FED45299D62}">
      <dsp:nvSpPr>
        <dsp:cNvPr id="0" name=""/>
        <dsp:cNvSpPr/>
      </dsp:nvSpPr>
      <dsp:spPr>
        <a:xfrm>
          <a:off x="0" y="3044614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6E30FEB-E70D-654A-AE69-674E8325C958}">
      <dsp:nvSpPr>
        <dsp:cNvPr id="0" name=""/>
        <dsp:cNvSpPr/>
      </dsp:nvSpPr>
      <dsp:spPr>
        <a:xfrm>
          <a:off x="0" y="3044614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أسلوب عرض المنتجات</a:t>
          </a:r>
          <a:endParaRPr lang="en-US" sz="2000" kern="1200"/>
        </a:p>
      </dsp:txBody>
      <dsp:txXfrm>
        <a:off x="0" y="3044614"/>
        <a:ext cx="3970785" cy="434611"/>
      </dsp:txXfrm>
    </dsp:sp>
    <dsp:sp modelId="{F77C4A8A-15BB-9C4F-951F-D8C9397B387E}">
      <dsp:nvSpPr>
        <dsp:cNvPr id="0" name=""/>
        <dsp:cNvSpPr/>
      </dsp:nvSpPr>
      <dsp:spPr>
        <a:xfrm>
          <a:off x="0" y="3479225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8BC432B-58FD-CD4C-88F7-31293E167C7E}">
      <dsp:nvSpPr>
        <dsp:cNvPr id="0" name=""/>
        <dsp:cNvSpPr/>
      </dsp:nvSpPr>
      <dsp:spPr>
        <a:xfrm>
          <a:off x="0" y="3479225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سهولة الوصول</a:t>
          </a:r>
          <a:endParaRPr lang="en-US" sz="2000" kern="1200"/>
        </a:p>
      </dsp:txBody>
      <dsp:txXfrm>
        <a:off x="0" y="3479225"/>
        <a:ext cx="3970785" cy="434611"/>
      </dsp:txXfrm>
    </dsp:sp>
    <dsp:sp modelId="{FD0FB058-4479-EA42-9535-8C048025457C}">
      <dsp:nvSpPr>
        <dsp:cNvPr id="0" name=""/>
        <dsp:cNvSpPr/>
      </dsp:nvSpPr>
      <dsp:spPr>
        <a:xfrm>
          <a:off x="0" y="3913836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44C43E9-79AA-744C-9BE4-B609DC08E158}">
      <dsp:nvSpPr>
        <dsp:cNvPr id="0" name=""/>
        <dsp:cNvSpPr/>
      </dsp:nvSpPr>
      <dsp:spPr>
        <a:xfrm>
          <a:off x="0" y="3913836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موقع الخروج</a:t>
          </a:r>
          <a:endParaRPr lang="en-US" sz="2000" kern="1200"/>
        </a:p>
      </dsp:txBody>
      <dsp:txXfrm>
        <a:off x="0" y="3913836"/>
        <a:ext cx="3970785" cy="434611"/>
      </dsp:txXfrm>
    </dsp:sp>
    <dsp:sp modelId="{4BC5C06D-4297-4940-B00A-EDFB41FE856D}">
      <dsp:nvSpPr>
        <dsp:cNvPr id="0" name=""/>
        <dsp:cNvSpPr/>
      </dsp:nvSpPr>
      <dsp:spPr>
        <a:xfrm>
          <a:off x="0" y="4348447"/>
          <a:ext cx="397078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B3F56E5-504F-BB4A-A9BF-58F8A5B7ECB7}">
      <dsp:nvSpPr>
        <dsp:cNvPr id="0" name=""/>
        <dsp:cNvSpPr/>
      </dsp:nvSpPr>
      <dsp:spPr>
        <a:xfrm>
          <a:off x="0" y="4348447"/>
          <a:ext cx="3970785" cy="43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rtlCol="1" anchor="t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/>
            <a:t>المنطقة الانتقالية</a:t>
          </a:r>
          <a:endParaRPr lang="en-US" sz="2000" kern="1200"/>
        </a:p>
      </dsp:txBody>
      <dsp:txXfrm>
        <a:off x="0" y="4348447"/>
        <a:ext cx="3970785" cy="434611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107A34-93D1-D442-8061-7DBD2185E1C9}">
      <dsp:nvSpPr>
        <dsp:cNvPr id="0" name=""/>
        <dsp:cNvSpPr/>
      </dsp:nvSpPr>
      <dsp:spPr>
        <a:xfrm>
          <a:off x="0" y="3546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2B7BB53-B2D3-CB42-8933-FCEE5F15D624}">
      <dsp:nvSpPr>
        <dsp:cNvPr id="0" name=""/>
        <dsp:cNvSpPr/>
      </dsp:nvSpPr>
      <dsp:spPr>
        <a:xfrm>
          <a:off x="0" y="3546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نوع العرض</a:t>
          </a:r>
          <a:endParaRPr lang="en-US" sz="1600" kern="1200" dirty="0"/>
        </a:p>
      </dsp:txBody>
      <dsp:txXfrm>
        <a:off x="0" y="3546"/>
        <a:ext cx="5111751" cy="386313"/>
      </dsp:txXfrm>
    </dsp:sp>
    <dsp:sp modelId="{7A77B87F-7D1E-D54A-9DC4-6240A82576DB}">
      <dsp:nvSpPr>
        <dsp:cNvPr id="0" name=""/>
        <dsp:cNvSpPr/>
      </dsp:nvSpPr>
      <dsp:spPr>
        <a:xfrm>
          <a:off x="0" y="389859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0D1A37D-1295-654E-B245-288CDCC47B68}">
      <dsp:nvSpPr>
        <dsp:cNvPr id="0" name=""/>
        <dsp:cNvSpPr/>
      </dsp:nvSpPr>
      <dsp:spPr>
        <a:xfrm>
          <a:off x="0" y="389859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الموقع والمكان </a:t>
          </a:r>
          <a:endParaRPr lang="en-US" sz="1600" kern="1200" dirty="0"/>
        </a:p>
      </dsp:txBody>
      <dsp:txXfrm>
        <a:off x="0" y="389859"/>
        <a:ext cx="5111751" cy="386313"/>
      </dsp:txXfrm>
    </dsp:sp>
    <dsp:sp modelId="{8AD4F58B-C955-2742-88A3-119D6F251B92}">
      <dsp:nvSpPr>
        <dsp:cNvPr id="0" name=""/>
        <dsp:cNvSpPr/>
      </dsp:nvSpPr>
      <dsp:spPr>
        <a:xfrm>
          <a:off x="0" y="776172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45E7B5E-D710-3647-9B40-673E70CCD8A1}">
      <dsp:nvSpPr>
        <dsp:cNvPr id="0" name=""/>
        <dsp:cNvSpPr/>
      </dsp:nvSpPr>
      <dsp:spPr>
        <a:xfrm>
          <a:off x="0" y="776172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استخدام عناصر العرض وأماكنها</a:t>
          </a:r>
          <a:endParaRPr lang="en-US" sz="1600" kern="1200" dirty="0"/>
        </a:p>
      </dsp:txBody>
      <dsp:txXfrm>
        <a:off x="0" y="776172"/>
        <a:ext cx="5111751" cy="386313"/>
      </dsp:txXfrm>
    </dsp:sp>
    <dsp:sp modelId="{455E9D4D-AE37-F84D-9458-AA1DE2023AA3}">
      <dsp:nvSpPr>
        <dsp:cNvPr id="0" name=""/>
        <dsp:cNvSpPr/>
      </dsp:nvSpPr>
      <dsp:spPr>
        <a:xfrm>
          <a:off x="0" y="1162486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564EBA6-098C-7746-B655-F687D45B4EF4}">
      <dsp:nvSpPr>
        <dsp:cNvPr id="0" name=""/>
        <dsp:cNvSpPr/>
      </dsp:nvSpPr>
      <dsp:spPr>
        <a:xfrm>
          <a:off x="0" y="1162486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المساحة المتاحة </a:t>
          </a:r>
          <a:endParaRPr lang="en-US" sz="1600" kern="1200" dirty="0"/>
        </a:p>
      </dsp:txBody>
      <dsp:txXfrm>
        <a:off x="0" y="1162486"/>
        <a:ext cx="5111751" cy="386313"/>
      </dsp:txXfrm>
    </dsp:sp>
    <dsp:sp modelId="{C53B53C4-15BA-7544-A788-87393AF22FEC}">
      <dsp:nvSpPr>
        <dsp:cNvPr id="0" name=""/>
        <dsp:cNvSpPr/>
      </dsp:nvSpPr>
      <dsp:spPr>
        <a:xfrm>
          <a:off x="0" y="1548799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8986ABB-6FE6-6C41-808B-04FD513BAD9C}">
      <dsp:nvSpPr>
        <dsp:cNvPr id="0" name=""/>
        <dsp:cNvSpPr/>
      </dsp:nvSpPr>
      <dsp:spPr>
        <a:xfrm>
          <a:off x="0" y="1548799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الروابط مع المنتجات الأخرى والتخطيط الحالي</a:t>
          </a:r>
          <a:endParaRPr lang="en-US" sz="1600" kern="1200" dirty="0"/>
        </a:p>
      </dsp:txBody>
      <dsp:txXfrm>
        <a:off x="0" y="1548799"/>
        <a:ext cx="5111751" cy="386313"/>
      </dsp:txXfrm>
    </dsp:sp>
    <dsp:sp modelId="{C3054522-959C-CF40-B427-544590FB7EC4}">
      <dsp:nvSpPr>
        <dsp:cNvPr id="0" name=""/>
        <dsp:cNvSpPr/>
      </dsp:nvSpPr>
      <dsp:spPr>
        <a:xfrm>
          <a:off x="0" y="1935113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62B9040-0A02-494D-AB80-F64301F39345}">
      <dsp:nvSpPr>
        <dsp:cNvPr id="0" name=""/>
        <dsp:cNvSpPr/>
      </dsp:nvSpPr>
      <dsp:spPr>
        <a:xfrm>
          <a:off x="0" y="1935113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المنتجات المراد عرضها</a:t>
          </a:r>
          <a:endParaRPr lang="en-US" sz="1600" kern="1200" dirty="0"/>
        </a:p>
      </dsp:txBody>
      <dsp:txXfrm>
        <a:off x="0" y="1935113"/>
        <a:ext cx="5111751" cy="386313"/>
      </dsp:txXfrm>
    </dsp:sp>
    <dsp:sp modelId="{23797AE8-EA93-124C-8C6D-F5BDE493A18B}">
      <dsp:nvSpPr>
        <dsp:cNvPr id="0" name=""/>
        <dsp:cNvSpPr/>
      </dsp:nvSpPr>
      <dsp:spPr>
        <a:xfrm>
          <a:off x="0" y="2321426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161E2DF-A176-DF4D-9C8B-9F8034AA071C}">
      <dsp:nvSpPr>
        <dsp:cNvPr id="0" name=""/>
        <dsp:cNvSpPr/>
      </dsp:nvSpPr>
      <dsp:spPr>
        <a:xfrm>
          <a:off x="0" y="2321426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شكل العرض</a:t>
          </a:r>
          <a:endParaRPr lang="en-US" sz="1600" kern="1200" dirty="0"/>
        </a:p>
      </dsp:txBody>
      <dsp:txXfrm>
        <a:off x="0" y="2321426"/>
        <a:ext cx="5111751" cy="386313"/>
      </dsp:txXfrm>
    </dsp:sp>
    <dsp:sp modelId="{15588809-5609-D140-88DE-311238307E9B}">
      <dsp:nvSpPr>
        <dsp:cNvPr id="0" name=""/>
        <dsp:cNvSpPr/>
      </dsp:nvSpPr>
      <dsp:spPr>
        <a:xfrm>
          <a:off x="0" y="2707740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690FCDD-9D4C-3A4A-9529-0101EFF05D1F}">
      <dsp:nvSpPr>
        <dsp:cNvPr id="0" name=""/>
        <dsp:cNvSpPr/>
      </dsp:nvSpPr>
      <dsp:spPr>
        <a:xfrm>
          <a:off x="0" y="2707740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اللافتات والموضوعات والألوان</a:t>
          </a:r>
          <a:endParaRPr lang="en-US" sz="1600" kern="1200" dirty="0"/>
        </a:p>
      </dsp:txBody>
      <dsp:txXfrm>
        <a:off x="0" y="2707740"/>
        <a:ext cx="5111751" cy="386313"/>
      </dsp:txXfrm>
    </dsp:sp>
    <dsp:sp modelId="{6382552D-15A3-B145-8FD4-41C3B51CC5CA}">
      <dsp:nvSpPr>
        <dsp:cNvPr id="0" name=""/>
        <dsp:cNvSpPr/>
      </dsp:nvSpPr>
      <dsp:spPr>
        <a:xfrm>
          <a:off x="0" y="3094053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7D9644-7751-A245-B63C-48D3D832D928}">
      <dsp:nvSpPr>
        <dsp:cNvPr id="0" name=""/>
        <dsp:cNvSpPr/>
      </dsp:nvSpPr>
      <dsp:spPr>
        <a:xfrm>
          <a:off x="0" y="3094053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المعلومات للعملاء </a:t>
          </a:r>
          <a:endParaRPr lang="en-US" sz="1600" kern="1200" dirty="0"/>
        </a:p>
      </dsp:txBody>
      <dsp:txXfrm>
        <a:off x="0" y="3094053"/>
        <a:ext cx="5111751" cy="386313"/>
      </dsp:txXfrm>
    </dsp:sp>
    <dsp:sp modelId="{7BF8F3AF-C9A8-3B41-A257-2B84D761F4D7}">
      <dsp:nvSpPr>
        <dsp:cNvPr id="0" name=""/>
        <dsp:cNvSpPr/>
      </dsp:nvSpPr>
      <dsp:spPr>
        <a:xfrm>
          <a:off x="0" y="3480366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66D7F9E-39A0-E04E-B1B6-29525A9861FE}">
      <dsp:nvSpPr>
        <dsp:cNvPr id="0" name=""/>
        <dsp:cNvSpPr/>
      </dsp:nvSpPr>
      <dsp:spPr>
        <a:xfrm>
          <a:off x="0" y="3480366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سياسات الشركة / الجهة المصنعة</a:t>
          </a:r>
          <a:endParaRPr lang="en-US" sz="1600" kern="1200" dirty="0"/>
        </a:p>
      </dsp:txBody>
      <dsp:txXfrm>
        <a:off x="0" y="3480366"/>
        <a:ext cx="5111751" cy="386313"/>
      </dsp:txXfrm>
    </dsp:sp>
    <dsp:sp modelId="{4C5A2F14-1BF9-3340-A9B6-B4FB1B5B27C9}">
      <dsp:nvSpPr>
        <dsp:cNvPr id="0" name=""/>
        <dsp:cNvSpPr/>
      </dsp:nvSpPr>
      <dsp:spPr>
        <a:xfrm>
          <a:off x="0" y="3866680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1BE62A4-A055-1B4D-ABBE-C91AEB733E2D}">
      <dsp:nvSpPr>
        <dsp:cNvPr id="0" name=""/>
        <dsp:cNvSpPr/>
      </dsp:nvSpPr>
      <dsp:spPr>
        <a:xfrm>
          <a:off x="0" y="3866680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وضع السلع المكملة</a:t>
          </a:r>
          <a:endParaRPr lang="en-US" sz="1600" kern="1200" dirty="0"/>
        </a:p>
      </dsp:txBody>
      <dsp:txXfrm>
        <a:off x="0" y="3866680"/>
        <a:ext cx="5111751" cy="386313"/>
      </dsp:txXfrm>
    </dsp:sp>
    <dsp:sp modelId="{647593CA-99B6-E547-9587-74A2123074D0}">
      <dsp:nvSpPr>
        <dsp:cNvPr id="0" name=""/>
        <dsp:cNvSpPr/>
      </dsp:nvSpPr>
      <dsp:spPr>
        <a:xfrm>
          <a:off x="0" y="4252993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4DBB35-3B42-564A-93D7-21E664D6A239}">
      <dsp:nvSpPr>
        <dsp:cNvPr id="0" name=""/>
        <dsp:cNvSpPr/>
      </dsp:nvSpPr>
      <dsp:spPr>
        <a:xfrm>
          <a:off x="0" y="4252993"/>
          <a:ext cx="5111751" cy="386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اعتبارات الصحة والسلامة</a:t>
          </a:r>
          <a:endParaRPr lang="en-US" sz="1600" kern="1200" dirty="0"/>
        </a:p>
      </dsp:txBody>
      <dsp:txXfrm>
        <a:off x="0" y="4252993"/>
        <a:ext cx="5111751" cy="386313"/>
      </dsp:txXfrm>
    </dsp:sp>
    <dsp:sp modelId="{8EFC9CD2-3B92-434F-BC42-19221ED61FFA}">
      <dsp:nvSpPr>
        <dsp:cNvPr id="0" name=""/>
        <dsp:cNvSpPr/>
      </dsp:nvSpPr>
      <dsp:spPr>
        <a:xfrm>
          <a:off x="0" y="4639307"/>
          <a:ext cx="5111751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BDFCE67-60D3-4247-833B-34FE470A4469}">
      <dsp:nvSpPr>
        <dsp:cNvPr id="0" name=""/>
        <dsp:cNvSpPr/>
      </dsp:nvSpPr>
      <dsp:spPr>
        <a:xfrm>
          <a:off x="0" y="4639307"/>
          <a:ext cx="5106759" cy="4697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rtlCol="1" anchor="t" anchorCtr="0">
          <a:noAutofit/>
        </a:bodyPr>
        <a:lstStyle/>
        <a:p>
          <a:pPr marL="0" lvl="0" indent="0" algn="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1600" kern="1200"/>
            <a:t>الاعتبارات الأخلاقية والثقافية للعملاء المستهدفين</a:t>
          </a:r>
          <a:endParaRPr lang="en-US" sz="1600" kern="1200" dirty="0"/>
        </a:p>
      </dsp:txBody>
      <dsp:txXfrm>
        <a:off x="0" y="4639307"/>
        <a:ext cx="5106759" cy="46971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9A84E8-69D3-4B6E-A11C-6C1A30E562D1}">
      <dsp:nvSpPr>
        <dsp:cNvPr id="0" name=""/>
        <dsp:cNvSpPr/>
      </dsp:nvSpPr>
      <dsp:spPr>
        <a:xfrm>
          <a:off x="0" y="584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6D1CC3-BD51-43C4-8D2F-D72235FF8177}">
      <dsp:nvSpPr>
        <dsp:cNvPr id="0" name=""/>
        <dsp:cNvSpPr/>
      </dsp:nvSpPr>
      <dsp:spPr>
        <a:xfrm>
          <a:off x="4114797" y="308141"/>
          <a:ext cx="751807" cy="751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B1C80-4BF6-41F5-BDAB-D84F7CFA3CFD}">
      <dsp:nvSpPr>
        <dsp:cNvPr id="0" name=""/>
        <dsp:cNvSpPr/>
      </dsp:nvSpPr>
      <dsp:spPr>
        <a:xfrm>
          <a:off x="0" y="584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 dirty="0"/>
            <a:t>ردود الفعل الشفوية والمكتوبة</a:t>
          </a:r>
          <a:endParaRPr lang="en-US" sz="2500" kern="1200" dirty="0"/>
        </a:p>
      </dsp:txBody>
      <dsp:txXfrm>
        <a:off x="0" y="584"/>
        <a:ext cx="3532956" cy="1366921"/>
      </dsp:txXfrm>
    </dsp:sp>
    <dsp:sp modelId="{BA62DCC2-FAA9-4E08-A51A-B285C88FDC0B}">
      <dsp:nvSpPr>
        <dsp:cNvPr id="0" name=""/>
        <dsp:cNvSpPr/>
      </dsp:nvSpPr>
      <dsp:spPr>
        <a:xfrm>
          <a:off x="0" y="1709236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F59672-620A-42B1-9869-B9847CF82851}">
      <dsp:nvSpPr>
        <dsp:cNvPr id="0" name=""/>
        <dsp:cNvSpPr/>
      </dsp:nvSpPr>
      <dsp:spPr>
        <a:xfrm>
          <a:off x="4114797" y="2016793"/>
          <a:ext cx="751807" cy="751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4A24BB-ED0D-47ED-B4AA-09AA6B52CE0B}">
      <dsp:nvSpPr>
        <dsp:cNvPr id="0" name=""/>
        <dsp:cNvSpPr/>
      </dsp:nvSpPr>
      <dsp:spPr>
        <a:xfrm>
          <a:off x="0" y="1709236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 dirty="0"/>
            <a:t>استبيانات واستطلاعات للرأي تحتوي على أسئلة مفتوحة ومغلقة</a:t>
          </a:r>
          <a:endParaRPr lang="en-US" sz="2500" kern="1200" dirty="0"/>
        </a:p>
      </dsp:txBody>
      <dsp:txXfrm>
        <a:off x="0" y="1709236"/>
        <a:ext cx="3532956" cy="1366921"/>
      </dsp:txXfrm>
    </dsp:sp>
    <dsp:sp modelId="{CA4666DE-11E8-42E8-9369-B21030464C50}">
      <dsp:nvSpPr>
        <dsp:cNvPr id="0" name=""/>
        <dsp:cNvSpPr/>
      </dsp:nvSpPr>
      <dsp:spPr>
        <a:xfrm>
          <a:off x="0" y="3417888"/>
          <a:ext cx="5111751" cy="136692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B51339-E60B-4D31-B12B-44A2D6ED4A78}">
      <dsp:nvSpPr>
        <dsp:cNvPr id="0" name=""/>
        <dsp:cNvSpPr/>
      </dsp:nvSpPr>
      <dsp:spPr>
        <a:xfrm>
          <a:off x="4114797" y="3725446"/>
          <a:ext cx="751807" cy="7518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9EF79E-D6E3-473E-AC05-B5AC0791FCA9}">
      <dsp:nvSpPr>
        <dsp:cNvPr id="0" name=""/>
        <dsp:cNvSpPr/>
      </dsp:nvSpPr>
      <dsp:spPr>
        <a:xfrm>
          <a:off x="0" y="3417888"/>
          <a:ext cx="3532956" cy="1366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666" tIns="144666" rIns="144666" bIns="144666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 dirty="0"/>
            <a:t>اختبارات الاستخدام</a:t>
          </a:r>
          <a:endParaRPr lang="en-US" sz="2500" kern="1200" dirty="0"/>
        </a:p>
      </dsp:txBody>
      <dsp:txXfrm>
        <a:off x="0" y="3417888"/>
        <a:ext cx="3532956" cy="1366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  <a:defRPr cap="all"/>
        </a:lvl1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874456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08394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49561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2540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904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201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5233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72164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68531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82827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05282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624875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0260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171635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8550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algn="ctr" rtl="1"/>
            <a:r>
              <a:rPr lang="ar"/>
              <a:t>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33282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3506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90295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035504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70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3360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63890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74102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800891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19410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96144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23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11.jpe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E4BEBFE4-DFC4-0C5D-C4DE-58EAEC4DD0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3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3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2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2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8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8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11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13" Type="http://schemas.microsoft.com/office/2007/relationships/diagramDrawing" Target="../diagrams/drawing16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5.xml"/><Relationship Id="rId12" Type="http://schemas.openxmlformats.org/officeDocument/2006/relationships/diagramColors" Target="../diagrams/colors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15.xml"/><Relationship Id="rId11" Type="http://schemas.openxmlformats.org/officeDocument/2006/relationships/diagramQuickStyle" Target="../diagrams/quickStyle16.xml"/><Relationship Id="rId5" Type="http://schemas.openxmlformats.org/officeDocument/2006/relationships/diagramLayout" Target="../diagrams/layout15.xml"/><Relationship Id="rId10" Type="http://schemas.openxmlformats.org/officeDocument/2006/relationships/diagramLayout" Target="../diagrams/layout16.xml"/><Relationship Id="rId4" Type="http://schemas.openxmlformats.org/officeDocument/2006/relationships/diagramData" Target="../diagrams/data15.xml"/><Relationship Id="rId9" Type="http://schemas.openxmlformats.org/officeDocument/2006/relationships/diagramData" Target="../diagrams/data16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8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18.xml"/><Relationship Id="rId5" Type="http://schemas.openxmlformats.org/officeDocument/2006/relationships/diagramLayout" Target="../diagrams/layout18.xml"/><Relationship Id="rId4" Type="http://schemas.openxmlformats.org/officeDocument/2006/relationships/diagramData" Target="../diagrams/data18.xml"/><Relationship Id="rId9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13" Type="http://schemas.microsoft.com/office/2007/relationships/diagramDrawing" Target="../diagrams/drawing20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9.xml"/><Relationship Id="rId12" Type="http://schemas.openxmlformats.org/officeDocument/2006/relationships/diagramColors" Target="../diagrams/colors20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19.xml"/><Relationship Id="rId11" Type="http://schemas.openxmlformats.org/officeDocument/2006/relationships/diagramQuickStyle" Target="../diagrams/quickStyle20.xml"/><Relationship Id="rId5" Type="http://schemas.openxmlformats.org/officeDocument/2006/relationships/diagramLayout" Target="../diagrams/layout19.xml"/><Relationship Id="rId10" Type="http://schemas.openxmlformats.org/officeDocument/2006/relationships/diagramLayout" Target="../diagrams/layout20.xml"/><Relationship Id="rId4" Type="http://schemas.openxmlformats.org/officeDocument/2006/relationships/diagramData" Target="../diagrams/data19.xml"/><Relationship Id="rId9" Type="http://schemas.openxmlformats.org/officeDocument/2006/relationships/diagramData" Target="../diagrams/data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3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2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3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8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3.xml"/></Relationships>
</file>

<file path=ppt/slides/_rels/slide2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4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24.xml"/><Relationship Id="rId5" Type="http://schemas.openxmlformats.org/officeDocument/2006/relationships/diagramLayout" Target="../diagrams/layout24.xml"/><Relationship Id="rId4" Type="http://schemas.openxmlformats.org/officeDocument/2006/relationships/diagramData" Target="../diagrams/data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4.xml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4.xml"/><Relationship Id="rId6" Type="http://schemas.openxmlformats.org/officeDocument/2006/relationships/diagramQuickStyle" Target="../diagrams/quickStyle25.xml"/><Relationship Id="rId5" Type="http://schemas.openxmlformats.org/officeDocument/2006/relationships/diagramLayout" Target="../diagrams/layout25.xml"/><Relationship Id="rId4" Type="http://schemas.openxmlformats.org/officeDocument/2006/relationships/diagramData" Target="../diagrams/data25.xml"/></Relationships>
</file>

<file path=ppt/slides/_rels/slide3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6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8.xml"/><Relationship Id="rId6" Type="http://schemas.openxmlformats.org/officeDocument/2006/relationships/diagramQuickStyle" Target="../diagrams/quickStyle26.xml"/><Relationship Id="rId5" Type="http://schemas.openxmlformats.org/officeDocument/2006/relationships/diagramLayout" Target="../diagrams/layout26.xml"/><Relationship Id="rId4" Type="http://schemas.openxmlformats.org/officeDocument/2006/relationships/diagramData" Target="../diagrams/data26.xml"/></Relationships>
</file>

<file path=ppt/slides/_rels/slide3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4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368760" y="1988840"/>
            <a:ext cx="6406480" cy="23042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-SA" dirty="0"/>
              <a:t>الوحدة 19</a:t>
            </a:r>
            <a:br>
              <a:rPr lang="ar-SA" altLang="en-US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ar-SA" dirty="0">
                <a:effectLst/>
                <a:latin typeface="Helvetica" pitchFamily="2" charset="0"/>
              </a:rPr>
              <a:t>تقنيات العرض والترويج البصري لمتاجر البيع بالتجزئة</a:t>
            </a:r>
            <a:r>
              <a:rPr lang="ar-EG" dirty="0">
                <a:effectLst/>
                <a:latin typeface="Helvetica" pitchFamily="2" charset="0"/>
              </a:rPr>
              <a:t> </a:t>
            </a:r>
            <a:br>
              <a:rPr lang="ar-SA" dirty="0">
                <a:effectLst/>
                <a:latin typeface="Helvetica" pitchFamily="2" charset="0"/>
              </a:rPr>
            </a:br>
            <a:br>
              <a:rPr lang="ar-SA" altLang="en-US" dirty="0"/>
            </a:br>
            <a:br>
              <a:rPr lang="ar-SA" altLang="en-US" dirty="0"/>
            </a:br>
            <a:endParaRPr lang="ar-SA" altLang="en-US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-SA" sz="1400" dirty="0"/>
              <a:t>شركة بيرسون إيديوكيشن ليمتد 2023. لا يُسمح بالنسخ إلا للمؤسسة المُشترية فقط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56201AD-5BD4-CE20-FB6F-A75304FDFEC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-SA" dirty="0">
                <a:effectLst/>
                <a:latin typeface="Helvetica" pitchFamily="2" charset="0"/>
              </a:rPr>
              <a:t>تقنيات العرض والترويج البصري </a:t>
            </a:r>
            <a:br>
              <a:rPr lang="ar-SA" dirty="0">
                <a:effectLst/>
                <a:latin typeface="Helvetica" pitchFamily="2" charset="0"/>
              </a:rPr>
            </a:br>
            <a:r>
              <a:rPr lang="ar-SA" dirty="0">
                <a:effectLst/>
                <a:latin typeface="Helvetica" pitchFamily="2" charset="0"/>
              </a:rPr>
              <a:t>لمتاجر البيع بالتجزئة</a:t>
            </a:r>
            <a:endParaRPr lang="ar-SA" altLang="en-US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0012" y="2780928"/>
            <a:ext cx="8424935" cy="37278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latin typeface="+mj-lt"/>
              </a:rPr>
              <a:t>في هذه الوحدة، سيتمكن المتعلمون من: </a:t>
            </a:r>
          </a:p>
          <a:p>
            <a:pPr rtl="1"/>
            <a:r>
              <a:rPr lang="ar-SA" sz="2000" dirty="0">
                <a:latin typeface="+mj-lt"/>
              </a:rPr>
              <a:t>التعرف</a:t>
            </a:r>
            <a:r>
              <a:rPr lang="ar-SA" sz="2000" dirty="0">
                <a:effectLst/>
                <a:latin typeface="+mj-lt"/>
              </a:rPr>
              <a:t>على أنشطة الترويج البصري وتقنيات العرض في البيع بالتجزئة. </a:t>
            </a:r>
          </a:p>
          <a:p>
            <a:pPr rtl="1"/>
            <a:r>
              <a:rPr lang="ar-SA" sz="2000" dirty="0">
                <a:effectLst/>
                <a:latin typeface="+mj-lt"/>
              </a:rPr>
              <a:t>معرفة ما يقوم به المروجون البصريون وكيف يختلف دورهم باختلاف حجم العمل والقطاع الفرعي. </a:t>
            </a:r>
          </a:p>
          <a:p>
            <a:pPr rtl="1"/>
            <a:r>
              <a:rPr lang="ar-SA" sz="2000" dirty="0">
                <a:effectLst/>
                <a:latin typeface="+mj-lt"/>
              </a:rPr>
              <a:t>التعرف على الأدوات والتقنيات التي يستخدمها المروجون البصريون لإنشاء عروض منتجات تجذب الأنظار.</a:t>
            </a:r>
          </a:p>
          <a:p>
            <a:pPr rtl="1"/>
            <a:r>
              <a:rPr lang="ar-SA" sz="2000" dirty="0">
                <a:effectLst/>
                <a:latin typeface="+mj-lt"/>
              </a:rPr>
              <a:t>تطوير مهارات الإبداع من خلال تطبيق هذه الأدوات والتقنيات في سياق البيع بالتجزئة</a:t>
            </a:r>
            <a:r>
              <a:rPr lang="ar-SA" sz="2000" dirty="0">
                <a:latin typeface="Helvetica" pitchFamily="2" charset="0"/>
              </a:rPr>
              <a:t>.</a:t>
            </a:r>
            <a:endParaRPr lang="ar-SA" sz="2000" dirty="0">
              <a:effectLst/>
              <a:latin typeface="+mj-lt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79ECFA1-4D0C-D589-4E7E-C966D5B849C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dirty="0"/>
              <a:t>أهداف التعلم</a:t>
            </a:r>
            <a:endParaRPr lang="ar" altLang="en-US" dirty="0"/>
          </a:p>
        </p:txBody>
      </p:sp>
      <p:graphicFrame>
        <p:nvGraphicFramePr>
          <p:cNvPr id="32773" name="Content Placeholder 3">
            <a:extLst>
              <a:ext uri="{FF2B5EF4-FFF2-40B4-BE49-F238E27FC236}">
                <a16:creationId xmlns:a16="http://schemas.microsoft.com/office/drawing/2014/main" id="{B617BCA7-F402-EA08-9C0C-630C9DA79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267377"/>
              </p:ext>
            </p:extLst>
          </p:nvPr>
        </p:nvGraphicFramePr>
        <p:xfrm>
          <a:off x="468312" y="2195513"/>
          <a:ext cx="8207375" cy="3878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793E96C-E753-266D-41B5-447F2F2FA64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972FC8C-DE48-E72E-644B-B7FEA8508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436013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400" b="1" dirty="0">
                <a:solidFill>
                  <a:schemeClr val="tx2"/>
                </a:solidFill>
              </a:rPr>
              <a:t>هدف التعلم أ - الموضوعات</a:t>
            </a:r>
            <a:endParaRPr lang="ar" altLang="en-US" sz="3400" b="1" dirty="0">
              <a:solidFill>
                <a:schemeClr val="tx2"/>
              </a:solidFill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9CDA05F-3DA7-C077-B12B-81103938F71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61E0-738C-F832-DC86-37065D1A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85" y="1195200"/>
            <a:ext cx="3286003" cy="1153680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dirty="0"/>
              <a:t>أ-1 أنشطة الترويج البصري </a:t>
            </a:r>
            <a:r>
              <a:rPr lang="ar" dirty="0">
                <a:effectLst/>
              </a:rPr>
              <a:t>(1)</a:t>
            </a:r>
            <a:endParaRPr lang="a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88F95-6533-30D6-EAF4-23FD11C7F1B0}"/>
              </a:ext>
            </a:extLst>
          </p:cNvPr>
          <p:cNvSpPr txBox="1"/>
          <p:nvPr/>
        </p:nvSpPr>
        <p:spPr bwMode="auto">
          <a:xfrm>
            <a:off x="5678486" y="2800499"/>
            <a:ext cx="3008313" cy="15646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" sz="2800" dirty="0">
                <a:ea typeface="Arial" charset="0"/>
              </a:rPr>
              <a:t>لماذا تستخدم المتاجر </a:t>
            </a:r>
            <a:r>
              <a:rPr lang="ar" sz="2800" b="1" dirty="0">
                <a:effectLst/>
                <a:ea typeface="Arial" charset="0"/>
              </a:rPr>
              <a:t>الترويج البصري؟</a:t>
            </a:r>
            <a:endParaRPr lang="ar" sz="2800" dirty="0">
              <a:effectLst/>
              <a:ea typeface="Arial" charset="0"/>
            </a:endParaRPr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D646C722-8D09-E294-4FF5-E0A4C45182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681061"/>
              </p:ext>
            </p:extLst>
          </p:nvPr>
        </p:nvGraphicFramePr>
        <p:xfrm>
          <a:off x="462722" y="1412776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D8C040-5568-6B7C-FE4A-94486A8665F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236349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A245-74F7-02D9-D34C-114F6B0A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345" y="980728"/>
            <a:ext cx="8362454" cy="937657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/>
          <a:p>
            <a:pPr algn="ctr" rtl="1">
              <a:lnSpc>
                <a:spcPct val="90000"/>
              </a:lnSpc>
            </a:pPr>
            <a:br>
              <a:rPr lang="ar-SA" sz="1400" dirty="0">
                <a:effectLst/>
              </a:rPr>
            </a:br>
            <a:r>
              <a:rPr lang="ar-SA" sz="3200" dirty="0"/>
              <a:t>أ-1 أنشطة الترويج البصري (2)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8814CB1-1782-F21D-CC62-6A4FE5257C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951003"/>
              </p:ext>
            </p:extLst>
          </p:nvPr>
        </p:nvGraphicFramePr>
        <p:xfrm>
          <a:off x="467544" y="2045191"/>
          <a:ext cx="5111751" cy="4353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3CBBC0-85D0-E44B-46F3-B7CFA5E7247D}"/>
              </a:ext>
            </a:extLst>
          </p:cNvPr>
          <p:cNvSpPr txBox="1"/>
          <p:nvPr/>
        </p:nvSpPr>
        <p:spPr bwMode="auto">
          <a:xfrm>
            <a:off x="5796136" y="2780928"/>
            <a:ext cx="2666123" cy="28803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-SA" sz="2800" dirty="0">
                <a:ea typeface="Arial" charset="0"/>
              </a:rPr>
              <a:t>كيف يفعل الترويج البصري ذلك؟</a:t>
            </a:r>
          </a:p>
          <a:p>
            <a:pPr rtl="1">
              <a:spcBef>
                <a:spcPct val="20000"/>
              </a:spcBef>
            </a:pPr>
            <a:endParaRPr lang="ar-SA" sz="2800" dirty="0">
              <a:ea typeface="Arial" charset="0"/>
            </a:endParaRPr>
          </a:p>
          <a:p>
            <a:pPr rtl="1">
              <a:spcBef>
                <a:spcPct val="20000"/>
              </a:spcBef>
            </a:pPr>
            <a:r>
              <a:rPr lang="ar-SA" sz="2800" dirty="0">
                <a:ea typeface="Arial" charset="0"/>
              </a:rPr>
              <a:t>تُعين المتاجر المروجين البصريين من أجل: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3F46C8-111B-F66B-3DEC-E0446CD95AB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278694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E1A3A052-250F-2592-674F-0F3FD61C5B1D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4000" dirty="0"/>
              <a:t>أ-1 أنشطة الترويج البصري (3)</a:t>
            </a:r>
            <a:endParaRPr lang="ar" altLang="en-US" sz="3700" kern="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609AC07-8AB2-E4F2-BCCD-D9E8180F807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04608369"/>
              </p:ext>
            </p:extLst>
          </p:nvPr>
        </p:nvGraphicFramePr>
        <p:xfrm>
          <a:off x="576262" y="2467617"/>
          <a:ext cx="7991475" cy="4113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A326F7D-F0CD-F214-CE84-C9B497DBE45B}"/>
              </a:ext>
            </a:extLst>
          </p:cNvPr>
          <p:cNvSpPr txBox="1"/>
          <p:nvPr/>
        </p:nvSpPr>
        <p:spPr>
          <a:xfrm>
            <a:off x="323528" y="2067507"/>
            <a:ext cx="849694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400" dirty="0"/>
              <a:t>يمكن أن يعمل المروجون البصريون وحدهم أو ضمن فريق. </a:t>
            </a:r>
          </a:p>
          <a:p>
            <a:pPr algn="ctr" rtl="1"/>
            <a:r>
              <a:rPr lang="ar" sz="2400" dirty="0"/>
              <a:t>وتشمل أنشطتهم: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B9CBF-5C2E-0ABA-1953-8DBB993713E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5296140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rtl="1">
              <a:lnSpc>
                <a:spcPct val="90000"/>
              </a:lnSpc>
              <a:spcAft>
                <a:spcPts val="600"/>
              </a:spcAft>
            </a:pPr>
            <a:r>
              <a:rPr lang="ar-SA" sz="2000" b="1" dirty="0"/>
              <a:t>أ-1 أنشطة الترويج البصري (4)</a:t>
            </a:r>
            <a:endParaRPr lang="ar-SA" altLang="en-US" sz="2000" b="1" kern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9CF2C-95D5-9893-9478-7EA71C189178}"/>
              </a:ext>
            </a:extLst>
          </p:cNvPr>
          <p:cNvSpPr txBox="1"/>
          <p:nvPr/>
        </p:nvSpPr>
        <p:spPr bwMode="auto">
          <a:xfrm>
            <a:off x="5697623" y="2755809"/>
            <a:ext cx="3008313" cy="86564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-SA" dirty="0"/>
              <a:t>وظيفة المروج البصري يمكن </a:t>
            </a:r>
            <a:br>
              <a:rPr lang="ar-SA" dirty="0"/>
            </a:br>
            <a:r>
              <a:rPr lang="ar-SA" dirty="0"/>
              <a:t>أن تشمل: </a:t>
            </a:r>
            <a:endParaRPr lang="ar-SA" sz="2000" dirty="0">
              <a:effectLst/>
              <a:ea typeface="Arial" charset="0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097B67E-B8AA-C1E8-E32E-70C8591C62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33091"/>
              </p:ext>
            </p:extLst>
          </p:nvPr>
        </p:nvGraphicFramePr>
        <p:xfrm>
          <a:off x="462124" y="1412776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A13C0149-1253-A9E2-6ECB-7170DA210CA2}"/>
              </a:ext>
            </a:extLst>
          </p:cNvPr>
          <p:cNvGrpSpPr/>
          <p:nvPr/>
        </p:nvGrpSpPr>
        <p:grpSpPr>
          <a:xfrm>
            <a:off x="5876668" y="4320653"/>
            <a:ext cx="2611950" cy="1445715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99C7CE-0617-3C15-9808-B4D60F2FFC7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EE921CA-CE16-76BD-A76E-FB8733E515FB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يمكنك التفكير في متجر لديه ترويج بصري متميز؟ ما الذي يعجبك فيه؟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BBF7E-028D-FB0B-5646-7F97F57AFB1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7832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sz="2800" kern="0" dirty="0"/>
              <a:t>أ-2 مسئوليات المروجين البصريين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8155" y="2231464"/>
            <a:ext cx="3669927" cy="1665047"/>
          </a:xfrm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-SA" dirty="0">
                <a:effectLst/>
              </a:rPr>
              <a:t>عمل المروجين البصريين يتجاوز وضع الملابس على المانيكانات وترتيب الأواني والقدور.</a:t>
            </a:r>
            <a:r>
              <a:rPr lang="ar-SA" dirty="0"/>
              <a:t>.</a:t>
            </a:r>
            <a:endParaRPr lang="ar-SA" dirty="0">
              <a:effectLst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6100C89-9D7E-A07D-7C6A-195BFEA9FDF7}"/>
              </a:ext>
            </a:extLst>
          </p:cNvPr>
          <p:cNvGrpSpPr/>
          <p:nvPr/>
        </p:nvGrpSpPr>
        <p:grpSpPr>
          <a:xfrm>
            <a:off x="5005759" y="4068987"/>
            <a:ext cx="3310657" cy="2393475"/>
            <a:chOff x="0" y="353532"/>
            <a:chExt cx="2564804" cy="15388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2DA73F-DD56-6290-BD29-77AF46B35002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1446F5D-5BD6-EE91-5FD0-CCB57DAFF658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ما هي المسؤوليات الأخرى التي يمكن </a:t>
              </a:r>
              <a:br>
                <a:rPr lang="ar-EG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أن يضطلع بها المروجون البصريون </a:t>
              </a:r>
              <a:br>
                <a:rPr lang="ar-EG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في المتاجر الكبرى؟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3FB492F1-41E3-7928-DAAE-8038B8AD63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5838" y="2308063"/>
            <a:ext cx="3544034" cy="358187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6F2C04A-F5E3-B246-2637-5D16732B0C9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0867575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2800" kern="0" dirty="0"/>
              <a:t>أ-2 مسئوليات المروجين البصريين (2)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4B893749-1C94-4C7B-8F69-60F0599C2F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2172406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F9D1C9-AAB5-9DC3-C77F-0D097EDD933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6095459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" sz="2800" kern="0" dirty="0"/>
              <a:t>أ-2 مسئوليات المروجين البصريين (3)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4B893749-1C94-4C7B-8F69-60F0599C2F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3296512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6973F96-B65D-8CFE-245C-2E1AA7AA5D9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848181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rtl="1">
              <a:spcAft>
                <a:spcPts val="600"/>
              </a:spcAft>
            </a:pPr>
            <a:r>
              <a:rPr lang="ar-SA" sz="2000" b="1" kern="0" dirty="0"/>
              <a:t>أ-3 حجم منافذ البيع بالتجزئة والقطاعات الفرعية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60E69-DA57-7903-A57B-CDFE1C7C6E02}"/>
              </a:ext>
            </a:extLst>
          </p:cNvPr>
          <p:cNvSpPr txBox="1"/>
          <p:nvPr/>
        </p:nvSpPr>
        <p:spPr bwMode="auto">
          <a:xfrm>
            <a:off x="5684844" y="2096007"/>
            <a:ext cx="3008313" cy="19442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spcBef>
                <a:spcPct val="20000"/>
              </a:spcBef>
            </a:pPr>
            <a:r>
              <a:rPr lang="ar-SA" sz="28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ما هي قطاعات البيع بالتجزئة التي تستعين بالترويج البصري؟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D53D68D-3907-C7F2-AF21-3B5904830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9647533"/>
              </p:ext>
            </p:extLst>
          </p:nvPr>
        </p:nvGraphicFramePr>
        <p:xfrm>
          <a:off x="457199" y="1195201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F1D75DD3-2EB8-EBEA-75D4-3F3A4DD011E4}"/>
              </a:ext>
            </a:extLst>
          </p:cNvPr>
          <p:cNvGrpSpPr/>
          <p:nvPr/>
        </p:nvGrpSpPr>
        <p:grpSpPr>
          <a:xfrm>
            <a:off x="5805801" y="4149080"/>
            <a:ext cx="3014671" cy="2097358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A20BAE-8F45-6CFF-DFF1-9A0AFB32D59D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FDF3AEE-A016-91EE-B60F-3EBD97871596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يمكنك التفكير في متجر صغير طريقة عرض المنتجات فيه ممتازة؟</a:t>
              </a:r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85224DBF-70C1-14BF-C14C-D066B5BA28C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34272358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sz="3700" kern="0" dirty="0"/>
              <a:t>أ-3 حجم منافذ البيع بالتجزئة والقطاعات الفرعية (2)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D53D68D-3907-C7F2-AF21-3B5904830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525119"/>
              </p:ext>
            </p:extLst>
          </p:nvPr>
        </p:nvGraphicFramePr>
        <p:xfrm>
          <a:off x="421906" y="2708920"/>
          <a:ext cx="8207375" cy="3436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2B60E69-DA57-7903-A57B-CDFE1C7C6E02}"/>
              </a:ext>
            </a:extLst>
          </p:cNvPr>
          <p:cNvSpPr txBox="1"/>
          <p:nvPr/>
        </p:nvSpPr>
        <p:spPr>
          <a:xfrm>
            <a:off x="457200" y="2058988"/>
            <a:ext cx="822960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sz="2800" dirty="0">
                <a:effectLst/>
                <a:latin typeface="Helvetica" pitchFamily="2" charset="0"/>
              </a:rPr>
              <a:t>كيف يؤثر حجم أعمال متاجر البيع بالتجزئة على عمل </a:t>
            </a:r>
            <a:br>
              <a:rPr lang="ar-SA" sz="2800" dirty="0">
                <a:effectLst/>
                <a:latin typeface="Helvetica" pitchFamily="2" charset="0"/>
              </a:rPr>
            </a:br>
            <a:r>
              <a:rPr lang="ar-SA" sz="2800" dirty="0">
                <a:effectLst/>
                <a:latin typeface="Helvetica" pitchFamily="2" charset="0"/>
              </a:rPr>
              <a:t>المروجين البصريين</a:t>
            </a:r>
            <a:r>
              <a:rPr lang="ar-SA" sz="2800" dirty="0"/>
              <a:t>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65C0C-4A6D-9D74-8E79-541833928A8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0041556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FDC1F86B-3941-26C0-7786-3AE5DF542C80}"/>
              </a:ext>
            </a:extLst>
          </p:cNvPr>
          <p:cNvSpPr txBox="1">
            <a:spLocks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algn="r" rtl="1">
              <a:spcAft>
                <a:spcPts val="600"/>
              </a:spcAft>
            </a:pPr>
            <a:r>
              <a:rPr lang="ar-SA" sz="2000" kern="0" dirty="0"/>
              <a:t>أ-3 حجم منافذ البيع بالتجزئة والقطاعات الفرعية (3)</a:t>
            </a:r>
            <a:endParaRPr lang="ar-SA" altLang="en-US" sz="2000" b="1" kern="0" dirty="0"/>
          </a:p>
        </p:txBody>
      </p:sp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346670E2-04EE-0F86-EBD8-512776621A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832738"/>
              </p:ext>
            </p:extLst>
          </p:nvPr>
        </p:nvGraphicFramePr>
        <p:xfrm>
          <a:off x="457199" y="1195201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6E96BB6C-F443-1E34-7B3A-FF0A121864B7}"/>
              </a:ext>
            </a:extLst>
          </p:cNvPr>
          <p:cNvGrpSpPr/>
          <p:nvPr/>
        </p:nvGrpSpPr>
        <p:grpSpPr>
          <a:xfrm>
            <a:off x="5800663" y="3717032"/>
            <a:ext cx="3014671" cy="2097358"/>
            <a:chOff x="0" y="353532"/>
            <a:chExt cx="2564804" cy="15388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6A91A2-2968-6B82-4B94-BA989397E935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0B7385-DE9A-6C0C-40A4-98D57F2B610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يمكنك ضرب مثال محلي </a:t>
              </a:r>
              <a:br>
                <a:rPr lang="ar-EG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على كل نوع من أنواع هذه المتاجر؟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B857AB5-F677-0135-1B29-0CEB42505C87}"/>
              </a:ext>
            </a:extLst>
          </p:cNvPr>
          <p:cNvSpPr txBox="1"/>
          <p:nvPr/>
        </p:nvSpPr>
        <p:spPr>
          <a:xfrm>
            <a:off x="5800663" y="2433082"/>
            <a:ext cx="3014671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-SA" sz="2000" dirty="0"/>
              <a:t>يعمل المروجون البصريون </a:t>
            </a:r>
            <a:br>
              <a:rPr lang="ar-SA" sz="2000" dirty="0"/>
            </a:br>
            <a:r>
              <a:rPr lang="ar-SA" sz="2000" dirty="0"/>
              <a:t>في العديد من أنواع منافذ </a:t>
            </a:r>
            <a:br>
              <a:rPr lang="ar-EG" sz="2000" dirty="0"/>
            </a:br>
            <a:r>
              <a:rPr lang="ar-SA" sz="2000" dirty="0"/>
              <a:t>البيع بالتجزئة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81541FD-0EC0-0D3E-DE57-78C8C7E3B29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9937148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E62777D-D45E-9D70-96A7-60AE21F39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505608"/>
          </a:xfrm>
        </p:spPr>
        <p:txBody>
          <a:bodyPr rtlCol="1"/>
          <a:lstStyle/>
          <a:p>
            <a:pPr rtl="1"/>
            <a:r>
              <a:rPr lang="ar-SA" sz="2400" kern="0" dirty="0"/>
              <a:t>أ-3 حجم منافذ البيع بالتجزئة والقطاعات الفرعية (4)</a:t>
            </a:r>
            <a:endParaRPr lang="ar-SA" sz="2400" dirty="0"/>
          </a:p>
        </p:txBody>
      </p:sp>
      <p:graphicFrame>
        <p:nvGraphicFramePr>
          <p:cNvPr id="15" name="TextBox 6">
            <a:extLst>
              <a:ext uri="{FF2B5EF4-FFF2-40B4-BE49-F238E27FC236}">
                <a16:creationId xmlns:a16="http://schemas.microsoft.com/office/drawing/2014/main" id="{AA363B12-0C08-F0E7-EDD9-3084B9F986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7723982"/>
              </p:ext>
            </p:extLst>
          </p:nvPr>
        </p:nvGraphicFramePr>
        <p:xfrm>
          <a:off x="668660" y="1772816"/>
          <a:ext cx="7806681" cy="3442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2" name="Group 11">
            <a:extLst>
              <a:ext uri="{FF2B5EF4-FFF2-40B4-BE49-F238E27FC236}">
                <a16:creationId xmlns:a16="http://schemas.microsoft.com/office/drawing/2014/main" id="{A626EF57-5925-96E9-B842-A08E4C33F4C7}"/>
              </a:ext>
            </a:extLst>
          </p:cNvPr>
          <p:cNvGrpSpPr/>
          <p:nvPr/>
        </p:nvGrpSpPr>
        <p:grpSpPr>
          <a:xfrm>
            <a:off x="400978" y="4725144"/>
            <a:ext cx="2730862" cy="1584176"/>
            <a:chOff x="0" y="353532"/>
            <a:chExt cx="2564804" cy="15388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EFABC5-D2E2-AD2E-1CE6-64992A883DEC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249E497-1E07-DECC-913C-0A159359EA1A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كيف ولماذا تختلف المعروضات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في هذه المتاجر؟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107CE8-EAB4-F50D-9B41-127A74FD2205}"/>
              </a:ext>
            </a:extLst>
          </p:cNvPr>
          <p:cNvGrpSpPr/>
          <p:nvPr/>
        </p:nvGrpSpPr>
        <p:grpSpPr>
          <a:xfrm>
            <a:off x="6228184" y="4831026"/>
            <a:ext cx="2730862" cy="1512168"/>
            <a:chOff x="0" y="353532"/>
            <a:chExt cx="2564804" cy="1538882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080FAF0-7AA7-4AA2-3121-8BD2653D082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410011-F0E7-4450-9087-8426F8639A4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ما الذي تعتقد أنه يدخل ضمن السلع البصرية والسلع الترفيهية؟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2DC62D0-6114-089B-F453-046846488A7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8473484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400" b="1" dirty="0">
                <a:solidFill>
                  <a:schemeClr val="tx2"/>
                </a:solidFill>
              </a:rPr>
              <a:t>هدف التعلم ب - الموضوعات</a:t>
            </a:r>
            <a:endParaRPr lang="ar-SA" altLang="en-US" sz="3400" b="1" dirty="0">
              <a:solidFill>
                <a:schemeClr val="tx2"/>
              </a:solidFill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E3C0C4FA-B447-ECCC-3D22-A8513DC29FCC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892106724"/>
              </p:ext>
            </p:extLst>
          </p:nvPr>
        </p:nvGraphicFramePr>
        <p:xfrm>
          <a:off x="457200" y="2195513"/>
          <a:ext cx="8207375" cy="4041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26EC1B6-EA75-FAD0-3635-04DF9651FC9B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434218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5" y="1195200"/>
            <a:ext cx="3141986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b="1" dirty="0">
                <a:solidFill>
                  <a:schemeClr val="tx2"/>
                </a:solidFill>
                <a:effectLst/>
              </a:rPr>
              <a:t>ب-1 التقنيات التي يستخدمها المروجون البصريون (1)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CBAD16E4-0D6D-392C-85A6-036FFC73E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8486" y="2348880"/>
            <a:ext cx="3008313" cy="2160240"/>
          </a:xfrm>
        </p:spPr>
        <p:txBody>
          <a:bodyPr rtlCol="1"/>
          <a:lstStyle/>
          <a:p>
            <a:pPr rtl="1"/>
            <a:r>
              <a:rPr lang="ar-SA" sz="2000" dirty="0"/>
              <a:t>يمكن أن يستخدم المروجون البصريون </a:t>
            </a:r>
            <a:r>
              <a:rPr lang="ar-SA" sz="2000" b="1" dirty="0"/>
              <a:t>تقنيات نفسية </a:t>
            </a:r>
            <a:r>
              <a:rPr lang="ar-SA" sz="2000" dirty="0"/>
              <a:t>مادية وغير مادية ونفسية لمخاطبة </a:t>
            </a:r>
            <a:br>
              <a:rPr lang="en-US" sz="2000" dirty="0"/>
            </a:br>
            <a:r>
              <a:rPr lang="ar-SA" sz="2000" dirty="0"/>
              <a:t>حواس العملاء</a:t>
            </a:r>
          </a:p>
        </p:txBody>
      </p:sp>
      <p:graphicFrame>
        <p:nvGraphicFramePr>
          <p:cNvPr id="34823" name="TextBox 6">
            <a:extLst>
              <a:ext uri="{FF2B5EF4-FFF2-40B4-BE49-F238E27FC236}">
                <a16:creationId xmlns:a16="http://schemas.microsoft.com/office/drawing/2014/main" id="{07E09B40-4D63-6FCF-9876-CAB28C274C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3793942"/>
              </p:ext>
            </p:extLst>
          </p:nvPr>
        </p:nvGraphicFramePr>
        <p:xfrm>
          <a:off x="457201" y="1595934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EC7A208C-C928-E6C7-BE53-3C4B0D1B743F}"/>
              </a:ext>
            </a:extLst>
          </p:cNvPr>
          <p:cNvGrpSpPr/>
          <p:nvPr/>
        </p:nvGrpSpPr>
        <p:grpSpPr>
          <a:xfrm>
            <a:off x="5872976" y="4581129"/>
            <a:ext cx="2947496" cy="1800200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338B6B-3969-4C4F-02A0-B7884635844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9EEBBD-FFCE-4FA9-DEC5-751529B4ACA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 قد تستخدم المتاجر هذه التقنيات؟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يمكنك ضرب أمثلة على المتاجر التي تستخدم هذه التقنيات؟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FCDE70D-FEAE-505A-28E2-F1614BE8019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800" dirty="0">
                <a:solidFill>
                  <a:schemeClr val="tx2"/>
                </a:solidFill>
                <a:effectLst/>
              </a:rPr>
              <a:t>ب-1 التقنيات التي يستخدمها المروجون البصريون (2)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A9C0C79C-070C-B90A-FFAC-28382AB15199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463425874"/>
              </p:ext>
            </p:extLst>
          </p:nvPr>
        </p:nvGraphicFramePr>
        <p:xfrm>
          <a:off x="4649203" y="2587104"/>
          <a:ext cx="3816424" cy="3745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0C86C14-A748-6C86-0263-BB240CE8F169}"/>
              </a:ext>
            </a:extLst>
          </p:cNvPr>
          <p:cNvSpPr txBox="1"/>
          <p:nvPr/>
        </p:nvSpPr>
        <p:spPr>
          <a:xfrm>
            <a:off x="1238171" y="2171605"/>
            <a:ext cx="672680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spcBef>
                <a:spcPts val="1800"/>
              </a:spcBef>
              <a:spcAft>
                <a:spcPts val="600"/>
              </a:spcAft>
            </a:pPr>
            <a:r>
              <a:rPr lang="a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يمكن أن تستخدم متاجر البيع بالتجزئة تقنيات أخرى: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1DE19720-5AC7-046A-7C3B-A06BD9ABF8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1740061"/>
              </p:ext>
            </p:extLst>
          </p:nvPr>
        </p:nvGraphicFramePr>
        <p:xfrm>
          <a:off x="784367" y="2843026"/>
          <a:ext cx="3666522" cy="3186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DF5F5D2-D7B8-8213-9CA5-109D0A1C22E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409244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5" y="1195200"/>
            <a:ext cx="3141986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b="1" dirty="0">
                <a:solidFill>
                  <a:schemeClr val="tx2"/>
                </a:solidFill>
                <a:effectLst/>
              </a:rPr>
              <a:t>ب-1 التقنيات التي يستخدمها المروجون البصريون (3)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CBAD16E4-0D6D-392C-85A6-036FFC73E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8486" y="2132857"/>
            <a:ext cx="3008313" cy="2376263"/>
          </a:xfrm>
        </p:spPr>
        <p:txBody>
          <a:bodyPr rtlCol="1"/>
          <a:lstStyle/>
          <a:p>
            <a:pPr rtl="1"/>
            <a:r>
              <a:rPr lang="ar-SA" sz="2400" dirty="0"/>
              <a:t>يمكن أن يستخدم المروجون البصريون تقنيات </a:t>
            </a:r>
            <a:r>
              <a:rPr lang="ar-SA" sz="2400" b="1" dirty="0"/>
              <a:t>العرض </a:t>
            </a:r>
            <a:r>
              <a:rPr lang="ar-SA" sz="2400" dirty="0"/>
              <a:t>لجذب الزبائن.</a:t>
            </a:r>
          </a:p>
        </p:txBody>
      </p:sp>
      <p:graphicFrame>
        <p:nvGraphicFramePr>
          <p:cNvPr id="34823" name="TextBox 6">
            <a:extLst>
              <a:ext uri="{FF2B5EF4-FFF2-40B4-BE49-F238E27FC236}">
                <a16:creationId xmlns:a16="http://schemas.microsoft.com/office/drawing/2014/main" id="{07E09B40-4D63-6FCF-9876-CAB28C274C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862473"/>
              </p:ext>
            </p:extLst>
          </p:nvPr>
        </p:nvGraphicFramePr>
        <p:xfrm>
          <a:off x="457201" y="1595934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EC7A208C-C928-E6C7-BE53-3C4B0D1B743F}"/>
              </a:ext>
            </a:extLst>
          </p:cNvPr>
          <p:cNvGrpSpPr/>
          <p:nvPr/>
        </p:nvGrpSpPr>
        <p:grpSpPr>
          <a:xfrm>
            <a:off x="5872976" y="4581129"/>
            <a:ext cx="2947496" cy="1800200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338B6B-3969-4C4F-02A0-B7884635844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9EEBBD-FFCE-4FA9-DEC5-751529B4ACA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تفضل التسوق بنفسك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(البيع المفتوح) أو طلب المساعدة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من البائع (البيع المغلق)؟ ولماذا؟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252AA75-5401-B85D-D372-EE11BE69CA0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299398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78" y="1052736"/>
            <a:ext cx="3141986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lnSpc>
                <a:spcPct val="90000"/>
              </a:lnSpc>
              <a:spcAft>
                <a:spcPts val="600"/>
              </a:spcAft>
            </a:pPr>
            <a:r>
              <a:rPr lang="ar-SA" b="1" dirty="0">
                <a:solidFill>
                  <a:schemeClr val="tx2"/>
                </a:solidFill>
                <a:effectLst/>
              </a:rPr>
              <a:t>ب-1 التقنيات التي يستخدمها المروجون البصريون (4)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CBAD16E4-0D6D-392C-85A6-036FFC73E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9551" y="2240868"/>
            <a:ext cx="3008313" cy="2376263"/>
          </a:xfrm>
        </p:spPr>
        <p:txBody>
          <a:bodyPr rtlCol="1"/>
          <a:lstStyle/>
          <a:p>
            <a:pPr rtl="1"/>
            <a:r>
              <a:rPr lang="ar-SA" sz="2400" dirty="0">
                <a:effectLst/>
              </a:rPr>
              <a:t>يمكن أن يستخدم المروجون البصريون تقنيات أخرى لجذب الزبائن.</a:t>
            </a:r>
          </a:p>
          <a:p>
            <a:pPr rtl="1"/>
            <a:endParaRPr lang="ar-SA" dirty="0"/>
          </a:p>
        </p:txBody>
      </p:sp>
      <p:graphicFrame>
        <p:nvGraphicFramePr>
          <p:cNvPr id="34823" name="TextBox 6">
            <a:extLst>
              <a:ext uri="{FF2B5EF4-FFF2-40B4-BE49-F238E27FC236}">
                <a16:creationId xmlns:a16="http://schemas.microsoft.com/office/drawing/2014/main" id="{07E09B40-4D63-6FCF-9876-CAB28C274C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300985"/>
              </p:ext>
            </p:extLst>
          </p:nvPr>
        </p:nvGraphicFramePr>
        <p:xfrm>
          <a:off x="3692698" y="1196752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EC7A208C-C928-E6C7-BE53-3C4B0D1B743F}"/>
              </a:ext>
            </a:extLst>
          </p:cNvPr>
          <p:cNvGrpSpPr/>
          <p:nvPr/>
        </p:nvGrpSpPr>
        <p:grpSpPr>
          <a:xfrm>
            <a:off x="307901" y="4545124"/>
            <a:ext cx="2947496" cy="1800200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338B6B-3969-4C4F-02A0-B7884635844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9EEBBD-FFCE-4FA9-DEC5-751529B4ACA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سبق لك استخدام رمز الاستجابة السريعة (QR code) عند التسوق؟</a:t>
              </a:r>
            </a:p>
          </p:txBody>
        </p:sp>
      </p:grpSp>
      <p:pic>
        <p:nvPicPr>
          <p:cNvPr id="2" name="Picture 1" descr="A qr code scanning on a cell phone&#10;&#10;Description automatically generated">
            <a:extLst>
              <a:ext uri="{FF2B5EF4-FFF2-40B4-BE49-F238E27FC236}">
                <a16:creationId xmlns:a16="http://schemas.microsoft.com/office/drawing/2014/main" id="{6E137A3E-1162-BF9D-9453-F95AD8FA5EA5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1854" y="5360386"/>
            <a:ext cx="1512169" cy="98493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7631B-406C-1369-5908-9E609CC73F1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915065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800" dirty="0">
                <a:solidFill>
                  <a:schemeClr val="tx2"/>
                </a:solidFill>
                <a:effectLst/>
              </a:rPr>
              <a:t>ب-1 التقنيات التي يستخدمها المروجون البصريون (5)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A9C0C79C-070C-B90A-FFAC-28382AB15199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465267462"/>
              </p:ext>
            </p:extLst>
          </p:nvPr>
        </p:nvGraphicFramePr>
        <p:xfrm>
          <a:off x="4860640" y="2817937"/>
          <a:ext cx="3671800" cy="3491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0C86C14-A748-6C86-0263-BB240CE8F169}"/>
              </a:ext>
            </a:extLst>
          </p:cNvPr>
          <p:cNvSpPr txBox="1"/>
          <p:nvPr/>
        </p:nvSpPr>
        <p:spPr>
          <a:xfrm>
            <a:off x="1208597" y="2207735"/>
            <a:ext cx="6726807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spcBef>
                <a:spcPts val="1800"/>
              </a:spcBef>
              <a:spcAft>
                <a:spcPts val="600"/>
              </a:spcAft>
            </a:pPr>
            <a:r>
              <a:rPr lang="ar" sz="24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يمكن أن تضع متاجر البيع بالتجزئة منتجاتها: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1DE19720-5AC7-046A-7C3B-A06BD9ABF8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9448611"/>
              </p:ext>
            </p:extLst>
          </p:nvPr>
        </p:nvGraphicFramePr>
        <p:xfrm>
          <a:off x="899592" y="2817936"/>
          <a:ext cx="3671800" cy="3491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498DF396-882D-C3BB-6C76-790A94512DA4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594241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192" y="1435475"/>
            <a:ext cx="923470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2800" dirty="0">
                <a:solidFill>
                  <a:schemeClr val="tx2"/>
                </a:solidFill>
                <a:effectLst/>
              </a:rPr>
              <a:t>ب-1 التقنيات التي يستخدمها المروجون البصريون (5)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CFB9B2-D334-3779-40ED-00CC302F7C0E}"/>
              </a:ext>
            </a:extLst>
          </p:cNvPr>
          <p:cNvGrpSpPr/>
          <p:nvPr/>
        </p:nvGrpSpPr>
        <p:grpSpPr>
          <a:xfrm>
            <a:off x="4572000" y="4222104"/>
            <a:ext cx="4149811" cy="1697858"/>
            <a:chOff x="0" y="353532"/>
            <a:chExt cx="2564804" cy="13937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03C8F1-89FE-2322-A57C-EBB4D99B5DA7}"/>
                </a:ext>
              </a:extLst>
            </p:cNvPr>
            <p:cNvSpPr/>
            <p:nvPr/>
          </p:nvSpPr>
          <p:spPr>
            <a:xfrm>
              <a:off x="0" y="353532"/>
              <a:ext cx="2564804" cy="1393783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21DF40-F467-5505-0A48-88CA67F28E7F}"/>
                </a:ext>
              </a:extLst>
            </p:cNvPr>
            <p:cNvSpPr txBox="1"/>
            <p:nvPr/>
          </p:nvSpPr>
          <p:spPr>
            <a:xfrm>
              <a:off x="0" y="353532"/>
              <a:ext cx="2564804" cy="12486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فكر في درجة الحرارة - كيف يمكنك عرض كيك الكريمة الطازجة التي يجب الاحتفاظ بها باردة؟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F314BE-EDFD-1646-9341-87F641FDF509}"/>
              </a:ext>
            </a:extLst>
          </p:cNvPr>
          <p:cNvGrpSpPr/>
          <p:nvPr/>
        </p:nvGrpSpPr>
        <p:grpSpPr>
          <a:xfrm>
            <a:off x="4563684" y="2126403"/>
            <a:ext cx="4149811" cy="1840676"/>
            <a:chOff x="0" y="353532"/>
            <a:chExt cx="2564804" cy="15388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233970-AE29-81F3-2D00-18F6A530DB80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317392-E006-AADF-CD80-554B7FEBFC3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endParaRPr lang="ar-SA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ACC4634-EE05-AD01-1058-D4160A3A5E89}"/>
              </a:ext>
            </a:extLst>
          </p:cNvPr>
          <p:cNvSpPr txBox="1"/>
          <p:nvPr/>
        </p:nvSpPr>
        <p:spPr>
          <a:xfrm>
            <a:off x="4820054" y="2381428"/>
            <a:ext cx="3744416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-SA" sz="2000" b="1" dirty="0">
                <a:solidFill>
                  <a:srgbClr val="7030A0"/>
                </a:solidFill>
                <a:effectLst/>
                <a:latin typeface="+mn-lt"/>
              </a:rPr>
              <a:t>أسئلة للمناقشة:</a:t>
            </a:r>
          </a:p>
          <a:p>
            <a:pPr marL="0" indent="0" rtl="1">
              <a:buNone/>
            </a:pPr>
            <a:r>
              <a:rPr lang="ar-SA" sz="2000" dirty="0">
                <a:solidFill>
                  <a:srgbClr val="7030A0"/>
                </a:solidFill>
                <a:effectLst/>
                <a:latin typeface="+mn-lt"/>
              </a:rPr>
              <a:t>ما هي المنتجات التي تفضل وضعها في الجزء الخلفي من المتجر؟  ولماذا؟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80A295-6910-D434-03BE-08FDA5ABB516}"/>
              </a:ext>
            </a:extLst>
          </p:cNvPr>
          <p:cNvSpPr txBox="1"/>
          <p:nvPr/>
        </p:nvSpPr>
        <p:spPr>
          <a:xfrm>
            <a:off x="971600" y="2381428"/>
            <a:ext cx="3168352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-SA" sz="2800" dirty="0">
                <a:solidFill>
                  <a:srgbClr val="7030A0"/>
                </a:solidFill>
              </a:rPr>
              <a:t>تخيل أنك في متجر للبقالة.....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471B3-1A2F-CE47-AEB4-59B9C09D65C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410" y="3633788"/>
            <a:ext cx="3600400" cy="2401858"/>
          </a:xfrm>
          <a:prstGeom prst="rect">
            <a:avLst/>
          </a:prstGeom>
        </p:spPr>
      </p:pic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F3C2BA2A-F09D-21B7-5C20-0899B96E5D4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074555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81DF-8FD1-276C-CB99-51F54A1D6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-SA" sz="2800" dirty="0">
                <a:effectLst/>
              </a:rPr>
              <a:t>ب-2 الأدوات التي يستخدمها المروجون البصريون (1)</a:t>
            </a:r>
            <a:endParaRPr lang="ar-SA" sz="2800" dirty="0"/>
          </a:p>
        </p:txBody>
      </p:sp>
      <p:graphicFrame>
        <p:nvGraphicFramePr>
          <p:cNvPr id="12" name="TextBox 9">
            <a:extLst>
              <a:ext uri="{FF2B5EF4-FFF2-40B4-BE49-F238E27FC236}">
                <a16:creationId xmlns:a16="http://schemas.microsoft.com/office/drawing/2014/main" id="{A61F859E-C38E-D1F9-C1EA-1430A84490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602772"/>
              </p:ext>
            </p:extLst>
          </p:nvPr>
        </p:nvGraphicFramePr>
        <p:xfrm>
          <a:off x="457200" y="3573016"/>
          <a:ext cx="8207375" cy="3446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8EFEC36-CAAE-80B3-DCD3-F2FBD22741D6}"/>
              </a:ext>
            </a:extLst>
          </p:cNvPr>
          <p:cNvSpPr txBox="1"/>
          <p:nvPr/>
        </p:nvSpPr>
        <p:spPr>
          <a:xfrm>
            <a:off x="3348952" y="1988840"/>
            <a:ext cx="5193698" cy="144655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sz="2200" dirty="0"/>
              <a:t>المروجون البصريون يقومون ببناء العرض باستخدام الاكسسوارات والديكور لمساعدتهم في سرد "قصة" للمنتج. ويستخدمون في هذا أدوات عمل لبناء العروض، ثم أدوات مثل الجاروف والمكنسة للتنظيف عند الانتهاء.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E5A7249-9553-03AD-EB94-8A5B717F9DAA}"/>
              </a:ext>
            </a:extLst>
          </p:cNvPr>
          <p:cNvGrpSpPr/>
          <p:nvPr/>
        </p:nvGrpSpPr>
        <p:grpSpPr>
          <a:xfrm>
            <a:off x="251520" y="2168036"/>
            <a:ext cx="2808312" cy="1296144"/>
            <a:chOff x="0" y="353532"/>
            <a:chExt cx="2564804" cy="139378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661AEDC-FEE5-DCDA-82E7-0EB7ED21AC68}"/>
                </a:ext>
              </a:extLst>
            </p:cNvPr>
            <p:cNvSpPr/>
            <p:nvPr/>
          </p:nvSpPr>
          <p:spPr>
            <a:xfrm>
              <a:off x="0" y="353532"/>
              <a:ext cx="2564804" cy="1393783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C5AED2-6560-270E-462F-80845882BC31}"/>
                </a:ext>
              </a:extLst>
            </p:cNvPr>
            <p:cNvSpPr txBox="1"/>
            <p:nvPr/>
          </p:nvSpPr>
          <p:spPr>
            <a:xfrm>
              <a:off x="0" y="353532"/>
              <a:ext cx="2564804" cy="12486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b="1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لماذا من المهم بالنسبة للمروجين البصريين أن يقوموا بالتنظيف؟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AD49B-93F4-291B-01F5-7B9A41BC591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123985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192" y="1435475"/>
            <a:ext cx="923470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2800" dirty="0">
                <a:effectLst/>
              </a:rPr>
              <a:t>ب-2 الأدوات التي يستخدمها المروجون البصريون (2)</a:t>
            </a:r>
            <a:endParaRPr lang="ar-SA" sz="2800" dirty="0">
              <a:solidFill>
                <a:schemeClr val="tx2"/>
              </a:solidFill>
              <a:effectLst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CFB9B2-D334-3779-40ED-00CC302F7C0E}"/>
              </a:ext>
            </a:extLst>
          </p:cNvPr>
          <p:cNvGrpSpPr/>
          <p:nvPr/>
        </p:nvGrpSpPr>
        <p:grpSpPr>
          <a:xfrm>
            <a:off x="4617356" y="4293095"/>
            <a:ext cx="4149811" cy="2173708"/>
            <a:chOff x="0" y="353531"/>
            <a:chExt cx="2564804" cy="139378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03C8F1-89FE-2322-A57C-EBB4D99B5DA7}"/>
                </a:ext>
              </a:extLst>
            </p:cNvPr>
            <p:cNvSpPr/>
            <p:nvPr/>
          </p:nvSpPr>
          <p:spPr>
            <a:xfrm>
              <a:off x="0" y="353532"/>
              <a:ext cx="2564804" cy="1393783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21DF40-F467-5505-0A48-88CA67F28E7F}"/>
                </a:ext>
              </a:extLst>
            </p:cNvPr>
            <p:cNvSpPr txBox="1"/>
            <p:nvPr/>
          </p:nvSpPr>
          <p:spPr>
            <a:xfrm>
              <a:off x="0" y="353531"/>
              <a:ext cx="2564804" cy="13937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ويستخدمون الألوان للحصول على استجابة عاطفية من العملاء.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C6F314BE-EDFD-1646-9341-87F641FDF509}"/>
              </a:ext>
            </a:extLst>
          </p:cNvPr>
          <p:cNvGrpSpPr/>
          <p:nvPr/>
        </p:nvGrpSpPr>
        <p:grpSpPr>
          <a:xfrm>
            <a:off x="4572000" y="2197571"/>
            <a:ext cx="4149811" cy="1840676"/>
            <a:chOff x="0" y="353532"/>
            <a:chExt cx="2564804" cy="15388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A233970-AE29-81F3-2D00-18F6A530DB80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317392-E006-AADF-CD80-554B7FEBFC3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endParaRPr lang="ar-SA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ACC4634-EE05-AD01-1058-D4160A3A5E89}"/>
              </a:ext>
            </a:extLst>
          </p:cNvPr>
          <p:cNvSpPr txBox="1"/>
          <p:nvPr/>
        </p:nvSpPr>
        <p:spPr>
          <a:xfrm>
            <a:off x="4617356" y="2721114"/>
            <a:ext cx="394711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2000" dirty="0">
                <a:solidFill>
                  <a:srgbClr val="7030A0"/>
                </a:solidFill>
                <a:latin typeface="+mn-lt"/>
                <a:cs typeface="+mn-cs"/>
              </a:rPr>
              <a:t>يقوم المروجون البصريون بإعداد الأجواء باستخدام الإضاءة وأغطية الأرضيات والمرايا.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224882-1D70-8809-9D8A-E545F78DC3D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576" y="2197571"/>
            <a:ext cx="3226727" cy="4010121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70530F2-0D82-C5D3-1E44-794ACE75B378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0487469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9044F-39A0-6B26-1A62-24FBEF550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800" dirty="0">
                <a:effectLst/>
              </a:rPr>
              <a:t>ب-2 الأدوات التي يستخدمها المروجون البصريون (2)</a:t>
            </a:r>
            <a:endParaRPr lang="ar" sz="2800" dirty="0"/>
          </a:p>
        </p:txBody>
      </p:sp>
      <p:pic>
        <p:nvPicPr>
          <p:cNvPr id="5" name="Content Placeholder 4" descr="A picture containing diagram, sketch, line, rectangle&#10;&#10;Description automatically generated">
            <a:extLst>
              <a:ext uri="{FF2B5EF4-FFF2-40B4-BE49-F238E27FC236}">
                <a16:creationId xmlns:a16="http://schemas.microsoft.com/office/drawing/2014/main" id="{DE596BF8-3B07-802F-37C4-AA4E2D4EB7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199" y="2763190"/>
            <a:ext cx="4027487" cy="2889721"/>
          </a:xfrm>
          <a:prstGeom prst="rect">
            <a:avLst/>
          </a:prstGeom>
          <a:noFill/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7ED3FA-5EB9-BC24-6934-79FC9950D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1" y="2547434"/>
            <a:ext cx="4027488" cy="3321231"/>
          </a:xfrm>
        </p:spPr>
        <p:txBody>
          <a:bodyPr rtlCol="1"/>
          <a:lstStyle/>
          <a:p>
            <a:pPr rtl="1"/>
            <a:r>
              <a:rPr lang="ar" dirty="0"/>
              <a:t>تصميم الرسومات والخطط التوضيحية لعرض تخطيط المتجر وأماكن المنتجات.</a:t>
            </a:r>
          </a:p>
          <a:p>
            <a:pPr rtl="1"/>
            <a:r>
              <a:rPr lang="ar" dirty="0"/>
              <a:t>يمكن إعداد هذه الرسومات باستخدام البرمجيات الحاسوبية أو يدوياً.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41148-E430-C0B8-15BF-12051109E60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692538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5A7487-0EA7-33E0-A4EC-6F442A5451D4}"/>
              </a:ext>
            </a:extLst>
          </p:cNvPr>
          <p:cNvSpPr txBox="1">
            <a:spLocks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/>
            <a:r>
              <a:rPr lang="ar-SA" sz="1800" b="1" kern="0" dirty="0"/>
              <a:t>ب-2 الأدوات التي يستخدمها المروجون البصريون (2)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B1FA529-17AD-21BE-473A-581818CB61CC}"/>
              </a:ext>
            </a:extLst>
          </p:cNvPr>
          <p:cNvSpPr txBox="1">
            <a:spLocks/>
          </p:cNvSpPr>
          <p:nvPr/>
        </p:nvSpPr>
        <p:spPr bwMode="auto">
          <a:xfrm>
            <a:off x="5917332" y="2528899"/>
            <a:ext cx="2769469" cy="1584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rtl="1"/>
            <a:r>
              <a:rPr lang="ar-SA" kern="0" dirty="0">
                <a:latin typeface="+mn-lt"/>
              </a:rPr>
              <a:t>للترويج البصري </a:t>
            </a:r>
            <a:br>
              <a:rPr lang="ar-EG" kern="0" dirty="0">
                <a:latin typeface="+mn-lt"/>
              </a:rPr>
            </a:br>
            <a:r>
              <a:rPr lang="ar-SA" kern="0" dirty="0">
                <a:latin typeface="+mn-lt"/>
              </a:rPr>
              <a:t>فوائد جمة</a:t>
            </a:r>
            <a:endParaRPr lang="ar-SA" sz="3600" kern="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B228B64-92C2-DA31-8A08-F17CFDA73A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9348543"/>
              </p:ext>
            </p:extLst>
          </p:nvPr>
        </p:nvGraphicFramePr>
        <p:xfrm>
          <a:off x="457199" y="1412776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79580EAB-FE59-3065-441F-801FBD17AAA7}"/>
              </a:ext>
            </a:extLst>
          </p:cNvPr>
          <p:cNvGrpSpPr/>
          <p:nvPr/>
        </p:nvGrpSpPr>
        <p:grpSpPr>
          <a:xfrm>
            <a:off x="5868144" y="4581127"/>
            <a:ext cx="2769470" cy="1296144"/>
            <a:chOff x="0" y="353532"/>
            <a:chExt cx="2564804" cy="139378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1FFE266-68A8-BC81-8577-0DF4B6E71844}"/>
                </a:ext>
              </a:extLst>
            </p:cNvPr>
            <p:cNvSpPr/>
            <p:nvPr/>
          </p:nvSpPr>
          <p:spPr>
            <a:xfrm>
              <a:off x="0" y="353532"/>
              <a:ext cx="2564804" cy="1393783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8B2631-D209-F018-D4AF-2928E92030FA}"/>
                </a:ext>
              </a:extLst>
            </p:cNvPr>
            <p:cNvSpPr txBox="1"/>
            <p:nvPr/>
          </p:nvSpPr>
          <p:spPr>
            <a:xfrm>
              <a:off x="0" y="353532"/>
              <a:ext cx="2564804" cy="12486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سبق لك شراء منتج بعد أن رأيته معروضًا؟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7AC59B4-4914-1BEF-D994-2EC730BF673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62358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3400" b="1" dirty="0">
                <a:solidFill>
                  <a:schemeClr val="tx2"/>
                </a:solidFill>
              </a:rPr>
              <a:t>هدف التعلم ج - الموضوعات</a:t>
            </a:r>
            <a:endParaRPr lang="ar" altLang="en-US" sz="3400" b="1" dirty="0">
              <a:solidFill>
                <a:schemeClr val="tx2"/>
              </a:solidFill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E3C0C4FA-B447-ECCC-3D22-A8513DC29FCC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508530289"/>
              </p:ext>
            </p:extLst>
          </p:nvPr>
        </p:nvGraphicFramePr>
        <p:xfrm>
          <a:off x="457200" y="2195513"/>
          <a:ext cx="8207375" cy="4041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4FBE589-350E-17FB-24BC-7E91734696F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046089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486" y="1195200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>
              <a:spcAft>
                <a:spcPts val="600"/>
              </a:spcAft>
            </a:pPr>
            <a:r>
              <a:rPr lang="ar" sz="2000" b="1" dirty="0">
                <a:solidFill>
                  <a:schemeClr val="tx2"/>
                </a:solidFill>
              </a:rPr>
              <a:t>ج-1 أفكار التصميم الداعمة (1)</a:t>
            </a:r>
          </a:p>
        </p:txBody>
      </p:sp>
      <p:sp>
        <p:nvSpPr>
          <p:cNvPr id="34831" name="Text Placeholder 2">
            <a:extLst>
              <a:ext uri="{FF2B5EF4-FFF2-40B4-BE49-F238E27FC236}">
                <a16:creationId xmlns:a16="http://schemas.microsoft.com/office/drawing/2014/main" id="{5041AEC5-9881-2EC0-76FF-AD6EC7DF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78486" y="2132857"/>
            <a:ext cx="3008313" cy="3993307"/>
          </a:xfrm>
        </p:spPr>
        <p:txBody>
          <a:bodyPr rtlCol="1"/>
          <a:lstStyle/>
          <a:p>
            <a:pPr rtl="1"/>
            <a:r>
              <a:rPr lang="ar" sz="2400" dirty="0">
                <a:effectLst/>
                <a:latin typeface="Helvetica" pitchFamily="2" charset="0"/>
              </a:rPr>
              <a:t>يتبع المروجون البصريون تعليمات التصميم التي توضح نطاق المشروع. </a:t>
            </a:r>
          </a:p>
          <a:p>
            <a:pPr rtl="1"/>
            <a:r>
              <a:rPr lang="ar" sz="2400" dirty="0">
                <a:effectLst/>
                <a:latin typeface="Helvetica" pitchFamily="2" charset="0"/>
              </a:rPr>
              <a:t>سوف تظهر أيضًا القيود </a:t>
            </a:r>
            <a:br>
              <a:rPr lang="ar-EG" sz="2400" dirty="0">
                <a:effectLst/>
                <a:latin typeface="Helvetica" pitchFamily="2" charset="0"/>
              </a:rPr>
            </a:br>
            <a:r>
              <a:rPr lang="ar" sz="2400" dirty="0">
                <a:effectLst/>
                <a:latin typeface="Helvetica" pitchFamily="2" charset="0"/>
              </a:rPr>
              <a:t>في الوقت والميزانية.</a:t>
            </a:r>
          </a:p>
          <a:p>
            <a:pPr rtl="1"/>
            <a:r>
              <a:rPr lang="ar" sz="2400" dirty="0">
                <a:latin typeface="Helvetica" pitchFamily="2" charset="0"/>
              </a:rPr>
              <a:t>كما سيصف بوضوح كيفية بناء العرض. </a:t>
            </a:r>
          </a:p>
        </p:txBody>
      </p:sp>
      <p:graphicFrame>
        <p:nvGraphicFramePr>
          <p:cNvPr id="34827" name="Content Placeholder 2">
            <a:extLst>
              <a:ext uri="{FF2B5EF4-FFF2-40B4-BE49-F238E27FC236}">
                <a16:creationId xmlns:a16="http://schemas.microsoft.com/office/drawing/2014/main" id="{0E90EF0F-74CD-0E85-3D63-240E7A5E05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08419"/>
              </p:ext>
            </p:extLst>
          </p:nvPr>
        </p:nvGraphicFramePr>
        <p:xfrm>
          <a:off x="452265" y="1356526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D1834A5-95E8-4037-3DC9-854441F2095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66279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1003946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2800" dirty="0">
                <a:effectLst/>
                <a:latin typeface="Helvetica" pitchFamily="2" charset="0"/>
              </a:rPr>
              <a:t>ج-2 التخطيط لبيئة إيجابية للبيع بالتجزئة (1)</a:t>
            </a:r>
          </a:p>
        </p:txBody>
      </p:sp>
      <p:sp>
        <p:nvSpPr>
          <p:cNvPr id="34825" name="Content Placeholder 2">
            <a:extLst>
              <a:ext uri="{FF2B5EF4-FFF2-40B4-BE49-F238E27FC236}">
                <a16:creationId xmlns:a16="http://schemas.microsoft.com/office/drawing/2014/main" id="{F4509E1B-4D1D-F641-99EB-25A41C2F6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1700808"/>
            <a:ext cx="8238187" cy="949050"/>
          </a:xfrm>
        </p:spPr>
        <p:txBody>
          <a:bodyPr rtlCol="1"/>
          <a:lstStyle/>
          <a:p>
            <a:pPr marL="0" indent="0" algn="ctr" rtl="1">
              <a:buNone/>
            </a:pPr>
            <a:r>
              <a:rPr lang="ar-SA" sz="1800" dirty="0">
                <a:latin typeface="+mn-lt"/>
              </a:rPr>
              <a:t>يستخدم المروجون البصريون مخططات التخطيط </a:t>
            </a:r>
            <a:r>
              <a:rPr lang="ar-SA" sz="1800" dirty="0">
                <a:effectLst/>
                <a:latin typeface="+mn-lt"/>
              </a:rPr>
              <a:t>لإنشاء بيئة توفر تجربة إيجابية للعملاء تحفزهم </a:t>
            </a:r>
            <a:br>
              <a:rPr lang="ar-SA" sz="1800" dirty="0">
                <a:effectLst/>
                <a:latin typeface="+mn-lt"/>
              </a:rPr>
            </a:br>
            <a:r>
              <a:rPr lang="ar-SA" sz="1800" dirty="0">
                <a:effectLst/>
                <a:latin typeface="+mn-lt"/>
              </a:rPr>
              <a:t>على الدخول وشراء المنتجات.</a:t>
            </a:r>
          </a:p>
        </p:txBody>
      </p:sp>
      <p:pic>
        <p:nvPicPr>
          <p:cNvPr id="3" name="Picture 2" descr="A store with clothes on shelves&#10;&#10;Description automatically generated">
            <a:extLst>
              <a:ext uri="{FF2B5EF4-FFF2-40B4-BE49-F238E27FC236}">
                <a16:creationId xmlns:a16="http://schemas.microsoft.com/office/drawing/2014/main" id="{1E14CB55-F8D2-E599-8989-72BD80900DE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3720" y="2647885"/>
            <a:ext cx="5936559" cy="329691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0A26A3A-0D0C-2E3E-9E43-58969E9C999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397372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0A26A3A-0D0C-2E3E-9E43-58969E9C999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90361F-0EB2-3FCC-2DF9-5ECF9E23A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7831977"/>
              </p:ext>
            </p:extLst>
          </p:nvPr>
        </p:nvGraphicFramePr>
        <p:xfrm>
          <a:off x="457201" y="1412776"/>
          <a:ext cx="3970785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EAA48FD-08C4-324F-76B5-F629D7DD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2462" y="1484784"/>
            <a:ext cx="3008313" cy="721632"/>
          </a:xfrm>
        </p:spPr>
        <p:txBody>
          <a:bodyPr wrap="square" rtlCol="1" anchor="b">
            <a:normAutofit/>
          </a:bodyPr>
          <a:lstStyle/>
          <a:p>
            <a:pPr algn="r" rtl="1"/>
            <a:r>
              <a:rPr lang="ar-SA" sz="2000" b="1" dirty="0">
                <a:effectLst/>
              </a:rPr>
              <a:t>ج-2 التخطيط لبيئة إيجابية للبيع بالتجزئة (1)</a:t>
            </a:r>
            <a:endParaRPr lang="ar-SA" sz="2000" b="1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3B90C32-3DBA-E8B8-E96C-60E76A6406FA}"/>
              </a:ext>
            </a:extLst>
          </p:cNvPr>
          <p:cNvSpPr txBox="1">
            <a:spLocks/>
          </p:cNvSpPr>
          <p:nvPr/>
        </p:nvSpPr>
        <p:spPr bwMode="auto">
          <a:xfrm>
            <a:off x="4716016" y="2384883"/>
            <a:ext cx="3754759" cy="284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2000" kern="0" dirty="0">
                <a:latin typeface="+mn-lt"/>
              </a:rPr>
              <a:t>يقوم المروجون البصريون بتصميم </a:t>
            </a:r>
            <a:r>
              <a:rPr lang="ar-SA" sz="2000" b="1" kern="0" dirty="0">
                <a:latin typeface="+mn-lt"/>
              </a:rPr>
              <a:t>مخطط</a:t>
            </a:r>
            <a:r>
              <a:rPr lang="ar-SA" sz="2000" kern="0" dirty="0">
                <a:latin typeface="+mn-lt"/>
              </a:rPr>
              <a:t> لبيئة إيجابية لبيع التجزئة.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2000" kern="0" dirty="0"/>
              <a:t>وتحتوي هذه المخططان على </a:t>
            </a:r>
            <a:r>
              <a:rPr lang="ar-SA" sz="2000" b="1" kern="0" dirty="0">
                <a:latin typeface="+mn-lt"/>
              </a:rPr>
              <a:t>تعليقات </a:t>
            </a:r>
            <a:r>
              <a:rPr lang="ar-SA" sz="2000" kern="0" dirty="0"/>
              <a:t>مناسبة كما هو موضح.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2000" kern="0" dirty="0">
                <a:latin typeface="+mn-lt"/>
              </a:rPr>
              <a:t>هذه التعليقات ستأخذ في اعتبارها </a:t>
            </a:r>
            <a:r>
              <a:rPr lang="ar-SA" sz="2000" b="1" kern="0" dirty="0">
                <a:latin typeface="+mn-lt"/>
              </a:rPr>
              <a:t>ملاحظات </a:t>
            </a:r>
            <a:r>
              <a:rPr lang="ar-SA" sz="2000" kern="0" dirty="0">
                <a:latin typeface="+mn-lt"/>
              </a:rPr>
              <a:t>العملاء والزبائن.</a:t>
            </a:r>
          </a:p>
        </p:txBody>
      </p:sp>
    </p:spTree>
    <p:extLst>
      <p:ext uri="{BB962C8B-B14F-4D97-AF65-F5344CB8AC3E}">
        <p14:creationId xmlns:p14="http://schemas.microsoft.com/office/powerpoint/2010/main" val="184279124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560" y="1189247"/>
            <a:ext cx="3008313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>
              <a:spcAft>
                <a:spcPts val="600"/>
              </a:spcAft>
            </a:pPr>
            <a:r>
              <a:rPr lang="ar-SA" sz="2000" b="1" dirty="0">
                <a:effectLst/>
                <a:latin typeface="Helvetica" pitchFamily="2" charset="0"/>
              </a:rPr>
              <a:t>ج-3 تصميم عرض المنتج (1)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2038C-B4A3-919F-3EC7-FF1CCDA79104}"/>
              </a:ext>
            </a:extLst>
          </p:cNvPr>
          <p:cNvSpPr txBox="1"/>
          <p:nvPr/>
        </p:nvSpPr>
        <p:spPr bwMode="auto">
          <a:xfrm>
            <a:off x="411560" y="2232521"/>
            <a:ext cx="3008313" cy="14401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 rt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-SA" dirty="0"/>
              <a:t>المعلومات التي يشملها التصميم الواقعي لعرض المنتج:</a:t>
            </a:r>
            <a:endParaRPr lang="ar-SA" sz="2000" dirty="0">
              <a:latin typeface="+mn-lt"/>
              <a:ea typeface="Arial" charset="0"/>
            </a:endParaRPr>
          </a:p>
        </p:txBody>
      </p:sp>
      <p:graphicFrame>
        <p:nvGraphicFramePr>
          <p:cNvPr id="34822" name="Content Placeholder 2">
            <a:extLst>
              <a:ext uri="{FF2B5EF4-FFF2-40B4-BE49-F238E27FC236}">
                <a16:creationId xmlns:a16="http://schemas.microsoft.com/office/drawing/2014/main" id="{78C3DCDB-2675-4407-6127-4AD8356D7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545853"/>
              </p:ext>
            </p:extLst>
          </p:nvPr>
        </p:nvGraphicFramePr>
        <p:xfrm>
          <a:off x="3708721" y="1268760"/>
          <a:ext cx="5111751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2AD808C-AC51-F59A-80A9-FE75399880AB}"/>
              </a:ext>
            </a:extLst>
          </p:cNvPr>
          <p:cNvGrpSpPr/>
          <p:nvPr/>
        </p:nvGrpSpPr>
        <p:grpSpPr>
          <a:xfrm>
            <a:off x="323528" y="3816974"/>
            <a:ext cx="3014671" cy="2097358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FDFE44-E140-8517-1773-A7C666C26929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ar-SA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DC3661-31FE-374A-F7CC-FBFEE6223177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b="1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قد يحتاج متجرًا يمتلك فروعًا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في جميع أنحاء البلاد إلى تصاميم مفصلة للمروجين البصريين؟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E17155-0992-C1BB-8A37-23C791B2202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330275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0A26A3A-0D0C-2E3E-9E43-58969E9C999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1BB62C8B-15C8-BCFB-01E2-75B50AB5C9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377454"/>
              </p:ext>
            </p:extLst>
          </p:nvPr>
        </p:nvGraphicFramePr>
        <p:xfrm>
          <a:off x="439381" y="1412776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056865A8-CB83-42C2-F1F1-B6DB3FBD1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486" y="1195200"/>
            <a:ext cx="3008313" cy="865648"/>
          </a:xfrm>
        </p:spPr>
        <p:txBody>
          <a:bodyPr wrap="square" rtlCol="1" anchor="b">
            <a:normAutofit/>
          </a:bodyPr>
          <a:lstStyle/>
          <a:p>
            <a:pPr rtl="1">
              <a:spcAft>
                <a:spcPts val="600"/>
              </a:spcAft>
            </a:pPr>
            <a:r>
              <a:rPr lang="ar-SA" sz="2000" b="1" dirty="0">
                <a:effectLst/>
                <a:latin typeface="Helvetica" pitchFamily="2" charset="0"/>
              </a:rPr>
              <a:t>ج-3 تصميم عرض المنتج (1)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3CD56B7-69FC-F862-F0C3-8B39B321D409}"/>
              </a:ext>
            </a:extLst>
          </p:cNvPr>
          <p:cNvSpPr txBox="1">
            <a:spLocks/>
          </p:cNvSpPr>
          <p:nvPr/>
        </p:nvSpPr>
        <p:spPr bwMode="auto">
          <a:xfrm>
            <a:off x="5678488" y="2317438"/>
            <a:ext cx="3008313" cy="3312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20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يقوم المروجون البصريون بجمع </a:t>
            </a:r>
            <a:r>
              <a:rPr lang="ar-SA" sz="2000" b="1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ملاحظات </a:t>
            </a:r>
            <a:r>
              <a:rPr lang="ar-SA" sz="20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من العملاء والزبائن، ومن المحترفين </a:t>
            </a:r>
            <a:br>
              <a:rPr lang="ar-SA" sz="20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ar-SA" sz="20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في مجال الأعمال حول تصميمهم الأولي.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SA" sz="2000" kern="1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ويستخدمون هذه الملاحظات لتحسين فعالية تصاميم عرض المنتجات الخاصة بهم.</a:t>
            </a:r>
          </a:p>
          <a:p>
            <a:endParaRPr lang="ar-SA" kern="0" dirty="0"/>
          </a:p>
        </p:txBody>
      </p:sp>
    </p:spTree>
    <p:extLst>
      <p:ext uri="{BB962C8B-B14F-4D97-AF65-F5344CB8AC3E}">
        <p14:creationId xmlns:p14="http://schemas.microsoft.com/office/powerpoint/2010/main" val="36471145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0A26A3A-0D0C-2E3E-9E43-58969E9C999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A103000360271</a:t>
            </a:r>
            <a:endParaRPr lang="ar" sz="1000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12C5A92-A713-F120-1795-976C34208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dirty="0">
                <a:effectLst/>
                <a:latin typeface="Helvetica" pitchFamily="2" charset="0"/>
              </a:rPr>
              <a:t>شكر وتقدير</a:t>
            </a:r>
            <a:endParaRPr lang="en-GB" altLang="en-US" dirty="0">
              <a:highlight>
                <a:srgbClr val="FFFF00"/>
              </a:highlight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37E5B774-199C-D22E-31AE-F54B6938F6B4}"/>
              </a:ext>
            </a:extLst>
          </p:cNvPr>
          <p:cNvSpPr txBox="1">
            <a:spLocks/>
          </p:cNvSpPr>
          <p:nvPr/>
        </p:nvSpPr>
        <p:spPr bwMode="auto">
          <a:xfrm>
            <a:off x="684213" y="2195513"/>
            <a:ext cx="7991475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ar" sz="2200" b="1" u="sng" kern="0">
                <a:latin typeface="Helvetica" panose="020B0604020202020204" pitchFamily="34" charset="0"/>
                <a:cs typeface="Helvetica" panose="020B0604020202020204" pitchFamily="34" charset="0"/>
              </a:rPr>
              <a:t>الصور:</a:t>
            </a:r>
            <a:endParaRPr lang="en-GB" sz="2200" kern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ar" sz="2200" b="1" kern="0">
                <a:latin typeface="Helvetica" panose="020B0604020202020204" pitchFamily="34" charset="0"/>
                <a:cs typeface="Helvetica" panose="020B0604020202020204" pitchFamily="34" charset="0"/>
              </a:rPr>
              <a:t>123RF: </a:t>
            </a:r>
            <a:r>
              <a:rPr lang="ar" sz="2200" kern="0">
                <a:solidFill>
                  <a:srgbClr val="44444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رووبيكسل (الشريحة 19)؛ شوترستوك:</a:t>
            </a:r>
            <a:r>
              <a:rPr lang="ar" sz="2200" b="1" kern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ar" sz="2200" kern="0">
                <a:solidFill>
                  <a:srgbClr val="44444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تيبابات (الشريحة 1)، خاكيمولين الكسندر (الشريحة 5)، تاو (الشريحة 9)، إف إس ستوك (الشريحة 12)، خلفيات مذهلة (الشريحة 14)، زفير_بي (الشريحة 16)، محمد عبد الرحيم (الشريحة 24)، رفنكا (الشريحة 28)</a:t>
            </a:r>
            <a:endParaRPr lang="en-GB" sz="2200" kern="0" dirty="0"/>
          </a:p>
        </p:txBody>
      </p:sp>
    </p:spTree>
    <p:extLst>
      <p:ext uri="{BB962C8B-B14F-4D97-AF65-F5344CB8AC3E}">
        <p14:creationId xmlns:p14="http://schemas.microsoft.com/office/powerpoint/2010/main" val="33034228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48C615-482B-4AB5-9FE7-A2F3E6CFF2B1}">
  <ds:schemaRefs>
    <ds:schemaRef ds:uri="6881431a-e3b2-481e-ba90-fae26e2fa83c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26a0597-d0d1-4250-940c-88e9bf9d5597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7c1bd8dc-4e40-424f-a15f-9ffcd522197f"/>
    <ds:schemaRef ds:uri="6125ffc9-2c56-435e-8267-1393444907b2"/>
  </ds:schemaRefs>
</ds:datastoreItem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16462A-A45B-4E4F-8033-0FC627C3B26E}"/>
</file>

<file path=docProps/app.xml><?xml version="1.0" encoding="utf-8"?>
<Properties xmlns="http://schemas.openxmlformats.org/officeDocument/2006/extended-properties" xmlns:vt="http://schemas.openxmlformats.org/officeDocument/2006/docPropsVTypes">
  <TotalTime>11696</TotalTime>
  <Words>1570</Words>
  <Application>Microsoft Office PowerPoint</Application>
  <PresentationFormat>On-screen Show (4:3)</PresentationFormat>
  <Paragraphs>289</Paragraphs>
  <Slides>33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33</vt:i4>
      </vt:variant>
    </vt:vector>
  </HeadingPairs>
  <TitlesOfParts>
    <vt:vector size="49" baseType="lpstr">
      <vt:lpstr>Arial</vt:lpstr>
      <vt:lpstr>Calibri</vt:lpstr>
      <vt:lpstr>Helvetica</vt:lpstr>
      <vt:lpstr>Sakkal Majalla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19 تقنيات العرض والترويج البصري لمتاجر البيع بالتجزئة    </vt:lpstr>
      <vt:lpstr>تقنيات العرض والترويج البصري  لمتاجر البيع بالتجزئة</vt:lpstr>
      <vt:lpstr>أهداف التعلم</vt:lpstr>
      <vt:lpstr>PowerPoint Presentation</vt:lpstr>
      <vt:lpstr>أ-1 أنشطة الترويج البصري (1)</vt:lpstr>
      <vt:lpstr> أ-1 أنشطة الترويج البصري (2)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أ-3 حجم منافذ البيع بالتجزئة والقطاعات الفرعية (4)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ب-2 الأدوات التي يستخدمها المروجون البصريون (1)</vt:lpstr>
      <vt:lpstr>PowerPoint Presentation</vt:lpstr>
      <vt:lpstr>ب-2 الأدوات التي يستخدمها المروجون البصريون (2)</vt:lpstr>
      <vt:lpstr>PowerPoint Presentation</vt:lpstr>
      <vt:lpstr>PowerPoint Presentation</vt:lpstr>
      <vt:lpstr>PowerPoint Presentation</vt:lpstr>
      <vt:lpstr>PowerPoint Presentation</vt:lpstr>
      <vt:lpstr>ج-2 التخطيط لبيئة إيجابية للبيع بالتجزئة (1)</vt:lpstr>
      <vt:lpstr>PowerPoint Presentation</vt:lpstr>
      <vt:lpstr>ج-3 تصميم عرض المنتج (1)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347</cp:revision>
  <dcterms:created xsi:type="dcterms:W3CDTF">2020-07-15T07:14:47Z</dcterms:created>
  <dcterms:modified xsi:type="dcterms:W3CDTF">2023-12-04T12:26:00Z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