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3"/>
  </p:notesMasterIdLst>
  <p:sldIdLst>
    <p:sldId id="256" r:id="rId14"/>
    <p:sldId id="257" r:id="rId15"/>
    <p:sldId id="258" r:id="rId16"/>
    <p:sldId id="396" r:id="rId17"/>
    <p:sldId id="310" r:id="rId18"/>
    <p:sldId id="401" r:id="rId19"/>
    <p:sldId id="311" r:id="rId20"/>
    <p:sldId id="341" r:id="rId21"/>
    <p:sldId id="342" r:id="rId22"/>
    <p:sldId id="343" r:id="rId23"/>
    <p:sldId id="344" r:id="rId24"/>
    <p:sldId id="345" r:id="rId25"/>
    <p:sldId id="346" r:id="rId26"/>
    <p:sldId id="347" r:id="rId27"/>
    <p:sldId id="348" r:id="rId28"/>
    <p:sldId id="397" r:id="rId29"/>
    <p:sldId id="398" r:id="rId30"/>
    <p:sldId id="350" r:id="rId31"/>
    <p:sldId id="351" r:id="rId32"/>
    <p:sldId id="352" r:id="rId33"/>
    <p:sldId id="353" r:id="rId34"/>
    <p:sldId id="331" r:id="rId35"/>
    <p:sldId id="356" r:id="rId36"/>
    <p:sldId id="400" r:id="rId37"/>
    <p:sldId id="363" r:id="rId38"/>
    <p:sldId id="364" r:id="rId39"/>
    <p:sldId id="369" r:id="rId40"/>
    <p:sldId id="399" r:id="rId41"/>
    <p:sldId id="380" r:id="rId42"/>
    <p:sldId id="381" r:id="rId43"/>
    <p:sldId id="382" r:id="rId44"/>
    <p:sldId id="309" r:id="rId45"/>
    <p:sldId id="387" r:id="rId46"/>
    <p:sldId id="332" r:id="rId47"/>
    <p:sldId id="315" r:id="rId48"/>
    <p:sldId id="395" r:id="rId49"/>
    <p:sldId id="333" r:id="rId50"/>
    <p:sldId id="402" r:id="rId51"/>
    <p:sldId id="403" r:id="rId52"/>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558E16E0-BC03-41DA-BECE-7DE732838B9D}">
          <p14:sldIdLst>
            <p14:sldId id="256"/>
            <p14:sldId id="257"/>
            <p14:sldId id="258"/>
            <p14:sldId id="396"/>
            <p14:sldId id="310"/>
            <p14:sldId id="401"/>
            <p14:sldId id="311"/>
            <p14:sldId id="341"/>
            <p14:sldId id="342"/>
            <p14:sldId id="343"/>
            <p14:sldId id="344"/>
            <p14:sldId id="345"/>
            <p14:sldId id="346"/>
            <p14:sldId id="347"/>
            <p14:sldId id="348"/>
            <p14:sldId id="397"/>
            <p14:sldId id="398"/>
            <p14:sldId id="350"/>
            <p14:sldId id="351"/>
            <p14:sldId id="352"/>
            <p14:sldId id="353"/>
            <p14:sldId id="331"/>
            <p14:sldId id="356"/>
            <p14:sldId id="400"/>
            <p14:sldId id="363"/>
            <p14:sldId id="364"/>
            <p14:sldId id="369"/>
            <p14:sldId id="399"/>
            <p14:sldId id="380"/>
            <p14:sldId id="381"/>
            <p14:sldId id="382"/>
            <p14:sldId id="309"/>
            <p14:sldId id="387"/>
            <p14:sldId id="332"/>
            <p14:sldId id="315"/>
            <p14:sldId id="395"/>
            <p14:sldId id="333"/>
            <p14:sldId id="402"/>
            <p14:sldId id="403"/>
          </p14:sldIdLst>
        </p14:section>
      </p14:sectionLst>
    </p:ex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E58A21-73BE-8CCF-9B7C-342AF999FA9B}" name="Sarah Langley" initials="SL" userId="S::sarah.langley@pearson.com::239c5547-87b3-47be-8ff1-783a9a4cc887" providerId="AD"/>
  <p188:author id="{CE755345-4E7A-03B0-CBFD-8118AEB683FD}" name="charlottebunn2" initials="ch" userId="S::charlottebunn2_gmail.com#ext#@pearsoneducationinc.onmicrosoft.com::b0c395cf-714f-45ce-954a-6409c57949cf" providerId="AD"/>
  <p188:author id="{6FDBFC67-9819-D7C1-F866-0642AC86B9FF}" name="Sarah Langley" initials="SL" userId="S::Sarah.Langley@pearson.com::239c5547-87b3-47be-8ff1-783a9a4cc887" providerId="AD"/>
  <p188:author id="{94FBCBA3-2AB7-5503-9116-F1CD2AB7C3E3}" name="Lynn" initials="L" userId="S::111355@newdur.ac.uk::e829a39a-4f15-4263-9019-247011b7539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4A3D37-E510-44BA-B9A7-DD4F298B08D7}" v="67" dt="2023-12-05T16:44:58.360"/>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795" autoAdjust="0"/>
    <p:restoredTop sz="96242" autoAdjust="0"/>
  </p:normalViewPr>
  <p:slideViewPr>
    <p:cSldViewPr>
      <p:cViewPr varScale="1">
        <p:scale>
          <a:sx n="162" d="100"/>
          <a:sy n="162" d="100"/>
        </p:scale>
        <p:origin x="2520"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75" d="100"/>
        <a:sy n="75"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microsoft.com/office/2016/11/relationships/changesInfo" Target="changesInfos/changesInfo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784A3D37-E510-44BA-B9A7-DD4F298B08D7}"/>
    <pc:docChg chg="undo custSel addSld delSld modSld modSection">
      <pc:chgData name="Paul Winser" userId="c3146a91-e6bd-4264-bd86-e164e04bc32d" providerId="ADAL" clId="{784A3D37-E510-44BA-B9A7-DD4F298B08D7}" dt="2023-12-05T16:46:36.360" v="274" actId="1076"/>
      <pc:docMkLst>
        <pc:docMk/>
      </pc:docMkLst>
      <pc:sldChg chg="modSp mod">
        <pc:chgData name="Paul Winser" userId="c3146a91-e6bd-4264-bd86-e164e04bc32d" providerId="ADAL" clId="{784A3D37-E510-44BA-B9A7-DD4F298B08D7}" dt="2023-12-05T16:46:36.360" v="274" actId="1076"/>
        <pc:sldMkLst>
          <pc:docMk/>
          <pc:sldMk cId="0" sldId="256"/>
        </pc:sldMkLst>
        <pc:spChg chg="mod">
          <ac:chgData name="Paul Winser" userId="c3146a91-e6bd-4264-bd86-e164e04bc32d" providerId="ADAL" clId="{784A3D37-E510-44BA-B9A7-DD4F298B08D7}" dt="2023-11-21T17:53:21.008" v="3" actId="255"/>
          <ac:spMkLst>
            <pc:docMk/>
            <pc:sldMk cId="0" sldId="256"/>
            <ac:spMk id="5" creationId="{43B08230-884A-1B7C-0B84-18FC8FB2D3FF}"/>
          </ac:spMkLst>
        </pc:spChg>
        <pc:spChg chg="mod">
          <ac:chgData name="Paul Winser" userId="c3146a91-e6bd-4264-bd86-e164e04bc32d" providerId="ADAL" clId="{784A3D37-E510-44BA-B9A7-DD4F298B08D7}" dt="2023-12-05T16:46:36.360" v="274" actId="1076"/>
          <ac:spMkLst>
            <pc:docMk/>
            <pc:sldMk cId="0" sldId="256"/>
            <ac:spMk id="28680" creationId="{250B1923-7747-07CF-317E-05CAA217CFCA}"/>
          </ac:spMkLst>
        </pc:spChg>
        <pc:picChg chg="mod">
          <ac:chgData name="Paul Winser" userId="c3146a91-e6bd-4264-bd86-e164e04bc32d" providerId="ADAL" clId="{784A3D37-E510-44BA-B9A7-DD4F298B08D7}" dt="2023-11-21T17:53:16.606" v="1" actId="1076"/>
          <ac:picMkLst>
            <pc:docMk/>
            <pc:sldMk cId="0" sldId="256"/>
            <ac:picMk id="6" creationId="{D5820E53-F4F7-B589-418C-0A1CEDA41D7B}"/>
          </ac:picMkLst>
        </pc:picChg>
      </pc:sldChg>
      <pc:sldChg chg="modSp mod">
        <pc:chgData name="Paul Winser" userId="c3146a91-e6bd-4264-bd86-e164e04bc32d" providerId="ADAL" clId="{784A3D37-E510-44BA-B9A7-DD4F298B08D7}" dt="2023-12-05T16:38:42.425" v="167" actId="14100"/>
        <pc:sldMkLst>
          <pc:docMk/>
          <pc:sldMk cId="0" sldId="257"/>
        </pc:sldMkLst>
        <pc:spChg chg="mod">
          <ac:chgData name="Paul Winser" userId="c3146a91-e6bd-4264-bd86-e164e04bc32d" providerId="ADAL" clId="{784A3D37-E510-44BA-B9A7-DD4F298B08D7}" dt="2023-11-21T17:53:25.316" v="4" actId="255"/>
          <ac:spMkLst>
            <pc:docMk/>
            <pc:sldMk cId="0" sldId="257"/>
            <ac:spMk id="2" creationId="{28FC67E7-4AC9-BA91-848E-33DF654CBF11}"/>
          </ac:spMkLst>
        </pc:spChg>
        <pc:spChg chg="mod">
          <ac:chgData name="Paul Winser" userId="c3146a91-e6bd-4264-bd86-e164e04bc32d" providerId="ADAL" clId="{784A3D37-E510-44BA-B9A7-DD4F298B08D7}" dt="2023-12-05T16:38:42.425" v="167" actId="14100"/>
          <ac:spMkLst>
            <pc:docMk/>
            <pc:sldMk cId="0" sldId="257"/>
            <ac:spMk id="30723" creationId="{3C79F714-332C-AB63-03D9-E6D0CAE0623F}"/>
          </ac:spMkLst>
        </pc:spChg>
      </pc:sldChg>
      <pc:sldChg chg="modSp mod">
        <pc:chgData name="Paul Winser" userId="c3146a91-e6bd-4264-bd86-e164e04bc32d" providerId="ADAL" clId="{784A3D37-E510-44BA-B9A7-DD4F298B08D7}" dt="2023-11-21T17:53:28.629" v="5" actId="255"/>
        <pc:sldMkLst>
          <pc:docMk/>
          <pc:sldMk cId="0" sldId="258"/>
        </pc:sldMkLst>
        <pc:spChg chg="mod">
          <ac:chgData name="Paul Winser" userId="c3146a91-e6bd-4264-bd86-e164e04bc32d" providerId="ADAL" clId="{784A3D37-E510-44BA-B9A7-DD4F298B08D7}" dt="2023-11-21T17:53:28.629" v="5" actId="255"/>
          <ac:spMkLst>
            <pc:docMk/>
            <pc:sldMk cId="0" sldId="258"/>
            <ac:spMk id="2" creationId="{3362AC2F-71BF-0CA4-B1AF-6744AA6B70F1}"/>
          </ac:spMkLst>
        </pc:spChg>
      </pc:sldChg>
      <pc:sldChg chg="addSp delSp modSp del mod">
        <pc:chgData name="Paul Winser" userId="c3146a91-e6bd-4264-bd86-e164e04bc32d" providerId="ADAL" clId="{784A3D37-E510-44BA-B9A7-DD4F298B08D7}" dt="2023-12-05T16:43:15.741" v="223" actId="2696"/>
        <pc:sldMkLst>
          <pc:docMk/>
          <pc:sldMk cId="2005355495" sldId="308"/>
        </pc:sldMkLst>
        <pc:spChg chg="del">
          <ac:chgData name="Paul Winser" userId="c3146a91-e6bd-4264-bd86-e164e04bc32d" providerId="ADAL" clId="{784A3D37-E510-44BA-B9A7-DD4F298B08D7}" dt="2023-11-21T17:56:42.869" v="67" actId="478"/>
          <ac:spMkLst>
            <pc:docMk/>
            <pc:sldMk cId="2005355495" sldId="308"/>
            <ac:spMk id="2" creationId="{EDA88D64-C166-9519-C0C6-9339E28FC7AA}"/>
          </ac:spMkLst>
        </pc:spChg>
        <pc:spChg chg="add mod">
          <ac:chgData name="Paul Winser" userId="c3146a91-e6bd-4264-bd86-e164e04bc32d" providerId="ADAL" clId="{784A3D37-E510-44BA-B9A7-DD4F298B08D7}" dt="2023-11-21T17:57:51.560" v="95"/>
          <ac:spMkLst>
            <pc:docMk/>
            <pc:sldMk cId="2005355495" sldId="308"/>
            <ac:spMk id="3" creationId="{A951AC45-714C-4FA9-37BF-1DB06F65A860}"/>
          </ac:spMkLst>
        </pc:spChg>
        <pc:spChg chg="mod">
          <ac:chgData name="Paul Winser" userId="c3146a91-e6bd-4264-bd86-e164e04bc32d" providerId="ADAL" clId="{784A3D37-E510-44BA-B9A7-DD4F298B08D7}" dt="2023-12-05T16:43:04.072" v="221" actId="1076"/>
          <ac:spMkLst>
            <pc:docMk/>
            <pc:sldMk cId="2005355495" sldId="308"/>
            <ac:spMk id="5" creationId="{27B8DA1F-C3B9-6C0E-7EDD-863AEB9A2449}"/>
          </ac:spMkLst>
        </pc:spChg>
        <pc:picChg chg="mod">
          <ac:chgData name="Paul Winser" userId="c3146a91-e6bd-4264-bd86-e164e04bc32d" providerId="ADAL" clId="{784A3D37-E510-44BA-B9A7-DD4F298B08D7}" dt="2023-12-05T16:42:41.663" v="220" actId="1076"/>
          <ac:picMkLst>
            <pc:docMk/>
            <pc:sldMk cId="2005355495" sldId="308"/>
            <ac:picMk id="14342" creationId="{FBE4CD5B-1DFD-0D50-01A8-9D86AAB52FB6}"/>
          </ac:picMkLst>
        </pc:picChg>
        <pc:picChg chg="mod">
          <ac:chgData name="Paul Winser" userId="c3146a91-e6bd-4264-bd86-e164e04bc32d" providerId="ADAL" clId="{784A3D37-E510-44BA-B9A7-DD4F298B08D7}" dt="2023-12-05T16:42:38.624" v="219" actId="1076"/>
          <ac:picMkLst>
            <pc:docMk/>
            <pc:sldMk cId="2005355495" sldId="308"/>
            <ac:picMk id="14346" creationId="{C81419C9-1E0A-8A8D-AF09-5BD032C8B308}"/>
          </ac:picMkLst>
        </pc:picChg>
      </pc:sldChg>
      <pc:sldChg chg="addSp delSp modSp mod">
        <pc:chgData name="Paul Winser" userId="c3146a91-e6bd-4264-bd86-e164e04bc32d" providerId="ADAL" clId="{784A3D37-E510-44BA-B9A7-DD4F298B08D7}" dt="2023-12-05T16:45:36.543" v="266" actId="1076"/>
        <pc:sldMkLst>
          <pc:docMk/>
          <pc:sldMk cId="47175209" sldId="309"/>
        </pc:sldMkLst>
        <pc:spChg chg="mod">
          <ac:chgData name="Paul Winser" userId="c3146a91-e6bd-4264-bd86-e164e04bc32d" providerId="ADAL" clId="{784A3D37-E510-44BA-B9A7-DD4F298B08D7}" dt="2023-12-05T16:45:36.543" v="266" actId="1076"/>
          <ac:spMkLst>
            <pc:docMk/>
            <pc:sldMk cId="47175209" sldId="309"/>
            <ac:spMk id="2" creationId="{563B1C8D-2FFF-E1D2-7FEF-41CF0728644D}"/>
          </ac:spMkLst>
        </pc:spChg>
        <pc:spChg chg="mod">
          <ac:chgData name="Paul Winser" userId="c3146a91-e6bd-4264-bd86-e164e04bc32d" providerId="ADAL" clId="{784A3D37-E510-44BA-B9A7-DD4F298B08D7}" dt="2023-12-05T16:45:25.882" v="264" actId="20577"/>
          <ac:spMkLst>
            <pc:docMk/>
            <pc:sldMk cId="47175209" sldId="309"/>
            <ac:spMk id="3" creationId="{87D69457-B8E0-BD9A-A979-BFFFB3B39555}"/>
          </ac:spMkLst>
        </pc:spChg>
        <pc:spChg chg="del">
          <ac:chgData name="Paul Winser" userId="c3146a91-e6bd-4264-bd86-e164e04bc32d" providerId="ADAL" clId="{784A3D37-E510-44BA-B9A7-DD4F298B08D7}" dt="2023-11-21T17:57:09.331" v="76" actId="478"/>
          <ac:spMkLst>
            <pc:docMk/>
            <pc:sldMk cId="47175209" sldId="309"/>
            <ac:spMk id="4" creationId="{B5FC68BB-C69C-E373-D555-CBE17CEB4AEA}"/>
          </ac:spMkLst>
        </pc:spChg>
        <pc:spChg chg="add mod">
          <ac:chgData name="Paul Winser" userId="c3146a91-e6bd-4264-bd86-e164e04bc32d" providerId="ADAL" clId="{784A3D37-E510-44BA-B9A7-DD4F298B08D7}" dt="2023-11-21T17:58:02.677" v="104"/>
          <ac:spMkLst>
            <pc:docMk/>
            <pc:sldMk cId="47175209" sldId="309"/>
            <ac:spMk id="5" creationId="{0A62A9DD-EB9C-0301-6D91-4EB2902FE726}"/>
          </ac:spMkLst>
        </pc:spChg>
      </pc:sldChg>
      <pc:sldChg chg="modSp mod">
        <pc:chgData name="Paul Winser" userId="c3146a91-e6bd-4264-bd86-e164e04bc32d" providerId="ADAL" clId="{784A3D37-E510-44BA-B9A7-DD4F298B08D7}" dt="2023-12-05T16:39:10.788" v="173" actId="404"/>
        <pc:sldMkLst>
          <pc:docMk/>
          <pc:sldMk cId="3276147214" sldId="310"/>
        </pc:sldMkLst>
        <pc:spChg chg="mod">
          <ac:chgData name="Paul Winser" userId="c3146a91-e6bd-4264-bd86-e164e04bc32d" providerId="ADAL" clId="{784A3D37-E510-44BA-B9A7-DD4F298B08D7}" dt="2023-12-05T16:39:04.097" v="172" actId="1076"/>
          <ac:spMkLst>
            <pc:docMk/>
            <pc:sldMk cId="3276147214" sldId="310"/>
            <ac:spMk id="2" creationId="{52087CC6-979B-84B4-8B9E-96DF9357FFE9}"/>
          </ac:spMkLst>
        </pc:spChg>
        <pc:spChg chg="mod">
          <ac:chgData name="Paul Winser" userId="c3146a91-e6bd-4264-bd86-e164e04bc32d" providerId="ADAL" clId="{784A3D37-E510-44BA-B9A7-DD4F298B08D7}" dt="2023-12-05T16:39:10.788" v="173" actId="404"/>
          <ac:spMkLst>
            <pc:docMk/>
            <pc:sldMk cId="3276147214" sldId="310"/>
            <ac:spMk id="6" creationId="{64BB5EDD-5AD4-DE35-464B-5E84CD78CB43}"/>
          </ac:spMkLst>
        </pc:spChg>
        <pc:spChg chg="mod">
          <ac:chgData name="Paul Winser" userId="c3146a91-e6bd-4264-bd86-e164e04bc32d" providerId="ADAL" clId="{784A3D37-E510-44BA-B9A7-DD4F298B08D7}" dt="2023-11-21T17:55:24.337" v="36" actId="20577"/>
          <ac:spMkLst>
            <pc:docMk/>
            <pc:sldMk cId="3276147214" sldId="310"/>
            <ac:spMk id="8" creationId="{8B631E0C-6EED-92A4-0652-F776871F26EC}"/>
          </ac:spMkLst>
        </pc:spChg>
        <pc:spChg chg="mod">
          <ac:chgData name="Paul Winser" userId="c3146a91-e6bd-4264-bd86-e164e04bc32d" providerId="ADAL" clId="{784A3D37-E510-44BA-B9A7-DD4F298B08D7}" dt="2023-12-05T16:39:01.973" v="171" actId="1076"/>
          <ac:spMkLst>
            <pc:docMk/>
            <pc:sldMk cId="3276147214" sldId="310"/>
            <ac:spMk id="13" creationId="{CFFC02F2-9213-2D67-6A8F-DB42986270D3}"/>
          </ac:spMkLst>
        </pc:spChg>
        <pc:grpChg chg="mod">
          <ac:chgData name="Paul Winser" userId="c3146a91-e6bd-4264-bd86-e164e04bc32d" providerId="ADAL" clId="{784A3D37-E510-44BA-B9A7-DD4F298B08D7}" dt="2023-12-05T16:38:56.212" v="170" actId="14100"/>
          <ac:grpSpMkLst>
            <pc:docMk/>
            <pc:sldMk cId="3276147214" sldId="310"/>
            <ac:grpSpMk id="3" creationId="{F61D094C-C530-8A39-7730-202B3DEAA9D3}"/>
          </ac:grpSpMkLst>
        </pc:grpChg>
      </pc:sldChg>
      <pc:sldChg chg="modSp mod">
        <pc:chgData name="Paul Winser" userId="c3146a91-e6bd-4264-bd86-e164e04bc32d" providerId="ADAL" clId="{784A3D37-E510-44BA-B9A7-DD4F298B08D7}" dt="2023-11-21T17:55:51.571" v="45" actId="20577"/>
        <pc:sldMkLst>
          <pc:docMk/>
          <pc:sldMk cId="1884871406" sldId="311"/>
        </pc:sldMkLst>
        <pc:spChg chg="mod">
          <ac:chgData name="Paul Winser" userId="c3146a91-e6bd-4264-bd86-e164e04bc32d" providerId="ADAL" clId="{784A3D37-E510-44BA-B9A7-DD4F298B08D7}" dt="2023-11-21T17:55:51.571" v="45" actId="20577"/>
          <ac:spMkLst>
            <pc:docMk/>
            <pc:sldMk cId="1884871406" sldId="311"/>
            <ac:spMk id="3" creationId="{33F95784-8E9D-A0E6-E46E-8ED2B5661E2F}"/>
          </ac:spMkLst>
        </pc:spChg>
      </pc:sldChg>
      <pc:sldChg chg="addSp delSp modSp mod">
        <pc:chgData name="Paul Winser" userId="c3146a91-e6bd-4264-bd86-e164e04bc32d" providerId="ADAL" clId="{784A3D37-E510-44BA-B9A7-DD4F298B08D7}" dt="2023-12-05T16:45:03.670" v="245" actId="14100"/>
        <pc:sldMkLst>
          <pc:docMk/>
          <pc:sldMk cId="943421825" sldId="315"/>
        </pc:sldMkLst>
        <pc:spChg chg="add mod">
          <ac:chgData name="Paul Winser" userId="c3146a91-e6bd-4264-bd86-e164e04bc32d" providerId="ADAL" clId="{784A3D37-E510-44BA-B9A7-DD4F298B08D7}" dt="2023-11-21T17:58:10.106" v="107"/>
          <ac:spMkLst>
            <pc:docMk/>
            <pc:sldMk cId="943421825" sldId="315"/>
            <ac:spMk id="2" creationId="{BCBB2724-3DDE-C7B0-82C1-3727D05BD05E}"/>
          </ac:spMkLst>
        </pc:spChg>
        <pc:spChg chg="del">
          <ac:chgData name="Paul Winser" userId="c3146a91-e6bd-4264-bd86-e164e04bc32d" providerId="ADAL" clId="{784A3D37-E510-44BA-B9A7-DD4F298B08D7}" dt="2023-11-21T17:57:17.454" v="79" actId="478"/>
          <ac:spMkLst>
            <pc:docMk/>
            <pc:sldMk cId="943421825" sldId="315"/>
            <ac:spMk id="9" creationId="{38E2941D-3EE6-FAFF-5E1F-8510816906A1}"/>
          </ac:spMkLst>
        </pc:spChg>
        <pc:graphicFrameChg chg="mod">
          <ac:chgData name="Paul Winser" userId="c3146a91-e6bd-4264-bd86-e164e04bc32d" providerId="ADAL" clId="{784A3D37-E510-44BA-B9A7-DD4F298B08D7}" dt="2023-12-05T16:45:03.670" v="245" actId="14100"/>
          <ac:graphicFrameMkLst>
            <pc:docMk/>
            <pc:sldMk cId="943421825" sldId="315"/>
            <ac:graphicFrameMk id="34822" creationId="{E3C0C4FA-B447-ECCC-3D22-A8513DC29FCC}"/>
          </ac:graphicFrameMkLst>
        </pc:graphicFrameChg>
      </pc:sldChg>
      <pc:sldChg chg="delSp modSp del mod">
        <pc:chgData name="Paul Winser" userId="c3146a91-e6bd-4264-bd86-e164e04bc32d" providerId="ADAL" clId="{784A3D37-E510-44BA-B9A7-DD4F298B08D7}" dt="2023-11-21T17:54:36.508" v="27" actId="2696"/>
        <pc:sldMkLst>
          <pc:docMk/>
          <pc:sldMk cId="2463423138" sldId="327"/>
        </pc:sldMkLst>
        <pc:spChg chg="mod">
          <ac:chgData name="Paul Winser" userId="c3146a91-e6bd-4264-bd86-e164e04bc32d" providerId="ADAL" clId="{784A3D37-E510-44BA-B9A7-DD4F298B08D7}" dt="2023-11-21T17:53:54.531" v="20" actId="6549"/>
          <ac:spMkLst>
            <pc:docMk/>
            <pc:sldMk cId="2463423138" sldId="327"/>
            <ac:spMk id="15" creationId="{E3F58D97-C21B-07F5-F4AA-55DADEB3170B}"/>
          </ac:spMkLst>
        </pc:spChg>
        <pc:spChg chg="del mod">
          <ac:chgData name="Paul Winser" userId="c3146a91-e6bd-4264-bd86-e164e04bc32d" providerId="ADAL" clId="{784A3D37-E510-44BA-B9A7-DD4F298B08D7}" dt="2023-11-21T17:53:52.853" v="18" actId="478"/>
          <ac:spMkLst>
            <pc:docMk/>
            <pc:sldMk cId="2463423138" sldId="327"/>
            <ac:spMk id="16" creationId="{90287B16-412C-8C61-4578-F5613D4A1C29}"/>
          </ac:spMkLst>
        </pc:spChg>
        <pc:spChg chg="del mod">
          <ac:chgData name="Paul Winser" userId="c3146a91-e6bd-4264-bd86-e164e04bc32d" providerId="ADAL" clId="{784A3D37-E510-44BA-B9A7-DD4F298B08D7}" dt="2023-11-21T17:53:51.203" v="16" actId="478"/>
          <ac:spMkLst>
            <pc:docMk/>
            <pc:sldMk cId="2463423138" sldId="327"/>
            <ac:spMk id="17" creationId="{246E6572-4128-772C-782B-59320F5E3449}"/>
          </ac:spMkLst>
        </pc:spChg>
        <pc:spChg chg="del">
          <ac:chgData name="Paul Winser" userId="c3146a91-e6bd-4264-bd86-e164e04bc32d" providerId="ADAL" clId="{784A3D37-E510-44BA-B9A7-DD4F298B08D7}" dt="2023-11-21T17:53:47.478" v="12" actId="478"/>
          <ac:spMkLst>
            <pc:docMk/>
            <pc:sldMk cId="2463423138" sldId="327"/>
            <ac:spMk id="18" creationId="{9E8E0AA8-A5AA-42BA-1D36-C3C9C588EC9E}"/>
          </ac:spMkLst>
        </pc:spChg>
        <pc:spChg chg="del">
          <ac:chgData name="Paul Winser" userId="c3146a91-e6bd-4264-bd86-e164e04bc32d" providerId="ADAL" clId="{784A3D37-E510-44BA-B9A7-DD4F298B08D7}" dt="2023-11-21T17:53:46.311" v="11" actId="478"/>
          <ac:spMkLst>
            <pc:docMk/>
            <pc:sldMk cId="2463423138" sldId="327"/>
            <ac:spMk id="19" creationId="{D4685D62-FA36-8700-4012-67161C89577D}"/>
          </ac:spMkLst>
        </pc:spChg>
        <pc:spChg chg="del">
          <ac:chgData name="Paul Winser" userId="c3146a91-e6bd-4264-bd86-e164e04bc32d" providerId="ADAL" clId="{784A3D37-E510-44BA-B9A7-DD4F298B08D7}" dt="2023-11-21T17:53:45.093" v="10" actId="478"/>
          <ac:spMkLst>
            <pc:docMk/>
            <pc:sldMk cId="2463423138" sldId="327"/>
            <ac:spMk id="20" creationId="{E4F249F9-AF57-69B1-C8B0-4101917A3315}"/>
          </ac:spMkLst>
        </pc:spChg>
        <pc:spChg chg="mod">
          <ac:chgData name="Paul Winser" userId="c3146a91-e6bd-4264-bd86-e164e04bc32d" providerId="ADAL" clId="{784A3D37-E510-44BA-B9A7-DD4F298B08D7}" dt="2023-11-21T17:53:43.521" v="9" actId="1076"/>
          <ac:spMkLst>
            <pc:docMk/>
            <pc:sldMk cId="2463423138" sldId="327"/>
            <ac:spMk id="21" creationId="{BD6CD3EC-F007-DE60-4E5E-B0F0137E2432}"/>
          </ac:spMkLst>
        </pc:spChg>
      </pc:sldChg>
      <pc:sldChg chg="addSp delSp modSp mod">
        <pc:chgData name="Paul Winser" userId="c3146a91-e6bd-4264-bd86-e164e04bc32d" providerId="ADAL" clId="{784A3D37-E510-44BA-B9A7-DD4F298B08D7}" dt="2023-12-05T16:42:24.615" v="216" actId="1076"/>
        <pc:sldMkLst>
          <pc:docMk/>
          <pc:sldMk cId="3791108862" sldId="331"/>
        </pc:sldMkLst>
        <pc:spChg chg="mod">
          <ac:chgData name="Paul Winser" userId="c3146a91-e6bd-4264-bd86-e164e04bc32d" providerId="ADAL" clId="{784A3D37-E510-44BA-B9A7-DD4F298B08D7}" dt="2023-12-05T16:42:22.335" v="215" actId="1076"/>
          <ac:spMkLst>
            <pc:docMk/>
            <pc:sldMk cId="3791108862" sldId="331"/>
            <ac:spMk id="2" creationId="{BFDC2AB8-87FA-6D15-9BEF-19D8D25F74DA}"/>
          </ac:spMkLst>
        </pc:spChg>
        <pc:spChg chg="del">
          <ac:chgData name="Paul Winser" userId="c3146a91-e6bd-4264-bd86-e164e04bc32d" providerId="ADAL" clId="{784A3D37-E510-44BA-B9A7-DD4F298B08D7}" dt="2023-11-21T17:56:36.065" v="64" actId="478"/>
          <ac:spMkLst>
            <pc:docMk/>
            <pc:sldMk cId="3791108862" sldId="331"/>
            <ac:spMk id="3" creationId="{057C67A4-BB6F-3EB1-E8B5-2BE9D1883113}"/>
          </ac:spMkLst>
        </pc:spChg>
        <pc:spChg chg="add mod">
          <ac:chgData name="Paul Winser" userId="c3146a91-e6bd-4264-bd86-e164e04bc32d" providerId="ADAL" clId="{784A3D37-E510-44BA-B9A7-DD4F298B08D7}" dt="2023-11-21T17:57:49.352" v="93"/>
          <ac:spMkLst>
            <pc:docMk/>
            <pc:sldMk cId="3791108862" sldId="331"/>
            <ac:spMk id="4" creationId="{95A3142B-A4B3-B190-8586-4CA908F852E7}"/>
          </ac:spMkLst>
        </pc:spChg>
        <pc:spChg chg="mod">
          <ac:chgData name="Paul Winser" userId="c3146a91-e6bd-4264-bd86-e164e04bc32d" providerId="ADAL" clId="{784A3D37-E510-44BA-B9A7-DD4F298B08D7}" dt="2023-12-05T16:42:24.615" v="216" actId="1076"/>
          <ac:spMkLst>
            <pc:docMk/>
            <pc:sldMk cId="3791108862" sldId="331"/>
            <ac:spMk id="8" creationId="{5B72E764-8184-C812-B844-88DE136CA32C}"/>
          </ac:spMkLst>
        </pc:spChg>
      </pc:sldChg>
      <pc:sldChg chg="addSp delSp modSp mod">
        <pc:chgData name="Paul Winser" userId="c3146a91-e6bd-4264-bd86-e164e04bc32d" providerId="ADAL" clId="{784A3D37-E510-44BA-B9A7-DD4F298B08D7}" dt="2023-11-21T17:58:08.775" v="106"/>
        <pc:sldMkLst>
          <pc:docMk/>
          <pc:sldMk cId="3418359881" sldId="332"/>
        </pc:sldMkLst>
        <pc:spChg chg="del">
          <ac:chgData name="Paul Winser" userId="c3146a91-e6bd-4264-bd86-e164e04bc32d" providerId="ADAL" clId="{784A3D37-E510-44BA-B9A7-DD4F298B08D7}" dt="2023-11-21T17:57:15.667" v="78" actId="478"/>
          <ac:spMkLst>
            <pc:docMk/>
            <pc:sldMk cId="3418359881" sldId="332"/>
            <ac:spMk id="2" creationId="{6891E578-630F-E74D-EB90-C72DE55E452A}"/>
          </ac:spMkLst>
        </pc:spChg>
        <pc:spChg chg="add mod">
          <ac:chgData name="Paul Winser" userId="c3146a91-e6bd-4264-bd86-e164e04bc32d" providerId="ADAL" clId="{784A3D37-E510-44BA-B9A7-DD4F298B08D7}" dt="2023-11-21T17:58:08.775" v="106"/>
          <ac:spMkLst>
            <pc:docMk/>
            <pc:sldMk cId="3418359881" sldId="332"/>
            <ac:spMk id="3" creationId="{05ED5BCB-34CA-E2BA-B95E-2EFBEFD4966E}"/>
          </ac:spMkLst>
        </pc:spChg>
      </pc:sldChg>
      <pc:sldChg chg="addSp delSp modSp mod">
        <pc:chgData name="Paul Winser" userId="c3146a91-e6bd-4264-bd86-e164e04bc32d" providerId="ADAL" clId="{784A3D37-E510-44BA-B9A7-DD4F298B08D7}" dt="2023-12-05T16:44:38.351" v="239" actId="1076"/>
        <pc:sldMkLst>
          <pc:docMk/>
          <pc:sldMk cId="947994333" sldId="333"/>
        </pc:sldMkLst>
        <pc:spChg chg="del">
          <ac:chgData name="Paul Winser" userId="c3146a91-e6bd-4264-bd86-e164e04bc32d" providerId="ADAL" clId="{784A3D37-E510-44BA-B9A7-DD4F298B08D7}" dt="2023-11-21T17:57:22.547" v="81" actId="478"/>
          <ac:spMkLst>
            <pc:docMk/>
            <pc:sldMk cId="947994333" sldId="333"/>
            <ac:spMk id="2" creationId="{29FF19C9-CAC8-CC06-B3E0-8F126D6FF802}"/>
          </ac:spMkLst>
        </pc:spChg>
        <pc:spChg chg="del">
          <ac:chgData name="Paul Winser" userId="c3146a91-e6bd-4264-bd86-e164e04bc32d" providerId="ADAL" clId="{784A3D37-E510-44BA-B9A7-DD4F298B08D7}" dt="2023-11-21T17:57:23.604" v="82" actId="478"/>
          <ac:spMkLst>
            <pc:docMk/>
            <pc:sldMk cId="947994333" sldId="333"/>
            <ac:spMk id="3" creationId="{90FCE3D6-10AC-4C1C-D7CF-7907FD9004E7}"/>
          </ac:spMkLst>
        </pc:spChg>
        <pc:spChg chg="add mod">
          <ac:chgData name="Paul Winser" userId="c3146a91-e6bd-4264-bd86-e164e04bc32d" providerId="ADAL" clId="{784A3D37-E510-44BA-B9A7-DD4F298B08D7}" dt="2023-11-21T17:58:12.743" v="109"/>
          <ac:spMkLst>
            <pc:docMk/>
            <pc:sldMk cId="947994333" sldId="333"/>
            <ac:spMk id="4" creationId="{189480C8-3119-2DBE-406E-8556B2632CDB}"/>
          </ac:spMkLst>
        </pc:spChg>
        <pc:spChg chg="mod">
          <ac:chgData name="Paul Winser" userId="c3146a91-e6bd-4264-bd86-e164e04bc32d" providerId="ADAL" clId="{784A3D37-E510-44BA-B9A7-DD4F298B08D7}" dt="2023-12-05T16:44:38.351" v="239" actId="1076"/>
          <ac:spMkLst>
            <pc:docMk/>
            <pc:sldMk cId="947994333" sldId="333"/>
            <ac:spMk id="5" creationId="{DD7C14BB-0D0A-2BAA-D9E6-1EA8C57BC657}"/>
          </ac:spMkLst>
        </pc:spChg>
        <pc:graphicFrameChg chg="mod modGraphic">
          <ac:chgData name="Paul Winser" userId="c3146a91-e6bd-4264-bd86-e164e04bc32d" providerId="ADAL" clId="{784A3D37-E510-44BA-B9A7-DD4F298B08D7}" dt="2023-12-05T16:44:36.296" v="238" actId="1076"/>
          <ac:graphicFrameMkLst>
            <pc:docMk/>
            <pc:sldMk cId="947994333" sldId="333"/>
            <ac:graphicFrameMk id="7" creationId="{3DD5A9DD-EA64-444B-A3FB-98D3C4B2B34A}"/>
          </ac:graphicFrameMkLst>
        </pc:graphicFrameChg>
      </pc:sldChg>
      <pc:sldChg chg="modSp mod">
        <pc:chgData name="Paul Winser" userId="c3146a91-e6bd-4264-bd86-e164e04bc32d" providerId="ADAL" clId="{784A3D37-E510-44BA-B9A7-DD4F298B08D7}" dt="2023-12-05T16:39:51.848" v="182" actId="14100"/>
        <pc:sldMkLst>
          <pc:docMk/>
          <pc:sldMk cId="1404054555" sldId="341"/>
        </pc:sldMkLst>
        <pc:spChg chg="mod">
          <ac:chgData name="Paul Winser" userId="c3146a91-e6bd-4264-bd86-e164e04bc32d" providerId="ADAL" clId="{784A3D37-E510-44BA-B9A7-DD4F298B08D7}" dt="2023-11-21T17:55:56.307" v="47" actId="20577"/>
          <ac:spMkLst>
            <pc:docMk/>
            <pc:sldMk cId="1404054555" sldId="341"/>
            <ac:spMk id="2" creationId="{4725B296-8656-D675-3B68-2E1A5E3A3A90}"/>
          </ac:spMkLst>
        </pc:spChg>
        <pc:spChg chg="mod">
          <ac:chgData name="Paul Winser" userId="c3146a91-e6bd-4264-bd86-e164e04bc32d" providerId="ADAL" clId="{784A3D37-E510-44BA-B9A7-DD4F298B08D7}" dt="2023-12-05T16:39:51.848" v="182" actId="14100"/>
          <ac:spMkLst>
            <pc:docMk/>
            <pc:sldMk cId="1404054555" sldId="341"/>
            <ac:spMk id="3" creationId="{04FD0A7D-17A2-0388-BBB2-B36D1838645C}"/>
          </ac:spMkLst>
        </pc:spChg>
      </pc:sldChg>
      <pc:sldChg chg="modSp mod">
        <pc:chgData name="Paul Winser" userId="c3146a91-e6bd-4264-bd86-e164e04bc32d" providerId="ADAL" clId="{784A3D37-E510-44BA-B9A7-DD4F298B08D7}" dt="2023-12-05T16:39:58.137" v="184" actId="14100"/>
        <pc:sldMkLst>
          <pc:docMk/>
          <pc:sldMk cId="2320742779" sldId="342"/>
        </pc:sldMkLst>
        <pc:spChg chg="mod">
          <ac:chgData name="Paul Winser" userId="c3146a91-e6bd-4264-bd86-e164e04bc32d" providerId="ADAL" clId="{784A3D37-E510-44BA-B9A7-DD4F298B08D7}" dt="2023-11-21T17:55:59.537" v="49" actId="20577"/>
          <ac:spMkLst>
            <pc:docMk/>
            <pc:sldMk cId="2320742779" sldId="342"/>
            <ac:spMk id="2" creationId="{0B15E239-C3CC-04DE-DC35-FEC46A4CCDC8}"/>
          </ac:spMkLst>
        </pc:spChg>
        <pc:spChg chg="mod">
          <ac:chgData name="Paul Winser" userId="c3146a91-e6bd-4264-bd86-e164e04bc32d" providerId="ADAL" clId="{784A3D37-E510-44BA-B9A7-DD4F298B08D7}" dt="2023-12-05T16:39:58.137" v="184" actId="14100"/>
          <ac:spMkLst>
            <pc:docMk/>
            <pc:sldMk cId="2320742779" sldId="342"/>
            <ac:spMk id="3" creationId="{07F533E0-AB53-620E-77D0-3A0EBBB8079A}"/>
          </ac:spMkLst>
        </pc:spChg>
      </pc:sldChg>
      <pc:sldChg chg="modSp mod">
        <pc:chgData name="Paul Winser" userId="c3146a91-e6bd-4264-bd86-e164e04bc32d" providerId="ADAL" clId="{784A3D37-E510-44BA-B9A7-DD4F298B08D7}" dt="2023-12-05T16:40:17.554" v="188" actId="14734"/>
        <pc:sldMkLst>
          <pc:docMk/>
          <pc:sldMk cId="3786298236" sldId="343"/>
        </pc:sldMkLst>
        <pc:spChg chg="mod">
          <ac:chgData name="Paul Winser" userId="c3146a91-e6bd-4264-bd86-e164e04bc32d" providerId="ADAL" clId="{784A3D37-E510-44BA-B9A7-DD4F298B08D7}" dt="2023-11-21T17:56:02.901" v="51" actId="20577"/>
          <ac:spMkLst>
            <pc:docMk/>
            <pc:sldMk cId="3786298236" sldId="343"/>
            <ac:spMk id="6" creationId="{5A9DCDE3-D3A1-4CED-8942-D324EBC312CE}"/>
          </ac:spMkLst>
        </pc:spChg>
        <pc:graphicFrameChg chg="modGraphic">
          <ac:chgData name="Paul Winser" userId="c3146a91-e6bd-4264-bd86-e164e04bc32d" providerId="ADAL" clId="{784A3D37-E510-44BA-B9A7-DD4F298B08D7}" dt="2023-12-05T16:40:17.554" v="188" actId="14734"/>
          <ac:graphicFrameMkLst>
            <pc:docMk/>
            <pc:sldMk cId="3786298236" sldId="343"/>
            <ac:graphicFrameMk id="5" creationId="{DC80A199-4896-BD84-A0D5-FB6670A2D2AD}"/>
          </ac:graphicFrameMkLst>
        </pc:graphicFrameChg>
      </pc:sldChg>
      <pc:sldChg chg="modSp mod">
        <pc:chgData name="Paul Winser" userId="c3146a91-e6bd-4264-bd86-e164e04bc32d" providerId="ADAL" clId="{784A3D37-E510-44BA-B9A7-DD4F298B08D7}" dt="2023-12-05T16:40:28.770" v="190" actId="14734"/>
        <pc:sldMkLst>
          <pc:docMk/>
          <pc:sldMk cId="507536057" sldId="344"/>
        </pc:sldMkLst>
        <pc:spChg chg="mod">
          <ac:chgData name="Paul Winser" userId="c3146a91-e6bd-4264-bd86-e164e04bc32d" providerId="ADAL" clId="{784A3D37-E510-44BA-B9A7-DD4F298B08D7}" dt="2023-11-21T17:56:13.778" v="54" actId="255"/>
          <ac:spMkLst>
            <pc:docMk/>
            <pc:sldMk cId="507536057" sldId="344"/>
            <ac:spMk id="6" creationId="{04054FBB-D1F1-F42C-46B5-93A2AE9BA873}"/>
          </ac:spMkLst>
        </pc:spChg>
        <pc:graphicFrameChg chg="modGraphic">
          <ac:chgData name="Paul Winser" userId="c3146a91-e6bd-4264-bd86-e164e04bc32d" providerId="ADAL" clId="{784A3D37-E510-44BA-B9A7-DD4F298B08D7}" dt="2023-12-05T16:40:28.770" v="190" actId="14734"/>
          <ac:graphicFrameMkLst>
            <pc:docMk/>
            <pc:sldMk cId="507536057" sldId="344"/>
            <ac:graphicFrameMk id="5" creationId="{6EED4BBD-7F59-5AB6-FCF1-177025D78E22}"/>
          </ac:graphicFrameMkLst>
        </pc:graphicFrameChg>
      </pc:sldChg>
      <pc:sldChg chg="addSp delSp modSp mod">
        <pc:chgData name="Paul Winser" userId="c3146a91-e6bd-4264-bd86-e164e04bc32d" providerId="ADAL" clId="{784A3D37-E510-44BA-B9A7-DD4F298B08D7}" dt="2023-11-21T17:57:32.965" v="83"/>
        <pc:sldMkLst>
          <pc:docMk/>
          <pc:sldMk cId="496032811" sldId="345"/>
        </pc:sldMkLst>
        <pc:spChg chg="add mod">
          <ac:chgData name="Paul Winser" userId="c3146a91-e6bd-4264-bd86-e164e04bc32d" providerId="ADAL" clId="{784A3D37-E510-44BA-B9A7-DD4F298B08D7}" dt="2023-11-21T17:57:32.965" v="83"/>
          <ac:spMkLst>
            <pc:docMk/>
            <pc:sldMk cId="496032811" sldId="345"/>
            <ac:spMk id="4" creationId="{DA6F0A79-5FA7-E80E-312D-BCFD86406286}"/>
          </ac:spMkLst>
        </pc:spChg>
        <pc:spChg chg="del">
          <ac:chgData name="Paul Winser" userId="c3146a91-e6bd-4264-bd86-e164e04bc32d" providerId="ADAL" clId="{784A3D37-E510-44BA-B9A7-DD4F298B08D7}" dt="2023-11-21T17:56:17.175" v="55" actId="478"/>
          <ac:spMkLst>
            <pc:docMk/>
            <pc:sldMk cId="496032811" sldId="345"/>
            <ac:spMk id="5" creationId="{9FEE4FA6-B276-EB8B-9F77-713105DD9E14}"/>
          </ac:spMkLst>
        </pc:spChg>
      </pc:sldChg>
      <pc:sldChg chg="addSp delSp modSp mod">
        <pc:chgData name="Paul Winser" userId="c3146a91-e6bd-4264-bd86-e164e04bc32d" providerId="ADAL" clId="{784A3D37-E510-44BA-B9A7-DD4F298B08D7}" dt="2023-12-05T16:40:45.737" v="194" actId="1076"/>
        <pc:sldMkLst>
          <pc:docMk/>
          <pc:sldMk cId="3422014341" sldId="346"/>
        </pc:sldMkLst>
        <pc:spChg chg="mod">
          <ac:chgData name="Paul Winser" userId="c3146a91-e6bd-4264-bd86-e164e04bc32d" providerId="ADAL" clId="{784A3D37-E510-44BA-B9A7-DD4F298B08D7}" dt="2023-12-05T16:40:45.737" v="194" actId="1076"/>
          <ac:spMkLst>
            <pc:docMk/>
            <pc:sldMk cId="3422014341" sldId="346"/>
            <ac:spMk id="3" creationId="{6DD4B01D-97BE-EF4D-D578-690232F10ADD}"/>
          </ac:spMkLst>
        </pc:spChg>
        <pc:spChg chg="add mod">
          <ac:chgData name="Paul Winser" userId="c3146a91-e6bd-4264-bd86-e164e04bc32d" providerId="ADAL" clId="{784A3D37-E510-44BA-B9A7-DD4F298B08D7}" dt="2023-11-21T17:57:35.084" v="84"/>
          <ac:spMkLst>
            <pc:docMk/>
            <pc:sldMk cId="3422014341" sldId="346"/>
            <ac:spMk id="4" creationId="{5B798556-9A55-6AD2-1070-2A245977A162}"/>
          </ac:spMkLst>
        </pc:spChg>
        <pc:spChg chg="del">
          <ac:chgData name="Paul Winser" userId="c3146a91-e6bd-4264-bd86-e164e04bc32d" providerId="ADAL" clId="{784A3D37-E510-44BA-B9A7-DD4F298B08D7}" dt="2023-11-21T17:56:19.657" v="56" actId="478"/>
          <ac:spMkLst>
            <pc:docMk/>
            <pc:sldMk cId="3422014341" sldId="346"/>
            <ac:spMk id="5" creationId="{43EB6D58-34D6-ED6C-53DE-3A25B237E8CD}"/>
          </ac:spMkLst>
        </pc:spChg>
      </pc:sldChg>
      <pc:sldChg chg="addSp delSp modSp mod">
        <pc:chgData name="Paul Winser" userId="c3146a91-e6bd-4264-bd86-e164e04bc32d" providerId="ADAL" clId="{784A3D37-E510-44BA-B9A7-DD4F298B08D7}" dt="2023-11-21T17:57:38.112" v="85"/>
        <pc:sldMkLst>
          <pc:docMk/>
          <pc:sldMk cId="685289217" sldId="347"/>
        </pc:sldMkLst>
        <pc:spChg chg="del">
          <ac:chgData name="Paul Winser" userId="c3146a91-e6bd-4264-bd86-e164e04bc32d" providerId="ADAL" clId="{784A3D37-E510-44BA-B9A7-DD4F298B08D7}" dt="2023-11-21T17:56:22.602" v="57" actId="478"/>
          <ac:spMkLst>
            <pc:docMk/>
            <pc:sldMk cId="685289217" sldId="347"/>
            <ac:spMk id="2" creationId="{D8661E64-BB3E-9B30-2FD6-B37888086BD8}"/>
          </ac:spMkLst>
        </pc:spChg>
        <pc:spChg chg="add mod">
          <ac:chgData name="Paul Winser" userId="c3146a91-e6bd-4264-bd86-e164e04bc32d" providerId="ADAL" clId="{784A3D37-E510-44BA-B9A7-DD4F298B08D7}" dt="2023-11-21T17:57:38.112" v="85"/>
          <ac:spMkLst>
            <pc:docMk/>
            <pc:sldMk cId="685289217" sldId="347"/>
            <ac:spMk id="4" creationId="{C9C37D5F-1E3E-5BA0-5399-B0BE80D5C134}"/>
          </ac:spMkLst>
        </pc:spChg>
      </pc:sldChg>
      <pc:sldChg chg="addSp delSp modSp mod">
        <pc:chgData name="Paul Winser" userId="c3146a91-e6bd-4264-bd86-e164e04bc32d" providerId="ADAL" clId="{784A3D37-E510-44BA-B9A7-DD4F298B08D7}" dt="2023-12-05T16:40:54.914" v="196" actId="1076"/>
        <pc:sldMkLst>
          <pc:docMk/>
          <pc:sldMk cId="41804432" sldId="348"/>
        </pc:sldMkLst>
        <pc:spChg chg="mod">
          <ac:chgData name="Paul Winser" userId="c3146a91-e6bd-4264-bd86-e164e04bc32d" providerId="ADAL" clId="{784A3D37-E510-44BA-B9A7-DD4F298B08D7}" dt="2023-12-05T16:40:52.033" v="195" actId="1076"/>
          <ac:spMkLst>
            <pc:docMk/>
            <pc:sldMk cId="41804432" sldId="348"/>
            <ac:spMk id="2" creationId="{19F21FB5-65C9-D896-94A4-22AF9A7A8426}"/>
          </ac:spMkLst>
        </pc:spChg>
        <pc:spChg chg="del">
          <ac:chgData name="Paul Winser" userId="c3146a91-e6bd-4264-bd86-e164e04bc32d" providerId="ADAL" clId="{784A3D37-E510-44BA-B9A7-DD4F298B08D7}" dt="2023-11-21T17:56:24.081" v="58" actId="478"/>
          <ac:spMkLst>
            <pc:docMk/>
            <pc:sldMk cId="41804432" sldId="348"/>
            <ac:spMk id="3" creationId="{2C439478-843D-CAF5-02E0-E5CB9F38CE75}"/>
          </ac:spMkLst>
        </pc:spChg>
        <pc:spChg chg="add mod">
          <ac:chgData name="Paul Winser" userId="c3146a91-e6bd-4264-bd86-e164e04bc32d" providerId="ADAL" clId="{784A3D37-E510-44BA-B9A7-DD4F298B08D7}" dt="2023-11-21T17:57:39.351" v="86"/>
          <ac:spMkLst>
            <pc:docMk/>
            <pc:sldMk cId="41804432" sldId="348"/>
            <ac:spMk id="4" creationId="{35934916-547D-AA56-6E4F-B6135541FF93}"/>
          </ac:spMkLst>
        </pc:spChg>
        <pc:spChg chg="mod">
          <ac:chgData name="Paul Winser" userId="c3146a91-e6bd-4264-bd86-e164e04bc32d" providerId="ADAL" clId="{784A3D37-E510-44BA-B9A7-DD4F298B08D7}" dt="2023-12-05T16:40:54.914" v="196" actId="1076"/>
          <ac:spMkLst>
            <pc:docMk/>
            <pc:sldMk cId="41804432" sldId="348"/>
            <ac:spMk id="6" creationId="{A98267A3-F2FE-3A65-A40C-D93D5610C7A4}"/>
          </ac:spMkLst>
        </pc:spChg>
      </pc:sldChg>
      <pc:sldChg chg="addSp delSp modSp mod">
        <pc:chgData name="Paul Winser" userId="c3146a91-e6bd-4264-bd86-e164e04bc32d" providerId="ADAL" clId="{784A3D37-E510-44BA-B9A7-DD4F298B08D7}" dt="2023-12-05T16:41:14.186" v="199" actId="6549"/>
        <pc:sldMkLst>
          <pc:docMk/>
          <pc:sldMk cId="3558491545" sldId="350"/>
        </pc:sldMkLst>
        <pc:spChg chg="mod">
          <ac:chgData name="Paul Winser" userId="c3146a91-e6bd-4264-bd86-e164e04bc32d" providerId="ADAL" clId="{784A3D37-E510-44BA-B9A7-DD4F298B08D7}" dt="2023-12-05T16:41:09.745" v="198" actId="1076"/>
          <ac:spMkLst>
            <pc:docMk/>
            <pc:sldMk cId="3558491545" sldId="350"/>
            <ac:spMk id="2" creationId="{ED0E3BFC-8FD2-7801-5CD9-38D523C9EDC6}"/>
          </ac:spMkLst>
        </pc:spChg>
        <pc:spChg chg="add mod">
          <ac:chgData name="Paul Winser" userId="c3146a91-e6bd-4264-bd86-e164e04bc32d" providerId="ADAL" clId="{784A3D37-E510-44BA-B9A7-DD4F298B08D7}" dt="2023-11-21T17:57:44.405" v="89"/>
          <ac:spMkLst>
            <pc:docMk/>
            <pc:sldMk cId="3558491545" sldId="350"/>
            <ac:spMk id="3" creationId="{D4A44F27-98E2-8A8C-4010-6BFAD3387F14}"/>
          </ac:spMkLst>
        </pc:spChg>
        <pc:spChg chg="del">
          <ac:chgData name="Paul Winser" userId="c3146a91-e6bd-4264-bd86-e164e04bc32d" providerId="ADAL" clId="{784A3D37-E510-44BA-B9A7-DD4F298B08D7}" dt="2023-11-21T17:56:27.527" v="60" actId="478"/>
          <ac:spMkLst>
            <pc:docMk/>
            <pc:sldMk cId="3558491545" sldId="350"/>
            <ac:spMk id="4" creationId="{F9F2EB84-34EE-1E76-9BDC-77CD724E9411}"/>
          </ac:spMkLst>
        </pc:spChg>
        <pc:spChg chg="mod">
          <ac:chgData name="Paul Winser" userId="c3146a91-e6bd-4264-bd86-e164e04bc32d" providerId="ADAL" clId="{784A3D37-E510-44BA-B9A7-DD4F298B08D7}" dt="2023-12-05T16:41:14.186" v="199" actId="6549"/>
          <ac:spMkLst>
            <pc:docMk/>
            <pc:sldMk cId="3558491545" sldId="350"/>
            <ac:spMk id="34819" creationId="{453C7683-8588-7ABC-32E0-8A4E68218620}"/>
          </ac:spMkLst>
        </pc:spChg>
      </pc:sldChg>
      <pc:sldChg chg="addSp delSp modSp mod">
        <pc:chgData name="Paul Winser" userId="c3146a91-e6bd-4264-bd86-e164e04bc32d" providerId="ADAL" clId="{784A3D37-E510-44BA-B9A7-DD4F298B08D7}" dt="2023-12-05T16:41:49.018" v="208" actId="14100"/>
        <pc:sldMkLst>
          <pc:docMk/>
          <pc:sldMk cId="2004730302" sldId="351"/>
        </pc:sldMkLst>
        <pc:spChg chg="del">
          <ac:chgData name="Paul Winser" userId="c3146a91-e6bd-4264-bd86-e164e04bc32d" providerId="ADAL" clId="{784A3D37-E510-44BA-B9A7-DD4F298B08D7}" dt="2023-11-21T17:56:32.738" v="62" actId="478"/>
          <ac:spMkLst>
            <pc:docMk/>
            <pc:sldMk cId="2004730302" sldId="351"/>
            <ac:spMk id="2" creationId="{63370E58-5114-0302-C678-8760A9B1A26E}"/>
          </ac:spMkLst>
        </pc:spChg>
        <pc:spChg chg="mod">
          <ac:chgData name="Paul Winser" userId="c3146a91-e6bd-4264-bd86-e164e04bc32d" providerId="ADAL" clId="{784A3D37-E510-44BA-B9A7-DD4F298B08D7}" dt="2023-12-05T16:41:33.177" v="203" actId="1076"/>
          <ac:spMkLst>
            <pc:docMk/>
            <pc:sldMk cId="2004730302" sldId="351"/>
            <ac:spMk id="3" creationId="{358EC5CF-6A1A-D6D9-C716-E7C04F4A037E}"/>
          </ac:spMkLst>
        </pc:spChg>
        <pc:spChg chg="add mod">
          <ac:chgData name="Paul Winser" userId="c3146a91-e6bd-4264-bd86-e164e04bc32d" providerId="ADAL" clId="{784A3D37-E510-44BA-B9A7-DD4F298B08D7}" dt="2023-11-21T17:57:45.872" v="90"/>
          <ac:spMkLst>
            <pc:docMk/>
            <pc:sldMk cId="2004730302" sldId="351"/>
            <ac:spMk id="4" creationId="{11B3A9C5-5543-9ABD-5135-D327AFDDBA88}"/>
          </ac:spMkLst>
        </pc:spChg>
        <pc:spChg chg="mod">
          <ac:chgData name="Paul Winser" userId="c3146a91-e6bd-4264-bd86-e164e04bc32d" providerId="ADAL" clId="{784A3D37-E510-44BA-B9A7-DD4F298B08D7}" dt="2023-12-05T16:41:25.194" v="201" actId="1076"/>
          <ac:spMkLst>
            <pc:docMk/>
            <pc:sldMk cId="2004730302" sldId="351"/>
            <ac:spMk id="5" creationId="{8BF28B1E-0D27-461C-8B7B-F40DD2DCF7D7}"/>
          </ac:spMkLst>
        </pc:spChg>
        <pc:spChg chg="mod">
          <ac:chgData name="Paul Winser" userId="c3146a91-e6bd-4264-bd86-e164e04bc32d" providerId="ADAL" clId="{784A3D37-E510-44BA-B9A7-DD4F298B08D7}" dt="2023-12-05T16:41:49.018" v="208" actId="14100"/>
          <ac:spMkLst>
            <pc:docMk/>
            <pc:sldMk cId="2004730302" sldId="351"/>
            <ac:spMk id="8" creationId="{8D1512DF-73A9-73A4-18D3-BCE1A10CCF88}"/>
          </ac:spMkLst>
        </pc:spChg>
        <pc:grpChg chg="mod">
          <ac:chgData name="Paul Winser" userId="c3146a91-e6bd-4264-bd86-e164e04bc32d" providerId="ADAL" clId="{784A3D37-E510-44BA-B9A7-DD4F298B08D7}" dt="2023-12-05T16:41:46.234" v="207" actId="1076"/>
          <ac:grpSpMkLst>
            <pc:docMk/>
            <pc:sldMk cId="2004730302" sldId="351"/>
            <ac:grpSpMk id="6" creationId="{F2D058AC-D051-7708-3771-86A8B32DC984}"/>
          </ac:grpSpMkLst>
        </pc:grpChg>
      </pc:sldChg>
      <pc:sldChg chg="addSp delSp modSp mod">
        <pc:chgData name="Paul Winser" userId="c3146a91-e6bd-4264-bd86-e164e04bc32d" providerId="ADAL" clId="{784A3D37-E510-44BA-B9A7-DD4F298B08D7}" dt="2023-12-05T16:42:05.289" v="212" actId="1076"/>
        <pc:sldMkLst>
          <pc:docMk/>
          <pc:sldMk cId="1031955644" sldId="352"/>
        </pc:sldMkLst>
        <pc:spChg chg="del">
          <ac:chgData name="Paul Winser" userId="c3146a91-e6bd-4264-bd86-e164e04bc32d" providerId="ADAL" clId="{784A3D37-E510-44BA-B9A7-DD4F298B08D7}" dt="2023-11-21T17:56:34.481" v="63" actId="478"/>
          <ac:spMkLst>
            <pc:docMk/>
            <pc:sldMk cId="1031955644" sldId="352"/>
            <ac:spMk id="2" creationId="{9A3609A5-1B6E-AA39-5384-9D51D3FFBA2E}"/>
          </ac:spMkLst>
        </pc:spChg>
        <pc:spChg chg="add mod">
          <ac:chgData name="Paul Winser" userId="c3146a91-e6bd-4264-bd86-e164e04bc32d" providerId="ADAL" clId="{784A3D37-E510-44BA-B9A7-DD4F298B08D7}" dt="2023-11-21T17:57:46.684" v="91"/>
          <ac:spMkLst>
            <pc:docMk/>
            <pc:sldMk cId="1031955644" sldId="352"/>
            <ac:spMk id="4" creationId="{B37816DC-756B-F011-05C9-C83E2F0F5119}"/>
          </ac:spMkLst>
        </pc:spChg>
        <pc:spChg chg="mod">
          <ac:chgData name="Paul Winser" userId="c3146a91-e6bd-4264-bd86-e164e04bc32d" providerId="ADAL" clId="{784A3D37-E510-44BA-B9A7-DD4F298B08D7}" dt="2023-12-05T16:41:57.090" v="210" actId="1076"/>
          <ac:spMkLst>
            <pc:docMk/>
            <pc:sldMk cId="1031955644" sldId="352"/>
            <ac:spMk id="5" creationId="{8BF28B1E-0D27-461C-8B7B-F40DD2DCF7D7}"/>
          </ac:spMkLst>
        </pc:spChg>
        <pc:spChg chg="mod">
          <ac:chgData name="Paul Winser" userId="c3146a91-e6bd-4264-bd86-e164e04bc32d" providerId="ADAL" clId="{784A3D37-E510-44BA-B9A7-DD4F298B08D7}" dt="2023-12-05T16:42:02.193" v="211" actId="1076"/>
          <ac:spMkLst>
            <pc:docMk/>
            <pc:sldMk cId="1031955644" sldId="352"/>
            <ac:spMk id="8" creationId="{BBF5C5B7-F552-9A46-8561-AF00B95A8964}"/>
          </ac:spMkLst>
        </pc:spChg>
        <pc:grpChg chg="mod">
          <ac:chgData name="Paul Winser" userId="c3146a91-e6bd-4264-bd86-e164e04bc32d" providerId="ADAL" clId="{784A3D37-E510-44BA-B9A7-DD4F298B08D7}" dt="2023-12-05T16:42:05.289" v="212" actId="1076"/>
          <ac:grpSpMkLst>
            <pc:docMk/>
            <pc:sldMk cId="1031955644" sldId="352"/>
            <ac:grpSpMk id="6" creationId="{A418C849-6647-8FAE-D906-892F67B4C229}"/>
          </ac:grpSpMkLst>
        </pc:grpChg>
      </pc:sldChg>
      <pc:sldChg chg="addSp delSp modSp mod">
        <pc:chgData name="Paul Winser" userId="c3146a91-e6bd-4264-bd86-e164e04bc32d" providerId="ADAL" clId="{784A3D37-E510-44BA-B9A7-DD4F298B08D7}" dt="2023-12-05T16:42:13.777" v="214" actId="1076"/>
        <pc:sldMkLst>
          <pc:docMk/>
          <pc:sldMk cId="81022720" sldId="353"/>
        </pc:sldMkLst>
        <pc:spChg chg="del">
          <ac:chgData name="Paul Winser" userId="c3146a91-e6bd-4264-bd86-e164e04bc32d" providerId="ADAL" clId="{784A3D37-E510-44BA-B9A7-DD4F298B08D7}" dt="2023-11-21T17:56:37.767" v="65" actId="478"/>
          <ac:spMkLst>
            <pc:docMk/>
            <pc:sldMk cId="81022720" sldId="353"/>
            <ac:spMk id="2" creationId="{D0636531-2282-DC0A-6F87-0C8A9B023F15}"/>
          </ac:spMkLst>
        </pc:spChg>
        <pc:spChg chg="add mod">
          <ac:chgData name="Paul Winser" userId="c3146a91-e6bd-4264-bd86-e164e04bc32d" providerId="ADAL" clId="{784A3D37-E510-44BA-B9A7-DD4F298B08D7}" dt="2023-11-21T17:57:47.857" v="92"/>
          <ac:spMkLst>
            <pc:docMk/>
            <pc:sldMk cId="81022720" sldId="353"/>
            <ac:spMk id="4" creationId="{087BFCD1-7ED7-E5B7-991E-044F580BC2D4}"/>
          </ac:spMkLst>
        </pc:spChg>
        <pc:spChg chg="mod">
          <ac:chgData name="Paul Winser" userId="c3146a91-e6bd-4264-bd86-e164e04bc32d" providerId="ADAL" clId="{784A3D37-E510-44BA-B9A7-DD4F298B08D7}" dt="2023-12-05T16:42:13.777" v="214" actId="1076"/>
          <ac:spMkLst>
            <pc:docMk/>
            <pc:sldMk cId="81022720" sldId="353"/>
            <ac:spMk id="5" creationId="{8BF28B1E-0D27-461C-8B7B-F40DD2DCF7D7}"/>
          </ac:spMkLst>
        </pc:spChg>
      </pc:sldChg>
      <pc:sldChg chg="addSp delSp modSp mod">
        <pc:chgData name="Paul Winser" userId="c3146a91-e6bd-4264-bd86-e164e04bc32d" providerId="ADAL" clId="{784A3D37-E510-44BA-B9A7-DD4F298B08D7}" dt="2023-11-21T17:57:50.745" v="94"/>
        <pc:sldMkLst>
          <pc:docMk/>
          <pc:sldMk cId="2968667952" sldId="356"/>
        </pc:sldMkLst>
        <pc:spChg chg="add mod">
          <ac:chgData name="Paul Winser" userId="c3146a91-e6bd-4264-bd86-e164e04bc32d" providerId="ADAL" clId="{784A3D37-E510-44BA-B9A7-DD4F298B08D7}" dt="2023-11-21T17:57:50.745" v="94"/>
          <ac:spMkLst>
            <pc:docMk/>
            <pc:sldMk cId="2968667952" sldId="356"/>
            <ac:spMk id="4" creationId="{F0E199CE-2DFD-92F9-BCDD-83D6D1937C81}"/>
          </ac:spMkLst>
        </pc:spChg>
        <pc:spChg chg="del">
          <ac:chgData name="Paul Winser" userId="c3146a91-e6bd-4264-bd86-e164e04bc32d" providerId="ADAL" clId="{784A3D37-E510-44BA-B9A7-DD4F298B08D7}" dt="2023-11-21T17:56:39.893" v="66" actId="478"/>
          <ac:spMkLst>
            <pc:docMk/>
            <pc:sldMk cId="2968667952" sldId="356"/>
            <ac:spMk id="9" creationId="{E4ED96CC-FFEE-CB1F-4089-F03EC20AA18F}"/>
          </ac:spMkLst>
        </pc:spChg>
      </pc:sldChg>
      <pc:sldChg chg="addSp delSp modSp mod">
        <pc:chgData name="Paul Winser" userId="c3146a91-e6bd-4264-bd86-e164e04bc32d" providerId="ADAL" clId="{784A3D37-E510-44BA-B9A7-DD4F298B08D7}" dt="2023-12-05T16:43:24.057" v="225" actId="1076"/>
        <pc:sldMkLst>
          <pc:docMk/>
          <pc:sldMk cId="3849322654" sldId="363"/>
        </pc:sldMkLst>
        <pc:spChg chg="mod">
          <ac:chgData name="Paul Winser" userId="c3146a91-e6bd-4264-bd86-e164e04bc32d" providerId="ADAL" clId="{784A3D37-E510-44BA-B9A7-DD4F298B08D7}" dt="2023-12-05T16:43:20.785" v="224" actId="1076"/>
          <ac:spMkLst>
            <pc:docMk/>
            <pc:sldMk cId="3849322654" sldId="363"/>
            <ac:spMk id="2" creationId="{ED0E3BFC-8FD2-7801-5CD9-38D523C9EDC6}"/>
          </ac:spMkLst>
        </pc:spChg>
        <pc:spChg chg="mod">
          <ac:chgData name="Paul Winser" userId="c3146a91-e6bd-4264-bd86-e164e04bc32d" providerId="ADAL" clId="{784A3D37-E510-44BA-B9A7-DD4F298B08D7}" dt="2023-12-05T16:43:24.057" v="225" actId="1076"/>
          <ac:spMkLst>
            <pc:docMk/>
            <pc:sldMk cId="3849322654" sldId="363"/>
            <ac:spMk id="3" creationId="{87A3AD1D-031B-BE68-D2A0-F1DC982C7CF0}"/>
          </ac:spMkLst>
        </pc:spChg>
        <pc:spChg chg="del">
          <ac:chgData name="Paul Winser" userId="c3146a91-e6bd-4264-bd86-e164e04bc32d" providerId="ADAL" clId="{784A3D37-E510-44BA-B9A7-DD4F298B08D7}" dt="2023-11-21T17:56:48.275" v="69" actId="478"/>
          <ac:spMkLst>
            <pc:docMk/>
            <pc:sldMk cId="3849322654" sldId="363"/>
            <ac:spMk id="4" creationId="{3131D756-3CD0-6364-2E6D-5E40972CAAF5}"/>
          </ac:spMkLst>
        </pc:spChg>
        <pc:spChg chg="add mod">
          <ac:chgData name="Paul Winser" userId="c3146a91-e6bd-4264-bd86-e164e04bc32d" providerId="ADAL" clId="{784A3D37-E510-44BA-B9A7-DD4F298B08D7}" dt="2023-11-21T17:57:54.391" v="97"/>
          <ac:spMkLst>
            <pc:docMk/>
            <pc:sldMk cId="3849322654" sldId="363"/>
            <ac:spMk id="5" creationId="{143D26B6-E1CC-7C21-4F0A-D34E58361809}"/>
          </ac:spMkLst>
        </pc:spChg>
      </pc:sldChg>
      <pc:sldChg chg="addSp delSp modSp mod">
        <pc:chgData name="Paul Winser" userId="c3146a91-e6bd-4264-bd86-e164e04bc32d" providerId="ADAL" clId="{784A3D37-E510-44BA-B9A7-DD4F298B08D7}" dt="2023-12-05T16:43:36.121" v="228" actId="1076"/>
        <pc:sldMkLst>
          <pc:docMk/>
          <pc:sldMk cId="1713994299" sldId="364"/>
        </pc:sldMkLst>
        <pc:spChg chg="mod">
          <ac:chgData name="Paul Winser" userId="c3146a91-e6bd-4264-bd86-e164e04bc32d" providerId="ADAL" clId="{784A3D37-E510-44BA-B9A7-DD4F298B08D7}" dt="2023-11-21T17:59:00.643" v="113" actId="1076"/>
          <ac:spMkLst>
            <pc:docMk/>
            <pc:sldMk cId="1713994299" sldId="364"/>
            <ac:spMk id="2" creationId="{F6241BBB-1A72-6EAB-684D-B2DC0CD21750}"/>
          </ac:spMkLst>
        </pc:spChg>
        <pc:spChg chg="add mod">
          <ac:chgData name="Paul Winser" userId="c3146a91-e6bd-4264-bd86-e164e04bc32d" providerId="ADAL" clId="{784A3D37-E510-44BA-B9A7-DD4F298B08D7}" dt="2023-11-21T17:57:55.836" v="98"/>
          <ac:spMkLst>
            <pc:docMk/>
            <pc:sldMk cId="1713994299" sldId="364"/>
            <ac:spMk id="4" creationId="{F28348AD-19AB-521C-8AEA-A5FE39E5FE98}"/>
          </ac:spMkLst>
        </pc:spChg>
        <pc:spChg chg="mod">
          <ac:chgData name="Paul Winser" userId="c3146a91-e6bd-4264-bd86-e164e04bc32d" providerId="ADAL" clId="{784A3D37-E510-44BA-B9A7-DD4F298B08D7}" dt="2023-12-05T16:43:36.121" v="228" actId="1076"/>
          <ac:spMkLst>
            <pc:docMk/>
            <pc:sldMk cId="1713994299" sldId="364"/>
            <ac:spMk id="5" creationId="{9DB89473-AD0A-8FB5-BC77-C0C90798EA0D}"/>
          </ac:spMkLst>
        </pc:spChg>
        <pc:spChg chg="mod">
          <ac:chgData name="Paul Winser" userId="c3146a91-e6bd-4264-bd86-e164e04bc32d" providerId="ADAL" clId="{784A3D37-E510-44BA-B9A7-DD4F298B08D7}" dt="2023-12-05T16:43:28.961" v="226" actId="1076"/>
          <ac:spMkLst>
            <pc:docMk/>
            <pc:sldMk cId="1713994299" sldId="364"/>
            <ac:spMk id="6" creationId="{160C2236-376D-88B5-E43C-9E2F0B581806}"/>
          </ac:spMkLst>
        </pc:spChg>
        <pc:spChg chg="mod">
          <ac:chgData name="Paul Winser" userId="c3146a91-e6bd-4264-bd86-e164e04bc32d" providerId="ADAL" clId="{784A3D37-E510-44BA-B9A7-DD4F298B08D7}" dt="2023-12-05T16:43:30.849" v="227" actId="1076"/>
          <ac:spMkLst>
            <pc:docMk/>
            <pc:sldMk cId="1713994299" sldId="364"/>
            <ac:spMk id="7" creationId="{9CD7831A-6230-E0D3-0872-90D28563ADB8}"/>
          </ac:spMkLst>
        </pc:spChg>
        <pc:spChg chg="del">
          <ac:chgData name="Paul Winser" userId="c3146a91-e6bd-4264-bd86-e164e04bc32d" providerId="ADAL" clId="{784A3D37-E510-44BA-B9A7-DD4F298B08D7}" dt="2023-11-21T17:56:58.546" v="70" actId="478"/>
          <ac:spMkLst>
            <pc:docMk/>
            <pc:sldMk cId="1713994299" sldId="364"/>
            <ac:spMk id="8" creationId="{8A96E034-855F-74FF-E06A-9947D2B9A88D}"/>
          </ac:spMkLst>
        </pc:spChg>
      </pc:sldChg>
      <pc:sldChg chg="addSp delSp modSp mod">
        <pc:chgData name="Paul Winser" userId="c3146a91-e6bd-4264-bd86-e164e04bc32d" providerId="ADAL" clId="{784A3D37-E510-44BA-B9A7-DD4F298B08D7}" dt="2023-12-05T16:43:40.408" v="229" actId="1076"/>
        <pc:sldMkLst>
          <pc:docMk/>
          <pc:sldMk cId="383229121" sldId="369"/>
        </pc:sldMkLst>
        <pc:spChg chg="mod">
          <ac:chgData name="Paul Winser" userId="c3146a91-e6bd-4264-bd86-e164e04bc32d" providerId="ADAL" clId="{784A3D37-E510-44BA-B9A7-DD4F298B08D7}" dt="2023-12-05T16:43:40.408" v="229" actId="1076"/>
          <ac:spMkLst>
            <pc:docMk/>
            <pc:sldMk cId="383229121" sldId="369"/>
            <ac:spMk id="3" creationId="{8D0BA6BE-216C-50C9-0943-444DD985164D}"/>
          </ac:spMkLst>
        </pc:spChg>
        <pc:spChg chg="add mod">
          <ac:chgData name="Paul Winser" userId="c3146a91-e6bd-4264-bd86-e164e04bc32d" providerId="ADAL" clId="{784A3D37-E510-44BA-B9A7-DD4F298B08D7}" dt="2023-11-21T17:57:57.280" v="99"/>
          <ac:spMkLst>
            <pc:docMk/>
            <pc:sldMk cId="383229121" sldId="369"/>
            <ac:spMk id="4" creationId="{FAC1112A-3C13-02DB-BE43-12CB5C66A593}"/>
          </ac:spMkLst>
        </pc:spChg>
        <pc:spChg chg="del">
          <ac:chgData name="Paul Winser" userId="c3146a91-e6bd-4264-bd86-e164e04bc32d" providerId="ADAL" clId="{784A3D37-E510-44BA-B9A7-DD4F298B08D7}" dt="2023-11-21T17:57:01.062" v="71" actId="478"/>
          <ac:spMkLst>
            <pc:docMk/>
            <pc:sldMk cId="383229121" sldId="369"/>
            <ac:spMk id="5" creationId="{DFBE343C-D7B6-D869-0E6E-6C2EB10E5D0A}"/>
          </ac:spMkLst>
        </pc:spChg>
      </pc:sldChg>
      <pc:sldChg chg="addSp delSp modSp mod">
        <pc:chgData name="Paul Winser" userId="c3146a91-e6bd-4264-bd86-e164e04bc32d" providerId="ADAL" clId="{784A3D37-E510-44BA-B9A7-DD4F298B08D7}" dt="2023-11-21T17:59:10.777" v="114" actId="1076"/>
        <pc:sldMkLst>
          <pc:docMk/>
          <pc:sldMk cId="998993011" sldId="380"/>
        </pc:sldMkLst>
        <pc:spChg chg="del">
          <ac:chgData name="Paul Winser" userId="c3146a91-e6bd-4264-bd86-e164e04bc32d" providerId="ADAL" clId="{784A3D37-E510-44BA-B9A7-DD4F298B08D7}" dt="2023-11-21T17:57:04.195" v="73" actId="478"/>
          <ac:spMkLst>
            <pc:docMk/>
            <pc:sldMk cId="998993011" sldId="380"/>
            <ac:spMk id="2" creationId="{C5EE5BF9-1BFB-DA09-72CD-B6F964589469}"/>
          </ac:spMkLst>
        </pc:spChg>
        <pc:spChg chg="add mod">
          <ac:chgData name="Paul Winser" userId="c3146a91-e6bd-4264-bd86-e164e04bc32d" providerId="ADAL" clId="{784A3D37-E510-44BA-B9A7-DD4F298B08D7}" dt="2023-11-21T17:57:59.105" v="101"/>
          <ac:spMkLst>
            <pc:docMk/>
            <pc:sldMk cId="998993011" sldId="380"/>
            <ac:spMk id="4" creationId="{F35A1BD6-FE24-7386-2404-3F891C2EDF21}"/>
          </ac:spMkLst>
        </pc:spChg>
        <pc:spChg chg="mod">
          <ac:chgData name="Paul Winser" userId="c3146a91-e6bd-4264-bd86-e164e04bc32d" providerId="ADAL" clId="{784A3D37-E510-44BA-B9A7-DD4F298B08D7}" dt="2023-11-21T17:59:10.777" v="114" actId="1076"/>
          <ac:spMkLst>
            <pc:docMk/>
            <pc:sldMk cId="998993011" sldId="380"/>
            <ac:spMk id="5" creationId="{B1CB0D09-03E2-D61B-AA0A-5E76A2481A21}"/>
          </ac:spMkLst>
        </pc:spChg>
      </pc:sldChg>
      <pc:sldChg chg="addSp delSp modSp mod">
        <pc:chgData name="Paul Winser" userId="c3146a91-e6bd-4264-bd86-e164e04bc32d" providerId="ADAL" clId="{784A3D37-E510-44BA-B9A7-DD4F298B08D7}" dt="2023-12-05T16:46:21.920" v="273" actId="14100"/>
        <pc:sldMkLst>
          <pc:docMk/>
          <pc:sldMk cId="1493017650" sldId="381"/>
        </pc:sldMkLst>
        <pc:spChg chg="mod">
          <ac:chgData name="Paul Winser" userId="c3146a91-e6bd-4264-bd86-e164e04bc32d" providerId="ADAL" clId="{784A3D37-E510-44BA-B9A7-DD4F298B08D7}" dt="2023-12-05T16:46:01.915" v="269" actId="255"/>
          <ac:spMkLst>
            <pc:docMk/>
            <pc:sldMk cId="1493017650" sldId="381"/>
            <ac:spMk id="2" creationId="{20CA77F4-8BF7-13DD-E7C8-6EFCED572631}"/>
          </ac:spMkLst>
        </pc:spChg>
        <pc:spChg chg="add mod">
          <ac:chgData name="Paul Winser" userId="c3146a91-e6bd-4264-bd86-e164e04bc32d" providerId="ADAL" clId="{784A3D37-E510-44BA-B9A7-DD4F298B08D7}" dt="2023-11-21T17:58:00.294" v="102"/>
          <ac:spMkLst>
            <pc:docMk/>
            <pc:sldMk cId="1493017650" sldId="381"/>
            <ac:spMk id="4" creationId="{4A3D77C3-B2BF-D541-C3A6-3BCE7F307DF4}"/>
          </ac:spMkLst>
        </pc:spChg>
        <pc:spChg chg="mod">
          <ac:chgData name="Paul Winser" userId="c3146a91-e6bd-4264-bd86-e164e04bc32d" providerId="ADAL" clId="{784A3D37-E510-44BA-B9A7-DD4F298B08D7}" dt="2023-12-05T16:46:21.920" v="273" actId="14100"/>
          <ac:spMkLst>
            <pc:docMk/>
            <pc:sldMk cId="1493017650" sldId="381"/>
            <ac:spMk id="6" creationId="{4ADF3F01-DAAB-DDFA-CC4B-6BC1BDCD6EB1}"/>
          </ac:spMkLst>
        </pc:spChg>
        <pc:spChg chg="del">
          <ac:chgData name="Paul Winser" userId="c3146a91-e6bd-4264-bd86-e164e04bc32d" providerId="ADAL" clId="{784A3D37-E510-44BA-B9A7-DD4F298B08D7}" dt="2023-11-21T17:57:06.070" v="74" actId="478"/>
          <ac:spMkLst>
            <pc:docMk/>
            <pc:sldMk cId="1493017650" sldId="381"/>
            <ac:spMk id="9" creationId="{9015EA0B-7F4B-329C-7397-3D90F3A3D175}"/>
          </ac:spMkLst>
        </pc:spChg>
        <pc:grpChg chg="mod">
          <ac:chgData name="Paul Winser" userId="c3146a91-e6bd-4264-bd86-e164e04bc32d" providerId="ADAL" clId="{784A3D37-E510-44BA-B9A7-DD4F298B08D7}" dt="2023-12-05T16:46:16.112" v="271" actId="14100"/>
          <ac:grpSpMkLst>
            <pc:docMk/>
            <pc:sldMk cId="1493017650" sldId="381"/>
            <ac:grpSpMk id="3" creationId="{76DD41AA-7BFF-6961-B60A-496E2C5073B9}"/>
          </ac:grpSpMkLst>
        </pc:grpChg>
      </pc:sldChg>
      <pc:sldChg chg="addSp delSp modSp mod">
        <pc:chgData name="Paul Winser" userId="c3146a91-e6bd-4264-bd86-e164e04bc32d" providerId="ADAL" clId="{784A3D37-E510-44BA-B9A7-DD4F298B08D7}" dt="2023-12-05T16:45:56.747" v="268" actId="255"/>
        <pc:sldMkLst>
          <pc:docMk/>
          <pc:sldMk cId="3712627368" sldId="382"/>
        </pc:sldMkLst>
        <pc:spChg chg="mod">
          <ac:chgData name="Paul Winser" userId="c3146a91-e6bd-4264-bd86-e164e04bc32d" providerId="ADAL" clId="{784A3D37-E510-44BA-B9A7-DD4F298B08D7}" dt="2023-12-05T16:45:56.747" v="268" actId="255"/>
          <ac:spMkLst>
            <pc:docMk/>
            <pc:sldMk cId="3712627368" sldId="382"/>
            <ac:spMk id="2" creationId="{B8688864-770D-F056-30F2-CDF735AB2A5D}"/>
          </ac:spMkLst>
        </pc:spChg>
        <pc:spChg chg="add mod">
          <ac:chgData name="Paul Winser" userId="c3146a91-e6bd-4264-bd86-e164e04bc32d" providerId="ADAL" clId="{784A3D37-E510-44BA-B9A7-DD4F298B08D7}" dt="2023-11-21T17:58:01.552" v="103"/>
          <ac:spMkLst>
            <pc:docMk/>
            <pc:sldMk cId="3712627368" sldId="382"/>
            <ac:spMk id="4" creationId="{B509F07B-2965-7886-E4EC-4B504D4CB7B6}"/>
          </ac:spMkLst>
        </pc:spChg>
        <pc:spChg chg="del">
          <ac:chgData name="Paul Winser" userId="c3146a91-e6bd-4264-bd86-e164e04bc32d" providerId="ADAL" clId="{784A3D37-E510-44BA-B9A7-DD4F298B08D7}" dt="2023-11-21T17:57:07.730" v="75" actId="478"/>
          <ac:spMkLst>
            <pc:docMk/>
            <pc:sldMk cId="3712627368" sldId="382"/>
            <ac:spMk id="5" creationId="{4FB13000-FECF-D708-8239-0A2088C03A29}"/>
          </ac:spMkLst>
        </pc:spChg>
      </pc:sldChg>
      <pc:sldChg chg="addSp delSp modSp mod">
        <pc:chgData name="Paul Winser" userId="c3146a91-e6bd-4264-bd86-e164e04bc32d" providerId="ADAL" clId="{784A3D37-E510-44BA-B9A7-DD4F298B08D7}" dt="2023-12-05T16:45:50.089" v="267" actId="255"/>
        <pc:sldMkLst>
          <pc:docMk/>
          <pc:sldMk cId="3835627628" sldId="387"/>
        </pc:sldMkLst>
        <pc:spChg chg="mod">
          <ac:chgData name="Paul Winser" userId="c3146a91-e6bd-4264-bd86-e164e04bc32d" providerId="ADAL" clId="{784A3D37-E510-44BA-B9A7-DD4F298B08D7}" dt="2023-12-05T16:45:50.089" v="267" actId="255"/>
          <ac:spMkLst>
            <pc:docMk/>
            <pc:sldMk cId="3835627628" sldId="387"/>
            <ac:spMk id="2" creationId="{7589715B-8FC1-F60C-CE04-A3FB1BAF8B53}"/>
          </ac:spMkLst>
        </pc:spChg>
        <pc:spChg chg="mod">
          <ac:chgData name="Paul Winser" userId="c3146a91-e6bd-4264-bd86-e164e04bc32d" providerId="ADAL" clId="{784A3D37-E510-44BA-B9A7-DD4F298B08D7}" dt="2023-11-21T18:00:09.715" v="129" actId="20577"/>
          <ac:spMkLst>
            <pc:docMk/>
            <pc:sldMk cId="3835627628" sldId="387"/>
            <ac:spMk id="3" creationId="{E56A4DD6-F81C-F480-A085-6E5B196B08F7}"/>
          </ac:spMkLst>
        </pc:spChg>
        <pc:spChg chg="add mod">
          <ac:chgData name="Paul Winser" userId="c3146a91-e6bd-4264-bd86-e164e04bc32d" providerId="ADAL" clId="{784A3D37-E510-44BA-B9A7-DD4F298B08D7}" dt="2023-11-21T17:58:04.137" v="105"/>
          <ac:spMkLst>
            <pc:docMk/>
            <pc:sldMk cId="3835627628" sldId="387"/>
            <ac:spMk id="4" creationId="{88C30355-FA89-D701-B609-A03EA5FAFD94}"/>
          </ac:spMkLst>
        </pc:spChg>
        <pc:spChg chg="del">
          <ac:chgData name="Paul Winser" userId="c3146a91-e6bd-4264-bd86-e164e04bc32d" providerId="ADAL" clId="{784A3D37-E510-44BA-B9A7-DD4F298B08D7}" dt="2023-11-21T17:57:13.990" v="77" actId="478"/>
          <ac:spMkLst>
            <pc:docMk/>
            <pc:sldMk cId="3835627628" sldId="387"/>
            <ac:spMk id="5" creationId="{4BC3A7FA-3C37-6A1C-1784-4DB8655ED031}"/>
          </ac:spMkLst>
        </pc:spChg>
      </pc:sldChg>
      <pc:sldChg chg="addSp delSp modSp mod">
        <pc:chgData name="Paul Winser" userId="c3146a91-e6bd-4264-bd86-e164e04bc32d" providerId="ADAL" clId="{784A3D37-E510-44BA-B9A7-DD4F298B08D7}" dt="2023-11-21T17:58:11.514" v="108"/>
        <pc:sldMkLst>
          <pc:docMk/>
          <pc:sldMk cId="785372496" sldId="395"/>
        </pc:sldMkLst>
        <pc:spChg chg="add mod">
          <ac:chgData name="Paul Winser" userId="c3146a91-e6bd-4264-bd86-e164e04bc32d" providerId="ADAL" clId="{784A3D37-E510-44BA-B9A7-DD4F298B08D7}" dt="2023-11-21T17:58:11.514" v="108"/>
          <ac:spMkLst>
            <pc:docMk/>
            <pc:sldMk cId="785372496" sldId="395"/>
            <ac:spMk id="4" creationId="{D17075DC-0227-CCA4-616F-621DAF6D3925}"/>
          </ac:spMkLst>
        </pc:spChg>
        <pc:spChg chg="del">
          <ac:chgData name="Paul Winser" userId="c3146a91-e6bd-4264-bd86-e164e04bc32d" providerId="ADAL" clId="{784A3D37-E510-44BA-B9A7-DD4F298B08D7}" dt="2023-11-21T17:57:19.235" v="80" actId="478"/>
          <ac:spMkLst>
            <pc:docMk/>
            <pc:sldMk cId="785372496" sldId="395"/>
            <ac:spMk id="5" creationId="{5FF141A4-3D19-3757-285C-F2CDE7C770B9}"/>
          </ac:spMkLst>
        </pc:spChg>
      </pc:sldChg>
      <pc:sldChg chg="modSp mod">
        <pc:chgData name="Paul Winser" userId="c3146a91-e6bd-4264-bd86-e164e04bc32d" providerId="ADAL" clId="{784A3D37-E510-44BA-B9A7-DD4F298B08D7}" dt="2023-12-05T16:38:51.783" v="169" actId="1076"/>
        <pc:sldMkLst>
          <pc:docMk/>
          <pc:sldMk cId="0" sldId="396"/>
        </pc:sldMkLst>
        <pc:spChg chg="mod">
          <ac:chgData name="Paul Winser" userId="c3146a91-e6bd-4264-bd86-e164e04bc32d" providerId="ADAL" clId="{784A3D37-E510-44BA-B9A7-DD4F298B08D7}" dt="2023-11-21T17:55:20.746" v="34" actId="20577"/>
          <ac:spMkLst>
            <pc:docMk/>
            <pc:sldMk cId="0" sldId="396"/>
            <ac:spMk id="9" creationId="{32954E4A-ACD4-A42C-92ED-F226F7BB3340}"/>
          </ac:spMkLst>
        </pc:spChg>
        <pc:graphicFrameChg chg="mod">
          <ac:chgData name="Paul Winser" userId="c3146a91-e6bd-4264-bd86-e164e04bc32d" providerId="ADAL" clId="{784A3D37-E510-44BA-B9A7-DD4F298B08D7}" dt="2023-12-05T16:38:51.783" v="169" actId="1076"/>
          <ac:graphicFrameMkLst>
            <pc:docMk/>
            <pc:sldMk cId="0" sldId="396"/>
            <ac:graphicFrameMk id="5" creationId="{4972FC8C-DE48-E72E-644B-B7FEA8508A23}"/>
          </ac:graphicFrameMkLst>
        </pc:graphicFrameChg>
      </pc:sldChg>
      <pc:sldChg chg="addSp delSp modSp mod">
        <pc:chgData name="Paul Winser" userId="c3146a91-e6bd-4264-bd86-e164e04bc32d" providerId="ADAL" clId="{784A3D37-E510-44BA-B9A7-DD4F298B08D7}" dt="2023-12-05T16:41:00.632" v="197" actId="14100"/>
        <pc:sldMkLst>
          <pc:docMk/>
          <pc:sldMk cId="1601703056" sldId="397"/>
        </pc:sldMkLst>
        <pc:spChg chg="add mod">
          <ac:chgData name="Paul Winser" userId="c3146a91-e6bd-4264-bd86-e164e04bc32d" providerId="ADAL" clId="{784A3D37-E510-44BA-B9A7-DD4F298B08D7}" dt="2023-11-21T17:57:40.782" v="87"/>
          <ac:spMkLst>
            <pc:docMk/>
            <pc:sldMk cId="1601703056" sldId="397"/>
            <ac:spMk id="2" creationId="{5200292F-51D0-BA29-0A47-87C419C3A9CC}"/>
          </ac:spMkLst>
        </pc:spChg>
        <pc:spChg chg="mod">
          <ac:chgData name="Paul Winser" userId="c3146a91-e6bd-4264-bd86-e164e04bc32d" providerId="ADAL" clId="{784A3D37-E510-44BA-B9A7-DD4F298B08D7}" dt="2023-12-05T16:41:00.632" v="197" actId="14100"/>
          <ac:spMkLst>
            <pc:docMk/>
            <pc:sldMk cId="1601703056" sldId="397"/>
            <ac:spMk id="6" creationId="{84A885F5-B37A-B22D-7318-7AA8D252CFDD}"/>
          </ac:spMkLst>
        </pc:spChg>
        <pc:spChg chg="del">
          <ac:chgData name="Paul Winser" userId="c3146a91-e6bd-4264-bd86-e164e04bc32d" providerId="ADAL" clId="{784A3D37-E510-44BA-B9A7-DD4F298B08D7}" dt="2023-11-21T17:56:25.458" v="59" actId="478"/>
          <ac:spMkLst>
            <pc:docMk/>
            <pc:sldMk cId="1601703056" sldId="397"/>
            <ac:spMk id="7" creationId="{209F7F91-42CA-B88D-0871-4B1843D073F6}"/>
          </ac:spMkLst>
        </pc:spChg>
      </pc:sldChg>
      <pc:sldChg chg="addSp delSp modSp mod">
        <pc:chgData name="Paul Winser" userId="c3146a91-e6bd-4264-bd86-e164e04bc32d" providerId="ADAL" clId="{784A3D37-E510-44BA-B9A7-DD4F298B08D7}" dt="2023-11-21T17:57:42.457" v="88"/>
        <pc:sldMkLst>
          <pc:docMk/>
          <pc:sldMk cId="687427027" sldId="398"/>
        </pc:sldMkLst>
        <pc:spChg chg="add mod">
          <ac:chgData name="Paul Winser" userId="c3146a91-e6bd-4264-bd86-e164e04bc32d" providerId="ADAL" clId="{784A3D37-E510-44BA-B9A7-DD4F298B08D7}" dt="2023-11-21T17:57:42.457" v="88"/>
          <ac:spMkLst>
            <pc:docMk/>
            <pc:sldMk cId="687427027" sldId="398"/>
            <ac:spMk id="2" creationId="{95AC2232-AD26-C454-4B59-341EE6DE990C}"/>
          </ac:spMkLst>
        </pc:spChg>
        <pc:spChg chg="del">
          <ac:chgData name="Paul Winser" userId="c3146a91-e6bd-4264-bd86-e164e04bc32d" providerId="ADAL" clId="{784A3D37-E510-44BA-B9A7-DD4F298B08D7}" dt="2023-11-21T17:56:29.446" v="61" actId="478"/>
          <ac:spMkLst>
            <pc:docMk/>
            <pc:sldMk cId="687427027" sldId="398"/>
            <ac:spMk id="9" creationId="{32954E4A-ACD4-A42C-92ED-F226F7BB3340}"/>
          </ac:spMkLst>
        </pc:spChg>
      </pc:sldChg>
      <pc:sldChg chg="addSp delSp modSp mod">
        <pc:chgData name="Paul Winser" userId="c3146a91-e6bd-4264-bd86-e164e04bc32d" providerId="ADAL" clId="{784A3D37-E510-44BA-B9A7-DD4F298B08D7}" dt="2023-11-21T17:57:58" v="100"/>
        <pc:sldMkLst>
          <pc:docMk/>
          <pc:sldMk cId="1654902323" sldId="399"/>
        </pc:sldMkLst>
        <pc:spChg chg="add mod">
          <ac:chgData name="Paul Winser" userId="c3146a91-e6bd-4264-bd86-e164e04bc32d" providerId="ADAL" clId="{784A3D37-E510-44BA-B9A7-DD4F298B08D7}" dt="2023-11-21T17:57:58" v="100"/>
          <ac:spMkLst>
            <pc:docMk/>
            <pc:sldMk cId="1654902323" sldId="399"/>
            <ac:spMk id="2" creationId="{ABE2366A-877B-7628-725B-8572FC015A9A}"/>
          </ac:spMkLst>
        </pc:spChg>
        <pc:spChg chg="del">
          <ac:chgData name="Paul Winser" userId="c3146a91-e6bd-4264-bd86-e164e04bc32d" providerId="ADAL" clId="{784A3D37-E510-44BA-B9A7-DD4F298B08D7}" dt="2023-11-21T17:57:02.784" v="72" actId="478"/>
          <ac:spMkLst>
            <pc:docMk/>
            <pc:sldMk cId="1654902323" sldId="399"/>
            <ac:spMk id="9" creationId="{32954E4A-ACD4-A42C-92ED-F226F7BB3340}"/>
          </ac:spMkLst>
        </pc:spChg>
      </pc:sldChg>
      <pc:sldChg chg="addSp delSp modSp mod">
        <pc:chgData name="Paul Winser" userId="c3146a91-e6bd-4264-bd86-e164e04bc32d" providerId="ADAL" clId="{784A3D37-E510-44BA-B9A7-DD4F298B08D7}" dt="2023-12-05T16:43:11.824" v="222" actId="1076"/>
        <pc:sldMkLst>
          <pc:docMk/>
          <pc:sldMk cId="4274281879" sldId="400"/>
        </pc:sldMkLst>
        <pc:spChg chg="del">
          <ac:chgData name="Paul Winser" userId="c3146a91-e6bd-4264-bd86-e164e04bc32d" providerId="ADAL" clId="{784A3D37-E510-44BA-B9A7-DD4F298B08D7}" dt="2023-11-21T17:56:45.110" v="68" actId="478"/>
          <ac:spMkLst>
            <pc:docMk/>
            <pc:sldMk cId="4274281879" sldId="400"/>
            <ac:spMk id="2" creationId="{EDA88D64-C166-9519-C0C6-9339E28FC7AA}"/>
          </ac:spMkLst>
        </pc:spChg>
        <pc:spChg chg="add mod">
          <ac:chgData name="Paul Winser" userId="c3146a91-e6bd-4264-bd86-e164e04bc32d" providerId="ADAL" clId="{784A3D37-E510-44BA-B9A7-DD4F298B08D7}" dt="2023-11-21T17:57:52.849" v="96"/>
          <ac:spMkLst>
            <pc:docMk/>
            <pc:sldMk cId="4274281879" sldId="400"/>
            <ac:spMk id="3" creationId="{48F265F3-AB8E-87FF-D371-1A9B7EED3EBF}"/>
          </ac:spMkLst>
        </pc:spChg>
        <pc:spChg chg="mod">
          <ac:chgData name="Paul Winser" userId="c3146a91-e6bd-4264-bd86-e164e04bc32d" providerId="ADAL" clId="{784A3D37-E510-44BA-B9A7-DD4F298B08D7}" dt="2023-12-05T16:43:11.824" v="222" actId="1076"/>
          <ac:spMkLst>
            <pc:docMk/>
            <pc:sldMk cId="4274281879" sldId="400"/>
            <ac:spMk id="5" creationId="{27B8DA1F-C3B9-6C0E-7EDD-863AEB9A2449}"/>
          </ac:spMkLst>
        </pc:spChg>
      </pc:sldChg>
      <pc:sldChg chg="addSp delSp modSp add mod">
        <pc:chgData name="Paul Winser" userId="c3146a91-e6bd-4264-bd86-e164e04bc32d" providerId="ADAL" clId="{784A3D37-E510-44BA-B9A7-DD4F298B08D7}" dt="2023-12-05T16:39:42.744" v="180" actId="1076"/>
        <pc:sldMkLst>
          <pc:docMk/>
          <pc:sldMk cId="1786491468" sldId="401"/>
        </pc:sldMkLst>
        <pc:spChg chg="add mod">
          <ac:chgData name="Paul Winser" userId="c3146a91-e6bd-4264-bd86-e164e04bc32d" providerId="ADAL" clId="{784A3D37-E510-44BA-B9A7-DD4F298B08D7}" dt="2023-12-05T16:39:37.896" v="179" actId="1076"/>
          <ac:spMkLst>
            <pc:docMk/>
            <pc:sldMk cId="1786491468" sldId="401"/>
            <ac:spMk id="4" creationId="{F3370FC0-8F17-B400-472D-AD9A73827890}"/>
          </ac:spMkLst>
        </pc:spChg>
        <pc:spChg chg="add mod">
          <ac:chgData name="Paul Winser" userId="c3146a91-e6bd-4264-bd86-e164e04bc32d" providerId="ADAL" clId="{784A3D37-E510-44BA-B9A7-DD4F298B08D7}" dt="2023-12-05T16:39:42.744" v="180" actId="1076"/>
          <ac:spMkLst>
            <pc:docMk/>
            <pc:sldMk cId="1786491468" sldId="401"/>
            <ac:spMk id="7" creationId="{1F8B283D-D65E-F294-95A2-8C0D46CB9159}"/>
          </ac:spMkLst>
        </pc:spChg>
        <pc:spChg chg="mod">
          <ac:chgData name="Paul Winser" userId="c3146a91-e6bd-4264-bd86-e164e04bc32d" providerId="ADAL" clId="{784A3D37-E510-44BA-B9A7-DD4F298B08D7}" dt="2023-11-21T17:55:44.229" v="42" actId="20577"/>
          <ac:spMkLst>
            <pc:docMk/>
            <pc:sldMk cId="1786491468" sldId="401"/>
            <ac:spMk id="8" creationId="{8B631E0C-6EED-92A4-0652-F776871F26EC}"/>
          </ac:spMkLst>
        </pc:spChg>
        <pc:spChg chg="mod">
          <ac:chgData name="Paul Winser" userId="c3146a91-e6bd-4264-bd86-e164e04bc32d" providerId="ADAL" clId="{784A3D37-E510-44BA-B9A7-DD4F298B08D7}" dt="2023-11-21T17:54:31.900" v="26"/>
          <ac:spMkLst>
            <pc:docMk/>
            <pc:sldMk cId="1786491468" sldId="401"/>
            <ac:spMk id="10" creationId="{1CE063F1-0894-24B2-605E-1F5907862F3F}"/>
          </ac:spMkLst>
        </pc:spChg>
        <pc:spChg chg="mod">
          <ac:chgData name="Paul Winser" userId="c3146a91-e6bd-4264-bd86-e164e04bc32d" providerId="ADAL" clId="{784A3D37-E510-44BA-B9A7-DD4F298B08D7}" dt="2023-12-05T16:39:20.830" v="175" actId="255"/>
          <ac:spMkLst>
            <pc:docMk/>
            <pc:sldMk cId="1786491468" sldId="401"/>
            <ac:spMk id="11" creationId="{357F8436-6F55-B855-6B54-962FA7C544B5}"/>
          </ac:spMkLst>
        </pc:spChg>
        <pc:spChg chg="del">
          <ac:chgData name="Paul Winser" userId="c3146a91-e6bd-4264-bd86-e164e04bc32d" providerId="ADAL" clId="{784A3D37-E510-44BA-B9A7-DD4F298B08D7}" dt="2023-11-21T17:54:19.942" v="23" actId="478"/>
          <ac:spMkLst>
            <pc:docMk/>
            <pc:sldMk cId="1786491468" sldId="401"/>
            <ac:spMk id="13" creationId="{CFFC02F2-9213-2D67-6A8F-DB42986270D3}"/>
          </ac:spMkLst>
        </pc:spChg>
        <pc:grpChg chg="del">
          <ac:chgData name="Paul Winser" userId="c3146a91-e6bd-4264-bd86-e164e04bc32d" providerId="ADAL" clId="{784A3D37-E510-44BA-B9A7-DD4F298B08D7}" dt="2023-11-21T17:54:18.371" v="22" actId="478"/>
          <ac:grpSpMkLst>
            <pc:docMk/>
            <pc:sldMk cId="1786491468" sldId="401"/>
            <ac:grpSpMk id="3" creationId="{F61D094C-C530-8A39-7730-202B3DEAA9D3}"/>
          </ac:grpSpMkLst>
        </pc:grpChg>
        <pc:grpChg chg="add mod">
          <ac:chgData name="Paul Winser" userId="c3146a91-e6bd-4264-bd86-e164e04bc32d" providerId="ADAL" clId="{784A3D37-E510-44BA-B9A7-DD4F298B08D7}" dt="2023-11-21T17:54:31.900" v="26"/>
          <ac:grpSpMkLst>
            <pc:docMk/>
            <pc:sldMk cId="1786491468" sldId="401"/>
            <ac:grpSpMk id="9" creationId="{3CF634B1-7577-88AF-4A28-74519F843EC5}"/>
          </ac:grpSpMkLst>
        </pc:grpChg>
      </pc:sldChg>
      <pc:sldChg chg="addSp delSp modSp add mod modTransition">
        <pc:chgData name="Paul Winser" userId="c3146a91-e6bd-4264-bd86-e164e04bc32d" providerId="ADAL" clId="{784A3D37-E510-44BA-B9A7-DD4F298B08D7}" dt="2023-12-05T16:37:30.195" v="164"/>
        <pc:sldMkLst>
          <pc:docMk/>
          <pc:sldMk cId="657630971" sldId="402"/>
        </pc:sldMkLst>
        <pc:spChg chg="add mod">
          <ac:chgData name="Paul Winser" userId="c3146a91-e6bd-4264-bd86-e164e04bc32d" providerId="ADAL" clId="{784A3D37-E510-44BA-B9A7-DD4F298B08D7}" dt="2023-12-05T16:37:30.195" v="164"/>
          <ac:spMkLst>
            <pc:docMk/>
            <pc:sldMk cId="657630971" sldId="402"/>
            <ac:spMk id="3" creationId="{748BB323-7B28-5294-7EEE-652BF3E471C5}"/>
          </ac:spMkLst>
        </pc:spChg>
        <pc:spChg chg="mod">
          <ac:chgData name="Paul Winser" userId="c3146a91-e6bd-4264-bd86-e164e04bc32d" providerId="ADAL" clId="{784A3D37-E510-44BA-B9A7-DD4F298B08D7}" dt="2023-11-21T18:00:49.267" v="155" actId="20577"/>
          <ac:spMkLst>
            <pc:docMk/>
            <pc:sldMk cId="657630971" sldId="402"/>
            <ac:spMk id="30722" creationId="{FC4F7FC9-2CE9-41A9-0CEE-4C8BD93B5782}"/>
          </ac:spMkLst>
        </pc:spChg>
        <pc:spChg chg="del">
          <ac:chgData name="Paul Winser" userId="c3146a91-e6bd-4264-bd86-e164e04bc32d" providerId="ADAL" clId="{784A3D37-E510-44BA-B9A7-DD4F298B08D7}" dt="2023-11-21T18:00:51.258" v="156" actId="478"/>
          <ac:spMkLst>
            <pc:docMk/>
            <pc:sldMk cId="657630971" sldId="402"/>
            <ac:spMk id="30723" creationId="{3C79F714-332C-AB63-03D9-E6D0CAE062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a:t>An outline of the four main learning aims in the unit.</a:t>
            </a:r>
          </a:p>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b="1" i="0" dirty="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dirty="0">
              <a:effectLst/>
              <a:latin typeface="Roboto" panose="02000000000000000000" pitchFamily="2" charset="0"/>
            </a:endParaRPr>
          </a:p>
          <a:p>
            <a:pPr rtl="1"/>
            <a:endParaRPr lang="en-US" dirty="0"/>
          </a:p>
          <a:p>
            <a:pPr rtl="1"/>
            <a:endParaRPr lang="en-US" dirty="0"/>
          </a:p>
          <a:p>
            <a:pPr algn="ctr" rtl="1"/>
            <a:endParaRPr lang="en-US" dirty="0"/>
          </a:p>
          <a:p>
            <a:pPr rtl="1"/>
            <a:endParaRPr lang="en-US" dirty="0"/>
          </a:p>
          <a:p>
            <a:pPr algn="ctr" rtl="1"/>
            <a:endParaRPr lang="en-US" dirty="0"/>
          </a:p>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a:pPr>
                <a:defRPr/>
              </a:pPr>
              <a:t>5</a:t>
            </a:fld>
            <a:endParaRPr lang="en-GB" altLang="en-US"/>
          </a:p>
        </p:txBody>
      </p:sp>
    </p:spTree>
    <p:extLst>
      <p:ext uri="{BB962C8B-B14F-4D97-AF65-F5344CB8AC3E}">
        <p14:creationId xmlns:p14="http://schemas.microsoft.com/office/powerpoint/2010/main" val="104761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b="1" i="0" dirty="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dirty="0">
              <a:effectLst/>
              <a:latin typeface="Roboto" panose="02000000000000000000" pitchFamily="2" charset="0"/>
            </a:endParaRPr>
          </a:p>
          <a:p>
            <a:pPr rtl="1"/>
            <a:endParaRPr lang="en-US" dirty="0"/>
          </a:p>
          <a:p>
            <a:pPr rtl="1"/>
            <a:endParaRPr lang="en-US" dirty="0"/>
          </a:p>
          <a:p>
            <a:pPr algn="ctr" rtl="1"/>
            <a:endParaRPr lang="en-US" dirty="0"/>
          </a:p>
          <a:p>
            <a:pPr rtl="1"/>
            <a:endParaRPr lang="en-US" dirty="0"/>
          </a:p>
          <a:p>
            <a:pPr algn="ctr" rtl="1"/>
            <a:endParaRPr lang="en-US" dirty="0"/>
          </a:p>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a:pPr>
                <a:defRPr/>
              </a:pPr>
              <a:t>6</a:t>
            </a:fld>
            <a:endParaRPr lang="en-GB" altLang="en-US"/>
          </a:p>
        </p:txBody>
      </p:sp>
    </p:spTree>
    <p:extLst>
      <p:ext uri="{BB962C8B-B14F-4D97-AF65-F5344CB8AC3E}">
        <p14:creationId xmlns:p14="http://schemas.microsoft.com/office/powerpoint/2010/main" val="1995593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a:p>
            <a:pPr rtl="1"/>
            <a:endParaRPr lang="en-GB" dirty="0"/>
          </a:p>
          <a:p>
            <a:pPr rtl="1"/>
            <a:endParaRPr lang="en-GB" dirty="0"/>
          </a:p>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7</a:t>
            </a:fld>
            <a:endParaRPr lang="en-GB" altLang="en-US"/>
          </a:p>
        </p:txBody>
      </p:sp>
    </p:spTree>
    <p:extLst>
      <p:ext uri="{BB962C8B-B14F-4D97-AF65-F5344CB8AC3E}">
        <p14:creationId xmlns:p14="http://schemas.microsoft.com/office/powerpoint/2010/main" val="974823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9</a:t>
            </a:fld>
            <a:endParaRPr lang="en-GB" altLang="en-US"/>
          </a:p>
        </p:txBody>
      </p:sp>
    </p:spTree>
    <p:extLst>
      <p:ext uri="{BB962C8B-B14F-4D97-AF65-F5344CB8AC3E}">
        <p14:creationId xmlns:p14="http://schemas.microsoft.com/office/powerpoint/2010/main" val="1319733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Answers in unit content</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10</a:t>
            </a:fld>
            <a:endParaRPr lang="en-GB" altLang="en-US"/>
          </a:p>
        </p:txBody>
      </p:sp>
    </p:spTree>
    <p:extLst>
      <p:ext uri="{BB962C8B-B14F-4D97-AF65-F5344CB8AC3E}">
        <p14:creationId xmlns:p14="http://schemas.microsoft.com/office/powerpoint/2010/main" val="206232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r>
              <a:rPr lang="ar" sz="1200" b="0" i="0" u="none" strike="noStrike">
                <a:latin typeface="OpenSans"/>
              </a:rPr>
              <a:t>Answers in unit content</a:t>
            </a:r>
            <a:endParaRPr lang="en-US" sz="1200" b="0" i="0" u="none" strike="noStrike" baseline="0" dirty="0">
              <a:latin typeface="OpenSans"/>
            </a:endParaRPr>
          </a:p>
          <a:p>
            <a:pPr algn="l"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11</a:t>
            </a:fld>
            <a:endParaRPr lang="en-GB" altLang="en-US"/>
          </a:p>
        </p:txBody>
      </p:sp>
    </p:spTree>
    <p:extLst>
      <p:ext uri="{BB962C8B-B14F-4D97-AF65-F5344CB8AC3E}">
        <p14:creationId xmlns:p14="http://schemas.microsoft.com/office/powerpoint/2010/main" val="3931276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12</a:t>
            </a:fld>
            <a:endParaRPr lang="en-GB" altLang="en-US"/>
          </a:p>
        </p:txBody>
      </p:sp>
    </p:spTree>
    <p:extLst>
      <p:ext uri="{BB962C8B-B14F-4D97-AF65-F5344CB8AC3E}">
        <p14:creationId xmlns:p14="http://schemas.microsoft.com/office/powerpoint/2010/main" val="1690138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a:p>
        </p:txBody>
      </p:sp>
    </p:spTree>
    <p:extLst>
      <p:ext uri="{BB962C8B-B14F-4D97-AF65-F5344CB8AC3E}">
        <p14:creationId xmlns:p14="http://schemas.microsoft.com/office/powerpoint/2010/main" val="2949375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15</a:t>
            </a:fld>
            <a:endParaRPr lang="en-GB" altLang="en-US"/>
          </a:p>
        </p:txBody>
      </p:sp>
    </p:spTree>
    <p:extLst>
      <p:ext uri="{BB962C8B-B14F-4D97-AF65-F5344CB8AC3E}">
        <p14:creationId xmlns:p14="http://schemas.microsoft.com/office/powerpoint/2010/main" val="3597087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83934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algn="l"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47001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r>
              <a:rPr lang="ar" sz="1200" b="0" i="0" u="none" strike="noStrike">
                <a:latin typeface="CourierNewPSMT"/>
              </a:rPr>
              <a:t>o </a:t>
            </a:r>
            <a:r>
              <a:rPr lang="ar" sz="1200" b="0" i="0" u="none" strike="noStrike">
                <a:latin typeface="OpenSans"/>
              </a:rPr>
              <a:t>access to new markets including from remote locations, distant locations,</a:t>
            </a:r>
          </a:p>
          <a:p>
            <a:pPr algn="l" rtl="1"/>
            <a:r>
              <a:rPr lang="ar" sz="1200" b="0" i="0" u="none" strike="noStrike">
                <a:latin typeface="OpenSans"/>
              </a:rPr>
              <a:t>new countries, customers with disabilities</a:t>
            </a:r>
          </a:p>
          <a:p>
            <a:pPr algn="l" rtl="1"/>
            <a:r>
              <a:rPr lang="ar" sz="1200" b="0" i="0" u="none" strike="noStrike">
                <a:latin typeface="CourierNewPSMT"/>
              </a:rPr>
              <a:t>o </a:t>
            </a:r>
            <a:r>
              <a:rPr lang="ar" sz="1200" b="0" i="0" u="none" strike="noStrike">
                <a:latin typeface="OpenSans"/>
              </a:rPr>
              <a:t>access from a wide range of devices, e.g. desktops, laptops, tablets,</a:t>
            </a:r>
          </a:p>
          <a:p>
            <a:pPr algn="l" rtl="1"/>
            <a:r>
              <a:rPr lang="ar" sz="1200" b="0" i="0" u="none" strike="noStrike">
                <a:latin typeface="OpenSans"/>
              </a:rPr>
              <a:t>smartphones/mobiles, smart devices</a:t>
            </a:r>
          </a:p>
          <a:p>
            <a:pPr algn="l" rtl="1"/>
            <a:r>
              <a:rPr lang="ar" sz="1200" b="0" i="0" u="none" strike="noStrike">
                <a:latin typeface="CourierNewPSMT"/>
              </a:rPr>
              <a:t>o </a:t>
            </a:r>
            <a:r>
              <a:rPr lang="ar" sz="1200" b="0" i="0" u="none" strike="noStrike">
                <a:latin typeface="OpenSans"/>
              </a:rPr>
              <a:t>market expansion through social media</a:t>
            </a:r>
          </a:p>
          <a:p>
            <a:pPr algn="l" rtl="1"/>
            <a:r>
              <a:rPr lang="ar" sz="1200" b="0" i="0" u="none" strike="noStrike">
                <a:latin typeface="CourierNewPSMT"/>
              </a:rPr>
              <a:t>o </a:t>
            </a:r>
            <a:r>
              <a:rPr lang="ar" sz="1200" b="0" i="0" u="none" strike="noStrike">
                <a:latin typeface="OpenSans"/>
              </a:rPr>
              <a:t>marketing costs are low, e.g. search engine optimisation (SEO) can be used,</a:t>
            </a:r>
          </a:p>
          <a:p>
            <a:pPr algn="l" rtl="1"/>
            <a:r>
              <a:rPr lang="ar" sz="1200" b="0" i="0" u="none" strike="noStrike">
                <a:latin typeface="OpenSans"/>
              </a:rPr>
              <a:t>banners on own site and use of social media</a:t>
            </a:r>
          </a:p>
          <a:p>
            <a:pPr algn="l" rtl="1"/>
            <a:r>
              <a:rPr lang="ar" sz="1200" b="0" i="0" u="none" strike="noStrike">
                <a:latin typeface="CourierNewPSMT"/>
              </a:rPr>
              <a:t>o </a:t>
            </a:r>
            <a:r>
              <a:rPr lang="ar" sz="1200" b="0" i="0" u="none" strike="noStrike">
                <a:latin typeface="OpenSans"/>
              </a:rPr>
              <a:t>easy to showcase products, e.g. best sellers, new products, retarget products</a:t>
            </a:r>
          </a:p>
          <a:p>
            <a:pPr algn="l" rtl="1"/>
            <a:r>
              <a:rPr lang="ar" sz="1200" b="0" i="0" u="none" strike="noStrike">
                <a:latin typeface="OpenSans"/>
              </a:rPr>
              <a:t>customers view but do not buy</a:t>
            </a:r>
          </a:p>
          <a:p>
            <a:pPr algn="l" rtl="1"/>
            <a:r>
              <a:rPr lang="ar" sz="1200" b="0" i="0" u="none" strike="noStrike">
                <a:latin typeface="CourierNewPSMT"/>
              </a:rPr>
              <a:t>o </a:t>
            </a:r>
            <a:r>
              <a:rPr lang="ar" sz="1200" b="0" i="0" u="none" strike="noStrike">
                <a:latin typeface="OpenSans"/>
              </a:rPr>
              <a:t>website personalisation which enhances experience for customers, e.g.</a:t>
            </a:r>
          </a:p>
          <a:p>
            <a:pPr algn="l" rtl="1"/>
            <a:r>
              <a:rPr lang="ar" sz="1200" b="0" i="0" u="none" strike="noStrike">
                <a:latin typeface="OpenSans"/>
              </a:rPr>
              <a:t>recommends similar products, highlights products often purchased together.</a:t>
            </a:r>
            <a:endParaRPr lang="en-GB" altLang="en-US" dirty="0"/>
          </a:p>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19</a:t>
            </a:fld>
            <a:endParaRPr lang="en-GB" altLang="en-US"/>
          </a:p>
        </p:txBody>
      </p:sp>
    </p:spTree>
    <p:extLst>
      <p:ext uri="{BB962C8B-B14F-4D97-AF65-F5344CB8AC3E}">
        <p14:creationId xmlns:p14="http://schemas.microsoft.com/office/powerpoint/2010/main" val="867684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r>
              <a:rPr lang="ar" sz="1200" b="0" i="0" u="none" strike="noStrike">
                <a:latin typeface="CourierNewPSMT"/>
              </a:rPr>
              <a:t>o </a:t>
            </a:r>
            <a:r>
              <a:rPr lang="ar" sz="1200" b="0" i="0" u="none" strike="noStrike">
                <a:latin typeface="OpenSans"/>
              </a:rPr>
              <a:t>market expansion through social media</a:t>
            </a:r>
          </a:p>
          <a:p>
            <a:pPr algn="l" rtl="1"/>
            <a:r>
              <a:rPr lang="ar" sz="1200" b="0" i="0" u="none" strike="noStrike">
                <a:latin typeface="CourierNewPSMT"/>
              </a:rPr>
              <a:t>o </a:t>
            </a:r>
            <a:r>
              <a:rPr lang="ar" sz="1200" b="0" i="0" u="none" strike="noStrike">
                <a:latin typeface="OpenSans"/>
              </a:rPr>
              <a:t>marketing costs are low, e.g. search engine optimisation (SEO) can be used,</a:t>
            </a:r>
          </a:p>
          <a:p>
            <a:pPr algn="l" rtl="1"/>
            <a:r>
              <a:rPr lang="ar" sz="1200" b="0" i="0" u="none" strike="noStrike">
                <a:latin typeface="OpenSans"/>
              </a:rPr>
              <a:t>banners on own site and use of social media</a:t>
            </a:r>
          </a:p>
          <a:p>
            <a:pPr algn="l" rtl="1"/>
            <a:r>
              <a:rPr lang="ar" sz="1200" b="0" i="0" u="none" strike="noStrike">
                <a:latin typeface="CourierNewPSMT"/>
              </a:rPr>
              <a:t>o </a:t>
            </a:r>
            <a:r>
              <a:rPr lang="ar" sz="1200" b="0" i="0" u="none" strike="noStrike">
                <a:latin typeface="OpenSans"/>
              </a:rPr>
              <a:t>easy to showcase products, e.g. best sellers, new products, retarget products</a:t>
            </a:r>
          </a:p>
          <a:p>
            <a:pPr algn="l" rtl="1"/>
            <a:r>
              <a:rPr lang="ar" sz="1200" b="0" i="0" u="none" strike="noStrike">
                <a:latin typeface="OpenSans"/>
              </a:rPr>
              <a:t>customers view but do not buy</a:t>
            </a:r>
          </a:p>
          <a:p>
            <a:pPr algn="l" rtl="1"/>
            <a:r>
              <a:rPr lang="ar" sz="1200" b="0" i="0" u="none" strike="noStrike">
                <a:latin typeface="CourierNewPSMT"/>
              </a:rPr>
              <a:t>o </a:t>
            </a:r>
            <a:r>
              <a:rPr lang="ar" sz="1200" b="0" i="0" u="none" strike="noStrike">
                <a:latin typeface="OpenSans"/>
              </a:rPr>
              <a:t>website personalisation which enhances experience for customers, e.g.</a:t>
            </a:r>
          </a:p>
          <a:p>
            <a:pPr algn="l" rtl="1"/>
            <a:r>
              <a:rPr lang="ar" sz="1200" b="0" i="0" u="none" strike="noStrike">
                <a:latin typeface="OpenSans"/>
              </a:rPr>
              <a:t>recommends similar products, highlights products often purchased together.</a:t>
            </a:r>
            <a:endParaRPr lang="en-GB" altLang="en-US" dirty="0"/>
          </a:p>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20</a:t>
            </a:fld>
            <a:endParaRPr lang="en-GB" altLang="en-US"/>
          </a:p>
        </p:txBody>
      </p:sp>
    </p:spTree>
    <p:extLst>
      <p:ext uri="{BB962C8B-B14F-4D97-AF65-F5344CB8AC3E}">
        <p14:creationId xmlns:p14="http://schemas.microsoft.com/office/powerpoint/2010/main" val="40057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21</a:t>
            </a:fld>
            <a:endParaRPr lang="en-GB" altLang="en-US"/>
          </a:p>
        </p:txBody>
      </p:sp>
    </p:spTree>
    <p:extLst>
      <p:ext uri="{BB962C8B-B14F-4D97-AF65-F5344CB8AC3E}">
        <p14:creationId xmlns:p14="http://schemas.microsoft.com/office/powerpoint/2010/main" val="2067491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22</a:t>
            </a:fld>
            <a:endParaRPr lang="en-GB" altLang="en-US"/>
          </a:p>
        </p:txBody>
      </p:sp>
    </p:spTree>
    <p:extLst>
      <p:ext uri="{BB962C8B-B14F-4D97-AF65-F5344CB8AC3E}">
        <p14:creationId xmlns:p14="http://schemas.microsoft.com/office/powerpoint/2010/main" val="956936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23</a:t>
            </a:fld>
            <a:endParaRPr lang="en-GB" altLang="en-US"/>
          </a:p>
        </p:txBody>
      </p:sp>
    </p:spTree>
    <p:extLst>
      <p:ext uri="{BB962C8B-B14F-4D97-AF65-F5344CB8AC3E}">
        <p14:creationId xmlns:p14="http://schemas.microsoft.com/office/powerpoint/2010/main" val="2413174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US" sz="1800" dirty="0">
              <a:latin typeface="OpenSans"/>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12037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algn="l"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64411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26</a:t>
            </a:fld>
            <a:endParaRPr lang="en-GB" altLang="en-US"/>
          </a:p>
        </p:txBody>
      </p:sp>
    </p:spTree>
    <p:extLst>
      <p:ext uri="{BB962C8B-B14F-4D97-AF65-F5344CB8AC3E}">
        <p14:creationId xmlns:p14="http://schemas.microsoft.com/office/powerpoint/2010/main" val="1631062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27</a:t>
            </a:fld>
            <a:endParaRPr lang="en-GB" altLang="en-US"/>
          </a:p>
        </p:txBody>
      </p:sp>
    </p:spTree>
    <p:extLst>
      <p:ext uri="{BB962C8B-B14F-4D97-AF65-F5344CB8AC3E}">
        <p14:creationId xmlns:p14="http://schemas.microsoft.com/office/powerpoint/2010/main" val="22426705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928691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30</a:t>
            </a:fld>
            <a:endParaRPr lang="en-GB" altLang="en-US"/>
          </a:p>
        </p:txBody>
      </p:sp>
    </p:spTree>
    <p:extLst>
      <p:ext uri="{BB962C8B-B14F-4D97-AF65-F5344CB8AC3E}">
        <p14:creationId xmlns:p14="http://schemas.microsoft.com/office/powerpoint/2010/main" val="1971528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 typeface="Arial" panose="020B0604020202020204" pitchFamily="34" charset="0"/>
              <a:buChar char="•"/>
              <a:tabLst/>
              <a:defRPr/>
            </a:pPr>
            <a:r>
              <a:rPr lang="ar" sz="1800" b="0" i="0">
                <a:solidFill>
                  <a:srgbClr val="1F4E79"/>
                </a:solidFill>
                <a:effectLst/>
              </a:rPr>
              <a:t>Scanner: </a:t>
            </a:r>
            <a:r>
              <a:rPr lang="ar" sz="2800" b="1" i="0">
                <a:effectLst/>
                <a:latin typeface="Roboto" panose="02000000000000000000" pitchFamily="2" charset="0"/>
              </a:rPr>
              <a:t>AL2023692</a:t>
            </a:r>
            <a:endParaRPr lang="en-GB" sz="2800" b="1" i="0" dirty="0">
              <a:effectLst/>
              <a:latin typeface="Roboto" panose="02000000000000000000" pitchFamily="2" charset="0"/>
            </a:endParaRPr>
          </a:p>
          <a:p>
            <a:pPr algn="l" rtl="1" fontAlgn="base">
              <a:buFont typeface="Arial" panose="020B0604020202020204" pitchFamily="34" charset="0"/>
              <a:buNone/>
            </a:pPr>
            <a:endParaRPr lang="en-US" sz="1800" b="0" i="0" dirty="0">
              <a:solidFill>
                <a:srgbClr val="1F4E79"/>
              </a:solidFill>
              <a:effectLst/>
            </a:endParaRPr>
          </a:p>
          <a:p>
            <a:pPr rtl="1"/>
            <a:endParaRPr lang="en-GB" b="0"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19683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33</a:t>
            </a:fld>
            <a:endParaRPr lang="en-GB" altLang="en-US"/>
          </a:p>
        </p:txBody>
      </p:sp>
    </p:spTree>
    <p:extLst>
      <p:ext uri="{BB962C8B-B14F-4D97-AF65-F5344CB8AC3E}">
        <p14:creationId xmlns:p14="http://schemas.microsoft.com/office/powerpoint/2010/main" val="26816984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432420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82827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37</a:t>
            </a:fld>
            <a:endParaRPr lang="en-GB" altLang="en-US"/>
          </a:p>
        </p:txBody>
      </p:sp>
    </p:spTree>
    <p:extLst>
      <p:ext uri="{BB962C8B-B14F-4D97-AF65-F5344CB8AC3E}">
        <p14:creationId xmlns:p14="http://schemas.microsoft.com/office/powerpoint/2010/main" val="13503444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27213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rtl="1"/>
              <a:t>39</a:t>
            </a:fld>
            <a:endParaRPr lang="en-GB" altLang="en-US"/>
          </a:p>
        </p:txBody>
      </p:sp>
    </p:spTree>
    <p:extLst>
      <p:ext uri="{BB962C8B-B14F-4D97-AF65-F5344CB8AC3E}">
        <p14:creationId xmlns:p14="http://schemas.microsoft.com/office/powerpoint/2010/main" val="1227213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e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e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e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e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e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
        <p:nvSpPr>
          <p:cNvPr id="2" name="TextBox 1">
            <a:extLst>
              <a:ext uri="{FF2B5EF4-FFF2-40B4-BE49-F238E27FC236}">
                <a16:creationId xmlns:a16="http://schemas.microsoft.com/office/drawing/2014/main" id="{907E0D46-3AC1-92B9-D47E-8B2CC67F5E4F}"/>
              </a:ext>
            </a:extLst>
          </p:cNvPr>
          <p:cNvSpPr txBox="1"/>
          <p:nvPr userDrawn="1"/>
        </p:nvSpPr>
        <p:spPr>
          <a:xfrm>
            <a:off x="6876256" y="6453336"/>
            <a:ext cx="2016224" cy="269304"/>
          </a:xfrm>
          <a:prstGeom prst="rect">
            <a:avLst/>
          </a:prstGeom>
          <a:noFill/>
        </p:spPr>
        <p:txBody>
          <a:bodyPr wrap="square" rtlCol="1">
            <a:spAutoFit/>
          </a:bodyPr>
          <a:lstStyle/>
          <a:p>
            <a:pPr rtl="1"/>
            <a:r>
              <a:rPr lang="en-US" sz="1150">
                <a:latin typeface="Sakkal Majalla" panose="02000000000000000000" pitchFamily="2" charset="-78"/>
                <a:cs typeface="Sakkal Majalla" panose="02000000000000000000" pitchFamily="2" charset="-78"/>
              </a:rPr>
              <a:t>A103000360263</a:t>
            </a:r>
          </a:p>
        </p:txBody>
      </p:sp>
      <p:pic>
        <p:nvPicPr>
          <p:cNvPr id="3" name="Picture 8">
            <a:extLst>
              <a:ext uri="{FF2B5EF4-FFF2-40B4-BE49-F238E27FC236}">
                <a16:creationId xmlns:a16="http://schemas.microsoft.com/office/drawing/2014/main" id="{3DFEE0E5-06FA-A271-481A-C27A4195E0AF}"/>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audio" Target="../media/audio1.bin"/><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audio" Target="../media/audio1.bin"/><Relationship Id="rId7"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38.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 Id="rId9" Type="http://schemas.openxmlformats.org/officeDocument/2006/relationships/image" Target="../media/image26.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544016" y="1340768"/>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الوحدة 11</a:t>
            </a:r>
            <a:br>
              <a:rPr lang="en-GB" altLang="en-US" sz="4600" dirty="0"/>
            </a:br>
            <a:r>
              <a:rPr lang="ar" sz="4600"/>
              <a:t>الشركات عبر الإنترنت</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1170384" y="6408523"/>
            <a:ext cx="6519664" cy="320457"/>
          </a:xfrm>
        </p:spPr>
        <p:txBody>
          <a:bodyPr wrap="square" rtlCol="1" anchor="t">
            <a:normAutofit/>
          </a:bodyPr>
          <a:lstStyle/>
          <a:p>
            <a:pPr algn="ctr" rtl="1">
              <a:lnSpc>
                <a:spcPct val="90000"/>
              </a:lnSpc>
              <a:spcAft>
                <a:spcPts val="600"/>
              </a:spcAft>
              <a:defRPr/>
            </a:pPr>
            <a:r>
              <a:rPr lang="ar" sz="1600"/>
              <a:t>© شركة بيرسون إيديوكيشن ليمتد 2023. لا يُسمح بالنسخ إلا للمؤسسة المُشترية فقط </a:t>
            </a:r>
          </a:p>
        </p:txBody>
      </p:sp>
      <p:pic>
        <p:nvPicPr>
          <p:cNvPr id="6" name="Picture 5" descr="A person holding a credit card and a phone">
            <a:extLst>
              <a:ext uri="{FF2B5EF4-FFF2-40B4-BE49-F238E27FC236}">
                <a16:creationId xmlns:a16="http://schemas.microsoft.com/office/drawing/2014/main" id="{D5820E53-F4F7-B589-418C-0A1CEDA41D7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87887" y="2924944"/>
            <a:ext cx="4168226" cy="2778447"/>
          </a:xfrm>
          <a:prstGeom prst="rect">
            <a:avLst/>
          </a:prstGeom>
        </p:spPr>
      </p:pic>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الشركات عبر الإنترنت</a:t>
            </a:r>
            <a:endParaRPr lang="en-GB" altLang="en-US" sz="4600" dirty="0"/>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755576" y="2156585"/>
            <a:ext cx="7704856"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2200" spc="30">
                <a:solidFill>
                  <a:srgbClr val="000000"/>
                </a:solidFill>
              </a:rPr>
              <a:t>ستفهم، في هذه الوحدة، فوائد الأنواع المختلفة لتواجد الشركات عبر الإنترنت بالإضافة إلى المشكلات التي قد تواجهها.</a:t>
            </a:r>
          </a:p>
          <a:p>
            <a:pPr marL="0" indent="0" rtl="1">
              <a:lnSpc>
                <a:spcPct val="120000"/>
              </a:lnSpc>
              <a:buNone/>
            </a:pPr>
            <a:r>
              <a:rPr lang="ar" sz="2200" spc="30">
                <a:solidFill>
                  <a:srgbClr val="000000"/>
                </a:solidFill>
              </a:rPr>
              <a:t>ستطور أيضًا سلسلة من الصفحات الإلكترونية المتصلة أو موقعًا إلكترونيًا لتلبية احتياجات شركة مُحددة. سوف تفحص الخصائص العملية والتقنية التي يجب أخذها بعين الاعتبار ثم ستراجع الموقع الإلكتروني لتحدد مدى تلبيته لمتطلبات الشركة والجمهور.</a:t>
            </a:r>
          </a:p>
          <a:p>
            <a:pPr marL="0" indent="0" rtl="1">
              <a:lnSpc>
                <a:spcPct val="120000"/>
              </a:lnSpc>
              <a:buNone/>
            </a:pPr>
            <a:r>
              <a:rPr lang="ar" sz="2200" spc="30">
                <a:solidFill>
                  <a:srgbClr val="000000"/>
                </a:solidFill>
              </a:rPr>
              <a:t>وأخيرًا، ستدرس التأثير الأشمل لنشاط الشركات عبر الإنترنت وتأثيره على عملاء الشركات عبر الإنترنت وأثره على المجتمع.</a:t>
            </a:r>
            <a:endParaRPr lang="en-GB" sz="2200" spc="3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sz="4600"/>
              <a:t>أهداف التعلم</a:t>
            </a:r>
            <a:endParaRPr lang="en-GB" altLang="en-US" sz="4600"/>
          </a:p>
        </p:txBody>
      </p:sp>
      <p:sp>
        <p:nvSpPr>
          <p:cNvPr id="4" name="Rectangle: Rounded Corners 3">
            <a:extLst>
              <a:ext uri="{FF2B5EF4-FFF2-40B4-BE49-F238E27FC236}">
                <a16:creationId xmlns:a16="http://schemas.microsoft.com/office/drawing/2014/main" id="{C384D2C2-EABB-4D4B-DA0B-81449C99C546}"/>
              </a:ext>
            </a:extLst>
          </p:cNvPr>
          <p:cNvSpPr/>
          <p:nvPr/>
        </p:nvSpPr>
        <p:spPr>
          <a:xfrm>
            <a:off x="468314" y="2197609"/>
            <a:ext cx="8207375" cy="81583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latin typeface="Sakkal Majalla" panose="02000000000000000000" pitchFamily="2" charset="-78"/>
              <a:cs typeface="Sakkal Majalla" panose="02000000000000000000" pitchFamily="2" charset="-78"/>
            </a:endParaRPr>
          </a:p>
        </p:txBody>
      </p:sp>
      <p:sp>
        <p:nvSpPr>
          <p:cNvPr id="5" name="Rectangle 4" descr="Laptop">
            <a:extLst>
              <a:ext uri="{FF2B5EF4-FFF2-40B4-BE49-F238E27FC236}">
                <a16:creationId xmlns:a16="http://schemas.microsoft.com/office/drawing/2014/main" id="{B8CFF92F-D993-C50A-C0D5-6A82B67632F2}"/>
              </a:ext>
            </a:extLst>
          </p:cNvPr>
          <p:cNvSpPr/>
          <p:nvPr/>
        </p:nvSpPr>
        <p:spPr>
          <a:xfrm>
            <a:off x="7980190" y="2381172"/>
            <a:ext cx="448709" cy="448709"/>
          </a:xfrm>
          <a:prstGeom prst="rect">
            <a:avLst/>
          </a:prstGeom>
          <a: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sp>
      <p:sp>
        <p:nvSpPr>
          <p:cNvPr id="6" name="Freeform: Shape 5">
            <a:extLst>
              <a:ext uri="{FF2B5EF4-FFF2-40B4-BE49-F238E27FC236}">
                <a16:creationId xmlns:a16="http://schemas.microsoft.com/office/drawing/2014/main" id="{E07AFD77-B344-914D-24D6-1572DCF9471B}"/>
              </a:ext>
            </a:extLst>
          </p:cNvPr>
          <p:cNvSpPr/>
          <p:nvPr/>
        </p:nvSpPr>
        <p:spPr>
          <a:xfrm>
            <a:off x="468315" y="2197609"/>
            <a:ext cx="7265085" cy="815835"/>
          </a:xfrm>
          <a:custGeom>
            <a:avLst/>
            <a:gdLst>
              <a:gd name="connsiteX0" fmla="*/ 0 w 7265085"/>
              <a:gd name="connsiteY0" fmla="*/ 0 h 815835"/>
              <a:gd name="connsiteX1" fmla="*/ 7265085 w 7265085"/>
              <a:gd name="connsiteY1" fmla="*/ 0 h 815835"/>
              <a:gd name="connsiteX2" fmla="*/ 7265085 w 7265085"/>
              <a:gd name="connsiteY2" fmla="*/ 815835 h 815835"/>
              <a:gd name="connsiteX3" fmla="*/ 0 w 7265085"/>
              <a:gd name="connsiteY3" fmla="*/ 815835 h 815835"/>
              <a:gd name="connsiteX4" fmla="*/ 0 w 7265085"/>
              <a:gd name="connsiteY4" fmla="*/ 0 h 815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5085" h="815835">
                <a:moveTo>
                  <a:pt x="0" y="0"/>
                </a:moveTo>
                <a:lnTo>
                  <a:pt x="7265085" y="0"/>
                </a:lnTo>
                <a:lnTo>
                  <a:pt x="7265085" y="815835"/>
                </a:lnTo>
                <a:lnTo>
                  <a:pt x="0" y="8158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6343" tIns="86343" rIns="86343" bIns="86343" numCol="1" spcCol="1270" rtlCol="1" anchor="ctr" anchorCtr="0">
            <a:noAutofit/>
          </a:bodyPr>
          <a:lstStyle/>
          <a:p>
            <a:pPr marL="0" lvl="0" indent="0" algn="r" defTabSz="977900" rtl="1">
              <a:lnSpc>
                <a:spcPct val="110000"/>
              </a:lnSpc>
              <a:spcBef>
                <a:spcPct val="0"/>
              </a:spcBef>
              <a:spcAft>
                <a:spcPct val="35000"/>
              </a:spcAft>
              <a:buNone/>
            </a:pPr>
            <a:r>
              <a:rPr lang="ar" sz="1700" b="1" kern="1200">
                <a:latin typeface="Sakkal Majalla" panose="02000000000000000000" pitchFamily="2" charset="-78"/>
                <a:cs typeface="Sakkal Majalla" panose="02000000000000000000" pitchFamily="2" charset="-78"/>
              </a:rPr>
              <a:t>أ فهم الاستخدامات المختلفة للتواجد عبر الإنترنت، والتغييرات التي تطرأ على بيئة الإنترنت والمشكلات التي تواجه الشركات التي تمارس عملها عبر الإنترنت</a:t>
            </a:r>
            <a:endParaRPr lang="en-US" sz="1700" kern="1200">
              <a:latin typeface="Sakkal Majalla" panose="02000000000000000000" pitchFamily="2" charset="-78"/>
              <a:cs typeface="Sakkal Majalla" panose="02000000000000000000" pitchFamily="2" charset="-78"/>
            </a:endParaRPr>
          </a:p>
        </p:txBody>
      </p:sp>
      <p:sp>
        <p:nvSpPr>
          <p:cNvPr id="7" name="Rectangle: Rounded Corners 6">
            <a:extLst>
              <a:ext uri="{FF2B5EF4-FFF2-40B4-BE49-F238E27FC236}">
                <a16:creationId xmlns:a16="http://schemas.microsoft.com/office/drawing/2014/main" id="{1C603820-EFD8-82E5-CB2D-799FB94233AA}"/>
              </a:ext>
            </a:extLst>
          </p:cNvPr>
          <p:cNvSpPr/>
          <p:nvPr/>
        </p:nvSpPr>
        <p:spPr>
          <a:xfrm>
            <a:off x="468314" y="3217403"/>
            <a:ext cx="8207375" cy="81583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8" name="Rectangle 7" descr="Checkmark">
            <a:extLst>
              <a:ext uri="{FF2B5EF4-FFF2-40B4-BE49-F238E27FC236}">
                <a16:creationId xmlns:a16="http://schemas.microsoft.com/office/drawing/2014/main" id="{24086261-F703-74C7-7702-EF8C47226F20}"/>
              </a:ext>
            </a:extLst>
          </p:cNvPr>
          <p:cNvSpPr/>
          <p:nvPr/>
        </p:nvSpPr>
        <p:spPr>
          <a:xfrm>
            <a:off x="7980190" y="3400966"/>
            <a:ext cx="448709" cy="448709"/>
          </a:xfrm>
          <a:prstGeom prst="rect">
            <a:avLst/>
          </a:prstGeom>
          <a: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sp>
      <p:sp>
        <p:nvSpPr>
          <p:cNvPr id="9" name="Freeform: Shape 8">
            <a:extLst>
              <a:ext uri="{FF2B5EF4-FFF2-40B4-BE49-F238E27FC236}">
                <a16:creationId xmlns:a16="http://schemas.microsoft.com/office/drawing/2014/main" id="{DD5F2E85-B367-84B6-755C-39468E9AC6C1}"/>
              </a:ext>
            </a:extLst>
          </p:cNvPr>
          <p:cNvSpPr/>
          <p:nvPr/>
        </p:nvSpPr>
        <p:spPr>
          <a:xfrm>
            <a:off x="468315" y="3217403"/>
            <a:ext cx="7265085" cy="815835"/>
          </a:xfrm>
          <a:custGeom>
            <a:avLst/>
            <a:gdLst>
              <a:gd name="connsiteX0" fmla="*/ 0 w 7265085"/>
              <a:gd name="connsiteY0" fmla="*/ 0 h 815835"/>
              <a:gd name="connsiteX1" fmla="*/ 7265085 w 7265085"/>
              <a:gd name="connsiteY1" fmla="*/ 0 h 815835"/>
              <a:gd name="connsiteX2" fmla="*/ 7265085 w 7265085"/>
              <a:gd name="connsiteY2" fmla="*/ 815835 h 815835"/>
              <a:gd name="connsiteX3" fmla="*/ 0 w 7265085"/>
              <a:gd name="connsiteY3" fmla="*/ 815835 h 815835"/>
              <a:gd name="connsiteX4" fmla="*/ 0 w 7265085"/>
              <a:gd name="connsiteY4" fmla="*/ 0 h 815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5085" h="815835">
                <a:moveTo>
                  <a:pt x="0" y="0"/>
                </a:moveTo>
                <a:lnTo>
                  <a:pt x="7265085" y="0"/>
                </a:lnTo>
                <a:lnTo>
                  <a:pt x="7265085" y="815835"/>
                </a:lnTo>
                <a:lnTo>
                  <a:pt x="0" y="8158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6343" tIns="86343" rIns="86343" bIns="86343" numCol="1" spcCol="1270" rtlCol="1" anchor="ctr" anchorCtr="0">
            <a:noAutofit/>
          </a:bodyPr>
          <a:lstStyle/>
          <a:p>
            <a:pPr marL="0" lvl="0" indent="0" algn="r" defTabSz="977900" rtl="1">
              <a:lnSpc>
                <a:spcPct val="90000"/>
              </a:lnSpc>
              <a:spcBef>
                <a:spcPct val="0"/>
              </a:spcBef>
              <a:spcAft>
                <a:spcPct val="35000"/>
              </a:spcAft>
              <a:buNone/>
            </a:pPr>
            <a:r>
              <a:rPr lang="ar" sz="1700" b="1" kern="1200">
                <a:latin typeface="Sakkal Majalla" panose="02000000000000000000" pitchFamily="2" charset="-78"/>
                <a:cs typeface="Sakkal Majalla" panose="02000000000000000000" pitchFamily="2" charset="-78"/>
              </a:rPr>
              <a:t>ب فهم مزايا التواجد عبر الإنترنت وعيوبه</a:t>
            </a:r>
            <a:endParaRPr lang="en-US" sz="1700" kern="1200">
              <a:latin typeface="Sakkal Majalla" panose="02000000000000000000" pitchFamily="2" charset="-78"/>
              <a:cs typeface="Sakkal Majalla" panose="02000000000000000000" pitchFamily="2" charset="-78"/>
            </a:endParaRPr>
          </a:p>
        </p:txBody>
      </p:sp>
      <p:sp>
        <p:nvSpPr>
          <p:cNvPr id="10" name="Rectangle: Rounded Corners 9">
            <a:extLst>
              <a:ext uri="{FF2B5EF4-FFF2-40B4-BE49-F238E27FC236}">
                <a16:creationId xmlns:a16="http://schemas.microsoft.com/office/drawing/2014/main" id="{37B5332F-F3F5-638F-FF85-D8D5645FEF24}"/>
              </a:ext>
            </a:extLst>
          </p:cNvPr>
          <p:cNvSpPr/>
          <p:nvPr/>
        </p:nvSpPr>
        <p:spPr>
          <a:xfrm>
            <a:off x="468314" y="4237197"/>
            <a:ext cx="8207375" cy="81583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11" name="Rectangle 10" descr="Monitor">
            <a:extLst>
              <a:ext uri="{FF2B5EF4-FFF2-40B4-BE49-F238E27FC236}">
                <a16:creationId xmlns:a16="http://schemas.microsoft.com/office/drawing/2014/main" id="{34CAA6DE-1A57-CB95-1C8C-D800A24CD6AB}"/>
              </a:ext>
            </a:extLst>
          </p:cNvPr>
          <p:cNvSpPr/>
          <p:nvPr/>
        </p:nvSpPr>
        <p:spPr>
          <a:xfrm>
            <a:off x="7980190" y="4420760"/>
            <a:ext cx="448709" cy="448709"/>
          </a:xfrm>
          <a:prstGeom prst="rect">
            <a:avLst/>
          </a:prstGeom>
          <a: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sp>
      <p:sp>
        <p:nvSpPr>
          <p:cNvPr id="12" name="Freeform: Shape 11">
            <a:extLst>
              <a:ext uri="{FF2B5EF4-FFF2-40B4-BE49-F238E27FC236}">
                <a16:creationId xmlns:a16="http://schemas.microsoft.com/office/drawing/2014/main" id="{BAD0FF6D-43C6-A9D7-12E6-E2390A51F176}"/>
              </a:ext>
            </a:extLst>
          </p:cNvPr>
          <p:cNvSpPr/>
          <p:nvPr/>
        </p:nvSpPr>
        <p:spPr>
          <a:xfrm>
            <a:off x="468315" y="4237197"/>
            <a:ext cx="7265085" cy="815835"/>
          </a:xfrm>
          <a:custGeom>
            <a:avLst/>
            <a:gdLst>
              <a:gd name="connsiteX0" fmla="*/ 0 w 7265085"/>
              <a:gd name="connsiteY0" fmla="*/ 0 h 815835"/>
              <a:gd name="connsiteX1" fmla="*/ 7265085 w 7265085"/>
              <a:gd name="connsiteY1" fmla="*/ 0 h 815835"/>
              <a:gd name="connsiteX2" fmla="*/ 7265085 w 7265085"/>
              <a:gd name="connsiteY2" fmla="*/ 815835 h 815835"/>
              <a:gd name="connsiteX3" fmla="*/ 0 w 7265085"/>
              <a:gd name="connsiteY3" fmla="*/ 815835 h 815835"/>
              <a:gd name="connsiteX4" fmla="*/ 0 w 7265085"/>
              <a:gd name="connsiteY4" fmla="*/ 0 h 815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5085" h="815835">
                <a:moveTo>
                  <a:pt x="0" y="0"/>
                </a:moveTo>
                <a:lnTo>
                  <a:pt x="7265085" y="0"/>
                </a:lnTo>
                <a:lnTo>
                  <a:pt x="7265085" y="815835"/>
                </a:lnTo>
                <a:lnTo>
                  <a:pt x="0" y="8158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6343" tIns="86343" rIns="86343" bIns="86343" numCol="1" spcCol="1270" rtlCol="1" anchor="ctr" anchorCtr="0">
            <a:noAutofit/>
          </a:bodyPr>
          <a:lstStyle/>
          <a:p>
            <a:pPr marL="0" lvl="0" indent="0" algn="r" defTabSz="977900" rtl="1">
              <a:lnSpc>
                <a:spcPct val="90000"/>
              </a:lnSpc>
              <a:spcBef>
                <a:spcPct val="0"/>
              </a:spcBef>
              <a:spcAft>
                <a:spcPct val="35000"/>
              </a:spcAft>
              <a:buNone/>
            </a:pPr>
            <a:r>
              <a:rPr lang="ar" sz="1700" b="1" kern="1200">
                <a:latin typeface="Sakkal Majalla" panose="02000000000000000000" pitchFamily="2" charset="-78"/>
                <a:cs typeface="Sakkal Majalla" panose="02000000000000000000" pitchFamily="2" charset="-78"/>
              </a:rPr>
              <a:t>ج تصميم وتبرير لموقع إلكتروني لتلبية احتياجات الشركة </a:t>
            </a:r>
            <a:endParaRPr lang="en-US" sz="1700" kern="1200">
              <a:latin typeface="Sakkal Majalla" panose="02000000000000000000" pitchFamily="2" charset="-78"/>
              <a:cs typeface="Sakkal Majalla" panose="02000000000000000000" pitchFamily="2" charset="-78"/>
            </a:endParaRPr>
          </a:p>
        </p:txBody>
      </p:sp>
      <p:sp>
        <p:nvSpPr>
          <p:cNvPr id="13" name="Rectangle: Rounded Corners 12">
            <a:extLst>
              <a:ext uri="{FF2B5EF4-FFF2-40B4-BE49-F238E27FC236}">
                <a16:creationId xmlns:a16="http://schemas.microsoft.com/office/drawing/2014/main" id="{13B30462-B807-1D29-38AB-66DF32B58E35}"/>
              </a:ext>
            </a:extLst>
          </p:cNvPr>
          <p:cNvSpPr/>
          <p:nvPr/>
        </p:nvSpPr>
        <p:spPr>
          <a:xfrm>
            <a:off x="468314" y="5256991"/>
            <a:ext cx="8207375" cy="81583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14" name="Rectangle 13" descr="Business Growth">
            <a:extLst>
              <a:ext uri="{FF2B5EF4-FFF2-40B4-BE49-F238E27FC236}">
                <a16:creationId xmlns:a16="http://schemas.microsoft.com/office/drawing/2014/main" id="{0DC0F72E-E5A6-358A-6C7E-CC1F9CAFB727}"/>
              </a:ext>
            </a:extLst>
          </p:cNvPr>
          <p:cNvSpPr/>
          <p:nvPr/>
        </p:nvSpPr>
        <p:spPr>
          <a:xfrm>
            <a:off x="7980190" y="5440554"/>
            <a:ext cx="448709" cy="448709"/>
          </a:xfrm>
          <a:prstGeom prst="rect">
            <a:avLst/>
          </a:prstGeom>
          <a: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sp>
      <p:sp>
        <p:nvSpPr>
          <p:cNvPr id="15" name="Freeform: Shape 14">
            <a:extLst>
              <a:ext uri="{FF2B5EF4-FFF2-40B4-BE49-F238E27FC236}">
                <a16:creationId xmlns:a16="http://schemas.microsoft.com/office/drawing/2014/main" id="{0B7F408A-2F2F-78FD-D282-3828C8491D89}"/>
              </a:ext>
            </a:extLst>
          </p:cNvPr>
          <p:cNvSpPr/>
          <p:nvPr/>
        </p:nvSpPr>
        <p:spPr>
          <a:xfrm>
            <a:off x="468315" y="5256991"/>
            <a:ext cx="7265085" cy="815835"/>
          </a:xfrm>
          <a:custGeom>
            <a:avLst/>
            <a:gdLst>
              <a:gd name="connsiteX0" fmla="*/ 0 w 7265085"/>
              <a:gd name="connsiteY0" fmla="*/ 0 h 815835"/>
              <a:gd name="connsiteX1" fmla="*/ 7265085 w 7265085"/>
              <a:gd name="connsiteY1" fmla="*/ 0 h 815835"/>
              <a:gd name="connsiteX2" fmla="*/ 7265085 w 7265085"/>
              <a:gd name="connsiteY2" fmla="*/ 815835 h 815835"/>
              <a:gd name="connsiteX3" fmla="*/ 0 w 7265085"/>
              <a:gd name="connsiteY3" fmla="*/ 815835 h 815835"/>
              <a:gd name="connsiteX4" fmla="*/ 0 w 7265085"/>
              <a:gd name="connsiteY4" fmla="*/ 0 h 815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5085" h="815835">
                <a:moveTo>
                  <a:pt x="0" y="0"/>
                </a:moveTo>
                <a:lnTo>
                  <a:pt x="7265085" y="0"/>
                </a:lnTo>
                <a:lnTo>
                  <a:pt x="7265085" y="815835"/>
                </a:lnTo>
                <a:lnTo>
                  <a:pt x="0" y="8158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6343" tIns="86343" rIns="86343" bIns="86343" numCol="1" spcCol="1270" rtlCol="1" anchor="ctr" anchorCtr="0">
            <a:noAutofit/>
          </a:bodyPr>
          <a:lstStyle/>
          <a:p>
            <a:pPr marL="0" lvl="0" indent="0" algn="r" defTabSz="977900" rtl="1">
              <a:lnSpc>
                <a:spcPct val="90000"/>
              </a:lnSpc>
              <a:spcBef>
                <a:spcPct val="0"/>
              </a:spcBef>
              <a:spcAft>
                <a:spcPct val="35000"/>
              </a:spcAft>
              <a:buNone/>
            </a:pPr>
            <a:r>
              <a:rPr lang="ar" sz="1700" b="1" kern="1200">
                <a:latin typeface="Sakkal Majalla" panose="02000000000000000000" pitchFamily="2" charset="-78"/>
                <a:cs typeface="Sakkal Majalla" panose="02000000000000000000" pitchFamily="2" charset="-78"/>
              </a:rPr>
              <a:t>د فهم مزايا كثرة الشركات عبر الإنترنت وعيوبها بالنسبة للعملاء والمجتمع</a:t>
            </a:r>
            <a:endParaRPr lang="en-US" sz="1700" kern="1200">
              <a:latin typeface="Sakkal Majalla" panose="02000000000000000000" pitchFamily="2" charset="-78"/>
              <a:cs typeface="Sakkal Majalla" panose="02000000000000000000" pitchFamily="2" charset="-78"/>
            </a:endParaRPr>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013E0BA-FCCE-3596-2AA5-E66FC703C355}"/>
              </a:ext>
            </a:extLst>
          </p:cNvPr>
          <p:cNvSpPr/>
          <p:nvPr/>
        </p:nvSpPr>
        <p:spPr>
          <a:xfrm>
            <a:off x="4754884" y="2772450"/>
            <a:ext cx="2823671" cy="1694202"/>
          </a:xfrm>
          <a:custGeom>
            <a:avLst/>
            <a:gdLst>
              <a:gd name="connsiteX0" fmla="*/ 0 w 2823671"/>
              <a:gd name="connsiteY0" fmla="*/ 0 h 1694202"/>
              <a:gd name="connsiteX1" fmla="*/ 2823671 w 2823671"/>
              <a:gd name="connsiteY1" fmla="*/ 0 h 1694202"/>
              <a:gd name="connsiteX2" fmla="*/ 2823671 w 2823671"/>
              <a:gd name="connsiteY2" fmla="*/ 1694202 h 1694202"/>
              <a:gd name="connsiteX3" fmla="*/ 0 w 2823671"/>
              <a:gd name="connsiteY3" fmla="*/ 1694202 h 1694202"/>
              <a:gd name="connsiteX4" fmla="*/ 0 w 2823671"/>
              <a:gd name="connsiteY4" fmla="*/ 0 h 1694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671" h="1694202">
                <a:moveTo>
                  <a:pt x="0" y="0"/>
                </a:moveTo>
                <a:lnTo>
                  <a:pt x="2823671" y="0"/>
                </a:lnTo>
                <a:lnTo>
                  <a:pt x="2823671" y="1694202"/>
                </a:lnTo>
                <a:lnTo>
                  <a:pt x="0" y="1694202"/>
                </a:lnTo>
                <a:lnTo>
                  <a:pt x="0" y="0"/>
                </a:lnTo>
                <a:close/>
              </a:path>
            </a:pathLst>
          </a:cu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76200" tIns="76200" rIns="76200" bIns="76200" numCol="1" spcCol="1270" rtlCol="1" anchor="ctr" anchorCtr="0">
            <a:noAutofit/>
          </a:bodyPr>
          <a:lstStyle/>
          <a:p>
            <a:pPr marL="0" lvl="0" indent="0" algn="ctr" defTabSz="889000" rtl="1">
              <a:lnSpc>
                <a:spcPct val="110000"/>
              </a:lnSpc>
              <a:spcBef>
                <a:spcPct val="0"/>
              </a:spcBef>
              <a:spcAft>
                <a:spcPct val="35000"/>
              </a:spcAft>
              <a:buNone/>
            </a:pPr>
            <a:r>
              <a:rPr lang="ar" sz="2200" kern="1200">
                <a:solidFill>
                  <a:schemeClr val="accent6">
                    <a:lumMod val="75000"/>
                  </a:schemeClr>
                </a:solidFill>
                <a:latin typeface="Sakkal Majalla" panose="02000000000000000000" pitchFamily="2" charset="-78"/>
                <a:cs typeface="Sakkal Majalla" panose="02000000000000000000" pitchFamily="2" charset="-78"/>
              </a:rPr>
              <a:t>أ1 أغراض التواجد عبر الإنترنت</a:t>
            </a:r>
            <a:endParaRPr lang="en-US" sz="2200" kern="1200" dirty="0">
              <a:solidFill>
                <a:schemeClr val="accent6">
                  <a:lumMod val="75000"/>
                </a:schemeClr>
              </a:solidFill>
              <a:latin typeface="Sakkal Majalla" panose="02000000000000000000" pitchFamily="2" charset="-78"/>
              <a:cs typeface="Sakkal Majalla" panose="02000000000000000000" pitchFamily="2" charset="-78"/>
            </a:endParaRPr>
          </a:p>
        </p:txBody>
      </p:sp>
      <p:sp>
        <p:nvSpPr>
          <p:cNvPr id="4" name="Freeform: Shape 3">
            <a:extLst>
              <a:ext uri="{FF2B5EF4-FFF2-40B4-BE49-F238E27FC236}">
                <a16:creationId xmlns:a16="http://schemas.microsoft.com/office/drawing/2014/main" id="{0D61ECCD-27FD-BD3F-E171-53E9AF15FD85}"/>
              </a:ext>
            </a:extLst>
          </p:cNvPr>
          <p:cNvSpPr/>
          <p:nvPr/>
        </p:nvSpPr>
        <p:spPr>
          <a:xfrm>
            <a:off x="1643396" y="2780006"/>
            <a:ext cx="2823671" cy="1694202"/>
          </a:xfrm>
          <a:custGeom>
            <a:avLst/>
            <a:gdLst>
              <a:gd name="connsiteX0" fmla="*/ 0 w 2823671"/>
              <a:gd name="connsiteY0" fmla="*/ 0 h 1694202"/>
              <a:gd name="connsiteX1" fmla="*/ 2823671 w 2823671"/>
              <a:gd name="connsiteY1" fmla="*/ 0 h 1694202"/>
              <a:gd name="connsiteX2" fmla="*/ 2823671 w 2823671"/>
              <a:gd name="connsiteY2" fmla="*/ 1694202 h 1694202"/>
              <a:gd name="connsiteX3" fmla="*/ 0 w 2823671"/>
              <a:gd name="connsiteY3" fmla="*/ 1694202 h 1694202"/>
              <a:gd name="connsiteX4" fmla="*/ 0 w 2823671"/>
              <a:gd name="connsiteY4" fmla="*/ 0 h 1694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671" h="1694202">
                <a:moveTo>
                  <a:pt x="0" y="0"/>
                </a:moveTo>
                <a:lnTo>
                  <a:pt x="2823671" y="0"/>
                </a:lnTo>
                <a:lnTo>
                  <a:pt x="2823671" y="1694202"/>
                </a:lnTo>
                <a:lnTo>
                  <a:pt x="0" y="1694202"/>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76200" tIns="76200" rIns="76200" bIns="76200" numCol="1" spcCol="1270" rtlCol="1" anchor="ctr" anchorCtr="0">
            <a:noAutofit/>
          </a:bodyPr>
          <a:lstStyle/>
          <a:p>
            <a:pPr marL="0" lvl="0" indent="0" algn="ctr" defTabSz="889000" rtl="1">
              <a:lnSpc>
                <a:spcPct val="110000"/>
              </a:lnSpc>
              <a:spcBef>
                <a:spcPct val="0"/>
              </a:spcBef>
              <a:spcAft>
                <a:spcPct val="35000"/>
              </a:spcAft>
              <a:buNone/>
            </a:pPr>
            <a:r>
              <a:rPr lang="ar" sz="2200" kern="1200">
                <a:solidFill>
                  <a:srgbClr val="2D2D8A">
                    <a:lumMod val="75000"/>
                  </a:srgbClr>
                </a:solidFill>
                <a:latin typeface="Sakkal Majalla" panose="02000000000000000000" pitchFamily="2" charset="-78"/>
                <a:cs typeface="Sakkal Majalla" panose="02000000000000000000" pitchFamily="2" charset="-78"/>
              </a:rPr>
              <a:t>أ2 التغيرات التي تطرأ على بيئة الشركة عبر الإنترنت</a:t>
            </a:r>
            <a:endParaRPr lang="en-US" sz="2200" kern="1200" dirty="0">
              <a:solidFill>
                <a:srgbClr val="2D2D8A">
                  <a:lumMod val="75000"/>
                </a:srgbClr>
              </a:solidFill>
              <a:latin typeface="Sakkal Majalla" panose="02000000000000000000" pitchFamily="2" charset="-78"/>
              <a:cs typeface="Sakkal Majalla" panose="02000000000000000000" pitchFamily="2" charset="-78"/>
            </a:endParaRPr>
          </a:p>
        </p:txBody>
      </p:sp>
      <p:sp>
        <p:nvSpPr>
          <p:cNvPr id="7" name="Freeform: Shape 6">
            <a:extLst>
              <a:ext uri="{FF2B5EF4-FFF2-40B4-BE49-F238E27FC236}">
                <a16:creationId xmlns:a16="http://schemas.microsoft.com/office/drawing/2014/main" id="{3B98AD62-660D-FB48-845F-A00D4609A854}"/>
              </a:ext>
            </a:extLst>
          </p:cNvPr>
          <p:cNvSpPr/>
          <p:nvPr/>
        </p:nvSpPr>
        <p:spPr>
          <a:xfrm>
            <a:off x="3201865" y="4749020"/>
            <a:ext cx="2823671" cy="1694202"/>
          </a:xfrm>
          <a:custGeom>
            <a:avLst/>
            <a:gdLst>
              <a:gd name="connsiteX0" fmla="*/ 0 w 2823671"/>
              <a:gd name="connsiteY0" fmla="*/ 0 h 1694202"/>
              <a:gd name="connsiteX1" fmla="*/ 2823671 w 2823671"/>
              <a:gd name="connsiteY1" fmla="*/ 0 h 1694202"/>
              <a:gd name="connsiteX2" fmla="*/ 2823671 w 2823671"/>
              <a:gd name="connsiteY2" fmla="*/ 1694202 h 1694202"/>
              <a:gd name="connsiteX3" fmla="*/ 0 w 2823671"/>
              <a:gd name="connsiteY3" fmla="*/ 1694202 h 1694202"/>
              <a:gd name="connsiteX4" fmla="*/ 0 w 2823671"/>
              <a:gd name="connsiteY4" fmla="*/ 0 h 1694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671" h="1694202">
                <a:moveTo>
                  <a:pt x="0" y="0"/>
                </a:moveTo>
                <a:lnTo>
                  <a:pt x="2823671" y="0"/>
                </a:lnTo>
                <a:lnTo>
                  <a:pt x="2823671" y="1694202"/>
                </a:lnTo>
                <a:lnTo>
                  <a:pt x="0" y="1694202"/>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76200" tIns="76200" rIns="76200" bIns="76200" numCol="1" spcCol="1270" rtlCol="1" anchor="ctr" anchorCtr="0">
            <a:noAutofit/>
          </a:bodyPr>
          <a:lstStyle/>
          <a:p>
            <a:pPr marL="0" lvl="0" indent="0" algn="ctr" defTabSz="889000" rtl="1">
              <a:lnSpc>
                <a:spcPct val="110000"/>
              </a:lnSpc>
              <a:spcBef>
                <a:spcPct val="0"/>
              </a:spcBef>
              <a:spcAft>
                <a:spcPct val="35000"/>
              </a:spcAft>
              <a:buNone/>
            </a:pPr>
            <a:r>
              <a:rPr lang="ar" sz="2200" kern="1200">
                <a:solidFill>
                  <a:srgbClr val="2D2D8A">
                    <a:lumMod val="75000"/>
                  </a:srgbClr>
                </a:solidFill>
                <a:latin typeface="Sakkal Majalla" panose="02000000000000000000" pitchFamily="2" charset="-78"/>
                <a:cs typeface="Sakkal Majalla" panose="02000000000000000000" pitchFamily="2" charset="-78"/>
              </a:rPr>
              <a:t>أ3 مشكلات التخطيط، والتنفيذ، والمشكلات التشغيلية التي </a:t>
            </a:r>
            <a:br>
              <a:rPr lang="ar-EG" sz="2200" kern="1200">
                <a:solidFill>
                  <a:srgbClr val="2D2D8A">
                    <a:lumMod val="75000"/>
                  </a:srgbClr>
                </a:solidFill>
                <a:latin typeface="Sakkal Majalla" panose="02000000000000000000" pitchFamily="2" charset="-78"/>
                <a:cs typeface="Sakkal Majalla" panose="02000000000000000000" pitchFamily="2" charset="-78"/>
              </a:rPr>
            </a:br>
            <a:r>
              <a:rPr lang="ar" sz="2200" kern="1200">
                <a:solidFill>
                  <a:srgbClr val="2D2D8A">
                    <a:lumMod val="75000"/>
                  </a:srgbClr>
                </a:solidFill>
                <a:latin typeface="Sakkal Majalla" panose="02000000000000000000" pitchFamily="2" charset="-78"/>
                <a:cs typeface="Sakkal Majalla" panose="02000000000000000000" pitchFamily="2" charset="-78"/>
              </a:rPr>
              <a:t>تواجه الشركات التي تمارس </a:t>
            </a:r>
            <a:br>
              <a:rPr lang="ar-EG" sz="2200" kern="1200">
                <a:solidFill>
                  <a:srgbClr val="2D2D8A">
                    <a:lumMod val="75000"/>
                  </a:srgbClr>
                </a:solidFill>
                <a:latin typeface="Sakkal Majalla" panose="02000000000000000000" pitchFamily="2" charset="-78"/>
                <a:cs typeface="Sakkal Majalla" panose="02000000000000000000" pitchFamily="2" charset="-78"/>
              </a:rPr>
            </a:br>
            <a:r>
              <a:rPr lang="ar" sz="2200" kern="1200">
                <a:solidFill>
                  <a:srgbClr val="2D2D8A">
                    <a:lumMod val="75000"/>
                  </a:srgbClr>
                </a:solidFill>
                <a:latin typeface="Sakkal Majalla" panose="02000000000000000000" pitchFamily="2" charset="-78"/>
                <a:cs typeface="Sakkal Majalla" panose="02000000000000000000" pitchFamily="2" charset="-78"/>
              </a:rPr>
              <a:t>عملها عبر الإنترنت</a:t>
            </a:r>
            <a:endParaRPr lang="en-US" sz="2200" kern="1200" dirty="0">
              <a:solidFill>
                <a:srgbClr val="2D2D8A">
                  <a:lumMod val="75000"/>
                </a:srgbClr>
              </a:solidFill>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498899" y="1196752"/>
            <a:ext cx="82296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25000" lnSpcReduction="20000"/>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10400" b="1">
                <a:solidFill>
                  <a:schemeClr val="tx2"/>
                </a:solidFill>
                <a:latin typeface="Sakkal Majalla" panose="02000000000000000000" pitchFamily="2" charset="-78"/>
                <a:cs typeface="Sakkal Majalla" panose="02000000000000000000" pitchFamily="2" charset="-78"/>
              </a:rPr>
              <a:t>هدف التعلّم أ:</a:t>
            </a:r>
          </a:p>
          <a:p>
            <a:pPr rtl="1">
              <a:lnSpc>
                <a:spcPct val="90000"/>
              </a:lnSpc>
              <a:spcAft>
                <a:spcPts val="600"/>
              </a:spcAft>
            </a:pPr>
            <a:endParaRPr lang="en-GB" altLang="en-US" sz="3200" dirty="0">
              <a:latin typeface="Sakkal Majalla" panose="02000000000000000000" pitchFamily="2" charset="-78"/>
              <a:cs typeface="Sakkal Majalla" panose="02000000000000000000" pitchFamily="2" charset="-78"/>
            </a:endParaRPr>
          </a:p>
          <a:p>
            <a:pPr rtl="1">
              <a:lnSpc>
                <a:spcPct val="120000"/>
              </a:lnSpc>
              <a:spcAft>
                <a:spcPts val="600"/>
              </a:spcAft>
            </a:pPr>
            <a:r>
              <a:rPr lang="ar" sz="8800">
                <a:latin typeface="Sakkal Majalla" panose="02000000000000000000" pitchFamily="2" charset="-78"/>
                <a:cs typeface="Sakkal Majalla" panose="02000000000000000000" pitchFamily="2" charset="-78"/>
              </a:rPr>
              <a:t>فهم الاستخدامات المختلفة للتواجد عبر الإنترنت، والتغييرات التي تطرأ على بيئة الإنترنت والمشكلات التي تواجه الشركات التي تمارس عملها عبر الإنترنت.</a:t>
            </a:r>
            <a:endParaRPr lang="en-GB" altLang="en-US" sz="8800" dirty="0">
              <a:latin typeface="Sakkal Majalla" panose="02000000000000000000" pitchFamily="2" charset="-78"/>
              <a:cs typeface="Sakkal Majalla" panose="02000000000000000000" pitchFamily="2" charset="-78"/>
            </a:endParaRPr>
          </a:p>
          <a:p>
            <a:pPr algn="ctr" rtl="1">
              <a:lnSpc>
                <a:spcPct val="90000"/>
              </a:lnSpc>
              <a:spcAft>
                <a:spcPts val="600"/>
              </a:spcAft>
            </a:pPr>
            <a:endParaRPr lang="en-GB" altLang="en-US" sz="3400" b="1" dirty="0">
              <a:solidFill>
                <a:schemeClr val="tx2"/>
              </a:solidFill>
              <a:latin typeface="Sakkal Majalla" panose="02000000000000000000" pitchFamily="2" charset="-78"/>
              <a:cs typeface="Sakkal Majalla" panose="02000000000000000000" pitchFamily="2" charset="-78"/>
            </a:endParaRPr>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FFC02F2-9213-2D67-6A8F-DB42986270D3}"/>
              </a:ext>
            </a:extLst>
          </p:cNvPr>
          <p:cNvSpPr txBox="1"/>
          <p:nvPr/>
        </p:nvSpPr>
        <p:spPr>
          <a:xfrm>
            <a:off x="383557" y="1970065"/>
            <a:ext cx="8181448" cy="4358116"/>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sz="2200">
                <a:latin typeface="Sakkal Majalla" panose="02000000000000000000" pitchFamily="2" charset="-78"/>
                <a:cs typeface="Sakkal Majalla" panose="02000000000000000000" pitchFamily="2" charset="-78"/>
              </a:rPr>
              <a:t>هناك قطاعات مختلفة تستفيد من التواجد عبر الإنترنت: </a:t>
            </a:r>
          </a:p>
          <a:p>
            <a:pPr rtl="1"/>
            <a:r>
              <a:rPr lang="ar" sz="2200" b="1">
                <a:latin typeface="Sakkal Majalla" panose="02000000000000000000" pitchFamily="2" charset="-78"/>
                <a:cs typeface="Sakkal Majalla" panose="02000000000000000000" pitchFamily="2" charset="-78"/>
              </a:rPr>
              <a:t>	القطاع العام</a:t>
            </a:r>
            <a:r>
              <a:rPr lang="ar" sz="2200">
                <a:latin typeface="Sakkal Majalla" panose="02000000000000000000" pitchFamily="2" charset="-78"/>
                <a:cs typeface="Sakkal Majalla" panose="02000000000000000000" pitchFamily="2" charset="-78"/>
              </a:rPr>
              <a:t>: السلع العامة والخدمات الحكومية</a:t>
            </a:r>
            <a:endParaRPr lang="en-US" sz="2200" dirty="0">
              <a:latin typeface="Sakkal Majalla" panose="02000000000000000000" pitchFamily="2" charset="-78"/>
              <a:cs typeface="Sakkal Majalla" panose="02000000000000000000" pitchFamily="2" charset="-78"/>
            </a:endParaRPr>
          </a:p>
          <a:p>
            <a:pPr rtl="1"/>
            <a:r>
              <a:rPr lang="ar" sz="2200" b="1">
                <a:latin typeface="Sakkal Majalla" panose="02000000000000000000" pitchFamily="2" charset="-78"/>
                <a:cs typeface="Sakkal Majalla" panose="02000000000000000000" pitchFamily="2" charset="-78"/>
              </a:rPr>
              <a:t>	القطاع الخاص</a:t>
            </a:r>
            <a:r>
              <a:rPr lang="ar" sz="2200">
                <a:latin typeface="Sakkal Majalla" panose="02000000000000000000" pitchFamily="2" charset="-78"/>
                <a:cs typeface="Sakkal Majalla" panose="02000000000000000000" pitchFamily="2" charset="-78"/>
              </a:rPr>
              <a:t>: الشركات التي تهدف للربح</a:t>
            </a:r>
          </a:p>
          <a:p>
            <a:pPr rtl="1"/>
            <a:r>
              <a:rPr lang="ar" sz="2200" b="1">
                <a:latin typeface="Sakkal Majalla" panose="02000000000000000000" pitchFamily="2" charset="-78"/>
                <a:cs typeface="Sakkal Majalla" panose="02000000000000000000" pitchFamily="2" charset="-78"/>
              </a:rPr>
              <a:t>	القطاع الطوعي</a:t>
            </a:r>
            <a:r>
              <a:rPr lang="ar" sz="2200">
                <a:latin typeface="Sakkal Majalla" panose="02000000000000000000" pitchFamily="2" charset="-78"/>
                <a:cs typeface="Sakkal Majalla" panose="02000000000000000000" pitchFamily="2" charset="-78"/>
              </a:rPr>
              <a:t>/ </a:t>
            </a:r>
            <a:r>
              <a:rPr lang="ar" sz="2200" b="1">
                <a:latin typeface="Sakkal Majalla" panose="02000000000000000000" pitchFamily="2" charset="-78"/>
                <a:cs typeface="Sakkal Majalla" panose="02000000000000000000" pitchFamily="2" charset="-78"/>
              </a:rPr>
              <a:t>غير الربحي</a:t>
            </a:r>
            <a:r>
              <a:rPr lang="ar" sz="2200">
                <a:latin typeface="Sakkal Majalla" panose="02000000000000000000" pitchFamily="2" charset="-78"/>
                <a:cs typeface="Sakkal Majalla" panose="02000000000000000000" pitchFamily="2" charset="-78"/>
              </a:rPr>
              <a:t>: منظمات مثل الجمعيات الخيرية التي تهدف</a:t>
            </a:r>
            <a:r>
              <a:rPr lang="ar-EG" sz="2200">
                <a:latin typeface="Sakkal Majalla" panose="02000000000000000000" pitchFamily="2" charset="-78"/>
                <a:cs typeface="Sakkal Majalla" panose="02000000000000000000" pitchFamily="2" charset="-78"/>
              </a:rPr>
              <a:t> </a:t>
            </a:r>
            <a:r>
              <a:rPr lang="ar" sz="2200">
                <a:latin typeface="Sakkal Majalla" panose="02000000000000000000" pitchFamily="2" charset="-78"/>
                <a:cs typeface="Sakkal Majalla" panose="02000000000000000000" pitchFamily="2" charset="-78"/>
              </a:rPr>
              <a:t>إلى العودة بالنفع </a:t>
            </a:r>
            <a:br>
              <a:rPr lang="ar-EG" sz="2200">
                <a:latin typeface="Sakkal Majalla" panose="02000000000000000000" pitchFamily="2" charset="-78"/>
                <a:cs typeface="Sakkal Majalla" panose="02000000000000000000" pitchFamily="2" charset="-78"/>
              </a:rPr>
            </a:br>
            <a:r>
              <a:rPr lang="ar" sz="2200">
                <a:latin typeface="Sakkal Majalla" panose="02000000000000000000" pitchFamily="2" charset="-78"/>
                <a:cs typeface="Sakkal Majalla" panose="02000000000000000000" pitchFamily="2" charset="-78"/>
              </a:rPr>
              <a:t> 	على المجتمع</a:t>
            </a:r>
          </a:p>
          <a:p>
            <a:pPr rtl="1"/>
            <a:r>
              <a:rPr lang="ar" sz="2200" spc="50">
                <a:latin typeface="Sakkal Majalla" panose="02000000000000000000" pitchFamily="2" charset="-78"/>
                <a:cs typeface="Sakkal Majalla" panose="02000000000000000000" pitchFamily="2" charset="-78"/>
              </a:rPr>
              <a:t>ناقش الشركات والمؤسسات المختلفة التي تتواجد عبر الإنترنت. هل يمكنك تجميع هذه الفئات </a:t>
            </a:r>
            <a:br>
              <a:rPr lang="ar-EG" sz="2200" spc="50">
                <a:latin typeface="Sakkal Majalla" panose="02000000000000000000" pitchFamily="2" charset="-78"/>
                <a:cs typeface="Sakkal Majalla" panose="02000000000000000000" pitchFamily="2" charset="-78"/>
              </a:rPr>
            </a:br>
            <a:r>
              <a:rPr lang="ar" sz="2200" spc="50">
                <a:latin typeface="Sakkal Majalla" panose="02000000000000000000" pitchFamily="2" charset="-78"/>
                <a:cs typeface="Sakkal Majalla" panose="02000000000000000000" pitchFamily="2" charset="-78"/>
              </a:rPr>
              <a:t>في القطاعات:</a:t>
            </a:r>
            <a:endParaRPr lang="en-US" sz="2200" spc="50" dirty="0">
              <a:latin typeface="Sakkal Majalla" panose="02000000000000000000" pitchFamily="2" charset="-78"/>
              <a:cs typeface="Sakkal Majalla" panose="02000000000000000000" pitchFamily="2" charset="-78"/>
            </a:endParaRPr>
          </a:p>
          <a:p>
            <a:pPr marL="685800" indent="-285750" rtl="1">
              <a:spcBef>
                <a:spcPct val="20000"/>
              </a:spcBef>
              <a:buSzPct val="85000"/>
              <a:buFont typeface="Arial,Sans-Serif"/>
              <a:buChar char="•"/>
            </a:pPr>
            <a:r>
              <a:rPr lang="ar" sz="2200">
                <a:latin typeface="Sakkal Majalla" panose="02000000000000000000" pitchFamily="2" charset="-78"/>
                <a:cs typeface="Sakkal Majalla" panose="02000000000000000000" pitchFamily="2" charset="-78"/>
              </a:rPr>
              <a:t>العام</a:t>
            </a:r>
            <a:endParaRPr lang="en-US" sz="2200" dirty="0">
              <a:latin typeface="Sakkal Majalla" panose="02000000000000000000" pitchFamily="2" charset="-78"/>
              <a:cs typeface="Sakkal Majalla" panose="02000000000000000000" pitchFamily="2" charset="-78"/>
            </a:endParaRPr>
          </a:p>
          <a:p>
            <a:pPr marL="685800" indent="-285750" rtl="1">
              <a:spcBef>
                <a:spcPct val="20000"/>
              </a:spcBef>
              <a:buSzPct val="85000"/>
              <a:buFont typeface="Arial,Sans-Serif"/>
              <a:buChar char="•"/>
            </a:pPr>
            <a:r>
              <a:rPr lang="ar" sz="2200">
                <a:latin typeface="Sakkal Majalla" panose="02000000000000000000" pitchFamily="2" charset="-78"/>
                <a:cs typeface="Sakkal Majalla" panose="02000000000000000000" pitchFamily="2" charset="-78"/>
              </a:rPr>
              <a:t>الخاص</a:t>
            </a:r>
            <a:endParaRPr lang="en-US" sz="2200" dirty="0">
              <a:latin typeface="Sakkal Majalla" panose="02000000000000000000" pitchFamily="2" charset="-78"/>
              <a:cs typeface="Sakkal Majalla" panose="02000000000000000000" pitchFamily="2" charset="-78"/>
            </a:endParaRPr>
          </a:p>
          <a:p>
            <a:pPr marL="685800" indent="-285750" rtl="1">
              <a:spcBef>
                <a:spcPct val="20000"/>
              </a:spcBef>
              <a:buSzPct val="85000"/>
              <a:buFont typeface="Arial,Sans-Serif"/>
              <a:buChar char="•"/>
            </a:pPr>
            <a:r>
              <a:rPr lang="ar" sz="2200">
                <a:latin typeface="Sakkal Majalla" panose="02000000000000000000" pitchFamily="2" charset="-78"/>
                <a:cs typeface="Sakkal Majalla" panose="02000000000000000000" pitchFamily="2" charset="-78"/>
              </a:rPr>
              <a:t>الطوعي/ غير الربحي</a:t>
            </a:r>
            <a:endParaRPr lang="en-US" sz="2200" dirty="0">
              <a:latin typeface="Sakkal Majalla" panose="02000000000000000000" pitchFamily="2" charset="-78"/>
              <a:cs typeface="Sakkal Majalla" panose="02000000000000000000" pitchFamily="2" charset="-78"/>
            </a:endParaRPr>
          </a:p>
          <a:p>
            <a:pPr marL="685800" indent="-285750" rtl="1">
              <a:spcBef>
                <a:spcPct val="20000"/>
              </a:spcBef>
              <a:buFont typeface="Arial,Sans-Serif"/>
              <a:buChar char="•"/>
            </a:pPr>
            <a:endParaRPr lang="en-GB" sz="2000" dirty="0">
              <a:latin typeface="Sakkal Majalla" panose="02000000000000000000" pitchFamily="2" charset="-78"/>
              <a:cs typeface="Sakkal Majalla" panose="02000000000000000000" pitchFamily="2" charset="-78"/>
            </a:endParaRPr>
          </a:p>
          <a:p>
            <a:pPr rtl="1"/>
            <a:endParaRPr lang="en-US" sz="2000" dirty="0">
              <a:latin typeface="Sakkal Majalla" panose="02000000000000000000" pitchFamily="2" charset="-78"/>
              <a:cs typeface="Sakkal Majalla" panose="02000000000000000000" pitchFamily="2" charset="-78"/>
            </a:endParaRPr>
          </a:p>
        </p:txBody>
      </p:sp>
      <p:sp>
        <p:nvSpPr>
          <p:cNvPr id="14" name="TextBox 13">
            <a:extLst>
              <a:ext uri="{FF2B5EF4-FFF2-40B4-BE49-F238E27FC236}">
                <a16:creationId xmlns:a16="http://schemas.microsoft.com/office/drawing/2014/main" id="{A2CF38A1-4617-1572-2DD8-4631BD64A4C3}"/>
              </a:ext>
            </a:extLst>
          </p:cNvPr>
          <p:cNvSpPr txBox="1"/>
          <p:nvPr/>
        </p:nvSpPr>
        <p:spPr>
          <a:xfrm>
            <a:off x="1043608" y="5845240"/>
            <a:ext cx="7716835" cy="400110"/>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endParaRPr lang="en-US" sz="2000" dirty="0">
              <a:latin typeface="Sakkal Majalla" panose="02000000000000000000" pitchFamily="2" charset="-78"/>
              <a:cs typeface="Sakkal Majalla" panose="02000000000000000000" pitchFamily="2" charset="-78"/>
            </a:endParaRPr>
          </a:p>
        </p:txBody>
      </p:sp>
      <p:sp>
        <p:nvSpPr>
          <p:cNvPr id="2" name="Rectangle 1">
            <a:extLst>
              <a:ext uri="{FF2B5EF4-FFF2-40B4-BE49-F238E27FC236}">
                <a16:creationId xmlns:a16="http://schemas.microsoft.com/office/drawing/2014/main" id="{52087CC6-979B-84B4-8B9E-96DF9357FFE9}"/>
              </a:ext>
            </a:extLst>
          </p:cNvPr>
          <p:cNvSpPr>
            <a:spLocks noChangeArrowheads="1"/>
          </p:cNvSpPr>
          <p:nvPr/>
        </p:nvSpPr>
        <p:spPr bwMode="auto">
          <a:xfrm>
            <a:off x="300041" y="1217471"/>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000" b="1">
                <a:latin typeface="Sakkal Majalla" panose="02000000000000000000" pitchFamily="2" charset="-78"/>
                <a:cs typeface="Sakkal Majalla" panose="02000000000000000000" pitchFamily="2" charset="-78"/>
              </a:rPr>
              <a:t>أ1 أغراض التواجد عبر الإنترنت</a:t>
            </a:r>
            <a:endParaRPr lang="en-GB" altLang="en-US" sz="3000" b="1" dirty="0">
              <a:latin typeface="Sakkal Majalla" panose="02000000000000000000" pitchFamily="2" charset="-78"/>
              <a:cs typeface="Sakkal Majalla" panose="02000000000000000000" pitchFamily="2" charset="-78"/>
            </a:endParaRPr>
          </a:p>
        </p:txBody>
      </p:sp>
      <p:grpSp>
        <p:nvGrpSpPr>
          <p:cNvPr id="3" name="Group 2">
            <a:extLst>
              <a:ext uri="{FF2B5EF4-FFF2-40B4-BE49-F238E27FC236}">
                <a16:creationId xmlns:a16="http://schemas.microsoft.com/office/drawing/2014/main" id="{F61D094C-C530-8A39-7730-202B3DEAA9D3}"/>
              </a:ext>
            </a:extLst>
          </p:cNvPr>
          <p:cNvGrpSpPr/>
          <p:nvPr/>
        </p:nvGrpSpPr>
        <p:grpSpPr>
          <a:xfrm flipH="1">
            <a:off x="446562" y="4293096"/>
            <a:ext cx="3189335" cy="1952254"/>
            <a:chOff x="0" y="353532"/>
            <a:chExt cx="2564804" cy="1538882"/>
          </a:xfrm>
        </p:grpSpPr>
        <p:sp>
          <p:nvSpPr>
            <p:cNvPr id="5" name="Rectangle 4">
              <a:extLst>
                <a:ext uri="{FF2B5EF4-FFF2-40B4-BE49-F238E27FC236}">
                  <a16:creationId xmlns:a16="http://schemas.microsoft.com/office/drawing/2014/main" id="{4572743E-7646-E601-F499-CF73F1D617E8}"/>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GB">
                <a:latin typeface="Sakkal Majalla" panose="02000000000000000000" pitchFamily="2" charset="-78"/>
                <a:cs typeface="Sakkal Majalla" panose="02000000000000000000" pitchFamily="2" charset="-78"/>
              </a:endParaRPr>
            </a:p>
          </p:txBody>
        </p:sp>
        <p:sp>
          <p:nvSpPr>
            <p:cNvPr id="6" name="TextBox 3">
              <a:extLst>
                <a:ext uri="{FF2B5EF4-FFF2-40B4-BE49-F238E27FC236}">
                  <a16:creationId xmlns:a16="http://schemas.microsoft.com/office/drawing/2014/main" id="{64BB5EDD-5AD4-DE35-464B-5E84CD78CB43}"/>
                </a:ext>
              </a:extLst>
            </p:cNvPr>
            <p:cNvSpPr txBox="1"/>
            <p:nvPr/>
          </p:nvSpPr>
          <p:spPr>
            <a:xfrm>
              <a:off x="144016" y="353532"/>
              <a:ext cx="2420788" cy="144016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lnSpc>
                  <a:spcPct val="110000"/>
                </a:lnSpc>
              </a:pPr>
              <a:r>
                <a:rPr lang="ar" sz="2200">
                  <a:solidFill>
                    <a:srgbClr val="7030A0"/>
                  </a:solidFill>
                  <a:latin typeface="Sakkal Majalla" panose="02000000000000000000" pitchFamily="2" charset="-78"/>
                  <a:cs typeface="Sakkal Majalla" panose="02000000000000000000" pitchFamily="2" charset="-78"/>
                </a:rPr>
                <a:t>أسئلة للمناقشة: </a:t>
              </a:r>
            </a:p>
            <a:p>
              <a:pPr rtl="1">
                <a:lnSpc>
                  <a:spcPct val="110000"/>
                </a:lnSpc>
              </a:pPr>
              <a:r>
                <a:rPr lang="ar" sz="2200">
                  <a:solidFill>
                    <a:srgbClr val="7030A0"/>
                  </a:solidFill>
                  <a:latin typeface="Sakkal Majalla" panose="02000000000000000000" pitchFamily="2" charset="-78"/>
                  <a:cs typeface="Sakkal Majalla" panose="02000000000000000000" pitchFamily="2" charset="-78"/>
                </a:rPr>
                <a:t>لماذا في رأيك تتواجد هذه الشركات عبر الإنترنت؟</a:t>
              </a:r>
            </a:p>
          </p:txBody>
        </p:sp>
      </p:grpSp>
    </p:spTree>
    <p:extLst>
      <p:ext uri="{BB962C8B-B14F-4D97-AF65-F5344CB8AC3E}">
        <p14:creationId xmlns:p14="http://schemas.microsoft.com/office/powerpoint/2010/main" val="3276147214"/>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A2CF38A1-4617-1572-2DD8-4631BD64A4C3}"/>
              </a:ext>
            </a:extLst>
          </p:cNvPr>
          <p:cNvSpPr txBox="1"/>
          <p:nvPr/>
        </p:nvSpPr>
        <p:spPr>
          <a:xfrm>
            <a:off x="1043608" y="5845240"/>
            <a:ext cx="7716835" cy="400110"/>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endParaRPr lang="en-US" sz="2000" dirty="0">
              <a:latin typeface="Sakkal Majalla" panose="02000000000000000000" pitchFamily="2" charset="-78"/>
              <a:cs typeface="Sakkal Majalla" panose="02000000000000000000" pitchFamily="2" charset="-78"/>
            </a:endParaRPr>
          </a:p>
        </p:txBody>
      </p:sp>
      <p:sp>
        <p:nvSpPr>
          <p:cNvPr id="2" name="Rectangle 1">
            <a:extLst>
              <a:ext uri="{FF2B5EF4-FFF2-40B4-BE49-F238E27FC236}">
                <a16:creationId xmlns:a16="http://schemas.microsoft.com/office/drawing/2014/main" id="{52087CC6-979B-84B4-8B9E-96DF9357FFE9}"/>
              </a:ext>
            </a:extLst>
          </p:cNvPr>
          <p:cNvSpPr>
            <a:spLocks noChangeArrowheads="1"/>
          </p:cNvSpPr>
          <p:nvPr/>
        </p:nvSpPr>
        <p:spPr bwMode="auto">
          <a:xfrm>
            <a:off x="287525" y="1099701"/>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000" b="1">
                <a:latin typeface="Sakkal Majalla" panose="02000000000000000000" pitchFamily="2" charset="-78"/>
                <a:cs typeface="Sakkal Majalla" panose="02000000000000000000" pitchFamily="2" charset="-78"/>
              </a:rPr>
              <a:t>أ1 أغراض التواجد عبر الإنترنت</a:t>
            </a:r>
            <a:endParaRPr lang="en-GB" altLang="en-US" sz="3000" b="1" dirty="0">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F3370FC0-8F17-B400-472D-AD9A73827890}"/>
              </a:ext>
            </a:extLst>
          </p:cNvPr>
          <p:cNvSpPr txBox="1"/>
          <p:nvPr/>
        </p:nvSpPr>
        <p:spPr>
          <a:xfrm>
            <a:off x="1127595" y="1714087"/>
            <a:ext cx="7632848" cy="400110"/>
          </a:xfrm>
          <a:prstGeom prst="rect">
            <a:avLst/>
          </a:prstGeom>
          <a:noFill/>
        </p:spPr>
        <p:txBody>
          <a:bodyPr wrap="square" lIns="91440" tIns="45720" rIns="91440" bIns="45720" rtlCol="1" anchor="t">
            <a:spAutoFit/>
          </a:bodyPr>
          <a:lstStyle/>
          <a:p>
            <a:pPr marL="342900" indent="-342900" rtl="1">
              <a:buSzPct val="85000"/>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الأغراض المختلفة للتواجد عبر الإنترنت </a:t>
            </a:r>
            <a:endParaRPr lang="en-US" sz="2000" dirty="0">
              <a:latin typeface="Sakkal Majalla" panose="02000000000000000000" pitchFamily="2" charset="-78"/>
              <a:cs typeface="Sakkal Majalla" panose="02000000000000000000" pitchFamily="2" charset="-78"/>
            </a:endParaRPr>
          </a:p>
        </p:txBody>
      </p:sp>
      <p:sp>
        <p:nvSpPr>
          <p:cNvPr id="7" name="Content Placeholder 2">
            <a:extLst>
              <a:ext uri="{FF2B5EF4-FFF2-40B4-BE49-F238E27FC236}">
                <a16:creationId xmlns:a16="http://schemas.microsoft.com/office/drawing/2014/main" id="{1F8B283D-D65E-F294-95A2-8C0D46CB9159}"/>
              </a:ext>
            </a:extLst>
          </p:cNvPr>
          <p:cNvSpPr>
            <a:spLocks noGrp="1"/>
          </p:cNvSpPr>
          <p:nvPr>
            <p:ph sz="half" idx="2"/>
          </p:nvPr>
        </p:nvSpPr>
        <p:spPr>
          <a:xfrm>
            <a:off x="393632" y="2187755"/>
            <a:ext cx="8353852" cy="2256055"/>
          </a:xfrm>
        </p:spPr>
        <p:txBody>
          <a:bodyPr rtlCol="1"/>
          <a:lstStyle/>
          <a:p>
            <a:pPr lvl="1" rtl="1">
              <a:lnSpc>
                <a:spcPct val="98000"/>
              </a:lnSpc>
              <a:buSzPct val="85000"/>
              <a:buFont typeface="Arial" panose="020B0604020202020204" pitchFamily="34" charset="0"/>
              <a:buChar char="•"/>
            </a:pPr>
            <a:r>
              <a:rPr lang="ar" sz="2000"/>
              <a:t>بيع السلع والخدمات </a:t>
            </a:r>
            <a:endParaRPr lang="en-US" sz="2000" dirty="0"/>
          </a:p>
          <a:p>
            <a:pPr lvl="1" rtl="1">
              <a:lnSpc>
                <a:spcPct val="98000"/>
              </a:lnSpc>
              <a:buSzPct val="85000"/>
              <a:buFont typeface="Arial" panose="020B0604020202020204" pitchFamily="34" charset="0"/>
              <a:buChar char="•"/>
            </a:pPr>
            <a:r>
              <a:rPr lang="ar" sz="2000"/>
              <a:t>تقديم المعلومات</a:t>
            </a:r>
            <a:endParaRPr lang="en-GB" sz="2000" dirty="0"/>
          </a:p>
          <a:p>
            <a:pPr lvl="1" rtl="1">
              <a:lnSpc>
                <a:spcPct val="98000"/>
              </a:lnSpc>
              <a:buSzPct val="85000"/>
              <a:buFont typeface="Arial" panose="020B0604020202020204" pitchFamily="34" charset="0"/>
              <a:buChar char="•"/>
            </a:pPr>
            <a:r>
              <a:rPr lang="ar" sz="2000"/>
              <a:t>الإعلان والتسويق</a:t>
            </a:r>
            <a:endParaRPr lang="en-GB" sz="2000" dirty="0"/>
          </a:p>
          <a:p>
            <a:pPr lvl="1" rtl="1">
              <a:lnSpc>
                <a:spcPct val="98000"/>
              </a:lnSpc>
              <a:buSzPct val="85000"/>
              <a:buFont typeface="Arial" panose="020B0604020202020204" pitchFamily="34" charset="0"/>
              <a:buChar char="•"/>
            </a:pPr>
            <a:r>
              <a:rPr lang="ar" sz="2000"/>
              <a:t>التعليم</a:t>
            </a:r>
            <a:endParaRPr lang="en-GB" sz="2000" dirty="0"/>
          </a:p>
          <a:p>
            <a:pPr marL="0" indent="0" rtl="1">
              <a:lnSpc>
                <a:spcPct val="98000"/>
              </a:lnSpc>
              <a:buNone/>
            </a:pPr>
            <a:r>
              <a:rPr lang="ar" sz="2000"/>
              <a:t>أنواع تواجد الشركات والمؤسسات عبر الإنترنت:</a:t>
            </a:r>
            <a:endParaRPr lang="en-US" sz="2000" dirty="0"/>
          </a:p>
          <a:p>
            <a:pPr lvl="1" rtl="1">
              <a:lnSpc>
                <a:spcPct val="98000"/>
              </a:lnSpc>
              <a:buSzPct val="85000"/>
              <a:buFont typeface="Arial" panose="020B0604020202020204" pitchFamily="34" charset="0"/>
              <a:buChar char="•"/>
            </a:pPr>
            <a:r>
              <a:rPr lang="ar" sz="2000"/>
              <a:t>التواجد السلبي</a:t>
            </a:r>
            <a:endParaRPr lang="en-US" sz="2000" dirty="0"/>
          </a:p>
          <a:p>
            <a:pPr lvl="1" rtl="1">
              <a:lnSpc>
                <a:spcPct val="98000"/>
              </a:lnSpc>
              <a:buSzPct val="85000"/>
              <a:buFont typeface="Arial" panose="020B0604020202020204" pitchFamily="34" charset="0"/>
              <a:buChar char="•"/>
            </a:pPr>
            <a:r>
              <a:rPr lang="ar" sz="2000"/>
              <a:t>تقديم المعلومات</a:t>
            </a:r>
            <a:endParaRPr lang="en-US" sz="2000" dirty="0"/>
          </a:p>
          <a:p>
            <a:pPr lvl="1" rtl="1">
              <a:lnSpc>
                <a:spcPct val="98000"/>
              </a:lnSpc>
              <a:buSzPct val="85000"/>
              <a:buFont typeface="Arial" panose="020B0604020202020204" pitchFamily="34" charset="0"/>
              <a:buChar char="•"/>
            </a:pPr>
            <a:r>
              <a:rPr lang="ar" sz="2000"/>
              <a:t>بناء العلامة التجارية</a:t>
            </a:r>
            <a:endParaRPr lang="en-US" sz="2000" dirty="0"/>
          </a:p>
          <a:p>
            <a:pPr lvl="1" rtl="1">
              <a:lnSpc>
                <a:spcPct val="98000"/>
              </a:lnSpc>
              <a:buSzPct val="85000"/>
              <a:buFont typeface="Arial" panose="020B0604020202020204" pitchFamily="34" charset="0"/>
              <a:buChar char="•"/>
            </a:pPr>
            <a:r>
              <a:rPr lang="ar" sz="2000"/>
              <a:t>خدمات مُكمّلة للخدمات المُقدمة دون الاتصال بالإنترنت</a:t>
            </a:r>
            <a:endParaRPr lang="en-US" sz="2000" dirty="0"/>
          </a:p>
          <a:p>
            <a:pPr lvl="1" rtl="1">
              <a:lnSpc>
                <a:spcPct val="98000"/>
              </a:lnSpc>
              <a:buSzPct val="85000"/>
              <a:buFont typeface="Arial" panose="020B0604020202020204" pitchFamily="34" charset="0"/>
              <a:buChar char="•"/>
            </a:pPr>
            <a:r>
              <a:rPr lang="ar" sz="2000"/>
              <a:t>تقديم تواجد تفاعلي</a:t>
            </a:r>
            <a:endParaRPr lang="en-US" sz="2000" dirty="0"/>
          </a:p>
          <a:p>
            <a:pPr lvl="1" rtl="1">
              <a:lnSpc>
                <a:spcPct val="98000"/>
              </a:lnSpc>
              <a:buSzPct val="85000"/>
              <a:buFont typeface="Arial" panose="020B0604020202020204" pitchFamily="34" charset="0"/>
              <a:buChar char="•"/>
            </a:pPr>
            <a:r>
              <a:rPr lang="ar" sz="2000"/>
              <a:t>تقديم تخصيص تفاعلي</a:t>
            </a:r>
            <a:endParaRPr lang="en-GB" sz="2000" dirty="0"/>
          </a:p>
          <a:p>
            <a:pPr marL="0" indent="0" rtl="1">
              <a:lnSpc>
                <a:spcPct val="98000"/>
              </a:lnSpc>
              <a:buNone/>
            </a:pPr>
            <a:endParaRPr lang="en-GB" dirty="0"/>
          </a:p>
        </p:txBody>
      </p:sp>
      <p:grpSp>
        <p:nvGrpSpPr>
          <p:cNvPr id="9" name="Group 8">
            <a:extLst>
              <a:ext uri="{FF2B5EF4-FFF2-40B4-BE49-F238E27FC236}">
                <a16:creationId xmlns:a16="http://schemas.microsoft.com/office/drawing/2014/main" id="{3CF634B1-7577-88AF-4A28-74519F843EC5}"/>
              </a:ext>
            </a:extLst>
          </p:cNvPr>
          <p:cNvGrpSpPr/>
          <p:nvPr/>
        </p:nvGrpSpPr>
        <p:grpSpPr>
          <a:xfrm flipH="1">
            <a:off x="279004" y="4227112"/>
            <a:ext cx="3212876" cy="1789860"/>
            <a:chOff x="0" y="353532"/>
            <a:chExt cx="2564804" cy="1538882"/>
          </a:xfrm>
        </p:grpSpPr>
        <p:sp>
          <p:nvSpPr>
            <p:cNvPr id="10" name="Rectangle 9">
              <a:extLst>
                <a:ext uri="{FF2B5EF4-FFF2-40B4-BE49-F238E27FC236}">
                  <a16:creationId xmlns:a16="http://schemas.microsoft.com/office/drawing/2014/main" id="{1CE063F1-0894-24B2-605E-1F5907862F3F}"/>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GB">
                <a:latin typeface="Sakkal Majalla" panose="02000000000000000000" pitchFamily="2" charset="-78"/>
                <a:cs typeface="Sakkal Majalla" panose="02000000000000000000" pitchFamily="2" charset="-78"/>
              </a:endParaRPr>
            </a:p>
          </p:txBody>
        </p:sp>
        <p:sp>
          <p:nvSpPr>
            <p:cNvPr id="11" name="TextBox 3">
              <a:extLst>
                <a:ext uri="{FF2B5EF4-FFF2-40B4-BE49-F238E27FC236}">
                  <a16:creationId xmlns:a16="http://schemas.microsoft.com/office/drawing/2014/main" id="{357F8436-6F55-B855-6B54-962FA7C544B5}"/>
                </a:ext>
              </a:extLst>
            </p:cNvPr>
            <p:cNvSpPr txBox="1"/>
            <p:nvPr/>
          </p:nvSpPr>
          <p:spPr>
            <a:xfrm>
              <a:off x="57483" y="778018"/>
              <a:ext cx="2507321" cy="101567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r>
                <a:rPr lang="ar" sz="2400">
                  <a:solidFill>
                    <a:srgbClr val="7030A0"/>
                  </a:solidFill>
                  <a:latin typeface="Sakkal Majalla" panose="02000000000000000000" pitchFamily="2" charset="-78"/>
                  <a:cs typeface="Sakkal Majalla" panose="02000000000000000000" pitchFamily="2" charset="-78"/>
                </a:rPr>
                <a:t>أسئلة للمناقشة: </a:t>
              </a:r>
            </a:p>
            <a:p>
              <a:pPr rtl="1"/>
              <a:r>
                <a:rPr lang="ar" sz="2400">
                  <a:solidFill>
                    <a:srgbClr val="7030A0"/>
                  </a:solidFill>
                  <a:latin typeface="Sakkal Majalla" panose="02000000000000000000" pitchFamily="2" charset="-78"/>
                  <a:cs typeface="Sakkal Majalla" panose="02000000000000000000" pitchFamily="2" charset="-78"/>
                </a:rPr>
                <a:t>في رأيك، ماذا يعني كل منها؟</a:t>
              </a:r>
            </a:p>
            <a:p>
              <a:pPr rtl="1"/>
              <a:endParaRPr lang="en-US" sz="2400" dirty="0">
                <a:solidFill>
                  <a:srgbClr val="7030A0"/>
                </a:solidFill>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786491468"/>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7B4CB-F82C-832C-91D6-93AEC38AC250}"/>
              </a:ext>
            </a:extLst>
          </p:cNvPr>
          <p:cNvSpPr>
            <a:spLocks noGrp="1"/>
          </p:cNvSpPr>
          <p:nvPr>
            <p:ph type="title"/>
          </p:nvPr>
        </p:nvSpPr>
        <p:spPr>
          <a:xfrm>
            <a:off x="1115544" y="1159556"/>
            <a:ext cx="6912913" cy="863600"/>
          </a:xfrm>
        </p:spPr>
        <p:txBody>
          <a:bodyPr rtlCol="1"/>
          <a:lstStyle/>
          <a:p>
            <a:pPr rtl="1"/>
            <a:r>
              <a:rPr lang="ar" sz="3000" b="1"/>
              <a:t>أنواع التواجد عبر الإنترنت</a:t>
            </a:r>
          </a:p>
        </p:txBody>
      </p:sp>
      <p:sp>
        <p:nvSpPr>
          <p:cNvPr id="7" name="TextBox 6">
            <a:extLst>
              <a:ext uri="{FF2B5EF4-FFF2-40B4-BE49-F238E27FC236}">
                <a16:creationId xmlns:a16="http://schemas.microsoft.com/office/drawing/2014/main" id="{728EF218-6A60-17B2-2E77-BA1B38CCDDD9}"/>
              </a:ext>
            </a:extLst>
          </p:cNvPr>
          <p:cNvSpPr txBox="1"/>
          <p:nvPr/>
        </p:nvSpPr>
        <p:spPr>
          <a:xfrm>
            <a:off x="329616" y="2023156"/>
            <a:ext cx="8208912" cy="4832092"/>
          </a:xfrm>
          <a:prstGeom prst="rect">
            <a:avLst/>
          </a:prstGeom>
          <a:noFill/>
        </p:spPr>
        <p:txBody>
          <a:bodyPr wrap="square" lIns="91440" tIns="45720" rIns="91440" bIns="45720" rtlCol="1" anchor="t">
            <a:spAutoFit/>
          </a:bodyPr>
          <a:lstStyle/>
          <a:p>
            <a:pPr rtl="1"/>
            <a:r>
              <a:rPr lang="ar" sz="1600" i="1">
                <a:latin typeface="Sakkal Majalla" panose="02000000000000000000" pitchFamily="2" charset="-78"/>
                <a:cs typeface="Sakkal Majalla" panose="02000000000000000000" pitchFamily="2" charset="-78"/>
              </a:rPr>
              <a:t>التواجد السلبي</a:t>
            </a:r>
            <a:r>
              <a:rPr lang="ar" sz="1600">
                <a:latin typeface="Sakkal Majalla" panose="02000000000000000000" pitchFamily="2" charset="-78"/>
                <a:cs typeface="Sakkal Majalla" panose="02000000000000000000" pitchFamily="2" charset="-78"/>
              </a:rPr>
              <a:t>: موقع إلكتروني بسيط أو صفحة على وسائل التواصل الاجتماعي تقدم معلومات حول المنتجات، مثل ما يقدمه الكتيب الورقي. </a:t>
            </a:r>
            <a:br>
              <a:rPr lang="ar-EG" sz="1600">
                <a:latin typeface="Sakkal Majalla" panose="02000000000000000000" pitchFamily="2" charset="-78"/>
                <a:cs typeface="Sakkal Majalla" panose="02000000000000000000" pitchFamily="2" charset="-78"/>
              </a:rPr>
            </a:br>
            <a:r>
              <a:rPr lang="ar" sz="1600">
                <a:latin typeface="Sakkal Majalla" panose="02000000000000000000" pitchFamily="2" charset="-78"/>
                <a:cs typeface="Sakkal Majalla" panose="02000000000000000000" pitchFamily="2" charset="-78"/>
              </a:rPr>
              <a:t>قد تحتوي على صفحات مرتبطة ورسومات توضيحية، وصور فوتوغرافية للمنتجات، وقوائم الأسعار، وتفاصيل ساعات العمل، وتقييمات العملاء، وبيانات الاتصال.  </a:t>
            </a:r>
            <a:endParaRPr lang="en-GB" sz="1600" dirty="0">
              <a:latin typeface="Sakkal Majalla" panose="02000000000000000000" pitchFamily="2" charset="-78"/>
              <a:cs typeface="Sakkal Majalla" panose="02000000000000000000" pitchFamily="2" charset="-78"/>
            </a:endParaRPr>
          </a:p>
          <a:p>
            <a:pPr rtl="1"/>
            <a:endParaRPr lang="en-GB" sz="1200" dirty="0">
              <a:latin typeface="Sakkal Majalla" panose="02000000000000000000" pitchFamily="2" charset="-78"/>
              <a:cs typeface="Sakkal Majalla" panose="02000000000000000000" pitchFamily="2" charset="-78"/>
            </a:endParaRPr>
          </a:p>
          <a:p>
            <a:pPr rtl="1"/>
            <a:r>
              <a:rPr lang="ar" sz="1600" b="0" i="1">
                <a:effectLst/>
                <a:latin typeface="Sakkal Majalla" panose="02000000000000000000" pitchFamily="2" charset="-78"/>
                <a:cs typeface="Sakkal Majalla" panose="02000000000000000000" pitchFamily="2" charset="-78"/>
              </a:rPr>
              <a:t>تقديم المعلومات</a:t>
            </a:r>
            <a:r>
              <a:rPr lang="ar" sz="1600" i="1">
                <a:latin typeface="Sakkal Majalla" panose="02000000000000000000" pitchFamily="2" charset="-78"/>
                <a:cs typeface="Sakkal Majalla" panose="02000000000000000000" pitchFamily="2" charset="-78"/>
              </a:rPr>
              <a:t>: </a:t>
            </a:r>
            <a:r>
              <a:rPr lang="ar" sz="1600" b="0" i="0">
                <a:effectLst/>
                <a:latin typeface="Sakkal Majalla" panose="02000000000000000000" pitchFamily="2" charset="-78"/>
                <a:cs typeface="Sakkal Majalla" panose="02000000000000000000" pitchFamily="2" charset="-78"/>
              </a:rPr>
              <a:t>موقع إلكتروني أو صفحة على وسائل التواصل الاجتماعي تقدم معلومات حول المنتجات،</a:t>
            </a:r>
            <a:r>
              <a:rPr lang="ar" sz="1600">
                <a:latin typeface="Sakkal Majalla" panose="02000000000000000000" pitchFamily="2" charset="-78"/>
                <a:cs typeface="Sakkal Majalla" panose="02000000000000000000" pitchFamily="2" charset="-78"/>
              </a:rPr>
              <a:t> على سبيل المثال: </a:t>
            </a:r>
            <a:r>
              <a:rPr lang="ar" sz="1600" b="0" i="0">
                <a:effectLst/>
                <a:latin typeface="Sakkal Majalla" panose="02000000000000000000" pitchFamily="2" charset="-78"/>
                <a:cs typeface="Sakkal Majalla" panose="02000000000000000000" pitchFamily="2" charset="-78"/>
              </a:rPr>
              <a:t>مواصفات المنتج، والخدمات المختلفة التي تقدمها الشركة وتاريخ الشركة وخبرتها في صفحة "نبذة عنا". </a:t>
            </a:r>
          </a:p>
          <a:p>
            <a:pPr rtl="1"/>
            <a:endParaRPr lang="en-US" sz="1200" dirty="0">
              <a:solidFill>
                <a:srgbClr val="000000"/>
              </a:solidFill>
              <a:latin typeface="Sakkal Majalla" panose="02000000000000000000" pitchFamily="2" charset="-78"/>
              <a:cs typeface="Sakkal Majalla" panose="02000000000000000000" pitchFamily="2" charset="-78"/>
            </a:endParaRPr>
          </a:p>
          <a:p>
            <a:pPr rtl="1"/>
            <a:r>
              <a:rPr lang="ar" sz="1600" i="1">
                <a:latin typeface="Sakkal Majalla" panose="02000000000000000000" pitchFamily="2" charset="-78"/>
                <a:cs typeface="Sakkal Majalla" panose="02000000000000000000" pitchFamily="2" charset="-78"/>
              </a:rPr>
              <a:t>مواقع بناء العلامات التجارية</a:t>
            </a:r>
            <a:r>
              <a:rPr lang="ar" sz="1600">
                <a:latin typeface="Sakkal Majalla" panose="02000000000000000000" pitchFamily="2" charset="-78"/>
                <a:cs typeface="Sakkal Majalla" panose="02000000000000000000" pitchFamily="2" charset="-78"/>
              </a:rPr>
              <a:t>: مواقع إلكترونية أو صفحات على وسائل التواصل الاجتماعي تهدف إلى الإعلان عن منتجاتها لتعزيز الوعي بعلامتها التجارية. </a:t>
            </a:r>
          </a:p>
          <a:p>
            <a:pPr rtl="1"/>
            <a:endParaRPr lang="en-US" sz="1200" dirty="0">
              <a:solidFill>
                <a:srgbClr val="000000"/>
              </a:solidFill>
              <a:latin typeface="Sakkal Majalla" panose="02000000000000000000" pitchFamily="2" charset="-78"/>
              <a:cs typeface="Sakkal Majalla" panose="02000000000000000000" pitchFamily="2" charset="-78"/>
            </a:endParaRPr>
          </a:p>
          <a:p>
            <a:pPr rtl="1"/>
            <a:r>
              <a:rPr lang="ar" sz="1600" i="1">
                <a:latin typeface="Sakkal Majalla" panose="02000000000000000000" pitchFamily="2" charset="-78"/>
                <a:cs typeface="Sakkal Majalla" panose="02000000000000000000" pitchFamily="2" charset="-78"/>
              </a:rPr>
              <a:t>الخدمات المُكمّلة للخدمات المُقدمة دون الاتصال بالإنترنت</a:t>
            </a:r>
            <a:r>
              <a:rPr lang="ar" sz="1600">
                <a:latin typeface="Sakkal Majalla" panose="02000000000000000000" pitchFamily="2" charset="-78"/>
                <a:cs typeface="Sakkal Majalla" panose="02000000000000000000" pitchFamily="2" charset="-78"/>
              </a:rPr>
              <a:t>: مواقع إلكترونية أو التواجد على وسائل التواصل الاجتماعي بما يعزز الخدمة التي تقدمها الشركة لعملائها في متجر فعلي.</a:t>
            </a:r>
          </a:p>
          <a:p>
            <a:pPr rtl="1"/>
            <a:endParaRPr lang="en-US" sz="1200" dirty="0">
              <a:latin typeface="Sakkal Majalla" panose="02000000000000000000" pitchFamily="2" charset="-78"/>
              <a:cs typeface="Sakkal Majalla" panose="02000000000000000000" pitchFamily="2" charset="-78"/>
            </a:endParaRPr>
          </a:p>
          <a:p>
            <a:pPr rtl="1"/>
            <a:r>
              <a:rPr lang="ar" sz="1600" i="1" spc="20">
                <a:latin typeface="Sakkal Majalla" panose="02000000000000000000" pitchFamily="2" charset="-78"/>
                <a:cs typeface="Sakkal Majalla" panose="02000000000000000000" pitchFamily="2" charset="-78"/>
              </a:rPr>
              <a:t>تقديم تواجد تفاعلي</a:t>
            </a:r>
            <a:r>
              <a:rPr lang="ar" sz="1600" spc="20">
                <a:latin typeface="Sakkal Majalla" panose="02000000000000000000" pitchFamily="2" charset="-78"/>
                <a:cs typeface="Sakkal Majalla" panose="02000000000000000000" pitchFamily="2" charset="-78"/>
              </a:rPr>
              <a:t>: مواقع إلكترونية تمكِّن العملاء من التفاعل، مثل: المعاملات عبر الإنترنت والرد على استفسارات العملاء من خلال الدردشة الإلكترونية. </a:t>
            </a:r>
          </a:p>
          <a:p>
            <a:pPr rtl="1"/>
            <a:endParaRPr lang="en-US" sz="1200" dirty="0">
              <a:latin typeface="Sakkal Majalla" panose="02000000000000000000" pitchFamily="2" charset="-78"/>
              <a:cs typeface="Sakkal Majalla" panose="02000000000000000000" pitchFamily="2" charset="-78"/>
            </a:endParaRPr>
          </a:p>
          <a:p>
            <a:pPr rtl="1"/>
            <a:r>
              <a:rPr lang="ar" sz="1600" i="1">
                <a:latin typeface="Sakkal Majalla" panose="02000000000000000000" pitchFamily="2" charset="-78"/>
                <a:cs typeface="Sakkal Majalla" panose="02000000000000000000" pitchFamily="2" charset="-78"/>
              </a:rPr>
              <a:t>تقديم تخصيص تفاعلي:</a:t>
            </a:r>
            <a:r>
              <a:rPr lang="ar" sz="1600">
                <a:latin typeface="Sakkal Majalla" panose="02000000000000000000" pitchFamily="2" charset="-78"/>
                <a:cs typeface="Sakkal Majalla" panose="02000000000000000000" pitchFamily="2" charset="-78"/>
              </a:rPr>
              <a:t> يمكِّن المستخدمين من تخصيص المنتجات عبر الإنترنت.</a:t>
            </a:r>
          </a:p>
          <a:p>
            <a:pPr rtl="1"/>
            <a:endParaRPr lang="en-US" sz="1600" dirty="0">
              <a:latin typeface="Sakkal Majalla" panose="02000000000000000000" pitchFamily="2" charset="-78"/>
              <a:cs typeface="Sakkal Majalla" panose="02000000000000000000" pitchFamily="2" charset="-78"/>
            </a:endParaRPr>
          </a:p>
          <a:p>
            <a:pPr rtl="1"/>
            <a:endParaRPr lang="en-US" sz="1600" dirty="0">
              <a:latin typeface="Sakkal Majalla" panose="02000000000000000000" pitchFamily="2" charset="-78"/>
              <a:cs typeface="Sakkal Majalla" panose="02000000000000000000" pitchFamily="2" charset="-78"/>
            </a:endParaRPr>
          </a:p>
          <a:p>
            <a:pPr rtl="1"/>
            <a:endParaRPr lang="en-GB"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84871406"/>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FD0A7D-17A2-0388-BBB2-B36D1838645C}"/>
              </a:ext>
            </a:extLst>
          </p:cNvPr>
          <p:cNvSpPr>
            <a:spLocks noGrp="1"/>
          </p:cNvSpPr>
          <p:nvPr>
            <p:ph sz="half" idx="2"/>
          </p:nvPr>
        </p:nvSpPr>
        <p:spPr>
          <a:xfrm>
            <a:off x="611559" y="2636912"/>
            <a:ext cx="7920880" cy="3609975"/>
          </a:xfrm>
        </p:spPr>
        <p:txBody>
          <a:bodyPr rtlCol="1"/>
          <a:lstStyle/>
          <a:p>
            <a:pPr marL="0" indent="0" rtl="1">
              <a:lnSpc>
                <a:spcPct val="105000"/>
              </a:lnSpc>
              <a:buNone/>
            </a:pPr>
            <a:r>
              <a:rPr lang="ar" sz="1800" b="0" i="0">
                <a:effectLst/>
              </a:rPr>
              <a:t>أصبح بإمكان الشركات الآن استخدام أساليب متطورة للغاية للإعلان عبر الإنترنت وعبر مواقع متعددة حتى تتمكن من تتبع سلوك التصفح والشراء لدى العملاء. اشرح كيفية تغيير كل مما يلي</a:t>
            </a:r>
            <a:r>
              <a:rPr lang="ar" sz="1800"/>
              <a:t>لطريقة</a:t>
            </a:r>
            <a:r>
              <a:rPr lang="ar" sz="1800" b="0" i="0">
                <a:effectLst/>
              </a:rPr>
              <a:t> إعلان الشركات عبر الإنترنت:</a:t>
            </a:r>
          </a:p>
          <a:p>
            <a:pPr rtl="1">
              <a:lnSpc>
                <a:spcPct val="105000"/>
              </a:lnSpc>
              <a:buSzPct val="85000"/>
              <a:buFont typeface="Arial" panose="020B0604020202020204" pitchFamily="34" charset="0"/>
              <a:buChar char="•"/>
            </a:pPr>
            <a:r>
              <a:rPr lang="ar" sz="1800"/>
              <a:t>اللافتات الإلكترونية</a:t>
            </a:r>
          </a:p>
          <a:p>
            <a:pPr rtl="1">
              <a:lnSpc>
                <a:spcPct val="105000"/>
              </a:lnSpc>
              <a:buSzPct val="85000"/>
              <a:buFont typeface="Arial" panose="020B0604020202020204" pitchFamily="34" charset="0"/>
              <a:buChar char="•"/>
            </a:pPr>
            <a:r>
              <a:rPr lang="ar" sz="1800"/>
              <a:t>الرعاية</a:t>
            </a:r>
          </a:p>
          <a:p>
            <a:pPr rtl="1">
              <a:lnSpc>
                <a:spcPct val="105000"/>
              </a:lnSpc>
              <a:buSzPct val="85000"/>
              <a:buFont typeface="Arial" panose="020B0604020202020204" pitchFamily="34" charset="0"/>
              <a:buChar char="•"/>
            </a:pPr>
            <a:r>
              <a:rPr lang="ar" sz="1800"/>
              <a:t>منصات الإعلان عبر الإنترنت مثل إعلانات بحث جوجل وإعلانات فيسبوك</a:t>
            </a:r>
          </a:p>
          <a:p>
            <a:pPr marL="0" indent="0" rtl="1">
              <a:lnSpc>
                <a:spcPct val="105000"/>
              </a:lnSpc>
              <a:buNone/>
            </a:pPr>
            <a:r>
              <a:rPr lang="ar" sz="1800"/>
              <a:t>ما هي فوائد هذه الإعلانات للشركات والعملاء؟</a:t>
            </a:r>
          </a:p>
          <a:p>
            <a:pPr marL="0" indent="0" rtl="1">
              <a:lnSpc>
                <a:spcPct val="105000"/>
              </a:lnSpc>
              <a:buNone/>
            </a:pPr>
            <a:r>
              <a:rPr lang="ar" sz="1800"/>
              <a:t>هل يمكنك طرح بعض الأمثلة المُحددة ومناقشتها؟</a:t>
            </a:r>
          </a:p>
        </p:txBody>
      </p:sp>
      <p:sp>
        <p:nvSpPr>
          <p:cNvPr id="5" name="Title 1">
            <a:extLst>
              <a:ext uri="{FF2B5EF4-FFF2-40B4-BE49-F238E27FC236}">
                <a16:creationId xmlns:a16="http://schemas.microsoft.com/office/drawing/2014/main" id="{865B0151-43F9-57F0-AD4C-EB4F30E7B292}"/>
              </a:ext>
            </a:extLst>
          </p:cNvPr>
          <p:cNvSpPr txBox="1">
            <a:spLocks/>
          </p:cNvSpPr>
          <p:nvPr/>
        </p:nvSpPr>
        <p:spPr bwMode="auto">
          <a:xfrm>
            <a:off x="-755576" y="1484784"/>
            <a:ext cx="91440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2700" b="1" kern="0">
                <a:latin typeface="Sakkal Majalla" panose="02000000000000000000" pitchFamily="2" charset="-78"/>
                <a:cs typeface="Sakkal Majalla" panose="02000000000000000000" pitchFamily="2" charset="-78"/>
              </a:rPr>
              <a:t>أ2 التغيرات التي تطرأ على بيئة الشركة عبر الإنترنت</a:t>
            </a:r>
          </a:p>
        </p:txBody>
      </p:sp>
    </p:spTree>
    <p:extLst>
      <p:ext uri="{BB962C8B-B14F-4D97-AF65-F5344CB8AC3E}">
        <p14:creationId xmlns:p14="http://schemas.microsoft.com/office/powerpoint/2010/main" val="1404054555"/>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F533E0-AB53-620E-77D0-3A0EBBB8079A}"/>
              </a:ext>
            </a:extLst>
          </p:cNvPr>
          <p:cNvSpPr>
            <a:spLocks noGrp="1"/>
          </p:cNvSpPr>
          <p:nvPr>
            <p:ph sz="half" idx="2"/>
          </p:nvPr>
        </p:nvSpPr>
        <p:spPr>
          <a:xfrm>
            <a:off x="432247" y="2383929"/>
            <a:ext cx="8279507" cy="3637359"/>
          </a:xfrm>
        </p:spPr>
        <p:txBody>
          <a:bodyPr rtlCol="1"/>
          <a:lstStyle/>
          <a:p>
            <a:pPr marL="0" indent="0" rtl="1">
              <a:buNone/>
            </a:pPr>
            <a:r>
              <a:rPr lang="ar" sz="2200"/>
              <a:t>أصبح بإمكان الشركات الآن تقديم طرق مختلفة للعملاء لاستعراض منتجاتها وخدماتها واستلامها وشرائها. لقد أدى هذا إلى تغيير الطريقة التي يتسوق بها العملاء. ابحث فيما يلي:</a:t>
            </a:r>
          </a:p>
          <a:p>
            <a:pPr marL="0" indent="0" rtl="1">
              <a:buNone/>
            </a:pPr>
            <a:endParaRPr lang="en-GB" sz="2200" dirty="0"/>
          </a:p>
          <a:p>
            <a:pPr rtl="1">
              <a:buSzPct val="85000"/>
              <a:buFont typeface="Arial" panose="020B0604020202020204" pitchFamily="34" charset="0"/>
              <a:buChar char="•"/>
            </a:pPr>
            <a:r>
              <a:rPr lang="ar" sz="2200"/>
              <a:t>خدمات التسوق عبر الإنترنت واستلام المنتج من المتجر</a:t>
            </a:r>
          </a:p>
          <a:p>
            <a:pPr rtl="1">
              <a:buSzPct val="85000"/>
              <a:buFont typeface="Arial" panose="020B0604020202020204" pitchFamily="34" charset="0"/>
              <a:buChar char="•"/>
            </a:pPr>
            <a:r>
              <a:rPr lang="ar" sz="2200"/>
              <a:t>صناديق البريد</a:t>
            </a:r>
          </a:p>
          <a:p>
            <a:pPr rtl="1">
              <a:buSzPct val="85000"/>
              <a:buFont typeface="Arial" panose="020B0604020202020204" pitchFamily="34" charset="0"/>
              <a:buChar char="•"/>
            </a:pPr>
            <a:r>
              <a:rPr lang="ar" sz="2200"/>
              <a:t>الواقع المُعزز</a:t>
            </a:r>
          </a:p>
          <a:p>
            <a:pPr rtl="1"/>
            <a:endParaRPr lang="en-GB" sz="2200" dirty="0"/>
          </a:p>
          <a:p>
            <a:pPr marL="0" indent="0" rtl="1">
              <a:buNone/>
            </a:pPr>
            <a:r>
              <a:rPr lang="ar" sz="2200"/>
              <a:t>اضرب أمثلة لكلٍ مما سبق واشرح الفوائد التي تعود على كلٍ من الشركات والعملاء.</a:t>
            </a:r>
          </a:p>
        </p:txBody>
      </p:sp>
      <p:sp>
        <p:nvSpPr>
          <p:cNvPr id="5" name="Title 1">
            <a:extLst>
              <a:ext uri="{FF2B5EF4-FFF2-40B4-BE49-F238E27FC236}">
                <a16:creationId xmlns:a16="http://schemas.microsoft.com/office/drawing/2014/main" id="{CD46747E-09D3-C44B-065B-437EDE02852B}"/>
              </a:ext>
            </a:extLst>
          </p:cNvPr>
          <p:cNvSpPr txBox="1">
            <a:spLocks/>
          </p:cNvSpPr>
          <p:nvPr/>
        </p:nvSpPr>
        <p:spPr bwMode="auto">
          <a:xfrm>
            <a:off x="-683568" y="1268760"/>
            <a:ext cx="91440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2700" b="1" kern="0">
                <a:latin typeface="Sakkal Majalla" panose="02000000000000000000" pitchFamily="2" charset="-78"/>
                <a:cs typeface="Sakkal Majalla" panose="02000000000000000000" pitchFamily="2" charset="-78"/>
              </a:rPr>
              <a:t>أ2 التغيرات التي تطرأ على بيئة الشركة عبر الإنترنت</a:t>
            </a:r>
          </a:p>
        </p:txBody>
      </p:sp>
    </p:spTree>
    <p:extLst>
      <p:ext uri="{BB962C8B-B14F-4D97-AF65-F5344CB8AC3E}">
        <p14:creationId xmlns:p14="http://schemas.microsoft.com/office/powerpoint/2010/main" val="2320742779"/>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C9430-46EE-9AD2-1E1B-F13086B8DB02}"/>
              </a:ext>
            </a:extLst>
          </p:cNvPr>
          <p:cNvSpPr>
            <a:spLocks noGrp="1"/>
          </p:cNvSpPr>
          <p:nvPr>
            <p:ph type="title"/>
          </p:nvPr>
        </p:nvSpPr>
        <p:spPr>
          <a:xfrm>
            <a:off x="-8873" y="1078863"/>
            <a:ext cx="9083352" cy="863600"/>
          </a:xfrm>
        </p:spPr>
        <p:txBody>
          <a:bodyPr rtlCol="1"/>
          <a:lstStyle/>
          <a:p>
            <a:pPr algn="r" rtl="1"/>
            <a:r>
              <a:rPr lang="ar" sz="2000" b="1"/>
              <a:t>أ3 مشكلات التخطيط، والتنفيذ، والمشكلات التشغيلية التي تواجه الشركات التي تمارس عملها عبر الإنترنت</a:t>
            </a:r>
          </a:p>
        </p:txBody>
      </p:sp>
      <p:sp>
        <p:nvSpPr>
          <p:cNvPr id="3" name="Content Placeholder 2">
            <a:extLst>
              <a:ext uri="{FF2B5EF4-FFF2-40B4-BE49-F238E27FC236}">
                <a16:creationId xmlns:a16="http://schemas.microsoft.com/office/drawing/2014/main" id="{4FBA6833-51FF-7C87-F790-6BF26016145C}"/>
              </a:ext>
            </a:extLst>
          </p:cNvPr>
          <p:cNvSpPr>
            <a:spLocks noGrp="1"/>
          </p:cNvSpPr>
          <p:nvPr>
            <p:ph sz="half" idx="2"/>
          </p:nvPr>
        </p:nvSpPr>
        <p:spPr>
          <a:xfrm>
            <a:off x="179511" y="1772188"/>
            <a:ext cx="8661613" cy="1008111"/>
          </a:xfrm>
        </p:spPr>
        <p:txBody>
          <a:bodyPr rtlCol="1"/>
          <a:lstStyle/>
          <a:p>
            <a:pPr marL="0" indent="0" rtl="1">
              <a:lnSpc>
                <a:spcPct val="110000"/>
              </a:lnSpc>
              <a:buNone/>
            </a:pPr>
            <a:r>
              <a:rPr lang="ar" sz="1600"/>
              <a:t>عندما تقرر الشركات "ممارسة عملها عبر بالإنترنت"، يوجد العديد من المشكلات التي يتعين عليها التفكير فيها مليًا. أكمل الجدول لمعرفة نوع كل مشكلة هل هي مشكلة تخطيط، أو مشكلة تنفيذ، أو مشكلة تشغيلية (يتبع في الشريحة التالية).</a:t>
            </a:r>
          </a:p>
        </p:txBody>
      </p:sp>
      <p:graphicFrame>
        <p:nvGraphicFramePr>
          <p:cNvPr id="5" name="Table 5">
            <a:extLst>
              <a:ext uri="{FF2B5EF4-FFF2-40B4-BE49-F238E27FC236}">
                <a16:creationId xmlns:a16="http://schemas.microsoft.com/office/drawing/2014/main" id="{DC80A199-4896-BD84-A0D5-FB6670A2D2AD}"/>
              </a:ext>
            </a:extLst>
          </p:cNvPr>
          <p:cNvGraphicFramePr>
            <a:graphicFrameLocks noGrp="1"/>
          </p:cNvGraphicFramePr>
          <p:nvPr>
            <p:extLst>
              <p:ext uri="{D42A27DB-BD31-4B8C-83A1-F6EECF244321}">
                <p14:modId xmlns:p14="http://schemas.microsoft.com/office/powerpoint/2010/main" val="1145304058"/>
              </p:ext>
            </p:extLst>
          </p:nvPr>
        </p:nvGraphicFramePr>
        <p:xfrm>
          <a:off x="395536" y="2584021"/>
          <a:ext cx="8388932" cy="3627120"/>
        </p:xfrm>
        <a:graphic>
          <a:graphicData uri="http://schemas.openxmlformats.org/drawingml/2006/table">
            <a:tbl>
              <a:tblPr rtl="1" firstRow="1" bandRow="1">
                <a:tableStyleId>{5C22544A-7EE6-4342-B048-85BDC9FD1C3A}</a:tableStyleId>
              </a:tblPr>
              <a:tblGrid>
                <a:gridCol w="5184576">
                  <a:extLst>
                    <a:ext uri="{9D8B030D-6E8A-4147-A177-3AD203B41FA5}">
                      <a16:colId xmlns:a16="http://schemas.microsoft.com/office/drawing/2014/main" val="1176189164"/>
                    </a:ext>
                  </a:extLst>
                </a:gridCol>
                <a:gridCol w="3204356">
                  <a:extLst>
                    <a:ext uri="{9D8B030D-6E8A-4147-A177-3AD203B41FA5}">
                      <a16:colId xmlns:a16="http://schemas.microsoft.com/office/drawing/2014/main" val="1119757851"/>
                    </a:ext>
                  </a:extLst>
                </a:gridCol>
              </a:tblGrid>
              <a:tr h="340923">
                <a:tc>
                  <a:txBody>
                    <a:bodyPr/>
                    <a:lstStyle/>
                    <a:p>
                      <a:pPr rtl="1"/>
                      <a:r>
                        <a:rPr lang="ar" sz="1800">
                          <a:solidFill>
                            <a:schemeClr val="tx1"/>
                          </a:solidFill>
                          <a:latin typeface="Sakkal Majalla" panose="02000000000000000000" pitchFamily="2" charset="-78"/>
                          <a:cs typeface="Sakkal Majalla" panose="02000000000000000000" pitchFamily="2" charset="-78"/>
                        </a:rPr>
                        <a:t>المشكلة</a:t>
                      </a:r>
                    </a:p>
                  </a:txBody>
                  <a:tcPr>
                    <a:solidFill>
                      <a:schemeClr val="accent2">
                        <a:lumMod val="20000"/>
                        <a:lumOff val="80000"/>
                      </a:schemeClr>
                    </a:solidFill>
                  </a:tcPr>
                </a:tc>
                <a:tc>
                  <a:txBody>
                    <a:bodyPr/>
                    <a:lstStyle/>
                    <a:p>
                      <a:pPr rtl="1"/>
                      <a:r>
                        <a:rPr lang="ar" sz="1800">
                          <a:solidFill>
                            <a:schemeClr val="tx1"/>
                          </a:solidFill>
                          <a:latin typeface="Sakkal Majalla" panose="02000000000000000000" pitchFamily="2" charset="-78"/>
                          <a:cs typeface="Sakkal Majalla" panose="02000000000000000000" pitchFamily="2" charset="-78"/>
                        </a:rPr>
                        <a:t>مشكلة في التخطيط / التنفيذ / التشغيل</a:t>
                      </a:r>
                    </a:p>
                  </a:txBody>
                  <a:tcPr>
                    <a:solidFill>
                      <a:schemeClr val="accent2">
                        <a:lumMod val="20000"/>
                        <a:lumOff val="80000"/>
                      </a:schemeClr>
                    </a:solidFill>
                  </a:tcPr>
                </a:tc>
                <a:extLst>
                  <a:ext uri="{0D108BD9-81ED-4DB2-BD59-A6C34878D82A}">
                    <a16:rowId xmlns:a16="http://schemas.microsoft.com/office/drawing/2014/main" val="1564591193"/>
                  </a:ext>
                </a:extLst>
              </a:tr>
              <a:tr h="271603">
                <a:tc>
                  <a:txBody>
                    <a:bodyPr/>
                    <a:lstStyle/>
                    <a:p>
                      <a:pPr rtl="1"/>
                      <a:r>
                        <a:rPr lang="ar" sz="1400">
                          <a:latin typeface="Sakkal Majalla" panose="02000000000000000000" pitchFamily="2" charset="-78"/>
                          <a:cs typeface="Sakkal Majalla" panose="02000000000000000000" pitchFamily="2" charset="-78"/>
                        </a:rPr>
                        <a:t>العلاقة مع الشركاء</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946018453"/>
                  </a:ext>
                </a:extLst>
              </a:tr>
              <a:tr h="271603">
                <a:tc>
                  <a:txBody>
                    <a:bodyPr/>
                    <a:lstStyle/>
                    <a:p>
                      <a:pPr rtl="1"/>
                      <a:r>
                        <a:rPr lang="ar" sz="1400">
                          <a:latin typeface="Sakkal Majalla" panose="02000000000000000000" pitchFamily="2" charset="-78"/>
                          <a:cs typeface="Sakkal Majalla" panose="02000000000000000000" pitchFamily="2" charset="-78"/>
                        </a:rPr>
                        <a:t>توفُّر الموارد</a:t>
                      </a:r>
                    </a:p>
                  </a:txBody>
                  <a:tcPr>
                    <a:solidFill>
                      <a:schemeClr val="accent2">
                        <a:lumMod val="20000"/>
                        <a:lumOff val="80000"/>
                      </a:schemeClr>
                    </a:solidFill>
                  </a:tcPr>
                </a:tc>
                <a:tc>
                  <a:txBody>
                    <a:bodyPr/>
                    <a:lstStyle/>
                    <a:p>
                      <a:pPr rtl="1"/>
                      <a:endParaRPr lang="en-GB" sz="140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583957833"/>
                  </a:ext>
                </a:extLst>
              </a:tr>
              <a:tr h="407404">
                <a:tc>
                  <a:txBody>
                    <a:bodyPr/>
                    <a:lstStyle/>
                    <a:p>
                      <a:pPr rtl="1"/>
                      <a:r>
                        <a:rPr lang="ar" sz="1400">
                          <a:latin typeface="Sakkal Majalla" panose="02000000000000000000" pitchFamily="2" charset="-78"/>
                          <a:cs typeface="Sakkal Majalla" panose="02000000000000000000" pitchFamily="2" charset="-78"/>
                        </a:rPr>
                        <a:t>دمج الأنشطة على منصات مختلفة، مثل: أنظمة الدفع/ التسويق عبر وسائل التواصل الاجتماعي/ قواعد البيانات الداخلية</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687827792"/>
                  </a:ext>
                </a:extLst>
              </a:tr>
              <a:tr h="271603">
                <a:tc>
                  <a:txBody>
                    <a:bodyPr/>
                    <a:lstStyle/>
                    <a:p>
                      <a:pPr rtl="1"/>
                      <a:r>
                        <a:rPr lang="ar" sz="1400">
                          <a:latin typeface="Sakkal Majalla" panose="02000000000000000000" pitchFamily="2" charset="-78"/>
                          <a:cs typeface="Sakkal Majalla" panose="02000000000000000000" pitchFamily="2" charset="-78"/>
                        </a:rPr>
                        <a:t>تحديث الموقع الإلكتروني</a:t>
                      </a:r>
                    </a:p>
                  </a:txBody>
                  <a:tcPr>
                    <a:solidFill>
                      <a:schemeClr val="accent2">
                        <a:lumMod val="20000"/>
                        <a:lumOff val="80000"/>
                      </a:schemeClr>
                    </a:solidFill>
                  </a:tcPr>
                </a:tc>
                <a:tc>
                  <a:txBody>
                    <a:bodyPr/>
                    <a:lstStyle/>
                    <a:p>
                      <a:pPr rtl="1"/>
                      <a:endParaRPr lang="en-GB" sz="140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619007423"/>
                  </a:ext>
                </a:extLst>
              </a:tr>
              <a:tr h="271603">
                <a:tc>
                  <a:txBody>
                    <a:bodyPr/>
                    <a:lstStyle/>
                    <a:p>
                      <a:pPr rtl="1"/>
                      <a:r>
                        <a:rPr lang="ar" sz="1400">
                          <a:latin typeface="Sakkal Majalla" panose="02000000000000000000" pitchFamily="2" charset="-78"/>
                          <a:cs typeface="Sakkal Majalla" panose="02000000000000000000" pitchFamily="2" charset="-78"/>
                        </a:rPr>
                        <a:t>ظروف تجارية خارجة عن المُعتاد</a:t>
                      </a:r>
                    </a:p>
                  </a:txBody>
                  <a:tcPr>
                    <a:solidFill>
                      <a:schemeClr val="accent2">
                        <a:lumMod val="20000"/>
                        <a:lumOff val="80000"/>
                      </a:schemeClr>
                    </a:solidFill>
                  </a:tcPr>
                </a:tc>
                <a:tc>
                  <a:txBody>
                    <a:bodyPr/>
                    <a:lstStyle/>
                    <a:p>
                      <a:pPr rtl="1"/>
                      <a:endParaRPr lang="en-GB" sz="140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743834530"/>
                  </a:ext>
                </a:extLst>
              </a:tr>
              <a:tr h="271603">
                <a:tc>
                  <a:txBody>
                    <a:bodyPr/>
                    <a:lstStyle/>
                    <a:p>
                      <a:pPr rtl="1"/>
                      <a:r>
                        <a:rPr lang="ar" sz="1400">
                          <a:latin typeface="Sakkal Majalla" panose="02000000000000000000" pitchFamily="2" charset="-78"/>
                          <a:cs typeface="Sakkal Majalla" panose="02000000000000000000" pitchFamily="2" charset="-78"/>
                        </a:rPr>
                        <a:t>أمن عملية الدفع</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179604039"/>
                  </a:ext>
                </a:extLst>
              </a:tr>
              <a:tr h="271603">
                <a:tc>
                  <a:txBody>
                    <a:bodyPr/>
                    <a:lstStyle/>
                    <a:p>
                      <a:pPr rtl="1"/>
                      <a:r>
                        <a:rPr lang="ar" sz="1400">
                          <a:latin typeface="Sakkal Majalla" panose="02000000000000000000" pitchFamily="2" charset="-78"/>
                          <a:cs typeface="Sakkal Majalla" panose="02000000000000000000" pitchFamily="2" charset="-78"/>
                        </a:rPr>
                        <a:t>اختيار اسم النطاق الفريد</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620064937"/>
                  </a:ext>
                </a:extLst>
              </a:tr>
              <a:tr h="271603">
                <a:tc>
                  <a:txBody>
                    <a:bodyPr/>
                    <a:lstStyle/>
                    <a:p>
                      <a:pPr rtl="1"/>
                      <a:r>
                        <a:rPr lang="ar" sz="1400">
                          <a:latin typeface="Sakkal Majalla" panose="02000000000000000000" pitchFamily="2" charset="-78"/>
                          <a:cs typeface="Sakkal Majalla" panose="02000000000000000000" pitchFamily="2" charset="-78"/>
                        </a:rPr>
                        <a:t>مشكلات الإعداد بما يشمل الاستعانة بمصادر داخلية أو خارجية</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1960466296"/>
                  </a:ext>
                </a:extLst>
              </a:tr>
              <a:tr h="271603">
                <a:tc>
                  <a:txBody>
                    <a:bodyPr/>
                    <a:lstStyle/>
                    <a:p>
                      <a:pPr rtl="1"/>
                      <a:r>
                        <a:rPr lang="ar" sz="1400">
                          <a:latin typeface="Sakkal Majalla" panose="02000000000000000000" pitchFamily="2" charset="-78"/>
                          <a:cs typeface="Sakkal Majalla" panose="02000000000000000000" pitchFamily="2" charset="-78"/>
                        </a:rPr>
                        <a:t>أعطال الأجهزة والبرمجيات</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110085604"/>
                  </a:ext>
                </a:extLst>
              </a:tr>
              <a:tr h="271603">
                <a:tc>
                  <a:txBody>
                    <a:bodyPr/>
                    <a:lstStyle/>
                    <a:p>
                      <a:pPr rtl="1"/>
                      <a:r>
                        <a:rPr lang="ar" sz="1400">
                          <a:latin typeface="Sakkal Majalla" panose="02000000000000000000" pitchFamily="2" charset="-78"/>
                          <a:cs typeface="Sakkal Majalla" panose="02000000000000000000" pitchFamily="2" charset="-78"/>
                        </a:rPr>
                        <a:t>ضياع البيانات</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775730806"/>
                  </a:ext>
                </a:extLst>
              </a:tr>
            </a:tbl>
          </a:graphicData>
        </a:graphic>
      </p:graphicFrame>
    </p:spTree>
    <p:extLst>
      <p:ext uri="{BB962C8B-B14F-4D97-AF65-F5344CB8AC3E}">
        <p14:creationId xmlns:p14="http://schemas.microsoft.com/office/powerpoint/2010/main" val="3786298236"/>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9B22-440D-5213-6556-EA3D788E4DB7}"/>
              </a:ext>
            </a:extLst>
          </p:cNvPr>
          <p:cNvSpPr>
            <a:spLocks noGrp="1"/>
          </p:cNvSpPr>
          <p:nvPr>
            <p:ph type="title"/>
          </p:nvPr>
        </p:nvSpPr>
        <p:spPr>
          <a:xfrm>
            <a:off x="457200" y="1195388"/>
            <a:ext cx="8229600" cy="863600"/>
          </a:xfrm>
        </p:spPr>
        <p:txBody>
          <a:bodyPr rtlCol="1"/>
          <a:lstStyle/>
          <a:p>
            <a:pPr rtl="1"/>
            <a:endParaRPr lang="en-GB"/>
          </a:p>
        </p:txBody>
      </p:sp>
      <p:sp>
        <p:nvSpPr>
          <p:cNvPr id="3" name="Content Placeholder 2">
            <a:extLst>
              <a:ext uri="{FF2B5EF4-FFF2-40B4-BE49-F238E27FC236}">
                <a16:creationId xmlns:a16="http://schemas.microsoft.com/office/drawing/2014/main" id="{562441C3-5239-FCAD-65F8-261F793F0626}"/>
              </a:ext>
            </a:extLst>
          </p:cNvPr>
          <p:cNvSpPr>
            <a:spLocks noGrp="1"/>
          </p:cNvSpPr>
          <p:nvPr>
            <p:ph sz="half" idx="2"/>
          </p:nvPr>
        </p:nvSpPr>
        <p:spPr>
          <a:xfrm>
            <a:off x="468312" y="2195513"/>
            <a:ext cx="7991475" cy="3609975"/>
          </a:xfrm>
        </p:spPr>
        <p:txBody>
          <a:bodyPr rtlCol="1"/>
          <a:lstStyle/>
          <a:p>
            <a:pPr rtl="1"/>
            <a:endParaRPr lang="en-GB"/>
          </a:p>
        </p:txBody>
      </p:sp>
      <p:graphicFrame>
        <p:nvGraphicFramePr>
          <p:cNvPr id="5" name="Table 5">
            <a:extLst>
              <a:ext uri="{FF2B5EF4-FFF2-40B4-BE49-F238E27FC236}">
                <a16:creationId xmlns:a16="http://schemas.microsoft.com/office/drawing/2014/main" id="{6EED4BBD-7F59-5AB6-FCF1-177025D78E22}"/>
              </a:ext>
            </a:extLst>
          </p:cNvPr>
          <p:cNvGraphicFramePr>
            <a:graphicFrameLocks noGrp="1"/>
          </p:cNvGraphicFramePr>
          <p:nvPr>
            <p:extLst>
              <p:ext uri="{D42A27DB-BD31-4B8C-83A1-F6EECF244321}">
                <p14:modId xmlns:p14="http://schemas.microsoft.com/office/powerpoint/2010/main" val="3312740794"/>
              </p:ext>
            </p:extLst>
          </p:nvPr>
        </p:nvGraphicFramePr>
        <p:xfrm>
          <a:off x="482262" y="1321838"/>
          <a:ext cx="8208268" cy="4807216"/>
        </p:xfrm>
        <a:graphic>
          <a:graphicData uri="http://schemas.openxmlformats.org/drawingml/2006/table">
            <a:tbl>
              <a:tblPr rtl="1" firstRow="1" bandRow="1">
                <a:tableStyleId>{5C22544A-7EE6-4342-B048-85BDC9FD1C3A}</a:tableStyleId>
              </a:tblPr>
              <a:tblGrid>
                <a:gridCol w="5688611">
                  <a:extLst>
                    <a:ext uri="{9D8B030D-6E8A-4147-A177-3AD203B41FA5}">
                      <a16:colId xmlns:a16="http://schemas.microsoft.com/office/drawing/2014/main" val="1176189164"/>
                    </a:ext>
                  </a:extLst>
                </a:gridCol>
                <a:gridCol w="2519657">
                  <a:extLst>
                    <a:ext uri="{9D8B030D-6E8A-4147-A177-3AD203B41FA5}">
                      <a16:colId xmlns:a16="http://schemas.microsoft.com/office/drawing/2014/main" val="1119757851"/>
                    </a:ext>
                  </a:extLst>
                </a:gridCol>
              </a:tblGrid>
              <a:tr h="594994">
                <a:tc>
                  <a:txBody>
                    <a:bodyPr/>
                    <a:lstStyle/>
                    <a:p>
                      <a:pPr rtl="1"/>
                      <a:r>
                        <a:rPr lang="ar" sz="1800">
                          <a:solidFill>
                            <a:schemeClr val="tx1"/>
                          </a:solidFill>
                          <a:latin typeface="Sakkal Majalla" panose="02000000000000000000" pitchFamily="2" charset="-78"/>
                          <a:cs typeface="Sakkal Majalla" panose="02000000000000000000" pitchFamily="2" charset="-78"/>
                        </a:rPr>
                        <a:t>المشكلة</a:t>
                      </a:r>
                    </a:p>
                  </a:txBody>
                  <a:tcPr>
                    <a:solidFill>
                      <a:schemeClr val="accent2">
                        <a:lumMod val="20000"/>
                        <a:lumOff val="80000"/>
                      </a:schemeClr>
                    </a:solidFill>
                  </a:tcPr>
                </a:tc>
                <a:tc>
                  <a:txBody>
                    <a:bodyPr/>
                    <a:lstStyle/>
                    <a:p>
                      <a:pPr rtl="1"/>
                      <a:r>
                        <a:rPr lang="ar" sz="1800">
                          <a:solidFill>
                            <a:schemeClr val="tx1"/>
                          </a:solidFill>
                          <a:latin typeface="Sakkal Majalla" panose="02000000000000000000" pitchFamily="2" charset="-78"/>
                          <a:cs typeface="Sakkal Majalla" panose="02000000000000000000" pitchFamily="2" charset="-78"/>
                        </a:rPr>
                        <a:t>مشكلة تخطيطية/ تنفيذية/ تشغيلية</a:t>
                      </a:r>
                    </a:p>
                  </a:txBody>
                  <a:tcPr>
                    <a:solidFill>
                      <a:schemeClr val="accent2">
                        <a:lumMod val="20000"/>
                        <a:lumOff val="80000"/>
                      </a:schemeClr>
                    </a:solidFill>
                  </a:tcPr>
                </a:tc>
                <a:extLst>
                  <a:ext uri="{0D108BD9-81ED-4DB2-BD59-A6C34878D82A}">
                    <a16:rowId xmlns:a16="http://schemas.microsoft.com/office/drawing/2014/main" val="1564591193"/>
                  </a:ext>
                </a:extLst>
              </a:tr>
              <a:tr h="289979">
                <a:tc>
                  <a:txBody>
                    <a:bodyPr/>
                    <a:lstStyle/>
                    <a:p>
                      <a:pPr rtl="1"/>
                      <a:r>
                        <a:rPr lang="ar" sz="1600">
                          <a:latin typeface="Sakkal Majalla" panose="02000000000000000000" pitchFamily="2" charset="-78"/>
                          <a:cs typeface="Sakkal Majalla" panose="02000000000000000000" pitchFamily="2" charset="-78"/>
                        </a:rPr>
                        <a:t>المعلومات القديمة</a:t>
                      </a:r>
                    </a:p>
                  </a:txBody>
                  <a:tcPr>
                    <a:solidFill>
                      <a:schemeClr val="accent2">
                        <a:lumMod val="20000"/>
                        <a:lumOff val="80000"/>
                      </a:schemeClr>
                    </a:solidFill>
                  </a:tcPr>
                </a:tc>
                <a:tc>
                  <a:txBody>
                    <a:bodyPr/>
                    <a:lstStyle/>
                    <a:p>
                      <a:pPr rtl="1"/>
                      <a:endParaRPr lang="en-GB" sz="140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946018453"/>
                  </a:ext>
                </a:extLst>
              </a:tr>
              <a:tr h="325772">
                <a:tc>
                  <a:txBody>
                    <a:bodyPr/>
                    <a:lstStyle/>
                    <a:p>
                      <a:pPr rtl="1"/>
                      <a:r>
                        <a:rPr lang="ar" sz="1600">
                          <a:latin typeface="Sakkal Majalla" panose="02000000000000000000" pitchFamily="2" charset="-78"/>
                          <a:cs typeface="Sakkal Majalla" panose="02000000000000000000" pitchFamily="2" charset="-78"/>
                        </a:rPr>
                        <a:t>مشاكل اللغة في قواعد بيانات العملاء العالمية</a:t>
                      </a:r>
                    </a:p>
                  </a:txBody>
                  <a:tcPr>
                    <a:solidFill>
                      <a:schemeClr val="accent2">
                        <a:lumMod val="20000"/>
                        <a:lumOff val="80000"/>
                      </a:schemeClr>
                    </a:solidFill>
                  </a:tcPr>
                </a:tc>
                <a:tc>
                  <a:txBody>
                    <a:bodyPr/>
                    <a:lstStyle/>
                    <a:p>
                      <a:pPr rtl="1"/>
                      <a:endParaRPr lang="en-GB" sz="140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583957833"/>
                  </a:ext>
                </a:extLst>
              </a:tr>
              <a:tr h="304973">
                <a:tc>
                  <a:txBody>
                    <a:bodyPr/>
                    <a:lstStyle/>
                    <a:p>
                      <a:pPr rtl="1"/>
                      <a:r>
                        <a:rPr lang="ar" sz="1600">
                          <a:latin typeface="Sakkal Majalla" panose="02000000000000000000" pitchFamily="2" charset="-78"/>
                          <a:cs typeface="Sakkal Majalla" panose="02000000000000000000" pitchFamily="2" charset="-78"/>
                        </a:rPr>
                        <a:t>المتطلبات القانونية والتنظيمية المحلية/الوطنية</a:t>
                      </a:r>
                    </a:p>
                  </a:txBody>
                  <a:tcPr>
                    <a:solidFill>
                      <a:schemeClr val="accent2">
                        <a:lumMod val="20000"/>
                        <a:lumOff val="80000"/>
                      </a:schemeClr>
                    </a:solidFill>
                  </a:tcPr>
                </a:tc>
                <a:tc>
                  <a:txBody>
                    <a:bodyPr/>
                    <a:lstStyle/>
                    <a:p>
                      <a:pPr rtl="1"/>
                      <a:endParaRPr lang="en-GB" sz="140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687827792"/>
                  </a:ext>
                </a:extLst>
              </a:tr>
              <a:tr h="395162">
                <a:tc>
                  <a:txBody>
                    <a:bodyPr/>
                    <a:lstStyle/>
                    <a:p>
                      <a:pPr rtl="1"/>
                      <a:r>
                        <a:rPr lang="ar" sz="1600">
                          <a:latin typeface="Sakkal Majalla" panose="02000000000000000000" pitchFamily="2" charset="-78"/>
                          <a:cs typeface="Sakkal Majalla" panose="02000000000000000000" pitchFamily="2" charset="-78"/>
                        </a:rPr>
                        <a:t>أخطاء في الطلب</a:t>
                      </a:r>
                    </a:p>
                  </a:txBody>
                  <a:tcPr>
                    <a:solidFill>
                      <a:schemeClr val="accent2">
                        <a:lumMod val="20000"/>
                        <a:lumOff val="80000"/>
                      </a:schemeClr>
                    </a:solidFill>
                  </a:tcPr>
                </a:tc>
                <a:tc>
                  <a:txBody>
                    <a:bodyPr/>
                    <a:lstStyle/>
                    <a:p>
                      <a:pPr rtl="1"/>
                      <a:endParaRPr lang="en-GB" sz="140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619007423"/>
                  </a:ext>
                </a:extLst>
              </a:tr>
              <a:tr h="395162">
                <a:tc>
                  <a:txBody>
                    <a:bodyPr/>
                    <a:lstStyle/>
                    <a:p>
                      <a:pPr rtl="1"/>
                      <a:r>
                        <a:rPr lang="ar" sz="1600">
                          <a:latin typeface="Sakkal Majalla" panose="02000000000000000000" pitchFamily="2" charset="-78"/>
                          <a:cs typeface="Sakkal Majalla" panose="02000000000000000000" pitchFamily="2" charset="-78"/>
                        </a:rPr>
                        <a:t>لوائح الأعمال العالمية</a:t>
                      </a:r>
                    </a:p>
                  </a:txBody>
                  <a:tcPr>
                    <a:solidFill>
                      <a:schemeClr val="accent2">
                        <a:lumMod val="20000"/>
                        <a:lumOff val="80000"/>
                      </a:schemeClr>
                    </a:solidFill>
                  </a:tcPr>
                </a:tc>
                <a:tc>
                  <a:txBody>
                    <a:bodyPr/>
                    <a:lstStyle/>
                    <a:p>
                      <a:pPr rtl="1"/>
                      <a:endParaRPr lang="en-GB" sz="140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743834530"/>
                  </a:ext>
                </a:extLst>
              </a:tr>
              <a:tr h="395162">
                <a:tc>
                  <a:txBody>
                    <a:bodyPr/>
                    <a:lstStyle/>
                    <a:p>
                      <a:pPr rtl="1"/>
                      <a:r>
                        <a:rPr lang="ar" sz="1600">
                          <a:latin typeface="Sakkal Majalla" panose="02000000000000000000" pitchFamily="2" charset="-78"/>
                          <a:cs typeface="Sakkal Majalla" panose="02000000000000000000" pitchFamily="2" charset="-78"/>
                        </a:rPr>
                        <a:t>التأكد من مدى ملاءمة الشركة لممارسة العمل عبر الإنترنت</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179604039"/>
                  </a:ext>
                </a:extLst>
              </a:tr>
              <a:tr h="395162">
                <a:tc>
                  <a:txBody>
                    <a:bodyPr/>
                    <a:lstStyle/>
                    <a:p>
                      <a:pPr rtl="1"/>
                      <a:r>
                        <a:rPr lang="ar" sz="1600">
                          <a:latin typeface="Sakkal Majalla" panose="02000000000000000000" pitchFamily="2" charset="-78"/>
                          <a:cs typeface="Sakkal Majalla" panose="02000000000000000000" pitchFamily="2" charset="-78"/>
                        </a:rPr>
                        <a:t>تخصيص الموقع الإلكتروني</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620064937"/>
                  </a:ext>
                </a:extLst>
              </a:tr>
              <a:tr h="395162">
                <a:tc>
                  <a:txBody>
                    <a:bodyPr/>
                    <a:lstStyle/>
                    <a:p>
                      <a:pPr rtl="1"/>
                      <a:r>
                        <a:rPr lang="ar" sz="1600">
                          <a:latin typeface="Sakkal Majalla" panose="02000000000000000000" pitchFamily="2" charset="-78"/>
                          <a:cs typeface="Sakkal Majalla" panose="02000000000000000000" pitchFamily="2" charset="-78"/>
                        </a:rPr>
                        <a:t>إمكانية التعرض لهجوم عدائي</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1960466296"/>
                  </a:ext>
                </a:extLst>
              </a:tr>
              <a:tr h="395162">
                <a:tc>
                  <a:txBody>
                    <a:bodyPr/>
                    <a:lstStyle/>
                    <a:p>
                      <a:pPr rtl="1"/>
                      <a:r>
                        <a:rPr lang="ar" sz="1600">
                          <a:latin typeface="Sakkal Majalla" panose="02000000000000000000" pitchFamily="2" charset="-78"/>
                          <a:cs typeface="Sakkal Majalla" panose="02000000000000000000" pitchFamily="2" charset="-78"/>
                        </a:rPr>
                        <a:t>نطاق ممارسة العمل عبر الإنترنت </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110085604"/>
                  </a:ext>
                </a:extLst>
              </a:tr>
              <a:tr h="395162">
                <a:tc>
                  <a:txBody>
                    <a:bodyPr/>
                    <a:lstStyle/>
                    <a:p>
                      <a:pPr rtl="1"/>
                      <a:r>
                        <a:rPr lang="ar" sz="1600">
                          <a:latin typeface="Sakkal Majalla" panose="02000000000000000000" pitchFamily="2" charset="-78"/>
                          <a:cs typeface="Sakkal Majalla" panose="02000000000000000000" pitchFamily="2" charset="-78"/>
                        </a:rPr>
                        <a:t>توافر المهارات التقنية والتصميمية في الشركة</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775730806"/>
                  </a:ext>
                </a:extLst>
              </a:tr>
              <a:tr h="395162">
                <a:tc>
                  <a:txBody>
                    <a:bodyPr/>
                    <a:lstStyle/>
                    <a:p>
                      <a:pPr rtl="1"/>
                      <a:r>
                        <a:rPr lang="ar" sz="1600">
                          <a:latin typeface="Sakkal Majalla" panose="02000000000000000000" pitchFamily="2" charset="-78"/>
                          <a:cs typeface="Sakkal Majalla" panose="02000000000000000000" pitchFamily="2" charset="-78"/>
                        </a:rPr>
                        <a:t>احتمالية إساءة استخدام المعلومات الشخصية</a:t>
                      </a:r>
                    </a:p>
                  </a:txBody>
                  <a:tcPr>
                    <a:solidFill>
                      <a:schemeClr val="accent2">
                        <a:lumMod val="20000"/>
                        <a:lumOff val="80000"/>
                      </a:schemeClr>
                    </a:solidFill>
                  </a:tcPr>
                </a:tc>
                <a:tc>
                  <a:txBody>
                    <a:bodyPr/>
                    <a:lstStyle/>
                    <a:p>
                      <a:pPr rtl="1"/>
                      <a:endParaRPr lang="en-GB" sz="1400" dirty="0">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662835808"/>
                  </a:ext>
                </a:extLst>
              </a:tr>
            </a:tbl>
          </a:graphicData>
        </a:graphic>
      </p:graphicFrame>
    </p:spTree>
    <p:extLst>
      <p:ext uri="{BB962C8B-B14F-4D97-AF65-F5344CB8AC3E}">
        <p14:creationId xmlns:p14="http://schemas.microsoft.com/office/powerpoint/2010/main" val="507536057"/>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F852-04C3-E09A-66C1-964692513478}"/>
              </a:ext>
            </a:extLst>
          </p:cNvPr>
          <p:cNvSpPr>
            <a:spLocks noGrp="1"/>
          </p:cNvSpPr>
          <p:nvPr>
            <p:ph type="title"/>
          </p:nvPr>
        </p:nvSpPr>
        <p:spPr>
          <a:xfrm>
            <a:off x="629032" y="1268760"/>
            <a:ext cx="8229600" cy="863600"/>
          </a:xfrm>
        </p:spPr>
        <p:txBody>
          <a:bodyPr rtlCol="1"/>
          <a:lstStyle/>
          <a:p>
            <a:pPr rtl="1"/>
            <a:r>
              <a:rPr lang="ar" sz="2600"/>
              <a:t>مشكلات التخطيط</a:t>
            </a:r>
          </a:p>
        </p:txBody>
      </p:sp>
      <p:sp>
        <p:nvSpPr>
          <p:cNvPr id="3" name="Content Placeholder 2">
            <a:extLst>
              <a:ext uri="{FF2B5EF4-FFF2-40B4-BE49-F238E27FC236}">
                <a16:creationId xmlns:a16="http://schemas.microsoft.com/office/drawing/2014/main" id="{A0C1925B-5BBF-A5F7-6970-1D2AB930CC5E}"/>
              </a:ext>
            </a:extLst>
          </p:cNvPr>
          <p:cNvSpPr>
            <a:spLocks noGrp="1"/>
          </p:cNvSpPr>
          <p:nvPr>
            <p:ph sz="half" idx="2"/>
          </p:nvPr>
        </p:nvSpPr>
        <p:spPr>
          <a:xfrm>
            <a:off x="576263" y="2204864"/>
            <a:ext cx="7991475" cy="4464720"/>
          </a:xfrm>
        </p:spPr>
        <p:txBody>
          <a:bodyPr rtlCol="1"/>
          <a:lstStyle/>
          <a:p>
            <a:pPr marL="0" indent="0" rtl="1">
              <a:lnSpc>
                <a:spcPct val="110000"/>
              </a:lnSpc>
              <a:buNone/>
            </a:pPr>
            <a:r>
              <a:rPr lang="ar" sz="2000"/>
              <a:t>تملك سلمى شركة صغيرة تبيع المجوهرات وإكسسوارات الموضة تسمى مس دليكت. كانت سلمى تعمل منذ عدة سنوات في متجر صغير في بلدتها، ولديها عدد من العملاء الأوفياء في البلدة، وهي تريد التواجد على الإنترنت. </a:t>
            </a:r>
          </a:p>
          <a:p>
            <a:pPr marL="0" indent="0" rtl="1">
              <a:lnSpc>
                <a:spcPct val="110000"/>
              </a:lnSpc>
              <a:buNone/>
            </a:pPr>
            <a:r>
              <a:rPr lang="ar" sz="2000"/>
              <a:t>لقد طلبت سلمى مساعدتك، وأعطتك هذه النقاط التي يجب مراعاتها / الإجابة عليها:</a:t>
            </a:r>
          </a:p>
          <a:p>
            <a:pPr marL="457200" indent="-457200" rtl="1">
              <a:lnSpc>
                <a:spcPct val="110000"/>
              </a:lnSpc>
              <a:buAutoNum type="arabicPeriod"/>
            </a:pPr>
            <a:r>
              <a:rPr lang="ar" sz="2000"/>
              <a:t>هل شركة مس دليكت مناسبة لممارسة عملها عبر الإنترنت؟ اشرح إجابتك.</a:t>
            </a:r>
          </a:p>
          <a:p>
            <a:pPr marL="457200" indent="-457200" rtl="1">
              <a:lnSpc>
                <a:spcPct val="110000"/>
              </a:lnSpc>
              <a:buAutoNum type="arabicPeriod"/>
            </a:pPr>
            <a:r>
              <a:rPr lang="ar" sz="2000"/>
              <a:t>حدد اسم مجال ملائم وفريد لشركة مس دليكت.</a:t>
            </a:r>
          </a:p>
          <a:p>
            <a:pPr marL="457200" indent="-457200" rtl="1">
              <a:lnSpc>
                <a:spcPct val="110000"/>
              </a:lnSpc>
              <a:buAutoNum type="arabicPeriod"/>
            </a:pPr>
            <a:r>
              <a:rPr lang="ar" sz="2000"/>
              <a:t>اشرح المشكلات التي قد تواجهها في أثناء الإعداد للتواجد عبر الإنترنت. فلتشمل إجابتك الاستعانة بمصادر داخلية وخارجية.</a:t>
            </a:r>
          </a:p>
          <a:p>
            <a:pPr marL="457200" indent="-457200" rtl="1">
              <a:lnSpc>
                <a:spcPct val="110000"/>
              </a:lnSpc>
              <a:buAutoNum type="arabicPeriod"/>
            </a:pPr>
            <a:r>
              <a:rPr lang="ar" sz="2000"/>
              <a:t>اشرح الموارد التي قد تحتاج إليها.</a:t>
            </a:r>
          </a:p>
        </p:txBody>
      </p:sp>
    </p:spTree>
    <p:extLst>
      <p:ext uri="{BB962C8B-B14F-4D97-AF65-F5344CB8AC3E}">
        <p14:creationId xmlns:p14="http://schemas.microsoft.com/office/powerpoint/2010/main" val="496032811"/>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2D1A9-BD58-CE1A-EBCA-1BAB8AFEBB3F}"/>
              </a:ext>
            </a:extLst>
          </p:cNvPr>
          <p:cNvSpPr>
            <a:spLocks noGrp="1"/>
          </p:cNvSpPr>
          <p:nvPr>
            <p:ph type="title"/>
          </p:nvPr>
        </p:nvSpPr>
        <p:spPr>
          <a:xfrm>
            <a:off x="457200" y="1232351"/>
            <a:ext cx="8229600" cy="863600"/>
          </a:xfrm>
        </p:spPr>
        <p:txBody>
          <a:bodyPr rtlCol="1"/>
          <a:lstStyle/>
          <a:p>
            <a:pPr rtl="1"/>
            <a:r>
              <a:rPr lang="ar" sz="2600"/>
              <a:t>مشكلات التنفيذ</a:t>
            </a:r>
          </a:p>
        </p:txBody>
      </p:sp>
      <p:sp>
        <p:nvSpPr>
          <p:cNvPr id="3" name="Content Placeholder 2">
            <a:extLst>
              <a:ext uri="{FF2B5EF4-FFF2-40B4-BE49-F238E27FC236}">
                <a16:creationId xmlns:a16="http://schemas.microsoft.com/office/drawing/2014/main" id="{6DD4B01D-97BE-EF4D-D578-690232F10ADD}"/>
              </a:ext>
            </a:extLst>
          </p:cNvPr>
          <p:cNvSpPr>
            <a:spLocks noGrp="1"/>
          </p:cNvSpPr>
          <p:nvPr>
            <p:ph sz="half" idx="2"/>
          </p:nvPr>
        </p:nvSpPr>
        <p:spPr>
          <a:xfrm>
            <a:off x="611560" y="2204864"/>
            <a:ext cx="8075240" cy="3600400"/>
          </a:xfrm>
        </p:spPr>
        <p:txBody>
          <a:bodyPr rtlCol="1"/>
          <a:lstStyle/>
          <a:p>
            <a:pPr marL="0" indent="0" rtl="1">
              <a:lnSpc>
                <a:spcPct val="110000"/>
              </a:lnSpc>
              <a:buNone/>
            </a:pPr>
            <a:r>
              <a:rPr lang="ar" sz="2000"/>
              <a:t>بفضل مساعدتك، خططت سلمى لموقعها الإلكتروني وتواجدها على وسائل التواصل الاجتماعي، وهي الآن بحاجة إلى تنفيذ تخطيطها. إلا أنها لم تصمم موقعًا إلكترونيًا من قبل قط وليس لديها أي معرفة بكيفية القيام بذلك. تقترح أن يتمتع الموقع الإلكتروني وصفحاتها على وسائل التواصل الاجتماعي بالخصائص التالية: </a:t>
            </a:r>
          </a:p>
          <a:p>
            <a:pPr rtl="1">
              <a:lnSpc>
                <a:spcPct val="110000"/>
              </a:lnSpc>
              <a:buSzPct val="85000"/>
            </a:pPr>
            <a:r>
              <a:rPr lang="ar" sz="2000"/>
              <a:t>صور لمجموعة كاملة من قطع المجوهرات بما يشمل المواد، والألوان، والتصاميم المختلفة (قرابة 200 قطعة)</a:t>
            </a:r>
          </a:p>
          <a:p>
            <a:pPr rtl="1">
              <a:lnSpc>
                <a:spcPct val="110000"/>
              </a:lnSpc>
              <a:buSzPct val="85000"/>
            </a:pPr>
            <a:r>
              <a:rPr lang="ar" sz="2000"/>
              <a:t>التوصية بمنتجات مختلفة عندما يضع العميل أحد المنتجات في عربة التسوق الخاصة به</a:t>
            </a:r>
          </a:p>
          <a:p>
            <a:pPr rtl="1">
              <a:lnSpc>
                <a:spcPct val="110000"/>
              </a:lnSpc>
              <a:buSzPct val="85000"/>
            </a:pPr>
            <a:r>
              <a:rPr lang="ar" sz="2000"/>
              <a:t>الأسعار ومعلومات الشحن</a:t>
            </a:r>
          </a:p>
          <a:p>
            <a:pPr rtl="1">
              <a:lnSpc>
                <a:spcPct val="110000"/>
              </a:lnSpc>
              <a:buSzPct val="85000"/>
            </a:pPr>
            <a:r>
              <a:rPr lang="ar" sz="2000"/>
              <a:t>التكامل مع قاعدة بيانات عملائها وصفحاتها على وسائل التواصل الاجتماعي</a:t>
            </a:r>
          </a:p>
          <a:p>
            <a:pPr rtl="1">
              <a:lnSpc>
                <a:spcPct val="110000"/>
              </a:lnSpc>
              <a:buSzPct val="85000"/>
            </a:pPr>
            <a:r>
              <a:rPr lang="ar" sz="2000"/>
              <a:t>أنظمة الدفع بما يتضمن أبل باي وباي بال</a:t>
            </a:r>
          </a:p>
          <a:p>
            <a:pPr rtl="1">
              <a:lnSpc>
                <a:spcPct val="110000"/>
              </a:lnSpc>
            </a:pPr>
            <a:endParaRPr lang="en-GB" sz="1400" dirty="0"/>
          </a:p>
          <a:p>
            <a:pPr marL="0" indent="0" rtl="1">
              <a:lnSpc>
                <a:spcPct val="110000"/>
              </a:lnSpc>
              <a:buNone/>
            </a:pPr>
            <a:r>
              <a:rPr lang="ar" sz="2000" i="1"/>
              <a:t>يتبع في الشريحة التالية</a:t>
            </a:r>
          </a:p>
        </p:txBody>
      </p:sp>
    </p:spTree>
    <p:extLst>
      <p:ext uri="{BB962C8B-B14F-4D97-AF65-F5344CB8AC3E}">
        <p14:creationId xmlns:p14="http://schemas.microsoft.com/office/powerpoint/2010/main" val="3422014341"/>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97A985-A3B1-2C24-5036-77CCD0191561}"/>
              </a:ext>
            </a:extLst>
          </p:cNvPr>
          <p:cNvSpPr>
            <a:spLocks noGrp="1"/>
          </p:cNvSpPr>
          <p:nvPr>
            <p:ph sz="half" idx="2"/>
          </p:nvPr>
        </p:nvSpPr>
        <p:spPr>
          <a:xfrm>
            <a:off x="576264" y="2564904"/>
            <a:ext cx="7991475" cy="3609975"/>
          </a:xfrm>
        </p:spPr>
        <p:txBody>
          <a:bodyPr rtlCol="1"/>
          <a:lstStyle/>
          <a:p>
            <a:pPr marL="0" indent="0" rtl="1">
              <a:lnSpc>
                <a:spcPct val="110000"/>
              </a:lnSpc>
              <a:buNone/>
            </a:pPr>
            <a:r>
              <a:rPr lang="ar" sz="2000"/>
              <a:t>اكتب ردًا على سلمى توضِّح فيه المشكلات التنفيذية في مقترحها، بما يشمل المشكلات التالية:</a:t>
            </a:r>
          </a:p>
          <a:p>
            <a:pPr rtl="1">
              <a:lnSpc>
                <a:spcPct val="110000"/>
              </a:lnSpc>
              <a:buSzPct val="85000"/>
            </a:pPr>
            <a:r>
              <a:rPr lang="ar" sz="2000" b="0" i="0" u="none" strike="noStrike"/>
              <a:t>الافتقار إلى المهارات التقنية والتصميمية والخيارات المتاحة أمامها للتغلب على ذلك</a:t>
            </a:r>
          </a:p>
          <a:p>
            <a:pPr rtl="1">
              <a:lnSpc>
                <a:spcPct val="110000"/>
              </a:lnSpc>
              <a:buSzPct val="85000"/>
            </a:pPr>
            <a:r>
              <a:rPr lang="ar" sz="2000"/>
              <a:t>تخصيص الموقع الإلكتروني</a:t>
            </a:r>
            <a:endParaRPr lang="en-US" sz="2000" b="0" i="0" u="none" strike="noStrike" baseline="0" dirty="0"/>
          </a:p>
          <a:p>
            <a:pPr rtl="1">
              <a:lnSpc>
                <a:spcPct val="110000"/>
              </a:lnSpc>
              <a:buSzPct val="85000"/>
            </a:pPr>
            <a:r>
              <a:rPr lang="ar" sz="2000" b="0" i="0" u="none" strike="noStrike"/>
              <a:t>خياراتها من حيث نطاق ممارسة العمل عبر الإنترنت بما يتضمن المواقع الإلكترونية غير الفعَّالة، والتفاعلية جزئيًا، وبالكامل</a:t>
            </a:r>
          </a:p>
          <a:p>
            <a:pPr rtl="1">
              <a:lnSpc>
                <a:spcPct val="110000"/>
              </a:lnSpc>
              <a:buSzPct val="85000"/>
            </a:pPr>
            <a:r>
              <a:rPr lang="ar" sz="2000"/>
              <a:t>العلاقات </a:t>
            </a:r>
            <a:r>
              <a:rPr lang="ar" sz="2000" b="0" i="0" u="none" strike="noStrike"/>
              <a:t>التي سيتعين عليها إقامتها مع الخدمات المالية، وخدمات التوزيع، والتوصيل</a:t>
            </a:r>
          </a:p>
          <a:p>
            <a:pPr rtl="1">
              <a:lnSpc>
                <a:spcPct val="110000"/>
              </a:lnSpc>
              <a:buSzPct val="85000"/>
            </a:pPr>
            <a:r>
              <a:rPr lang="ar" sz="2000" b="0" i="0" u="none" strike="noStrike"/>
              <a:t>تكامل الأنشطة على منصات مختلفة</a:t>
            </a:r>
            <a:endParaRPr lang="en-GB" sz="2000" dirty="0"/>
          </a:p>
        </p:txBody>
      </p:sp>
      <p:sp>
        <p:nvSpPr>
          <p:cNvPr id="7" name="Title 1">
            <a:extLst>
              <a:ext uri="{FF2B5EF4-FFF2-40B4-BE49-F238E27FC236}">
                <a16:creationId xmlns:a16="http://schemas.microsoft.com/office/drawing/2014/main" id="{36332531-B6A9-A276-0DA1-494CB1665AB5}"/>
              </a:ext>
            </a:extLst>
          </p:cNvPr>
          <p:cNvSpPr>
            <a:spLocks noGrp="1"/>
          </p:cNvSpPr>
          <p:nvPr>
            <p:ph type="title"/>
          </p:nvPr>
        </p:nvSpPr>
        <p:spPr>
          <a:xfrm>
            <a:off x="457201" y="1421045"/>
            <a:ext cx="8229600" cy="863600"/>
          </a:xfrm>
        </p:spPr>
        <p:txBody>
          <a:bodyPr rtlCol="1"/>
          <a:lstStyle/>
          <a:p>
            <a:pPr rtl="1"/>
            <a:r>
              <a:rPr lang="ar" sz="2600"/>
              <a:t>مشكلات التنفيذ</a:t>
            </a:r>
          </a:p>
        </p:txBody>
      </p:sp>
    </p:spTree>
    <p:extLst>
      <p:ext uri="{BB962C8B-B14F-4D97-AF65-F5344CB8AC3E}">
        <p14:creationId xmlns:p14="http://schemas.microsoft.com/office/powerpoint/2010/main" val="685289217"/>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1FB5-65C9-D896-94A4-22AF9A7A8426}"/>
              </a:ext>
            </a:extLst>
          </p:cNvPr>
          <p:cNvSpPr>
            <a:spLocks noGrp="1"/>
          </p:cNvSpPr>
          <p:nvPr>
            <p:ph type="title"/>
          </p:nvPr>
        </p:nvSpPr>
        <p:spPr>
          <a:xfrm>
            <a:off x="605229" y="1268760"/>
            <a:ext cx="8229600" cy="863600"/>
          </a:xfrm>
        </p:spPr>
        <p:txBody>
          <a:bodyPr rtlCol="1"/>
          <a:lstStyle/>
          <a:p>
            <a:pPr rtl="1"/>
            <a:r>
              <a:rPr lang="ar" sz="2600"/>
              <a:t>المشكلات التشغيلية</a:t>
            </a:r>
          </a:p>
        </p:txBody>
      </p:sp>
      <p:sp>
        <p:nvSpPr>
          <p:cNvPr id="6" name="TextBox 5">
            <a:extLst>
              <a:ext uri="{FF2B5EF4-FFF2-40B4-BE49-F238E27FC236}">
                <a16:creationId xmlns:a16="http://schemas.microsoft.com/office/drawing/2014/main" id="{A98267A3-F2FE-3A65-A40C-D93D5610C7A4}"/>
              </a:ext>
            </a:extLst>
          </p:cNvPr>
          <p:cNvSpPr txBox="1"/>
          <p:nvPr/>
        </p:nvSpPr>
        <p:spPr>
          <a:xfrm>
            <a:off x="860423" y="2348880"/>
            <a:ext cx="7423155" cy="3226781"/>
          </a:xfrm>
          <a:prstGeom prst="rect">
            <a:avLst/>
          </a:prstGeom>
          <a:noFill/>
        </p:spPr>
        <p:txBody>
          <a:bodyPr wrap="square" lIns="91440" tIns="45720" rIns="91440" bIns="45720" rtlCol="1" anchor="t">
            <a:spAutoFit/>
          </a:bodyPr>
          <a:lstStyle/>
          <a:p>
            <a:pPr rtl="1">
              <a:lnSpc>
                <a:spcPct val="114000"/>
              </a:lnSpc>
            </a:pPr>
            <a:r>
              <a:rPr lang="ar" sz="2000">
                <a:latin typeface="Sakkal Majalla" panose="02000000000000000000" pitchFamily="2" charset="-78"/>
                <a:cs typeface="Sakkal Majalla" panose="02000000000000000000" pitchFamily="2" charset="-78"/>
              </a:rPr>
              <a:t>مرحبًا،</a:t>
            </a:r>
          </a:p>
          <a:p>
            <a:pPr rtl="1">
              <a:lnSpc>
                <a:spcPct val="114000"/>
              </a:lnSpc>
            </a:pPr>
            <a:r>
              <a:rPr lang="ar" sz="2000">
                <a:latin typeface="Sakkal Majalla" panose="02000000000000000000" pitchFamily="2" charset="-78"/>
                <a:cs typeface="Sakkal Majalla" panose="02000000000000000000" pitchFamily="2" charset="-78"/>
              </a:rPr>
              <a:t>لقد بدأت العمل في التجارة منذ فترة لكني واجهت العديد من المشكلات! </a:t>
            </a:r>
          </a:p>
          <a:p>
            <a:pPr marL="285750" indent="-285750" rtl="1">
              <a:lnSpc>
                <a:spcPct val="114000"/>
              </a:lnSpc>
              <a:buSzPct val="85000"/>
              <a:buFont typeface="Arial"/>
              <a:buChar char="•"/>
            </a:pPr>
            <a:r>
              <a:rPr lang="ar" sz="2000">
                <a:latin typeface="Sakkal Majalla" panose="02000000000000000000" pitchFamily="2" charset="-78"/>
                <a:cs typeface="Sakkal Majalla" panose="02000000000000000000" pitchFamily="2" charset="-78"/>
              </a:rPr>
              <a:t>كان أحد العملاء غير راضٍ عن أمن المدفوعات على الموقع الإلكتروني، لذلك بدأ يأتي إلى المتجر لشراء مجوهراته نظرًا إلى أنه يعيش في الجوار. </a:t>
            </a:r>
          </a:p>
          <a:p>
            <a:pPr marL="285750" indent="-285750" rtl="1">
              <a:lnSpc>
                <a:spcPct val="114000"/>
              </a:lnSpc>
              <a:buSzPct val="85000"/>
              <a:buFont typeface="Arial" panose="020B0604020202020204" pitchFamily="34" charset="0"/>
              <a:buChar char="•"/>
            </a:pPr>
            <a:r>
              <a:rPr lang="ar" sz="2000">
                <a:latin typeface="Sakkal Majalla" panose="02000000000000000000" pitchFamily="2" charset="-78"/>
                <a:cs typeface="Sakkal Majalla" panose="02000000000000000000" pitchFamily="2" charset="-78"/>
              </a:rPr>
              <a:t>في الأسبوع الماضي، اضطررت إلى إرسال قلادة خارج البلاد ولم أعرف ماذا عليَّ أن أفعل. </a:t>
            </a:r>
          </a:p>
          <a:p>
            <a:pPr marL="285750" indent="-285750" rtl="1">
              <a:lnSpc>
                <a:spcPct val="114000"/>
              </a:lnSpc>
              <a:buSzPct val="85000"/>
              <a:buFont typeface="Arial" panose="020B0604020202020204" pitchFamily="34" charset="0"/>
              <a:buChar char="•"/>
            </a:pPr>
            <a:r>
              <a:rPr lang="ar" sz="2000">
                <a:latin typeface="Sakkal Majalla" panose="02000000000000000000" pitchFamily="2" charset="-78"/>
                <a:cs typeface="Sakkal Majalla" panose="02000000000000000000" pitchFamily="2" charset="-78"/>
              </a:rPr>
              <a:t>يعتريني التعب الشديد من العمل لساعات طويلة بحيث أرتكب الأخطاء، وقد أرسلت اللون الخطأ. </a:t>
            </a:r>
          </a:p>
          <a:p>
            <a:pPr marL="285750" indent="-285750" rtl="1">
              <a:lnSpc>
                <a:spcPct val="114000"/>
              </a:lnSpc>
              <a:buSzPct val="85000"/>
              <a:buFont typeface="Arial" panose="020B0604020202020204" pitchFamily="34" charset="0"/>
              <a:buChar char="•"/>
            </a:pPr>
            <a:r>
              <a:rPr lang="ar" sz="2000">
                <a:latin typeface="Sakkal Majalla" panose="02000000000000000000" pitchFamily="2" charset="-78"/>
                <a:cs typeface="Sakkal Majalla" panose="02000000000000000000" pitchFamily="2" charset="-78"/>
              </a:rPr>
              <a:t>لا أعرف كيفية الحفاظ على أمن معلومات العملاء.</a:t>
            </a:r>
          </a:p>
          <a:p>
            <a:pPr marL="285750" indent="-285750" rtl="1">
              <a:lnSpc>
                <a:spcPct val="114000"/>
              </a:lnSpc>
              <a:buSzPct val="85000"/>
              <a:buFont typeface="Arial" panose="020B0604020202020204" pitchFamily="34" charset="0"/>
              <a:buChar char="•"/>
            </a:pPr>
            <a:r>
              <a:rPr lang="ar" sz="2000">
                <a:latin typeface="Sakkal Majalla" panose="02000000000000000000" pitchFamily="2" charset="-78"/>
                <a:cs typeface="Sakkal Majalla" panose="02000000000000000000" pitchFamily="2" charset="-78"/>
              </a:rPr>
              <a:t>ينتابني القلق بشأن احتمالية أن أصبح ضحية لأحد الفيروسات، أو الجرائم الإلكترونية، أو غير ذلك.</a:t>
            </a:r>
          </a:p>
          <a:p>
            <a:pPr rtl="1">
              <a:lnSpc>
                <a:spcPct val="114000"/>
              </a:lnSpc>
            </a:pPr>
            <a:endParaRPr lang="en-GB" sz="2000" b="1" dirty="0">
              <a:latin typeface="Script MT Bold" panose="03040602040607080904" pitchFamily="66" charset="0"/>
              <a:cs typeface="Sakkal Majalla" panose="02000000000000000000" pitchFamily="2" charset="-78"/>
            </a:endParaRPr>
          </a:p>
        </p:txBody>
      </p:sp>
    </p:spTree>
    <p:extLst>
      <p:ext uri="{BB962C8B-B14F-4D97-AF65-F5344CB8AC3E}">
        <p14:creationId xmlns:p14="http://schemas.microsoft.com/office/powerpoint/2010/main" val="41804432"/>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A885F5-B37A-B22D-7318-7AA8D252CFDD}"/>
              </a:ext>
            </a:extLst>
          </p:cNvPr>
          <p:cNvSpPr txBox="1"/>
          <p:nvPr/>
        </p:nvSpPr>
        <p:spPr>
          <a:xfrm>
            <a:off x="827584" y="2132856"/>
            <a:ext cx="7344816" cy="2856167"/>
          </a:xfrm>
          <a:prstGeom prst="rect">
            <a:avLst/>
          </a:prstGeom>
          <a:noFill/>
        </p:spPr>
        <p:txBody>
          <a:bodyPr wrap="square" rtlCol="1">
            <a:spAutoFit/>
          </a:bodyPr>
          <a:lstStyle/>
          <a:p>
            <a:pPr marL="285750" indent="-285750" rtl="1">
              <a:lnSpc>
                <a:spcPct val="114000"/>
              </a:lnSpc>
              <a:buSzPct val="85000"/>
              <a:buFont typeface="Arial,Sans-Serif"/>
              <a:buChar char="•"/>
            </a:pPr>
            <a:r>
              <a:rPr lang="ar" sz="2000">
                <a:latin typeface="Sakkal Majalla" panose="02000000000000000000" pitchFamily="2" charset="-78"/>
                <a:cs typeface="Sakkal Majalla" panose="02000000000000000000" pitchFamily="2" charset="-78"/>
              </a:rPr>
              <a:t>لقد طلبت الكثير من المخزون الجديد، واشتريت بعض المجوهرات الجديدة. أحتاج إلى تحديث الموقع الإلكتروني، لكن ليس لديَّ الوقت لذلك. المنتجات والصور المتوفرة لديَّ في الموقع الإلكتروني قديمة.</a:t>
            </a:r>
            <a:endParaRPr lang="en-US" sz="2000" dirty="0">
              <a:latin typeface="Sakkal Majalla" panose="02000000000000000000" pitchFamily="2" charset="-78"/>
              <a:cs typeface="Sakkal Majalla" panose="02000000000000000000" pitchFamily="2" charset="-78"/>
            </a:endParaRPr>
          </a:p>
          <a:p>
            <a:pPr marL="285750" indent="-285750" rtl="1">
              <a:lnSpc>
                <a:spcPct val="114000"/>
              </a:lnSpc>
              <a:buSzPct val="85000"/>
              <a:buFont typeface="Arial,Sans-Serif"/>
              <a:buChar char="•"/>
            </a:pPr>
            <a:r>
              <a:rPr lang="ar" sz="2000">
                <a:latin typeface="Sakkal Majalla" panose="02000000000000000000" pitchFamily="2" charset="-78"/>
                <a:cs typeface="Sakkal Majalla" panose="02000000000000000000" pitchFamily="2" charset="-78"/>
              </a:rPr>
              <a:t>كان لدي عملاء من خارج البلاد أرسلوا لي بريدًا إلكترونيًا بلغة لا أعرفها.</a:t>
            </a:r>
            <a:endParaRPr lang="en-US" sz="2000" dirty="0">
              <a:latin typeface="Sakkal Majalla" panose="02000000000000000000" pitchFamily="2" charset="-78"/>
              <a:cs typeface="Sakkal Majalla" panose="02000000000000000000" pitchFamily="2" charset="-78"/>
            </a:endParaRPr>
          </a:p>
          <a:p>
            <a:pPr marL="285750" indent="-285750" rtl="1">
              <a:lnSpc>
                <a:spcPct val="114000"/>
              </a:lnSpc>
              <a:buSzPct val="85000"/>
              <a:buFont typeface="Arial,Sans-Serif"/>
              <a:buChar char="•"/>
            </a:pPr>
            <a:r>
              <a:rPr lang="ar" sz="2000">
                <a:latin typeface="Sakkal Majalla" panose="02000000000000000000" pitchFamily="2" charset="-78"/>
                <a:cs typeface="Sakkal Majalla" panose="02000000000000000000" pitchFamily="2" charset="-78"/>
              </a:rPr>
              <a:t>لقد واجهت خطأً فنيًا في الموقع الإلكتروني مؤخرًا مما أدى إلى انقطاع اتصاله بالإنترنت لبضعة أيام، مما يعني أيضًا أنني فقدت الكثير من البيانات المهمة.</a:t>
            </a:r>
            <a:endParaRPr lang="en-US" sz="2000" dirty="0">
              <a:latin typeface="Sakkal Majalla" panose="02000000000000000000" pitchFamily="2" charset="-78"/>
              <a:cs typeface="Sakkal Majalla" panose="02000000000000000000" pitchFamily="2" charset="-78"/>
            </a:endParaRPr>
          </a:p>
          <a:p>
            <a:pPr marL="285750" indent="-285750" rtl="1">
              <a:lnSpc>
                <a:spcPct val="114000"/>
              </a:lnSpc>
              <a:buSzPct val="85000"/>
              <a:buFont typeface="Arial,Sans-Serif"/>
              <a:buChar char="•"/>
            </a:pPr>
            <a:r>
              <a:rPr lang="ar" sz="2000">
                <a:latin typeface="Sakkal Majalla" panose="02000000000000000000" pitchFamily="2" charset="-78"/>
                <a:cs typeface="Sakkal Majalla" panose="02000000000000000000" pitchFamily="2" charset="-78"/>
              </a:rPr>
              <a:t>لست متأكدة من المتطلبات القانونية والتنظيمية التي يجب عليَّ الالتزام بها عند البيع عبر الإنترنت ولا الإجراءات الجمركية عندما أرسل المجوهرات إلى خارج البلاد.</a:t>
            </a:r>
          </a:p>
          <a:p>
            <a:pPr rtl="1"/>
            <a:endParaRPr lang="en-GB" sz="2000" i="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01703056"/>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BC165B41-332E-ACE5-A6B6-E0F87ED8983E}"/>
              </a:ext>
            </a:extLst>
          </p:cNvPr>
          <p:cNvSpPr/>
          <p:nvPr/>
        </p:nvSpPr>
        <p:spPr>
          <a:xfrm>
            <a:off x="4745800" y="3267314"/>
            <a:ext cx="3475984" cy="2085590"/>
          </a:xfrm>
          <a:custGeom>
            <a:avLst/>
            <a:gdLst>
              <a:gd name="connsiteX0" fmla="*/ 0 w 3475984"/>
              <a:gd name="connsiteY0" fmla="*/ 0 h 2085590"/>
              <a:gd name="connsiteX1" fmla="*/ 3475984 w 3475984"/>
              <a:gd name="connsiteY1" fmla="*/ 0 h 2085590"/>
              <a:gd name="connsiteX2" fmla="*/ 3475984 w 3475984"/>
              <a:gd name="connsiteY2" fmla="*/ 2085590 h 2085590"/>
              <a:gd name="connsiteX3" fmla="*/ 0 w 3475984"/>
              <a:gd name="connsiteY3" fmla="*/ 2085590 h 2085590"/>
              <a:gd name="connsiteX4" fmla="*/ 0 w 3475984"/>
              <a:gd name="connsiteY4" fmla="*/ 0 h 2085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5984" h="2085590">
                <a:moveTo>
                  <a:pt x="0" y="0"/>
                </a:moveTo>
                <a:lnTo>
                  <a:pt x="3475984" y="0"/>
                </a:lnTo>
                <a:lnTo>
                  <a:pt x="3475984" y="2085590"/>
                </a:lnTo>
                <a:lnTo>
                  <a:pt x="0" y="2085590"/>
                </a:lnTo>
                <a:lnTo>
                  <a:pt x="0" y="0"/>
                </a:lnTo>
                <a:close/>
              </a:path>
            </a:pathLst>
          </a:cu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179070" tIns="179070" rIns="179070" bIns="179070" numCol="1" spcCol="1270" rtlCol="1" anchor="ctr" anchorCtr="0">
            <a:noAutofit/>
          </a:bodyPr>
          <a:lstStyle/>
          <a:p>
            <a:pPr marL="0" lvl="0" indent="0" algn="ctr" defTabSz="2089150" rtl="1">
              <a:lnSpc>
                <a:spcPct val="105000"/>
              </a:lnSpc>
              <a:spcBef>
                <a:spcPct val="0"/>
              </a:spcBef>
              <a:spcAft>
                <a:spcPct val="35000"/>
              </a:spcAft>
              <a:buNone/>
            </a:pPr>
            <a:r>
              <a:rPr lang="ar" sz="3600" kern="1200">
                <a:solidFill>
                  <a:schemeClr val="accent6">
                    <a:lumMod val="75000"/>
                  </a:schemeClr>
                </a:solidFill>
                <a:latin typeface="Sakkal Majalla" panose="02000000000000000000" pitchFamily="2" charset="-78"/>
                <a:cs typeface="Sakkal Majalla" panose="02000000000000000000" pitchFamily="2" charset="-78"/>
              </a:rPr>
              <a:t>ب1 مزايا التواجد </a:t>
            </a:r>
            <a:br>
              <a:rPr lang="ar-EG" sz="3600" kern="1200">
                <a:solidFill>
                  <a:schemeClr val="accent6">
                    <a:lumMod val="75000"/>
                  </a:schemeClr>
                </a:solidFill>
                <a:latin typeface="Sakkal Majalla" panose="02000000000000000000" pitchFamily="2" charset="-78"/>
                <a:cs typeface="Sakkal Majalla" panose="02000000000000000000" pitchFamily="2" charset="-78"/>
              </a:rPr>
            </a:br>
            <a:r>
              <a:rPr lang="ar" sz="3600" kern="1200">
                <a:solidFill>
                  <a:schemeClr val="accent6">
                    <a:lumMod val="75000"/>
                  </a:schemeClr>
                </a:solidFill>
                <a:latin typeface="Sakkal Majalla" panose="02000000000000000000" pitchFamily="2" charset="-78"/>
                <a:cs typeface="Sakkal Majalla" panose="02000000000000000000" pitchFamily="2" charset="-78"/>
              </a:rPr>
              <a:t>عبر الإنترنت</a:t>
            </a:r>
            <a:endParaRPr lang="en-US" sz="3600" kern="1200" dirty="0">
              <a:solidFill>
                <a:schemeClr val="accent6">
                  <a:lumMod val="75000"/>
                </a:schemeClr>
              </a:solidFill>
            </a:endParaRPr>
          </a:p>
        </p:txBody>
      </p:sp>
      <p:sp>
        <p:nvSpPr>
          <p:cNvPr id="7" name="Freeform: Shape 6">
            <a:extLst>
              <a:ext uri="{FF2B5EF4-FFF2-40B4-BE49-F238E27FC236}">
                <a16:creationId xmlns:a16="http://schemas.microsoft.com/office/drawing/2014/main" id="{06E30EB3-5CBB-A221-EC76-5CB7D6E04CB9}"/>
              </a:ext>
            </a:extLst>
          </p:cNvPr>
          <p:cNvSpPr/>
          <p:nvPr/>
        </p:nvSpPr>
        <p:spPr>
          <a:xfrm>
            <a:off x="922217" y="3267314"/>
            <a:ext cx="3475984" cy="2085590"/>
          </a:xfrm>
          <a:custGeom>
            <a:avLst/>
            <a:gdLst>
              <a:gd name="connsiteX0" fmla="*/ 0 w 3475984"/>
              <a:gd name="connsiteY0" fmla="*/ 0 h 2085590"/>
              <a:gd name="connsiteX1" fmla="*/ 3475984 w 3475984"/>
              <a:gd name="connsiteY1" fmla="*/ 0 h 2085590"/>
              <a:gd name="connsiteX2" fmla="*/ 3475984 w 3475984"/>
              <a:gd name="connsiteY2" fmla="*/ 2085590 h 2085590"/>
              <a:gd name="connsiteX3" fmla="*/ 0 w 3475984"/>
              <a:gd name="connsiteY3" fmla="*/ 2085590 h 2085590"/>
              <a:gd name="connsiteX4" fmla="*/ 0 w 3475984"/>
              <a:gd name="connsiteY4" fmla="*/ 0 h 2085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5984" h="2085590">
                <a:moveTo>
                  <a:pt x="0" y="0"/>
                </a:moveTo>
                <a:lnTo>
                  <a:pt x="3475984" y="0"/>
                </a:lnTo>
                <a:lnTo>
                  <a:pt x="3475984" y="2085590"/>
                </a:lnTo>
                <a:lnTo>
                  <a:pt x="0" y="2085590"/>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179070" tIns="179070" rIns="179070" bIns="179070" numCol="1" spcCol="1270" rtlCol="1" anchor="ctr" anchorCtr="0">
            <a:noAutofit/>
          </a:bodyPr>
          <a:lstStyle/>
          <a:p>
            <a:pPr marL="0" lvl="0" indent="0" algn="ctr" defTabSz="2089150" rtl="1">
              <a:lnSpc>
                <a:spcPct val="105000"/>
              </a:lnSpc>
              <a:spcBef>
                <a:spcPct val="0"/>
              </a:spcBef>
              <a:spcAft>
                <a:spcPct val="35000"/>
              </a:spcAft>
              <a:buNone/>
            </a:pPr>
            <a:r>
              <a:rPr lang="ar" sz="3600" kern="1200">
                <a:solidFill>
                  <a:schemeClr val="accent6">
                    <a:lumMod val="75000"/>
                  </a:schemeClr>
                </a:solidFill>
                <a:latin typeface="Sakkal Majalla" panose="02000000000000000000" pitchFamily="2" charset="-78"/>
                <a:cs typeface="Sakkal Majalla" panose="02000000000000000000" pitchFamily="2" charset="-78"/>
              </a:rPr>
              <a:t>ب2 عيوب التواجد </a:t>
            </a:r>
            <a:br>
              <a:rPr lang="ar-EG" sz="3600" kern="1200">
                <a:solidFill>
                  <a:schemeClr val="accent6">
                    <a:lumMod val="75000"/>
                  </a:schemeClr>
                </a:solidFill>
                <a:latin typeface="Sakkal Majalla" panose="02000000000000000000" pitchFamily="2" charset="-78"/>
                <a:cs typeface="Sakkal Majalla" panose="02000000000000000000" pitchFamily="2" charset="-78"/>
              </a:rPr>
            </a:br>
            <a:r>
              <a:rPr lang="ar" sz="3600" kern="1200">
                <a:solidFill>
                  <a:schemeClr val="accent6">
                    <a:lumMod val="75000"/>
                  </a:schemeClr>
                </a:solidFill>
                <a:latin typeface="Sakkal Majalla" panose="02000000000000000000" pitchFamily="2" charset="-78"/>
                <a:cs typeface="Sakkal Majalla" panose="02000000000000000000" pitchFamily="2" charset="-78"/>
              </a:rPr>
              <a:t>عبر الإنترنت</a:t>
            </a:r>
            <a:endParaRPr lang="en-US" sz="3600" kern="1200" dirty="0">
              <a:solidFill>
                <a:schemeClr val="accent6">
                  <a:lumMod val="75000"/>
                </a:schemeClr>
              </a:solidFill>
            </a:endParaRPr>
          </a:p>
        </p:txBody>
      </p:sp>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457200" y="1372994"/>
            <a:ext cx="82296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400" b="1">
                <a:solidFill>
                  <a:schemeClr val="tx2"/>
                </a:solidFill>
                <a:latin typeface="Sakkal Majalla" panose="02000000000000000000" pitchFamily="2" charset="-78"/>
                <a:cs typeface="Sakkal Majalla" panose="02000000000000000000" pitchFamily="2" charset="-78"/>
              </a:rPr>
              <a:t>هدف التعلّم ب</a:t>
            </a:r>
          </a:p>
          <a:p>
            <a:pPr rtl="1">
              <a:lnSpc>
                <a:spcPct val="90000"/>
              </a:lnSpc>
              <a:spcAft>
                <a:spcPts val="600"/>
              </a:spcAft>
            </a:pPr>
            <a:endParaRPr lang="en-GB" altLang="en-US" sz="2800" dirty="0">
              <a:latin typeface="Sakkal Majalla" panose="02000000000000000000" pitchFamily="2" charset="-78"/>
              <a:cs typeface="Sakkal Majalla" panose="02000000000000000000" pitchFamily="2" charset="-78"/>
            </a:endParaRPr>
          </a:p>
          <a:p>
            <a:pPr algn="ctr" rtl="1">
              <a:lnSpc>
                <a:spcPct val="90000"/>
              </a:lnSpc>
              <a:spcAft>
                <a:spcPts val="600"/>
              </a:spcAft>
            </a:pPr>
            <a:endParaRPr lang="en-GB" altLang="en-US" sz="3400" b="1" dirty="0">
              <a:solidFill>
                <a:schemeClr val="tx2"/>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87427027"/>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772816"/>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lnSpc>
                <a:spcPct val="105000"/>
              </a:lnSpc>
              <a:buNone/>
            </a:pPr>
            <a:r>
              <a:rPr lang="ar" sz="2200"/>
              <a:t>ما نوع فوائد التسويق التي يمكن أن تعود على الشركة من التواجد عبر الإنترنت؟</a:t>
            </a:r>
          </a:p>
          <a:p>
            <a:pPr indent="0" rtl="1">
              <a:lnSpc>
                <a:spcPct val="105000"/>
              </a:lnSpc>
              <a:buNone/>
            </a:pPr>
            <a:r>
              <a:rPr lang="ar" sz="2200"/>
              <a:t>ناقش الكيفية التي يمكن من خلالها أن يحقق التواجد عبر الإنترنت ما يلي:</a:t>
            </a:r>
          </a:p>
          <a:p>
            <a:pPr marL="685800" rtl="1">
              <a:lnSpc>
                <a:spcPct val="105000"/>
              </a:lnSpc>
              <a:buSzPct val="85000"/>
            </a:pPr>
            <a:r>
              <a:rPr lang="ar" sz="2200"/>
              <a:t>معلومات أبحاث السوق</a:t>
            </a:r>
          </a:p>
          <a:p>
            <a:pPr marL="685800" rtl="1">
              <a:lnSpc>
                <a:spcPct val="105000"/>
              </a:lnSpc>
              <a:buSzPct val="85000"/>
            </a:pPr>
            <a:r>
              <a:rPr lang="ar" sz="2200"/>
              <a:t>معلومات حول سلوك العملاء</a:t>
            </a:r>
          </a:p>
          <a:p>
            <a:pPr marL="685800" rtl="1">
              <a:lnSpc>
                <a:spcPct val="105000"/>
              </a:lnSpc>
              <a:buSzPct val="85000"/>
            </a:pPr>
            <a:r>
              <a:rPr lang="ar" sz="2200"/>
              <a:t>الدخول إلى الأسواق الجديدة</a:t>
            </a:r>
          </a:p>
          <a:p>
            <a:pPr marL="685800" rtl="1">
              <a:lnSpc>
                <a:spcPct val="105000"/>
              </a:lnSpc>
              <a:buSzPct val="85000"/>
            </a:pPr>
            <a:r>
              <a:rPr lang="ar" sz="2200"/>
              <a:t>وصول العملاء من أجهزة مختلفة</a:t>
            </a:r>
          </a:p>
          <a:p>
            <a:pPr marL="685800" rtl="1">
              <a:lnSpc>
                <a:spcPct val="105000"/>
              </a:lnSpc>
              <a:buSzPct val="85000"/>
            </a:pPr>
            <a:r>
              <a:rPr lang="ar" sz="2200"/>
              <a:t>التوسُّع في السوق من خلال وسائل التواصل الاجتماعي</a:t>
            </a:r>
          </a:p>
          <a:p>
            <a:pPr marL="685800" rtl="1">
              <a:lnSpc>
                <a:spcPct val="105000"/>
              </a:lnSpc>
              <a:buSzPct val="85000"/>
            </a:pPr>
            <a:r>
              <a:rPr lang="ar" sz="2200"/>
              <a:t>انخفاض تكاليف التسويق</a:t>
            </a:r>
          </a:p>
          <a:p>
            <a:pPr marL="685800" rtl="1">
              <a:lnSpc>
                <a:spcPct val="105000"/>
              </a:lnSpc>
              <a:buSzPct val="85000"/>
            </a:pPr>
            <a:r>
              <a:rPr lang="ar" sz="2200"/>
              <a:t>وعي العملاء بالمنتجات</a:t>
            </a:r>
          </a:p>
          <a:p>
            <a:pPr marL="685800" rtl="1">
              <a:lnSpc>
                <a:spcPct val="105000"/>
              </a:lnSpc>
              <a:buSzPct val="85000"/>
            </a:pPr>
            <a:r>
              <a:rPr lang="ar" sz="2200"/>
              <a:t>تقديم تجارب شخصية للعملاء</a:t>
            </a:r>
          </a:p>
          <a:p>
            <a:pPr indent="0" rtl="1">
              <a:lnSpc>
                <a:spcPct val="105000"/>
              </a:lnSpc>
              <a:buNone/>
            </a:pPr>
            <a:endParaRPr lang="en-GB" altLang="en-US" sz="2200" dirty="0"/>
          </a:p>
        </p:txBody>
      </p:sp>
      <p:sp>
        <p:nvSpPr>
          <p:cNvPr id="2" name="TextBox 1">
            <a:extLst>
              <a:ext uri="{FF2B5EF4-FFF2-40B4-BE49-F238E27FC236}">
                <a16:creationId xmlns:a16="http://schemas.microsoft.com/office/drawing/2014/main" id="{ED0E3BFC-8FD2-7801-5CD9-38D523C9EDC6}"/>
              </a:ext>
            </a:extLst>
          </p:cNvPr>
          <p:cNvSpPr txBox="1"/>
          <p:nvPr/>
        </p:nvSpPr>
        <p:spPr>
          <a:xfrm>
            <a:off x="1851645" y="1196752"/>
            <a:ext cx="4016499" cy="492443"/>
          </a:xfrm>
          <a:prstGeom prst="rect">
            <a:avLst/>
          </a:prstGeom>
          <a:noFill/>
        </p:spPr>
        <p:txBody>
          <a:bodyPr wrap="square" rtlCol="1">
            <a:spAutoFit/>
          </a:bodyPr>
          <a:lstStyle/>
          <a:p>
            <a:pPr rtl="1"/>
            <a:r>
              <a:rPr lang="ar" sz="2600">
                <a:latin typeface="Sakkal Majalla" panose="02000000000000000000" pitchFamily="2" charset="-78"/>
                <a:cs typeface="Sakkal Majalla" panose="02000000000000000000" pitchFamily="2" charset="-78"/>
              </a:rPr>
              <a:t>فوائد التسويق</a:t>
            </a:r>
          </a:p>
        </p:txBody>
      </p:sp>
    </p:spTree>
    <p:extLst>
      <p:ext uri="{BB962C8B-B14F-4D97-AF65-F5344CB8AC3E}">
        <p14:creationId xmlns:p14="http://schemas.microsoft.com/office/powerpoint/2010/main" val="355849154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EC5CF-6A1A-D6D9-C716-E7C04F4A037E}"/>
              </a:ext>
            </a:extLst>
          </p:cNvPr>
          <p:cNvSpPr>
            <a:spLocks noGrp="1"/>
          </p:cNvSpPr>
          <p:nvPr>
            <p:ph sz="half" idx="2"/>
          </p:nvPr>
        </p:nvSpPr>
        <p:spPr>
          <a:xfrm>
            <a:off x="1117390" y="1979265"/>
            <a:ext cx="7415050" cy="3609975"/>
          </a:xfrm>
        </p:spPr>
        <p:txBody>
          <a:bodyPr rtlCol="1"/>
          <a:lstStyle/>
          <a:p>
            <a:pPr rtl="1">
              <a:lnSpc>
                <a:spcPct val="105000"/>
              </a:lnSpc>
              <a:buSzPct val="85000"/>
            </a:pPr>
            <a:r>
              <a:rPr lang="ar" sz="2200" spc="30"/>
              <a:t>قد تنتج معلومات أبحاث السوق من الاستعلامات عبر الإنترنت بيانات يمكن تحليلها </a:t>
            </a:r>
            <a:br>
              <a:rPr lang="ar-EG" sz="2200" spc="30"/>
            </a:br>
            <a:r>
              <a:rPr lang="ar" sz="2200" spc="30"/>
              <a:t>بما يشمل:</a:t>
            </a:r>
          </a:p>
          <a:p>
            <a:pPr lvl="1" rtl="1">
              <a:lnSpc>
                <a:spcPct val="105000"/>
              </a:lnSpc>
              <a:buSzPct val="85000"/>
            </a:pPr>
            <a:r>
              <a:rPr lang="ar" sz="2200">
                <a:latin typeface="Sakkal Majalla" panose="02000000000000000000" pitchFamily="2" charset="-78"/>
              </a:rPr>
              <a:t>ما يطلبه العملاء</a:t>
            </a:r>
          </a:p>
          <a:p>
            <a:pPr lvl="1" rtl="1">
              <a:lnSpc>
                <a:spcPct val="105000"/>
              </a:lnSpc>
              <a:buSzPct val="85000"/>
            </a:pPr>
            <a:r>
              <a:rPr lang="ar" sz="2200">
                <a:latin typeface="Sakkal Majalla" panose="02000000000000000000" pitchFamily="2" charset="-78"/>
              </a:rPr>
              <a:t>الطلب على المنتجات</a:t>
            </a:r>
          </a:p>
          <a:p>
            <a:pPr lvl="1" rtl="1">
              <a:lnSpc>
                <a:spcPct val="105000"/>
              </a:lnSpc>
              <a:buSzPct val="85000"/>
            </a:pPr>
            <a:r>
              <a:rPr lang="ar" sz="2200">
                <a:latin typeface="Sakkal Majalla" panose="02000000000000000000" pitchFamily="2" charset="-78"/>
              </a:rPr>
              <a:t>أنواع العملاء</a:t>
            </a:r>
          </a:p>
          <a:p>
            <a:pPr rtl="1">
              <a:lnSpc>
                <a:spcPct val="105000"/>
              </a:lnSpc>
              <a:buSzPct val="85000"/>
            </a:pPr>
            <a:r>
              <a:rPr lang="ar" sz="2200"/>
              <a:t>يمكن للشركات أيضًا تتبع ما يفعله العملاء بما في ذلك:</a:t>
            </a:r>
          </a:p>
          <a:p>
            <a:pPr lvl="1" rtl="1">
              <a:lnSpc>
                <a:spcPct val="105000"/>
              </a:lnSpc>
              <a:buSzPct val="85000"/>
            </a:pPr>
            <a:r>
              <a:rPr lang="ar" sz="2200">
                <a:latin typeface="Sakkal Majalla" panose="02000000000000000000" pitchFamily="2" charset="-78"/>
              </a:rPr>
              <a:t>كيفية عثور العملاء على الموقع (مثال: من خلال أحد محركات البحث)</a:t>
            </a:r>
          </a:p>
          <a:p>
            <a:pPr lvl="1" rtl="1">
              <a:lnSpc>
                <a:spcPct val="105000"/>
              </a:lnSpc>
              <a:buSzPct val="85000"/>
            </a:pPr>
            <a:r>
              <a:rPr lang="ar" sz="2200">
                <a:latin typeface="Sakkal Majalla" panose="02000000000000000000" pitchFamily="2" charset="-78"/>
              </a:rPr>
              <a:t>ماهية المنتجات والخدمات التي يبحثون عنها</a:t>
            </a:r>
          </a:p>
          <a:p>
            <a:pPr lvl="1" rtl="1">
              <a:lnSpc>
                <a:spcPct val="105000"/>
              </a:lnSpc>
              <a:buSzPct val="85000"/>
            </a:pPr>
            <a:r>
              <a:rPr lang="ar" sz="2200">
                <a:latin typeface="Sakkal Majalla" panose="02000000000000000000" pitchFamily="2" charset="-78"/>
              </a:rPr>
              <a:t>أوقات زيارتهم</a:t>
            </a:r>
          </a:p>
          <a:p>
            <a:pPr lvl="1" rtl="1">
              <a:lnSpc>
                <a:spcPct val="105000"/>
              </a:lnSpc>
              <a:buSzPct val="85000"/>
            </a:pPr>
            <a:r>
              <a:rPr lang="ar" sz="2200">
                <a:latin typeface="Sakkal Majalla" panose="02000000000000000000" pitchFamily="2" charset="-78"/>
              </a:rPr>
              <a:t>مدة تصفحهم</a:t>
            </a:r>
          </a:p>
          <a:p>
            <a:pPr rtl="1">
              <a:lnSpc>
                <a:spcPct val="105000"/>
              </a:lnSpc>
            </a:pPr>
            <a:endParaRPr lang="en-US" dirty="0"/>
          </a:p>
          <a:p>
            <a:pPr marL="0" indent="0" rtl="1">
              <a:lnSpc>
                <a:spcPct val="105000"/>
              </a:lnSpc>
              <a:buNone/>
            </a:pPr>
            <a:endParaRPr lang="en-GB" dirty="0"/>
          </a:p>
        </p:txBody>
      </p:sp>
      <p:sp>
        <p:nvSpPr>
          <p:cNvPr id="5" name="TextBox 4">
            <a:extLst>
              <a:ext uri="{FF2B5EF4-FFF2-40B4-BE49-F238E27FC236}">
                <a16:creationId xmlns:a16="http://schemas.microsoft.com/office/drawing/2014/main" id="{8BF28B1E-0D27-461C-8B7B-F40DD2DCF7D7}"/>
              </a:ext>
            </a:extLst>
          </p:cNvPr>
          <p:cNvSpPr txBox="1"/>
          <p:nvPr/>
        </p:nvSpPr>
        <p:spPr>
          <a:xfrm>
            <a:off x="935596" y="1268760"/>
            <a:ext cx="7272808" cy="492443"/>
          </a:xfrm>
          <a:prstGeom prst="rect">
            <a:avLst/>
          </a:prstGeom>
          <a:noFill/>
        </p:spPr>
        <p:txBody>
          <a:bodyPr wrap="square" rtlCol="1">
            <a:spAutoFit/>
          </a:bodyPr>
          <a:lstStyle/>
          <a:p>
            <a:pPr algn="ctr" rtl="1"/>
            <a:r>
              <a:rPr lang="ar" sz="2600">
                <a:latin typeface="Sakkal Majalla" panose="02000000000000000000" pitchFamily="2" charset="-78"/>
                <a:cs typeface="Sakkal Majalla" panose="02000000000000000000" pitchFamily="2" charset="-78"/>
              </a:rPr>
              <a:t>فوائد التسويق</a:t>
            </a:r>
          </a:p>
        </p:txBody>
      </p:sp>
      <p:grpSp>
        <p:nvGrpSpPr>
          <p:cNvPr id="6" name="Group 5">
            <a:extLst>
              <a:ext uri="{FF2B5EF4-FFF2-40B4-BE49-F238E27FC236}">
                <a16:creationId xmlns:a16="http://schemas.microsoft.com/office/drawing/2014/main" id="{F2D058AC-D051-7708-3771-86A8B32DC984}"/>
              </a:ext>
            </a:extLst>
          </p:cNvPr>
          <p:cNvGrpSpPr/>
          <p:nvPr/>
        </p:nvGrpSpPr>
        <p:grpSpPr>
          <a:xfrm flipH="1">
            <a:off x="187737" y="5081095"/>
            <a:ext cx="2080007" cy="1513970"/>
            <a:chOff x="0" y="353532"/>
            <a:chExt cx="2564804" cy="1538882"/>
          </a:xfrm>
        </p:grpSpPr>
        <p:sp>
          <p:nvSpPr>
            <p:cNvPr id="7" name="Rectangle 6">
              <a:extLst>
                <a:ext uri="{FF2B5EF4-FFF2-40B4-BE49-F238E27FC236}">
                  <a16:creationId xmlns:a16="http://schemas.microsoft.com/office/drawing/2014/main" id="{711EED7A-19CB-E0D4-20E0-0A6429DC7E1B}"/>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8" name="TextBox 7">
              <a:extLst>
                <a:ext uri="{FF2B5EF4-FFF2-40B4-BE49-F238E27FC236}">
                  <a16:creationId xmlns:a16="http://schemas.microsoft.com/office/drawing/2014/main" id="{8D1512DF-73A9-73A4-18D3-BCE1A10CCF88}"/>
                </a:ext>
              </a:extLst>
            </p:cNvPr>
            <p:cNvSpPr txBox="1"/>
            <p:nvPr/>
          </p:nvSpPr>
          <p:spPr>
            <a:xfrm>
              <a:off x="88791" y="430881"/>
              <a:ext cx="2476013" cy="14615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lnSpc>
                  <a:spcPct val="110000"/>
                </a:lnSpc>
              </a:pPr>
              <a:r>
                <a:rPr lang="ar">
                  <a:solidFill>
                    <a:srgbClr val="7030A0"/>
                  </a:solidFill>
                  <a:latin typeface="Sakkal Majalla" panose="02000000000000000000" pitchFamily="2" charset="-78"/>
                  <a:cs typeface="Sakkal Majalla" panose="02000000000000000000" pitchFamily="2" charset="-78"/>
                </a:rPr>
                <a:t>أسئلة للمناقشة: </a:t>
              </a:r>
            </a:p>
            <a:p>
              <a:pPr rtl="1">
                <a:lnSpc>
                  <a:spcPct val="110000"/>
                </a:lnSpc>
              </a:pPr>
              <a:r>
                <a:rPr lang="ar">
                  <a:solidFill>
                    <a:srgbClr val="7030A0"/>
                  </a:solidFill>
                  <a:latin typeface="Sakkal Majalla" panose="02000000000000000000" pitchFamily="2" charset="-78"/>
                  <a:cs typeface="Sakkal Majalla" panose="02000000000000000000" pitchFamily="2" charset="-78"/>
                </a:rPr>
                <a:t>لماذا قد تكون هذه المعلومات مفيدة للشركة؟</a:t>
              </a:r>
            </a:p>
          </p:txBody>
        </p:sp>
      </p:grpSp>
    </p:spTree>
    <p:extLst>
      <p:ext uri="{BB962C8B-B14F-4D97-AF65-F5344CB8AC3E}">
        <p14:creationId xmlns:p14="http://schemas.microsoft.com/office/powerpoint/2010/main" val="2004730302"/>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EC5CF-6A1A-D6D9-C716-E7C04F4A037E}"/>
              </a:ext>
            </a:extLst>
          </p:cNvPr>
          <p:cNvSpPr>
            <a:spLocks noGrp="1"/>
          </p:cNvSpPr>
          <p:nvPr>
            <p:ph sz="half" idx="2"/>
          </p:nvPr>
        </p:nvSpPr>
        <p:spPr>
          <a:xfrm>
            <a:off x="1035390" y="1854609"/>
            <a:ext cx="7991475" cy="3609975"/>
          </a:xfrm>
        </p:spPr>
        <p:txBody>
          <a:bodyPr rtlCol="1"/>
          <a:lstStyle/>
          <a:p>
            <a:pPr rtl="1">
              <a:buSzPct val="85000"/>
            </a:pPr>
            <a:r>
              <a:rPr lang="ar" sz="2200"/>
              <a:t>يمكن للتواجد عبر الإنترنت أن يمنح الشركات إمكانية الوصول إلى أسواق جديدة بما في ذلك الوصول من:</a:t>
            </a:r>
          </a:p>
          <a:p>
            <a:pPr lvl="1" rtl="1">
              <a:buSzPct val="85000"/>
            </a:pPr>
            <a:r>
              <a:rPr lang="ar" sz="2200">
                <a:latin typeface="Sakkal Majalla" panose="02000000000000000000" pitchFamily="2" charset="-78"/>
              </a:rPr>
              <a:t>أماكن نائية</a:t>
            </a:r>
          </a:p>
          <a:p>
            <a:pPr lvl="1" rtl="1">
              <a:buSzPct val="85000"/>
            </a:pPr>
            <a:r>
              <a:rPr lang="ar" sz="2200">
                <a:latin typeface="Sakkal Majalla" panose="02000000000000000000" pitchFamily="2" charset="-78"/>
              </a:rPr>
              <a:t>مواقع بعيدة</a:t>
            </a:r>
          </a:p>
          <a:p>
            <a:pPr lvl="1" rtl="1">
              <a:buSzPct val="85000"/>
            </a:pPr>
            <a:r>
              <a:rPr lang="ar" sz="2200">
                <a:latin typeface="Sakkal Majalla" panose="02000000000000000000" pitchFamily="2" charset="-78"/>
              </a:rPr>
              <a:t>دول جديدة</a:t>
            </a:r>
          </a:p>
          <a:p>
            <a:pPr lvl="1" rtl="1">
              <a:buSzPct val="85000"/>
            </a:pPr>
            <a:r>
              <a:rPr lang="ar" sz="2200">
                <a:latin typeface="Sakkal Majalla" panose="02000000000000000000" pitchFamily="2" charset="-78"/>
              </a:rPr>
              <a:t>عملاء من ذوي الاحتياجات الخاصة</a:t>
            </a:r>
          </a:p>
          <a:p>
            <a:pPr rtl="1">
              <a:buSzPct val="85000"/>
            </a:pPr>
            <a:r>
              <a:rPr lang="ar" sz="2200"/>
              <a:t>يمكن للشركات أيضًا تمكين العملاء من الوصول إلى عملهم عبر الإنترنت من خلال مجموعة متنوعة من الأجهزة، مثل:</a:t>
            </a:r>
          </a:p>
          <a:p>
            <a:pPr lvl="1" rtl="1">
              <a:buSzPct val="85000"/>
            </a:pPr>
            <a:r>
              <a:rPr lang="ar" sz="2200">
                <a:latin typeface="Sakkal Majalla" panose="02000000000000000000" pitchFamily="2" charset="-78"/>
              </a:rPr>
              <a:t>جهاز الكمبيوتر المكتبي والكمبيوتر المحمول- مثال: الموقع الإلكتروني</a:t>
            </a:r>
          </a:p>
          <a:p>
            <a:pPr lvl="1" rtl="1">
              <a:buSzPct val="85000"/>
            </a:pPr>
            <a:r>
              <a:rPr lang="ar" sz="2200">
                <a:latin typeface="Sakkal Majalla" panose="02000000000000000000" pitchFamily="2" charset="-78"/>
              </a:rPr>
              <a:t>الجهاز اللوحي والهاتف الذكي/ والأجهزة المحمولة- مثل: التطبيقات</a:t>
            </a:r>
          </a:p>
          <a:p>
            <a:pPr lvl="1" rtl="1">
              <a:buSzPct val="85000"/>
            </a:pPr>
            <a:r>
              <a:rPr lang="ar" sz="2200">
                <a:latin typeface="Sakkal Majalla" panose="02000000000000000000" pitchFamily="2" charset="-78"/>
              </a:rPr>
              <a:t>الأجهزة الذكية- مثل: التطبيقات المتوفرة على التلفزيون الذكي</a:t>
            </a:r>
            <a:endParaRPr lang="en-US" sz="2200" dirty="0"/>
          </a:p>
        </p:txBody>
      </p:sp>
      <p:sp>
        <p:nvSpPr>
          <p:cNvPr id="5" name="TextBox 4">
            <a:extLst>
              <a:ext uri="{FF2B5EF4-FFF2-40B4-BE49-F238E27FC236}">
                <a16:creationId xmlns:a16="http://schemas.microsoft.com/office/drawing/2014/main" id="{8BF28B1E-0D27-461C-8B7B-F40DD2DCF7D7}"/>
              </a:ext>
            </a:extLst>
          </p:cNvPr>
          <p:cNvSpPr txBox="1"/>
          <p:nvPr/>
        </p:nvSpPr>
        <p:spPr>
          <a:xfrm>
            <a:off x="935596" y="1268760"/>
            <a:ext cx="7272808" cy="492443"/>
          </a:xfrm>
          <a:prstGeom prst="rect">
            <a:avLst/>
          </a:prstGeom>
          <a:noFill/>
        </p:spPr>
        <p:txBody>
          <a:bodyPr wrap="square" rtlCol="1">
            <a:spAutoFit/>
          </a:bodyPr>
          <a:lstStyle/>
          <a:p>
            <a:pPr algn="ctr" rtl="1"/>
            <a:r>
              <a:rPr lang="ar" sz="2600">
                <a:latin typeface="Sakkal Majalla" panose="02000000000000000000" pitchFamily="2" charset="-78"/>
                <a:cs typeface="Sakkal Majalla" panose="02000000000000000000" pitchFamily="2" charset="-78"/>
              </a:rPr>
              <a:t>فوائد التسويق</a:t>
            </a:r>
          </a:p>
        </p:txBody>
      </p:sp>
      <p:grpSp>
        <p:nvGrpSpPr>
          <p:cNvPr id="6" name="Group 5">
            <a:extLst>
              <a:ext uri="{FF2B5EF4-FFF2-40B4-BE49-F238E27FC236}">
                <a16:creationId xmlns:a16="http://schemas.microsoft.com/office/drawing/2014/main" id="{A418C849-6647-8FAE-D906-892F67B4C229}"/>
              </a:ext>
            </a:extLst>
          </p:cNvPr>
          <p:cNvGrpSpPr/>
          <p:nvPr/>
        </p:nvGrpSpPr>
        <p:grpSpPr>
          <a:xfrm flipH="1">
            <a:off x="309171" y="4893302"/>
            <a:ext cx="1863983" cy="1711332"/>
            <a:chOff x="0" y="353532"/>
            <a:chExt cx="2667867" cy="1538882"/>
          </a:xfrm>
        </p:grpSpPr>
        <p:sp>
          <p:nvSpPr>
            <p:cNvPr id="7" name="Rectangle 6">
              <a:extLst>
                <a:ext uri="{FF2B5EF4-FFF2-40B4-BE49-F238E27FC236}">
                  <a16:creationId xmlns:a16="http://schemas.microsoft.com/office/drawing/2014/main" id="{384F6CB4-F2FD-D98E-B499-FD8896058A36}"/>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8" name="TextBox 7">
              <a:extLst>
                <a:ext uri="{FF2B5EF4-FFF2-40B4-BE49-F238E27FC236}">
                  <a16:creationId xmlns:a16="http://schemas.microsoft.com/office/drawing/2014/main" id="{BBF5C5B7-F552-9A46-8561-AF00B95A8964}"/>
                </a:ext>
              </a:extLst>
            </p:cNvPr>
            <p:cNvSpPr txBox="1"/>
            <p:nvPr/>
          </p:nvSpPr>
          <p:spPr>
            <a:xfrm>
              <a:off x="103063"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lnSpc>
                  <a:spcPct val="110000"/>
                </a:lnSpc>
              </a:pPr>
              <a:r>
                <a:rPr lang="ar" sz="2000">
                  <a:solidFill>
                    <a:srgbClr val="7030A0"/>
                  </a:solidFill>
                  <a:latin typeface="Sakkal Majalla" panose="02000000000000000000" pitchFamily="2" charset="-78"/>
                  <a:cs typeface="Sakkal Majalla" panose="02000000000000000000" pitchFamily="2" charset="-78"/>
                </a:rPr>
                <a:t>أسئلة للمناقشة: </a:t>
              </a:r>
            </a:p>
            <a:p>
              <a:pPr rtl="1">
                <a:lnSpc>
                  <a:spcPct val="110000"/>
                </a:lnSpc>
              </a:pPr>
              <a:r>
                <a:rPr lang="ar" sz="2000">
                  <a:solidFill>
                    <a:srgbClr val="7030A0"/>
                  </a:solidFill>
                  <a:latin typeface="Sakkal Majalla" panose="02000000000000000000" pitchFamily="2" charset="-78"/>
                  <a:cs typeface="Sakkal Majalla" panose="02000000000000000000" pitchFamily="2" charset="-78"/>
                </a:rPr>
                <a:t>لماذا قد تكون</a:t>
              </a:r>
              <a:br>
                <a:rPr lang="ar-EG" sz="2000">
                  <a:solidFill>
                    <a:srgbClr val="7030A0"/>
                  </a:solidFill>
                  <a:latin typeface="Sakkal Majalla" panose="02000000000000000000" pitchFamily="2" charset="-78"/>
                  <a:cs typeface="Sakkal Majalla" panose="02000000000000000000" pitchFamily="2" charset="-78"/>
                </a:rPr>
              </a:br>
              <a:r>
                <a:rPr lang="ar" sz="2000">
                  <a:solidFill>
                    <a:srgbClr val="7030A0"/>
                  </a:solidFill>
                  <a:latin typeface="Sakkal Majalla" panose="02000000000000000000" pitchFamily="2" charset="-78"/>
                  <a:cs typeface="Sakkal Majalla" panose="02000000000000000000" pitchFamily="2" charset="-78"/>
                </a:rPr>
                <a:t> هذه الأمور مفيدة للشركة؟ </a:t>
              </a:r>
            </a:p>
          </p:txBody>
        </p:sp>
      </p:grpSp>
    </p:spTree>
    <p:extLst>
      <p:ext uri="{BB962C8B-B14F-4D97-AF65-F5344CB8AC3E}">
        <p14:creationId xmlns:p14="http://schemas.microsoft.com/office/powerpoint/2010/main" val="1031955644"/>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EC5CF-6A1A-D6D9-C716-E7C04F4A037E}"/>
              </a:ext>
            </a:extLst>
          </p:cNvPr>
          <p:cNvSpPr>
            <a:spLocks noGrp="1"/>
          </p:cNvSpPr>
          <p:nvPr>
            <p:ph sz="half" idx="2"/>
          </p:nvPr>
        </p:nvSpPr>
        <p:spPr>
          <a:xfrm>
            <a:off x="971599" y="1835685"/>
            <a:ext cx="7909670" cy="2667364"/>
          </a:xfrm>
        </p:spPr>
        <p:txBody>
          <a:bodyPr rtlCol="1"/>
          <a:lstStyle/>
          <a:p>
            <a:pPr rtl="1">
              <a:lnSpc>
                <a:spcPct val="105000"/>
              </a:lnSpc>
              <a:buSzPct val="85000"/>
            </a:pPr>
            <a:r>
              <a:rPr lang="ar" sz="2200"/>
              <a:t>يمكن لاستخدام وسائل التواصل الاجتماعي أن يفتح أمام الشركات أسواقًا جديدةأ وبالتالي يتوسَّع نطاق وصول العملاء إليها.</a:t>
            </a:r>
          </a:p>
          <a:p>
            <a:pPr rtl="1">
              <a:lnSpc>
                <a:spcPct val="105000"/>
              </a:lnSpc>
              <a:buSzPct val="85000"/>
            </a:pPr>
            <a:r>
              <a:rPr lang="ar" sz="2200"/>
              <a:t>تعتبر تكاليف التسويق عبر الإنترنت منخفضة مقارنةً بطرق التسويق التقليدية، على سبيل المثال: يمكن استخدام تحسين محرك البحث، واللافتات على الموقع الخاص مع استخدام منصات التواصل الاجتماعي.</a:t>
            </a:r>
          </a:p>
          <a:p>
            <a:pPr rtl="1">
              <a:lnSpc>
                <a:spcPct val="105000"/>
              </a:lnSpc>
              <a:buSzPct val="85000"/>
            </a:pPr>
            <a:r>
              <a:rPr lang="ar" sz="2200"/>
              <a:t>من الأسهل عرض المنتجات عبر الإنترنت بما يشمل المنتجات الأكثر مبيعًا، والمنتجات الجديدة. من الأسهل أيضًا على الشركات تحديد المنتجات التي يستعرضها العملاء دون أن يشترونها وإعادة استهداف هذه المنتجات.</a:t>
            </a:r>
          </a:p>
        </p:txBody>
      </p:sp>
      <p:sp>
        <p:nvSpPr>
          <p:cNvPr id="5" name="TextBox 4">
            <a:extLst>
              <a:ext uri="{FF2B5EF4-FFF2-40B4-BE49-F238E27FC236}">
                <a16:creationId xmlns:a16="http://schemas.microsoft.com/office/drawing/2014/main" id="{8BF28B1E-0D27-461C-8B7B-F40DD2DCF7D7}"/>
              </a:ext>
            </a:extLst>
          </p:cNvPr>
          <p:cNvSpPr txBox="1"/>
          <p:nvPr/>
        </p:nvSpPr>
        <p:spPr>
          <a:xfrm>
            <a:off x="935596" y="1243537"/>
            <a:ext cx="7272808" cy="492443"/>
          </a:xfrm>
          <a:prstGeom prst="rect">
            <a:avLst/>
          </a:prstGeom>
          <a:noFill/>
        </p:spPr>
        <p:txBody>
          <a:bodyPr wrap="square" rtlCol="1">
            <a:spAutoFit/>
          </a:bodyPr>
          <a:lstStyle/>
          <a:p>
            <a:pPr algn="ctr" rtl="1"/>
            <a:r>
              <a:rPr lang="ar" sz="2600">
                <a:latin typeface="Sakkal Majalla" panose="02000000000000000000" pitchFamily="2" charset="-78"/>
                <a:cs typeface="Sakkal Majalla" panose="02000000000000000000" pitchFamily="2" charset="-78"/>
              </a:rPr>
              <a:t>فوائد التسويق</a:t>
            </a:r>
          </a:p>
        </p:txBody>
      </p:sp>
      <p:sp>
        <p:nvSpPr>
          <p:cNvPr id="7" name="Rectangle 6">
            <a:extLst>
              <a:ext uri="{FF2B5EF4-FFF2-40B4-BE49-F238E27FC236}">
                <a16:creationId xmlns:a16="http://schemas.microsoft.com/office/drawing/2014/main" id="{9779AC33-E6C9-72DE-B312-24A0BA808884}"/>
              </a:ext>
            </a:extLst>
          </p:cNvPr>
          <p:cNvSpPr/>
          <p:nvPr/>
        </p:nvSpPr>
        <p:spPr>
          <a:xfrm flipH="1">
            <a:off x="403761" y="4812981"/>
            <a:ext cx="1863983" cy="171133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8" name="TextBox 7">
            <a:extLst>
              <a:ext uri="{FF2B5EF4-FFF2-40B4-BE49-F238E27FC236}">
                <a16:creationId xmlns:a16="http://schemas.microsoft.com/office/drawing/2014/main" id="{F22C7CE9-BC8D-DBB6-1166-B975190D5D0D}"/>
              </a:ext>
            </a:extLst>
          </p:cNvPr>
          <p:cNvSpPr txBox="1"/>
          <p:nvPr/>
        </p:nvSpPr>
        <p:spPr>
          <a:xfrm flipH="1">
            <a:off x="403761" y="4812981"/>
            <a:ext cx="1863983" cy="171133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spc="30">
                <a:solidFill>
                  <a:srgbClr val="7030A0"/>
                </a:solidFill>
                <a:latin typeface="Sakkal Majalla" panose="02000000000000000000" pitchFamily="2" charset="-78"/>
                <a:cs typeface="Sakkal Majalla" panose="02000000000000000000" pitchFamily="2" charset="-78"/>
              </a:rPr>
              <a:t>أسئلة للمناقشة: </a:t>
            </a:r>
          </a:p>
          <a:p>
            <a:pPr rtl="1"/>
            <a:r>
              <a:rPr lang="ar" sz="2000" spc="30">
                <a:solidFill>
                  <a:srgbClr val="7030A0"/>
                </a:solidFill>
                <a:latin typeface="Sakkal Majalla" panose="02000000000000000000" pitchFamily="2" charset="-78"/>
                <a:cs typeface="Sakkal Majalla" panose="02000000000000000000" pitchFamily="2" charset="-78"/>
              </a:rPr>
              <a:t>لماذا قد تكون </a:t>
            </a:r>
            <a:br>
              <a:rPr lang="ar-EG" sz="2000" spc="30">
                <a:solidFill>
                  <a:srgbClr val="7030A0"/>
                </a:solidFill>
                <a:latin typeface="Sakkal Majalla" panose="02000000000000000000" pitchFamily="2" charset="-78"/>
                <a:cs typeface="Sakkal Majalla" panose="02000000000000000000" pitchFamily="2" charset="-78"/>
              </a:rPr>
            </a:br>
            <a:r>
              <a:rPr lang="ar" sz="2000" spc="30">
                <a:solidFill>
                  <a:srgbClr val="7030A0"/>
                </a:solidFill>
                <a:latin typeface="Sakkal Majalla" panose="02000000000000000000" pitchFamily="2" charset="-78"/>
                <a:cs typeface="Sakkal Majalla" panose="02000000000000000000" pitchFamily="2" charset="-78"/>
              </a:rPr>
              <a:t>هذه الأمور مفيدة للشركة؟ </a:t>
            </a:r>
          </a:p>
        </p:txBody>
      </p:sp>
      <p:sp>
        <p:nvSpPr>
          <p:cNvPr id="11" name="TextBox 10">
            <a:extLst>
              <a:ext uri="{FF2B5EF4-FFF2-40B4-BE49-F238E27FC236}">
                <a16:creationId xmlns:a16="http://schemas.microsoft.com/office/drawing/2014/main" id="{4A8EB678-3E62-ACF3-D2E7-D84F0A0F3A01}"/>
              </a:ext>
            </a:extLst>
          </p:cNvPr>
          <p:cNvSpPr txBox="1"/>
          <p:nvPr/>
        </p:nvSpPr>
        <p:spPr>
          <a:xfrm>
            <a:off x="2483768" y="4895287"/>
            <a:ext cx="6323720" cy="1158779"/>
          </a:xfrm>
          <a:prstGeom prst="rect">
            <a:avLst/>
          </a:prstGeom>
          <a:noFill/>
        </p:spPr>
        <p:txBody>
          <a:bodyPr wrap="square" rtlCol="1">
            <a:spAutoFit/>
          </a:bodyPr>
          <a:lstStyle/>
          <a:p>
            <a:pPr marL="285750" indent="-285750" rtl="1">
              <a:lnSpc>
                <a:spcPct val="105000"/>
              </a:lnSpc>
              <a:buSzPct val="85000"/>
              <a:buFont typeface="Wingdings" panose="05000000000000000000" pitchFamily="2" charset="2"/>
              <a:buChar char="§"/>
            </a:pPr>
            <a:r>
              <a:rPr lang="ar" sz="2200">
                <a:latin typeface="Sakkal Majalla" panose="02000000000000000000" pitchFamily="2" charset="-78"/>
                <a:cs typeface="Sakkal Majalla" panose="02000000000000000000" pitchFamily="2" charset="-78"/>
              </a:rPr>
              <a:t>يمكن تخصيص المواقع الإلكترونية لتعزيز تجربة العملاء بما في ذلك التوصية بمنتجات مماثلة وتسليط الضوء على المنتجات التكميلية أو المنتجات التي غالبًا ما تُشترى معًا.</a:t>
            </a:r>
          </a:p>
        </p:txBody>
      </p:sp>
    </p:spTree>
    <p:extLst>
      <p:ext uri="{BB962C8B-B14F-4D97-AF65-F5344CB8AC3E}">
        <p14:creationId xmlns:p14="http://schemas.microsoft.com/office/powerpoint/2010/main" val="8102272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C2AB8-87FA-6D15-9BEF-19D8D25F74DA}"/>
              </a:ext>
            </a:extLst>
          </p:cNvPr>
          <p:cNvSpPr>
            <a:spLocks noGrp="1"/>
          </p:cNvSpPr>
          <p:nvPr>
            <p:ph type="title"/>
          </p:nvPr>
        </p:nvSpPr>
        <p:spPr>
          <a:xfrm>
            <a:off x="323528" y="1139365"/>
            <a:ext cx="8640960" cy="791505"/>
          </a:xfrm>
        </p:spPr>
        <p:txBody>
          <a:bodyPr rtlCol="1"/>
          <a:lstStyle/>
          <a:p>
            <a:pPr rtl="1"/>
            <a:r>
              <a:rPr lang="ar" sz="2600"/>
              <a:t>مستويات الاستجابة</a:t>
            </a:r>
          </a:p>
        </p:txBody>
      </p:sp>
      <p:sp>
        <p:nvSpPr>
          <p:cNvPr id="8" name="Content Placeholder 7">
            <a:extLst>
              <a:ext uri="{FF2B5EF4-FFF2-40B4-BE49-F238E27FC236}">
                <a16:creationId xmlns:a16="http://schemas.microsoft.com/office/drawing/2014/main" id="{5B72E764-8184-C812-B844-88DE136CA32C}"/>
              </a:ext>
            </a:extLst>
          </p:cNvPr>
          <p:cNvSpPr>
            <a:spLocks noGrp="1"/>
          </p:cNvSpPr>
          <p:nvPr>
            <p:ph sz="half" idx="2"/>
          </p:nvPr>
        </p:nvSpPr>
        <p:spPr>
          <a:xfrm>
            <a:off x="576263" y="1929265"/>
            <a:ext cx="7991475" cy="3609975"/>
          </a:xfrm>
        </p:spPr>
        <p:txBody>
          <a:bodyPr rtlCol="1"/>
          <a:lstStyle/>
          <a:p>
            <a:pPr rtl="1">
              <a:lnSpc>
                <a:spcPct val="110000"/>
              </a:lnSpc>
              <a:buSzPct val="85000"/>
            </a:pPr>
            <a:r>
              <a:rPr lang="ar" sz="2000"/>
              <a:t>تعود مجموعة من الفوائد للتواجد عبر الإنترنت على كلٍ من العملاء والشركات من حيث مستوى الاستجابة التي يتلقاها كلٌ منهم.</a:t>
            </a:r>
          </a:p>
          <a:p>
            <a:pPr rtl="1">
              <a:lnSpc>
                <a:spcPct val="110000"/>
              </a:lnSpc>
              <a:buSzPct val="85000"/>
            </a:pPr>
            <a:r>
              <a:rPr lang="ar" sz="2000"/>
              <a:t>نذكر هذه الفوائد فيما يلي. باستخدام الجدول الموجود في الشريحة التالية، حدد ما إذا كانت كل فائدة من الفوائد التالية تعود على العميل أو الشركة (أو كليهما) مع بيان السبب.</a:t>
            </a:r>
          </a:p>
        </p:txBody>
      </p:sp>
      <p:sp>
        <p:nvSpPr>
          <p:cNvPr id="10" name="TextBox 9">
            <a:extLst>
              <a:ext uri="{FF2B5EF4-FFF2-40B4-BE49-F238E27FC236}">
                <a16:creationId xmlns:a16="http://schemas.microsoft.com/office/drawing/2014/main" id="{572F0B3C-E91E-210D-4944-A118787D165B}"/>
              </a:ext>
            </a:extLst>
          </p:cNvPr>
          <p:cNvSpPr txBox="1"/>
          <p:nvPr/>
        </p:nvSpPr>
        <p:spPr>
          <a:xfrm>
            <a:off x="6121606" y="3587048"/>
            <a:ext cx="1583336" cy="1384995"/>
          </a:xfrm>
          <a:prstGeom prst="rect">
            <a:avLst/>
          </a:prstGeom>
          <a:noFill/>
          <a:ln>
            <a:solidFill>
              <a:srgbClr val="FF0000"/>
            </a:solidFill>
          </a:ln>
        </p:spPr>
        <p:txBody>
          <a:bodyPr wrap="square" rtlCol="1">
            <a:spAutoFit/>
          </a:bodyPr>
          <a:lstStyle/>
          <a:p>
            <a:pPr algn="ctr" rtl="1">
              <a:lnSpc>
                <a:spcPct val="105000"/>
              </a:lnSpc>
            </a:pPr>
            <a:r>
              <a:rPr lang="ar" sz="2000">
                <a:latin typeface="OpenSans"/>
                <a:cs typeface="Sakkal Majalla" panose="02000000000000000000" pitchFamily="2" charset="-78"/>
              </a:rPr>
              <a:t>عرض </a:t>
            </a:r>
            <a:r>
              <a:rPr lang="ar" sz="2000" b="0" i="0" u="none" strike="noStrike">
                <a:latin typeface="OpenSans"/>
                <a:cs typeface="Sakkal Majalla" panose="02000000000000000000" pitchFamily="2" charset="-78"/>
              </a:rPr>
              <a:t>التسليم </a:t>
            </a:r>
            <a:br>
              <a:rPr lang="ar-EG" sz="2000" b="0" i="0" u="none" strike="noStrike">
                <a:latin typeface="OpenSans"/>
                <a:cs typeface="Sakkal Majalla" panose="02000000000000000000" pitchFamily="2" charset="-78"/>
              </a:rPr>
            </a:br>
            <a:r>
              <a:rPr lang="ar" sz="2000" b="0" i="0" u="none" strike="noStrike">
                <a:latin typeface="OpenSans"/>
                <a:cs typeface="Sakkal Majalla" panose="02000000000000000000" pitchFamily="2" charset="-78"/>
              </a:rPr>
              <a:t>حتى باب العميل ضمن مميزات المبيعات</a:t>
            </a:r>
          </a:p>
        </p:txBody>
      </p:sp>
      <p:sp>
        <p:nvSpPr>
          <p:cNvPr id="12" name="TextBox 11">
            <a:extLst>
              <a:ext uri="{FF2B5EF4-FFF2-40B4-BE49-F238E27FC236}">
                <a16:creationId xmlns:a16="http://schemas.microsoft.com/office/drawing/2014/main" id="{D5A3B118-6BF2-72EB-2999-989E95EB775A}"/>
              </a:ext>
            </a:extLst>
          </p:cNvPr>
          <p:cNvSpPr txBox="1"/>
          <p:nvPr/>
        </p:nvSpPr>
        <p:spPr>
          <a:xfrm>
            <a:off x="4571999" y="3584061"/>
            <a:ext cx="1332286" cy="1384995"/>
          </a:xfrm>
          <a:prstGeom prst="rect">
            <a:avLst/>
          </a:prstGeom>
          <a:noFill/>
          <a:ln>
            <a:solidFill>
              <a:srgbClr val="FF0000"/>
            </a:solidFill>
          </a:ln>
        </p:spPr>
        <p:txBody>
          <a:bodyPr wrap="square" rtlCol="1">
            <a:spAutoFit/>
          </a:bodyPr>
          <a:lstStyle/>
          <a:p>
            <a:pPr algn="ctr" rtl="1">
              <a:lnSpc>
                <a:spcPct val="105000"/>
              </a:lnSpc>
            </a:pPr>
            <a:r>
              <a:rPr lang="ar" sz="2000">
                <a:latin typeface="OpenSans"/>
                <a:cs typeface="Sakkal Majalla" panose="02000000000000000000" pitchFamily="2" charset="-78"/>
              </a:rPr>
              <a:t>إمكانية </a:t>
            </a:r>
            <a:br>
              <a:rPr lang="ar-EG" sz="2000">
                <a:latin typeface="OpenSans"/>
                <a:cs typeface="Sakkal Majalla" panose="02000000000000000000" pitchFamily="2" charset="-78"/>
              </a:rPr>
            </a:br>
            <a:r>
              <a:rPr lang="ar" sz="2000">
                <a:latin typeface="OpenSans"/>
                <a:cs typeface="Sakkal Majalla" panose="02000000000000000000" pitchFamily="2" charset="-78"/>
              </a:rPr>
              <a:t>الوصول خارج ساعات العمل العادية</a:t>
            </a:r>
            <a:endParaRPr lang="en-US" sz="2000" b="0" i="0" u="none" strike="noStrike" baseline="0" dirty="0">
              <a:latin typeface="OpenSans"/>
              <a:cs typeface="Sakkal Majalla" panose="02000000000000000000" pitchFamily="2" charset="-78"/>
            </a:endParaRPr>
          </a:p>
        </p:txBody>
      </p:sp>
      <p:sp>
        <p:nvSpPr>
          <p:cNvPr id="13" name="TextBox 12">
            <a:extLst>
              <a:ext uri="{FF2B5EF4-FFF2-40B4-BE49-F238E27FC236}">
                <a16:creationId xmlns:a16="http://schemas.microsoft.com/office/drawing/2014/main" id="{AFEC65C5-31B7-DDC3-D664-8DE924E39F94}"/>
              </a:ext>
            </a:extLst>
          </p:cNvPr>
          <p:cNvSpPr txBox="1"/>
          <p:nvPr/>
        </p:nvSpPr>
        <p:spPr>
          <a:xfrm>
            <a:off x="3419872" y="3584061"/>
            <a:ext cx="1017423" cy="1384995"/>
          </a:xfrm>
          <a:prstGeom prst="rect">
            <a:avLst/>
          </a:prstGeom>
          <a:noFill/>
          <a:ln>
            <a:solidFill>
              <a:srgbClr val="FF0000"/>
            </a:solidFill>
          </a:ln>
        </p:spPr>
        <p:txBody>
          <a:bodyPr wrap="square" rtlCol="1">
            <a:spAutoFit/>
          </a:bodyPr>
          <a:lstStyle/>
          <a:p>
            <a:pPr algn="ctr" rtl="1">
              <a:lnSpc>
                <a:spcPct val="105000"/>
              </a:lnSpc>
            </a:pPr>
            <a:r>
              <a:rPr lang="ar" sz="2000">
                <a:latin typeface="OpenSans"/>
                <a:cs typeface="Sakkal Majalla" panose="02000000000000000000" pitchFamily="2" charset="-78"/>
              </a:rPr>
              <a:t>الوصول من جميع أنحاء العالم</a:t>
            </a:r>
            <a:endParaRPr lang="en-US" sz="2000" dirty="0">
              <a:latin typeface="OpenSans"/>
              <a:cs typeface="Sakkal Majalla" panose="02000000000000000000" pitchFamily="2" charset="-78"/>
            </a:endParaRPr>
          </a:p>
        </p:txBody>
      </p:sp>
      <p:sp>
        <p:nvSpPr>
          <p:cNvPr id="14" name="TextBox 13">
            <a:extLst>
              <a:ext uri="{FF2B5EF4-FFF2-40B4-BE49-F238E27FC236}">
                <a16:creationId xmlns:a16="http://schemas.microsoft.com/office/drawing/2014/main" id="{9F8E94E2-AF5D-B20B-95E2-1C7284F8FFBC}"/>
              </a:ext>
            </a:extLst>
          </p:cNvPr>
          <p:cNvSpPr txBox="1"/>
          <p:nvPr/>
        </p:nvSpPr>
        <p:spPr>
          <a:xfrm>
            <a:off x="2090057" y="3584061"/>
            <a:ext cx="1220953" cy="1384995"/>
          </a:xfrm>
          <a:prstGeom prst="rect">
            <a:avLst/>
          </a:prstGeom>
          <a:noFill/>
          <a:ln>
            <a:solidFill>
              <a:srgbClr val="FF0000"/>
            </a:solidFill>
          </a:ln>
        </p:spPr>
        <p:txBody>
          <a:bodyPr wrap="square" rtlCol="1">
            <a:spAutoFit/>
          </a:bodyPr>
          <a:lstStyle/>
          <a:p>
            <a:pPr algn="ctr" rtl="1">
              <a:lnSpc>
                <a:spcPct val="105000"/>
              </a:lnSpc>
            </a:pPr>
            <a:r>
              <a:rPr lang="ar" sz="2000">
                <a:latin typeface="OpenSans"/>
                <a:cs typeface="Sakkal Majalla" panose="02000000000000000000" pitchFamily="2" charset="-78"/>
              </a:rPr>
              <a:t>الاستجابة السريعة للطلبات والاستفسارات</a:t>
            </a:r>
          </a:p>
        </p:txBody>
      </p:sp>
      <p:sp>
        <p:nvSpPr>
          <p:cNvPr id="15" name="TextBox 14">
            <a:extLst>
              <a:ext uri="{FF2B5EF4-FFF2-40B4-BE49-F238E27FC236}">
                <a16:creationId xmlns:a16="http://schemas.microsoft.com/office/drawing/2014/main" id="{88F8148F-64AD-3075-3D3E-B2A732C74ED3}"/>
              </a:ext>
            </a:extLst>
          </p:cNvPr>
          <p:cNvSpPr txBox="1"/>
          <p:nvPr/>
        </p:nvSpPr>
        <p:spPr>
          <a:xfrm>
            <a:off x="2090057" y="5099288"/>
            <a:ext cx="2347238" cy="738664"/>
          </a:xfrm>
          <a:prstGeom prst="rect">
            <a:avLst/>
          </a:prstGeom>
          <a:noFill/>
          <a:ln>
            <a:solidFill>
              <a:srgbClr val="FF0000"/>
            </a:solidFill>
          </a:ln>
        </p:spPr>
        <p:txBody>
          <a:bodyPr wrap="square" rtlCol="1">
            <a:spAutoFit/>
          </a:bodyPr>
          <a:lstStyle/>
          <a:p>
            <a:pPr algn="ctr" rtl="1">
              <a:lnSpc>
                <a:spcPct val="105000"/>
              </a:lnSpc>
            </a:pPr>
            <a:r>
              <a:rPr lang="ar" sz="2000">
                <a:latin typeface="OpenSans"/>
                <a:cs typeface="Sakkal Majalla" panose="02000000000000000000" pitchFamily="2" charset="-78"/>
              </a:rPr>
              <a:t>تتبع الطلب</a:t>
            </a:r>
            <a:endParaRPr lang="en-US" sz="2000" b="0" i="0" u="none" strike="noStrike" baseline="0" dirty="0">
              <a:latin typeface="OpenSans"/>
              <a:cs typeface="Sakkal Majalla" panose="02000000000000000000" pitchFamily="2" charset="-78"/>
            </a:endParaRPr>
          </a:p>
          <a:p>
            <a:pPr algn="ctr" rtl="1">
              <a:lnSpc>
                <a:spcPct val="105000"/>
              </a:lnSpc>
            </a:pPr>
            <a:endParaRPr lang="en-GB" sz="2000" dirty="0">
              <a:latin typeface="Sakkal Majalla" panose="02000000000000000000" pitchFamily="2" charset="-78"/>
              <a:cs typeface="Sakkal Majalla" panose="02000000000000000000" pitchFamily="2" charset="-78"/>
            </a:endParaRPr>
          </a:p>
        </p:txBody>
      </p:sp>
      <p:sp>
        <p:nvSpPr>
          <p:cNvPr id="16" name="TextBox 15">
            <a:extLst>
              <a:ext uri="{FF2B5EF4-FFF2-40B4-BE49-F238E27FC236}">
                <a16:creationId xmlns:a16="http://schemas.microsoft.com/office/drawing/2014/main" id="{8C918CC1-BC17-143F-C57B-31E628F9DDA2}"/>
              </a:ext>
            </a:extLst>
          </p:cNvPr>
          <p:cNvSpPr txBox="1"/>
          <p:nvPr/>
        </p:nvSpPr>
        <p:spPr>
          <a:xfrm>
            <a:off x="4572000" y="5087402"/>
            <a:ext cx="3132942" cy="738664"/>
          </a:xfrm>
          <a:prstGeom prst="rect">
            <a:avLst/>
          </a:prstGeom>
          <a:noFill/>
          <a:ln>
            <a:solidFill>
              <a:srgbClr val="FF0000"/>
            </a:solidFill>
          </a:ln>
        </p:spPr>
        <p:txBody>
          <a:bodyPr wrap="square" rtlCol="1">
            <a:spAutoFit/>
          </a:bodyPr>
          <a:lstStyle/>
          <a:p>
            <a:pPr algn="ctr" rtl="1">
              <a:lnSpc>
                <a:spcPct val="105000"/>
              </a:lnSpc>
            </a:pPr>
            <a:r>
              <a:rPr lang="ar" sz="2000">
                <a:latin typeface="OpenSans"/>
                <a:cs typeface="Sakkal Majalla" panose="02000000000000000000" pitchFamily="2" charset="-78"/>
              </a:rPr>
              <a:t>انخفاض المخزون</a:t>
            </a:r>
            <a:endParaRPr lang="en-US" sz="2000" b="0" i="0" u="none" strike="noStrike" baseline="0" dirty="0">
              <a:latin typeface="OpenSans"/>
              <a:cs typeface="Sakkal Majalla" panose="02000000000000000000" pitchFamily="2" charset="-78"/>
            </a:endParaRPr>
          </a:p>
          <a:p>
            <a:pPr algn="ctr" rtl="1">
              <a:lnSpc>
                <a:spcPct val="105000"/>
              </a:lnSpc>
            </a:pPr>
            <a:endParaRPr lang="en-GB" sz="20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91108862"/>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1BBB-1A72-6EAB-684D-B2DC0CD21750}"/>
              </a:ext>
            </a:extLst>
          </p:cNvPr>
          <p:cNvSpPr>
            <a:spLocks noGrp="1"/>
          </p:cNvSpPr>
          <p:nvPr>
            <p:ph type="title"/>
          </p:nvPr>
        </p:nvSpPr>
        <p:spPr>
          <a:xfrm>
            <a:off x="630530" y="1080605"/>
            <a:ext cx="8229600" cy="863600"/>
          </a:xfrm>
        </p:spPr>
        <p:txBody>
          <a:bodyPr rtlCol="1"/>
          <a:lstStyle/>
          <a:p>
            <a:pPr rtl="1"/>
            <a:r>
              <a:rPr lang="ar" sz="2600"/>
              <a:t>المزايا المالية</a:t>
            </a:r>
          </a:p>
        </p:txBody>
      </p:sp>
      <p:sp>
        <p:nvSpPr>
          <p:cNvPr id="3" name="Content Placeholder 2">
            <a:extLst>
              <a:ext uri="{FF2B5EF4-FFF2-40B4-BE49-F238E27FC236}">
                <a16:creationId xmlns:a16="http://schemas.microsoft.com/office/drawing/2014/main" id="{8D0BA6BE-216C-50C9-0943-444DD985164D}"/>
              </a:ext>
            </a:extLst>
          </p:cNvPr>
          <p:cNvSpPr>
            <a:spLocks noGrp="1"/>
          </p:cNvSpPr>
          <p:nvPr>
            <p:ph sz="half" idx="2"/>
          </p:nvPr>
        </p:nvSpPr>
        <p:spPr>
          <a:xfrm>
            <a:off x="296117" y="2060848"/>
            <a:ext cx="7991475" cy="3609975"/>
          </a:xfrm>
        </p:spPr>
        <p:txBody>
          <a:bodyPr rtlCol="1"/>
          <a:lstStyle/>
          <a:p>
            <a:pPr marL="0" indent="0" rtl="1">
              <a:buNone/>
            </a:pPr>
            <a:r>
              <a:rPr lang="ar" sz="2200"/>
              <a:t>ناقش، مع زميل، المزايا المالية التالية التي قد تحصل عليها الشركة من تواجدها عبر الإنترنت.</a:t>
            </a:r>
            <a:endParaRPr lang="en-US" sz="2200" dirty="0"/>
          </a:p>
          <a:p>
            <a:pPr rtl="1">
              <a:buSzPct val="85000"/>
            </a:pPr>
            <a:r>
              <a:rPr lang="ar" sz="2200"/>
              <a:t>زيادة التدفقات النقدية</a:t>
            </a:r>
            <a:endParaRPr lang="en-GB" sz="2200" dirty="0"/>
          </a:p>
          <a:p>
            <a:pPr rtl="1">
              <a:buSzPct val="85000"/>
            </a:pPr>
            <a:r>
              <a:rPr lang="ar" sz="2200"/>
              <a:t>موقع منخفض التكلفة</a:t>
            </a:r>
            <a:endParaRPr lang="en-GB" sz="2200" dirty="0"/>
          </a:p>
          <a:p>
            <a:pPr rtl="1">
              <a:buSzPct val="85000"/>
            </a:pPr>
            <a:r>
              <a:rPr lang="ar" sz="2200"/>
              <a:t>عمالة منخفضة التكلفة</a:t>
            </a:r>
            <a:endParaRPr lang="en-GB" sz="2200" dirty="0"/>
          </a:p>
          <a:p>
            <a:pPr rtl="1">
              <a:buSzPct val="85000"/>
            </a:pPr>
            <a:r>
              <a:rPr lang="ar" sz="2200"/>
              <a:t>العمل عن بعد</a:t>
            </a:r>
            <a:endParaRPr lang="en-GB" sz="2200" dirty="0"/>
          </a:p>
          <a:p>
            <a:pPr marL="0" indent="0" rtl="1">
              <a:buNone/>
            </a:pPr>
            <a:endParaRPr lang="en-GB" sz="2200" dirty="0"/>
          </a:p>
        </p:txBody>
      </p:sp>
      <p:sp>
        <p:nvSpPr>
          <p:cNvPr id="5" name="TextBox 4">
            <a:extLst>
              <a:ext uri="{FF2B5EF4-FFF2-40B4-BE49-F238E27FC236}">
                <a16:creationId xmlns:a16="http://schemas.microsoft.com/office/drawing/2014/main" id="{2DADA031-8EF5-5CCF-2683-D1C2DF2D3C6A}"/>
              </a:ext>
            </a:extLst>
          </p:cNvPr>
          <p:cNvSpPr txBox="1"/>
          <p:nvPr/>
        </p:nvSpPr>
        <p:spPr>
          <a:xfrm>
            <a:off x="3536591" y="4437112"/>
            <a:ext cx="2349248" cy="837152"/>
          </a:xfrm>
          <a:prstGeom prst="rect">
            <a:avLst/>
          </a:prstGeom>
          <a:noFill/>
          <a:ln>
            <a:solidFill>
              <a:srgbClr val="FF0000"/>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lnSpc>
                <a:spcPct val="110000"/>
              </a:lnSpc>
            </a:pPr>
            <a:r>
              <a:rPr lang="ar" sz="2200">
                <a:latin typeface="Sakkal Majalla" panose="02000000000000000000" pitchFamily="2" charset="-78"/>
                <a:cs typeface="Sakkal Majalla" panose="02000000000000000000" pitchFamily="2" charset="-78"/>
              </a:rPr>
              <a:t>لماذا تحصل الشركة على تدفقات نقدية أكبر؟</a:t>
            </a:r>
          </a:p>
        </p:txBody>
      </p:sp>
      <p:sp>
        <p:nvSpPr>
          <p:cNvPr id="6" name="TextBox 5">
            <a:extLst>
              <a:ext uri="{FF2B5EF4-FFF2-40B4-BE49-F238E27FC236}">
                <a16:creationId xmlns:a16="http://schemas.microsoft.com/office/drawing/2014/main" id="{9CAC1969-0214-C3C2-1653-96FEB4B73073}"/>
              </a:ext>
            </a:extLst>
          </p:cNvPr>
          <p:cNvSpPr txBox="1"/>
          <p:nvPr/>
        </p:nvSpPr>
        <p:spPr>
          <a:xfrm>
            <a:off x="6216774" y="4437112"/>
            <a:ext cx="2144238" cy="837152"/>
          </a:xfrm>
          <a:prstGeom prst="rect">
            <a:avLst/>
          </a:prstGeom>
          <a:noFill/>
          <a:ln>
            <a:solidFill>
              <a:srgbClr val="FF0000"/>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lnSpc>
                <a:spcPct val="110000"/>
              </a:lnSpc>
            </a:pPr>
            <a:r>
              <a:rPr lang="ar" sz="2200">
                <a:latin typeface="Sakkal Majalla" panose="02000000000000000000" pitchFamily="2" charset="-78"/>
                <a:cs typeface="Sakkal Majalla" panose="02000000000000000000" pitchFamily="2" charset="-78"/>
              </a:rPr>
              <a:t>لماذا تحظى الشركة </a:t>
            </a:r>
            <a:br>
              <a:rPr lang="ar-EG" sz="2200">
                <a:latin typeface="Sakkal Majalla" panose="02000000000000000000" pitchFamily="2" charset="-78"/>
                <a:cs typeface="Sakkal Majalla" panose="02000000000000000000" pitchFamily="2" charset="-78"/>
              </a:rPr>
            </a:br>
            <a:r>
              <a:rPr lang="ar" sz="2200">
                <a:latin typeface="Sakkal Majalla" panose="02000000000000000000" pitchFamily="2" charset="-78"/>
                <a:cs typeface="Sakkal Majalla" panose="02000000000000000000" pitchFamily="2" charset="-78"/>
              </a:rPr>
              <a:t>بموقع منخفض التكلفة؟</a:t>
            </a:r>
          </a:p>
        </p:txBody>
      </p:sp>
      <p:sp>
        <p:nvSpPr>
          <p:cNvPr id="7" name="TextBox 6">
            <a:extLst>
              <a:ext uri="{FF2B5EF4-FFF2-40B4-BE49-F238E27FC236}">
                <a16:creationId xmlns:a16="http://schemas.microsoft.com/office/drawing/2014/main" id="{5629268E-BABD-F4C5-3A46-17E53909FAC8}"/>
              </a:ext>
            </a:extLst>
          </p:cNvPr>
          <p:cNvSpPr txBox="1"/>
          <p:nvPr/>
        </p:nvSpPr>
        <p:spPr>
          <a:xfrm>
            <a:off x="856408" y="4440839"/>
            <a:ext cx="2349248" cy="837152"/>
          </a:xfrm>
          <a:prstGeom prst="rect">
            <a:avLst/>
          </a:prstGeom>
          <a:noFill/>
          <a:ln>
            <a:solidFill>
              <a:srgbClr val="FF0000"/>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lnSpc>
                <a:spcPct val="110000"/>
              </a:lnSpc>
            </a:pPr>
            <a:r>
              <a:rPr lang="ar" sz="2200">
                <a:latin typeface="Sakkal Majalla" panose="02000000000000000000" pitchFamily="2" charset="-78"/>
                <a:cs typeface="Sakkal Majalla" panose="02000000000000000000" pitchFamily="2" charset="-78"/>
              </a:rPr>
              <a:t>لماذا تحظى الشركة بعمالة منخفضة التكلفة؟</a:t>
            </a:r>
          </a:p>
        </p:txBody>
      </p:sp>
      <p:sp>
        <p:nvSpPr>
          <p:cNvPr id="8" name="TextBox 7">
            <a:extLst>
              <a:ext uri="{FF2B5EF4-FFF2-40B4-BE49-F238E27FC236}">
                <a16:creationId xmlns:a16="http://schemas.microsoft.com/office/drawing/2014/main" id="{29A026AE-AEDA-B56C-0318-8775255CCF90}"/>
              </a:ext>
            </a:extLst>
          </p:cNvPr>
          <p:cNvSpPr txBox="1"/>
          <p:nvPr/>
        </p:nvSpPr>
        <p:spPr>
          <a:xfrm>
            <a:off x="856408" y="2636912"/>
            <a:ext cx="3183047" cy="1209562"/>
          </a:xfrm>
          <a:prstGeom prst="rect">
            <a:avLst/>
          </a:prstGeom>
          <a:noFill/>
          <a:ln>
            <a:solidFill>
              <a:srgbClr val="FF0000"/>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lnSpc>
                <a:spcPct val="110000"/>
              </a:lnSpc>
            </a:pPr>
            <a:r>
              <a:rPr lang="ar" sz="2200" spc="30">
                <a:latin typeface="Sakkal Majalla" panose="02000000000000000000" pitchFamily="2" charset="-78"/>
                <a:cs typeface="Sakkal Majalla" panose="02000000000000000000" pitchFamily="2" charset="-78"/>
              </a:rPr>
              <a:t>لماذا تحقق الشركة مكاسب مالية </a:t>
            </a:r>
            <a:br>
              <a:rPr lang="ar-EG" sz="2200" spc="30">
                <a:latin typeface="Sakkal Majalla" panose="02000000000000000000" pitchFamily="2" charset="-78"/>
                <a:cs typeface="Sakkal Majalla" panose="02000000000000000000" pitchFamily="2" charset="-78"/>
              </a:rPr>
            </a:br>
            <a:r>
              <a:rPr lang="ar" sz="2200" spc="30">
                <a:latin typeface="Sakkal Majalla" panose="02000000000000000000" pitchFamily="2" charset="-78"/>
                <a:cs typeface="Sakkal Majalla" panose="02000000000000000000" pitchFamily="2" charset="-78"/>
              </a:rPr>
              <a:t>من خلال السماح للموظفين بالعمل عن بعد؟</a:t>
            </a:r>
            <a:endParaRPr lang="en-GB" sz="2200" spc="30" dirty="0">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F0E199CE-2DFD-92F9-BCDD-83D6D1937C81}"/>
              </a:ext>
            </a:extLst>
          </p:cNvPr>
          <p:cNvSpPr txBox="1"/>
          <p:nvPr/>
        </p:nvSpPr>
        <p:spPr>
          <a:xfrm>
            <a:off x="7251493" y="6455138"/>
            <a:ext cx="1583336" cy="230832"/>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algn="l" rtl="1"/>
            <a:r>
              <a:rPr lang="ar" sz="900">
                <a:latin typeface="Sakkal Majalla" panose="02000000000000000000" pitchFamily="2" charset="-78"/>
                <a:cs typeface="Sakkal Majalla" panose="02000000000000000000" pitchFamily="2" charset="-78"/>
              </a:rPr>
              <a:t>A103000360263</a:t>
            </a:r>
            <a:endParaRPr lang="en-GB" sz="9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68667952"/>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7B8DA1F-C3B9-6C0E-7EDD-863AEB9A2449}"/>
              </a:ext>
            </a:extLst>
          </p:cNvPr>
          <p:cNvSpPr txBox="1">
            <a:spLocks/>
          </p:cNvSpPr>
          <p:nvPr/>
        </p:nvSpPr>
        <p:spPr bwMode="auto">
          <a:xfrm>
            <a:off x="-300751" y="1124744"/>
            <a:ext cx="9576419" cy="89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3400" kern="0">
                <a:latin typeface="Sakkal Majalla" panose="02000000000000000000" pitchFamily="2" charset="-78"/>
                <a:cs typeface="Sakkal Majalla" panose="02000000000000000000" pitchFamily="2" charset="-78"/>
              </a:rPr>
              <a:t>ب2 عيوب التواجد عبر الإنترنت</a:t>
            </a:r>
          </a:p>
        </p:txBody>
      </p:sp>
      <p:sp>
        <p:nvSpPr>
          <p:cNvPr id="10" name="TextBox 9">
            <a:extLst>
              <a:ext uri="{FF2B5EF4-FFF2-40B4-BE49-F238E27FC236}">
                <a16:creationId xmlns:a16="http://schemas.microsoft.com/office/drawing/2014/main" id="{E80077ED-49B0-3284-A868-790FB95CF7DD}"/>
              </a:ext>
            </a:extLst>
          </p:cNvPr>
          <p:cNvSpPr txBox="1"/>
          <p:nvPr/>
        </p:nvSpPr>
        <p:spPr>
          <a:xfrm>
            <a:off x="431863" y="1893620"/>
            <a:ext cx="8280275" cy="400110"/>
          </a:xfrm>
          <a:prstGeom prst="rect">
            <a:avLst/>
          </a:prstGeom>
          <a:noFill/>
        </p:spPr>
        <p:txBody>
          <a:bodyPr wrap="square" lIns="91440" tIns="45720" rIns="91440" bIns="45720" rtlCol="1" anchor="t">
            <a:spAutoFit/>
          </a:bodyPr>
          <a:lstStyle/>
          <a:p>
            <a:pPr rtl="1"/>
            <a:r>
              <a:rPr lang="ar" sz="2000">
                <a:latin typeface="Sakkal Majalla" panose="02000000000000000000" pitchFamily="2" charset="-78"/>
                <a:cs typeface="Sakkal Majalla" panose="02000000000000000000" pitchFamily="2" charset="-78"/>
              </a:rPr>
              <a:t>بمساعدة الصور أدناه، اشرح بعض مشكلات التوظيف المتعلقة بالتواجد عبر الإنترنت.</a:t>
            </a:r>
          </a:p>
        </p:txBody>
      </p:sp>
      <p:pic>
        <p:nvPicPr>
          <p:cNvPr id="4" name="Picture 3" descr="A person sitting at a desk with his hands up">
            <a:extLst>
              <a:ext uri="{FF2B5EF4-FFF2-40B4-BE49-F238E27FC236}">
                <a16:creationId xmlns:a16="http://schemas.microsoft.com/office/drawing/2014/main" id="{EE890923-C817-ECFE-7FF7-04F60BAB0A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7536" y="2518565"/>
            <a:ext cx="2581539" cy="1721157"/>
          </a:xfrm>
          <a:prstGeom prst="rect">
            <a:avLst/>
          </a:prstGeom>
        </p:spPr>
      </p:pic>
      <p:pic>
        <p:nvPicPr>
          <p:cNvPr id="7" name="Picture 6" descr="A person typing on a computer">
            <a:extLst>
              <a:ext uri="{FF2B5EF4-FFF2-40B4-BE49-F238E27FC236}">
                <a16:creationId xmlns:a16="http://schemas.microsoft.com/office/drawing/2014/main" id="{844AE45B-3260-F890-700F-4AEFE93DF17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226701" y="4457072"/>
            <a:ext cx="2462162" cy="1641441"/>
          </a:xfrm>
          <a:prstGeom prst="rect">
            <a:avLst/>
          </a:prstGeom>
        </p:spPr>
      </p:pic>
      <p:pic>
        <p:nvPicPr>
          <p:cNvPr id="9" name="Picture 8" descr="A person holding a credit card and a phone">
            <a:extLst>
              <a:ext uri="{FF2B5EF4-FFF2-40B4-BE49-F238E27FC236}">
                <a16:creationId xmlns:a16="http://schemas.microsoft.com/office/drawing/2014/main" id="{8A6FEAB2-2169-2337-7080-97E38B4E832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122855" y="4423397"/>
            <a:ext cx="2512674" cy="1675116"/>
          </a:xfrm>
          <a:prstGeom prst="rect">
            <a:avLst/>
          </a:prstGeom>
        </p:spPr>
      </p:pic>
      <p:pic>
        <p:nvPicPr>
          <p:cNvPr id="12" name="Picture 11" descr="A person wearing a headset and talking to a computer">
            <a:extLst>
              <a:ext uri="{FF2B5EF4-FFF2-40B4-BE49-F238E27FC236}">
                <a16:creationId xmlns:a16="http://schemas.microsoft.com/office/drawing/2014/main" id="{4EC2C88B-A5EB-06DE-60BF-E41A0E3B6EED}"/>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122855" y="2564607"/>
            <a:ext cx="2512673" cy="1675115"/>
          </a:xfrm>
          <a:prstGeom prst="rect">
            <a:avLst/>
          </a:prstGeom>
        </p:spPr>
      </p:pic>
      <p:pic>
        <p:nvPicPr>
          <p:cNvPr id="14" name="Picture 13" descr="A person talking on the phone while using a computer">
            <a:extLst>
              <a:ext uri="{FF2B5EF4-FFF2-40B4-BE49-F238E27FC236}">
                <a16:creationId xmlns:a16="http://schemas.microsoft.com/office/drawing/2014/main" id="{3D245C0F-69CC-CD5D-0675-4A98D1D80BCA}"/>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47515" y="4453686"/>
            <a:ext cx="2515578" cy="1675116"/>
          </a:xfrm>
          <a:prstGeom prst="rect">
            <a:avLst/>
          </a:prstGeom>
        </p:spPr>
      </p:pic>
      <p:pic>
        <p:nvPicPr>
          <p:cNvPr id="16" name="Picture 15" descr="A person pointing at a computer&#10;&#10;Description automatically generated">
            <a:extLst>
              <a:ext uri="{FF2B5EF4-FFF2-40B4-BE49-F238E27FC236}">
                <a16:creationId xmlns:a16="http://schemas.microsoft.com/office/drawing/2014/main" id="{C6681ED9-66B5-430E-4F65-6308A8E12CD3}"/>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286052" y="2492896"/>
            <a:ext cx="2402811" cy="1763664"/>
          </a:xfrm>
          <a:prstGeom prst="rect">
            <a:avLst/>
          </a:prstGeom>
        </p:spPr>
      </p:pic>
    </p:spTree>
    <p:extLst>
      <p:ext uri="{BB962C8B-B14F-4D97-AF65-F5344CB8AC3E}">
        <p14:creationId xmlns:p14="http://schemas.microsoft.com/office/powerpoint/2010/main" val="4274281879"/>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dirty="0"/>
          </a:p>
          <a:p>
            <a:pPr marL="685800" rtl="1"/>
            <a:endParaRPr lang="en-GB" altLang="en-US" dirty="0"/>
          </a:p>
        </p:txBody>
      </p:sp>
      <p:sp>
        <p:nvSpPr>
          <p:cNvPr id="2" name="TextBox 1">
            <a:extLst>
              <a:ext uri="{FF2B5EF4-FFF2-40B4-BE49-F238E27FC236}">
                <a16:creationId xmlns:a16="http://schemas.microsoft.com/office/drawing/2014/main" id="{ED0E3BFC-8FD2-7801-5CD9-38D523C9EDC6}"/>
              </a:ext>
            </a:extLst>
          </p:cNvPr>
          <p:cNvSpPr txBox="1"/>
          <p:nvPr/>
        </p:nvSpPr>
        <p:spPr>
          <a:xfrm>
            <a:off x="611560" y="1240459"/>
            <a:ext cx="8101306" cy="492443"/>
          </a:xfrm>
          <a:prstGeom prst="rect">
            <a:avLst/>
          </a:prstGeom>
          <a:noFill/>
        </p:spPr>
        <p:txBody>
          <a:bodyPr wrap="square" rtlCol="1">
            <a:spAutoFit/>
          </a:bodyPr>
          <a:lstStyle/>
          <a:p>
            <a:pPr algn="ctr" rtl="1"/>
            <a:r>
              <a:rPr lang="ar" sz="2600">
                <a:latin typeface="Sakkal Majalla" panose="02000000000000000000" pitchFamily="2" charset="-78"/>
                <a:cs typeface="Sakkal Majalla" panose="02000000000000000000" pitchFamily="2" charset="-78"/>
              </a:rPr>
              <a:t>مشكلات التوظيف</a:t>
            </a:r>
          </a:p>
        </p:txBody>
      </p:sp>
      <p:sp>
        <p:nvSpPr>
          <p:cNvPr id="3" name="TextBox 2">
            <a:extLst>
              <a:ext uri="{FF2B5EF4-FFF2-40B4-BE49-F238E27FC236}">
                <a16:creationId xmlns:a16="http://schemas.microsoft.com/office/drawing/2014/main" id="{87A3AD1D-031B-BE68-D2A0-F1DC982C7CF0}"/>
              </a:ext>
            </a:extLst>
          </p:cNvPr>
          <p:cNvSpPr txBox="1"/>
          <p:nvPr/>
        </p:nvSpPr>
        <p:spPr>
          <a:xfrm>
            <a:off x="504154" y="1844824"/>
            <a:ext cx="8208712" cy="5022914"/>
          </a:xfrm>
          <a:prstGeom prst="rect">
            <a:avLst/>
          </a:prstGeom>
          <a:noFill/>
        </p:spPr>
        <p:txBody>
          <a:bodyPr wrap="square" rtlCol="1">
            <a:spAutoFit/>
          </a:bodyPr>
          <a:lstStyle/>
          <a:p>
            <a:pPr rtl="1"/>
            <a:r>
              <a:rPr lang="ar">
                <a:latin typeface="Sakkal Majalla" panose="02000000000000000000" pitchFamily="2" charset="-78"/>
                <a:cs typeface="Sakkal Majalla" panose="02000000000000000000" pitchFamily="2" charset="-78"/>
              </a:rPr>
              <a:t>تود سلمى من شركة مس دليكت (محل مجوهرات) توظيف بعض الموظفين لمساعدتها بخصوص تواجدها عبر الإنترنت.</a:t>
            </a:r>
          </a:p>
          <a:p>
            <a:pPr rtl="1"/>
            <a:endParaRPr lang="en-GB" dirty="0">
              <a:latin typeface="Sakkal Majalla" panose="02000000000000000000" pitchFamily="2" charset="-78"/>
              <a:cs typeface="Sakkal Majalla" panose="02000000000000000000" pitchFamily="2" charset="-78"/>
            </a:endParaRPr>
          </a:p>
          <a:p>
            <a:pPr rtl="1"/>
            <a:r>
              <a:rPr lang="ar">
                <a:latin typeface="Sakkal Majalla" panose="02000000000000000000" pitchFamily="2" charset="-78"/>
                <a:cs typeface="Sakkal Majalla" panose="02000000000000000000" pitchFamily="2" charset="-78"/>
              </a:rPr>
              <a:t>حضِّر لها ورقة حول مشكلات التوظيف التي قد تواجهها بسبب تواجدها عبر الإنترنت. </a:t>
            </a:r>
          </a:p>
          <a:p>
            <a:pPr rtl="1"/>
            <a:endParaRPr lang="en-GB" dirty="0">
              <a:latin typeface="Sakkal Majalla" panose="02000000000000000000" pitchFamily="2" charset="-78"/>
              <a:cs typeface="Sakkal Majalla" panose="02000000000000000000" pitchFamily="2" charset="-78"/>
            </a:endParaRPr>
          </a:p>
          <a:p>
            <a:pPr rtl="1"/>
            <a:r>
              <a:rPr lang="ar">
                <a:latin typeface="Sakkal Majalla" panose="02000000000000000000" pitchFamily="2" charset="-78"/>
                <a:cs typeface="Sakkal Majalla" panose="02000000000000000000" pitchFamily="2" charset="-78"/>
              </a:rPr>
              <a:t>كن مُحددًا بشأن شركتها واشرح السبب الذي لأجله تُشكِّل كل نقطة عيبًا بالنسبة لشركة المجوهرات التي تملكها:</a:t>
            </a:r>
          </a:p>
          <a:p>
            <a:pPr marL="285750" indent="-285750" rtl="1">
              <a:buFont typeface="Arial" panose="020B0604020202020204" pitchFamily="34" charset="0"/>
              <a:buChar char="•"/>
            </a:pPr>
            <a:endParaRPr lang="en-GB" dirty="0">
              <a:latin typeface="Sakkal Majalla" panose="02000000000000000000" pitchFamily="2" charset="-78"/>
              <a:cs typeface="Sakkal Majalla" panose="02000000000000000000" pitchFamily="2" charset="-78"/>
            </a:endParaRPr>
          </a:p>
          <a:p>
            <a:pPr marL="285750" indent="-285750" rtl="1">
              <a:lnSpc>
                <a:spcPct val="110000"/>
              </a:lnSpc>
              <a:buFont typeface="Arial" panose="020B0604020202020204" pitchFamily="34" charset="0"/>
              <a:buChar char="•"/>
            </a:pPr>
            <a:r>
              <a:rPr lang="ar">
                <a:latin typeface="Sakkal Majalla" panose="02000000000000000000" pitchFamily="2" charset="-78"/>
                <a:cs typeface="Sakkal Majalla" panose="02000000000000000000" pitchFamily="2" charset="-78"/>
              </a:rPr>
              <a:t>الافتقار إلى مهارات الكمبيوتر ومهارات تصميم المواقع الإلكترونية</a:t>
            </a:r>
          </a:p>
          <a:p>
            <a:pPr marL="285750" indent="-285750" rtl="1">
              <a:lnSpc>
                <a:spcPct val="110000"/>
              </a:lnSpc>
              <a:buFont typeface="Arial" panose="020B0604020202020204" pitchFamily="34" charset="0"/>
              <a:buChar char="•"/>
            </a:pPr>
            <a:r>
              <a:rPr lang="ar">
                <a:latin typeface="Sakkal Majalla" panose="02000000000000000000" pitchFamily="2" charset="-78"/>
                <a:cs typeface="Sakkal Majalla" panose="02000000000000000000" pitchFamily="2" charset="-78"/>
              </a:rPr>
              <a:t>قد تحتاج إلى الدفع للغير لتصميم الموقع الإلكتروني وتحديثه</a:t>
            </a:r>
          </a:p>
          <a:p>
            <a:pPr marL="285750" indent="-285750" rtl="1">
              <a:lnSpc>
                <a:spcPct val="110000"/>
              </a:lnSpc>
              <a:buFont typeface="Arial" panose="020B0604020202020204" pitchFamily="34" charset="0"/>
              <a:buChar char="•"/>
            </a:pPr>
            <a:r>
              <a:rPr lang="ar">
                <a:latin typeface="Sakkal Majalla" panose="02000000000000000000" pitchFamily="2" charset="-78"/>
                <a:cs typeface="Sakkal Majalla" panose="02000000000000000000" pitchFamily="2" charset="-78"/>
              </a:rPr>
              <a:t>يحتاج الموظفون إلى التعامل مع العملاء عبر الإنترنت وعلى الهاتف </a:t>
            </a:r>
          </a:p>
          <a:p>
            <a:pPr marL="285750" indent="-285750" rtl="1">
              <a:lnSpc>
                <a:spcPct val="110000"/>
              </a:lnSpc>
              <a:buFont typeface="Arial" panose="020B0604020202020204" pitchFamily="34" charset="0"/>
              <a:buChar char="•"/>
            </a:pPr>
            <a:r>
              <a:rPr lang="ar">
                <a:latin typeface="Sakkal Majalla" panose="02000000000000000000" pitchFamily="2" charset="-78"/>
                <a:cs typeface="Sakkal Majalla" panose="02000000000000000000" pitchFamily="2" charset="-78"/>
              </a:rPr>
              <a:t>انعدام التواصل الشخصي بين موظفي المبيعات والعملاء</a:t>
            </a:r>
          </a:p>
          <a:p>
            <a:pPr marL="285750" indent="-285750" rtl="1">
              <a:lnSpc>
                <a:spcPct val="110000"/>
              </a:lnSpc>
              <a:buFont typeface="Arial" panose="020B0604020202020204" pitchFamily="34" charset="0"/>
              <a:buChar char="•"/>
            </a:pPr>
            <a:r>
              <a:rPr lang="ar">
                <a:latin typeface="Sakkal Majalla" panose="02000000000000000000" pitchFamily="2" charset="-78"/>
                <a:cs typeface="Sakkal Majalla" panose="02000000000000000000" pitchFamily="2" charset="-78"/>
              </a:rPr>
              <a:t>لا يقدم موظفو المبيعات النصائح لمساعدة العملاء على تحديد الاختيار الأمثل</a:t>
            </a:r>
          </a:p>
          <a:p>
            <a:pPr marL="285750" indent="-285750" rtl="1">
              <a:lnSpc>
                <a:spcPct val="110000"/>
              </a:lnSpc>
              <a:buFont typeface="Arial" panose="020B0604020202020204" pitchFamily="34" charset="0"/>
              <a:buChar char="•"/>
            </a:pPr>
            <a:r>
              <a:rPr lang="ar">
                <a:latin typeface="Sakkal Majalla" panose="02000000000000000000" pitchFamily="2" charset="-78"/>
                <a:cs typeface="Sakkal Majalla" panose="02000000000000000000" pitchFamily="2" charset="-78"/>
              </a:rPr>
              <a:t>وجوب الاعتماد على الدردشة المباشرة وتقييمات العملاء الآخرين</a:t>
            </a:r>
          </a:p>
          <a:p>
            <a:pPr marL="285750" indent="-285750" rtl="1">
              <a:lnSpc>
                <a:spcPct val="110000"/>
              </a:lnSpc>
              <a:buFont typeface="Arial" panose="020B0604020202020204" pitchFamily="34" charset="0"/>
              <a:buChar char="•"/>
            </a:pPr>
            <a:r>
              <a:rPr lang="ar">
                <a:latin typeface="Sakkal Majalla" panose="02000000000000000000" pitchFamily="2" charset="-78"/>
                <a:cs typeface="Sakkal Majalla" panose="02000000000000000000" pitchFamily="2" charset="-78"/>
              </a:rPr>
              <a:t>إمكانية تسوُّق العملاء في مكان آخر إذا كانت الاستجابة غير وافية/ بطيئة</a:t>
            </a:r>
          </a:p>
          <a:p>
            <a:pPr marL="285750" indent="-285750" rtl="1">
              <a:lnSpc>
                <a:spcPct val="110000"/>
              </a:lnSpc>
              <a:buFont typeface="Arial" panose="020B0604020202020204" pitchFamily="34" charset="0"/>
              <a:buChar char="•"/>
            </a:pPr>
            <a:r>
              <a:rPr lang="ar">
                <a:latin typeface="Sakkal Majalla" panose="02000000000000000000" pitchFamily="2" charset="-78"/>
                <a:cs typeface="Sakkal Majalla" panose="02000000000000000000" pitchFamily="2" charset="-78"/>
              </a:rPr>
              <a:t>تحِد أعطال الخدمة من إنتاجية الموظفين: عدم إتاحة الموقع الإلكتروني وضياع الطلبات</a:t>
            </a:r>
            <a:endParaRPr lang="en-GB" dirty="0">
              <a:latin typeface="Sakkal Majalla" panose="02000000000000000000" pitchFamily="2" charset="-78"/>
              <a:cs typeface="Sakkal Majalla" panose="02000000000000000000" pitchFamily="2" charset="-78"/>
            </a:endParaRPr>
          </a:p>
          <a:p>
            <a:pPr rtl="1"/>
            <a:endParaRPr lang="en-GB" dirty="0">
              <a:latin typeface="Sakkal Majalla" panose="02000000000000000000" pitchFamily="2" charset="-78"/>
              <a:cs typeface="Sakkal Majalla" panose="02000000000000000000" pitchFamily="2" charset="-78"/>
            </a:endParaRPr>
          </a:p>
          <a:p>
            <a:pPr rtl="1"/>
            <a:endParaRPr lang="en-GB" dirty="0">
              <a:latin typeface="Sakkal Majalla" panose="02000000000000000000" pitchFamily="2" charset="-78"/>
              <a:cs typeface="Sakkal Majalla" panose="02000000000000000000" pitchFamily="2" charset="-78"/>
            </a:endParaRPr>
          </a:p>
          <a:p>
            <a:pPr rtl="1"/>
            <a:r>
              <a:rPr lang="ar">
                <a:latin typeface="Sakkal Majalla" panose="02000000000000000000" pitchFamily="2" charset="-78"/>
                <a:cs typeface="Sakkal Majalla" panose="02000000000000000000" pitchFamily="2" charset="-78"/>
              </a:rPr>
              <a:t> </a:t>
            </a:r>
          </a:p>
        </p:txBody>
      </p:sp>
    </p:spTree>
    <p:extLst>
      <p:ext uri="{BB962C8B-B14F-4D97-AF65-F5344CB8AC3E}">
        <p14:creationId xmlns:p14="http://schemas.microsoft.com/office/powerpoint/2010/main" val="3849322654"/>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1BBB-1A72-6EAB-684D-B2DC0CD21750}"/>
              </a:ext>
            </a:extLst>
          </p:cNvPr>
          <p:cNvSpPr>
            <a:spLocks noGrp="1"/>
          </p:cNvSpPr>
          <p:nvPr>
            <p:ph type="title"/>
          </p:nvPr>
        </p:nvSpPr>
        <p:spPr>
          <a:xfrm>
            <a:off x="504417" y="1039973"/>
            <a:ext cx="8229600" cy="863600"/>
          </a:xfrm>
        </p:spPr>
        <p:txBody>
          <a:bodyPr rtlCol="1"/>
          <a:lstStyle/>
          <a:p>
            <a:pPr rtl="1"/>
            <a:r>
              <a:rPr lang="ar" sz="4600"/>
              <a:t>المشكلات المالية</a:t>
            </a:r>
          </a:p>
        </p:txBody>
      </p:sp>
      <p:sp>
        <p:nvSpPr>
          <p:cNvPr id="3" name="Content Placeholder 2">
            <a:extLst>
              <a:ext uri="{FF2B5EF4-FFF2-40B4-BE49-F238E27FC236}">
                <a16:creationId xmlns:a16="http://schemas.microsoft.com/office/drawing/2014/main" id="{8D0BA6BE-216C-50C9-0943-444DD985164D}"/>
              </a:ext>
            </a:extLst>
          </p:cNvPr>
          <p:cNvSpPr>
            <a:spLocks noGrp="1"/>
          </p:cNvSpPr>
          <p:nvPr>
            <p:ph sz="half" idx="2"/>
          </p:nvPr>
        </p:nvSpPr>
        <p:spPr>
          <a:xfrm>
            <a:off x="683567" y="1888188"/>
            <a:ext cx="7991475" cy="3609975"/>
          </a:xfrm>
        </p:spPr>
        <p:txBody>
          <a:bodyPr rtlCol="1"/>
          <a:lstStyle/>
          <a:p>
            <a:pPr marL="0" indent="0" rtl="1">
              <a:buNone/>
            </a:pPr>
            <a:r>
              <a:rPr lang="ar" sz="2200"/>
              <a:t>المشكلات المالية التي قد تتكبدها الشركة جراء تواجدها عبر الإنترنت:</a:t>
            </a:r>
            <a:endParaRPr lang="en-US" sz="2200" dirty="0"/>
          </a:p>
          <a:p>
            <a:pPr rtl="1">
              <a:buSzPct val="85000"/>
            </a:pPr>
            <a:r>
              <a:rPr lang="ar" sz="2200"/>
              <a:t>تكاليف الاستثمار الأولية</a:t>
            </a:r>
            <a:endParaRPr lang="en-GB" sz="2200" dirty="0"/>
          </a:p>
          <a:p>
            <a:pPr rtl="1">
              <a:buSzPct val="85000"/>
            </a:pPr>
            <a:r>
              <a:rPr lang="ar" sz="2200"/>
              <a:t>زيادة أسعار الفائدة في السوق</a:t>
            </a:r>
            <a:endParaRPr lang="en-GB" sz="2200" dirty="0"/>
          </a:p>
          <a:p>
            <a:pPr rtl="1">
              <a:buSzPct val="85000"/>
            </a:pPr>
            <a:r>
              <a:rPr lang="ar" sz="2200"/>
              <a:t>الالتزامات الضريبية للمعاملات الدولية</a:t>
            </a:r>
            <a:endParaRPr lang="en-GB" sz="2200" dirty="0"/>
          </a:p>
          <a:p>
            <a:pPr marL="0" indent="0" rtl="1">
              <a:buNone/>
            </a:pPr>
            <a:endParaRPr lang="en-GB" dirty="0"/>
          </a:p>
          <a:p>
            <a:pPr marL="0" indent="0" rtl="1">
              <a:buNone/>
            </a:pPr>
            <a:endParaRPr lang="en-GB" dirty="0"/>
          </a:p>
        </p:txBody>
      </p:sp>
      <p:sp>
        <p:nvSpPr>
          <p:cNvPr id="5" name="TextBox 4">
            <a:extLst>
              <a:ext uri="{FF2B5EF4-FFF2-40B4-BE49-F238E27FC236}">
                <a16:creationId xmlns:a16="http://schemas.microsoft.com/office/drawing/2014/main" id="{9DB89473-AD0A-8FB5-BC77-C0C90798EA0D}"/>
              </a:ext>
            </a:extLst>
          </p:cNvPr>
          <p:cNvSpPr txBox="1"/>
          <p:nvPr/>
        </p:nvSpPr>
        <p:spPr>
          <a:xfrm>
            <a:off x="624592" y="2398236"/>
            <a:ext cx="1764776" cy="3046988"/>
          </a:xfrm>
          <a:prstGeom prst="rect">
            <a:avLst/>
          </a:prstGeom>
          <a:noFill/>
          <a:ln>
            <a:solidFill>
              <a:srgbClr val="FF0000"/>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sz="2000" spc="30">
                <a:latin typeface="Sakkal Majalla" panose="02000000000000000000" pitchFamily="2" charset="-78"/>
                <a:cs typeface="Sakkal Majalla" panose="02000000000000000000" pitchFamily="2" charset="-78"/>
              </a:rPr>
              <a:t>لماذا تتحمل الشركة تكاليف استثمار</a:t>
            </a:r>
            <a:br>
              <a:rPr lang="ar-EG" sz="2000" spc="30">
                <a:latin typeface="Sakkal Majalla" panose="02000000000000000000" pitchFamily="2" charset="-78"/>
                <a:cs typeface="Sakkal Majalla" panose="02000000000000000000" pitchFamily="2" charset="-78"/>
              </a:rPr>
            </a:br>
            <a:r>
              <a:rPr lang="ar" sz="2000" spc="30">
                <a:latin typeface="Sakkal Majalla" panose="02000000000000000000" pitchFamily="2" charset="-78"/>
                <a:cs typeface="Sakkal Majalla" panose="02000000000000000000" pitchFamily="2" charset="-78"/>
              </a:rPr>
              <a:t> أولية مرتفعة؟</a:t>
            </a:r>
            <a:r>
              <a:rPr lang="ar-EG" sz="2000" spc="30">
                <a:latin typeface="Sakkal Majalla" panose="02000000000000000000" pitchFamily="2" charset="-78"/>
                <a:cs typeface="Sakkal Majalla" panose="02000000000000000000" pitchFamily="2" charset="-78"/>
              </a:rPr>
              <a:t> </a:t>
            </a:r>
            <a:br>
              <a:rPr lang="ar-EG" sz="2000" spc="30">
                <a:latin typeface="Sakkal Majalla" panose="02000000000000000000" pitchFamily="2" charset="-78"/>
                <a:cs typeface="Sakkal Majalla" panose="02000000000000000000" pitchFamily="2" charset="-78"/>
              </a:rPr>
            </a:br>
            <a:r>
              <a:rPr lang="ar" sz="2000" spc="30">
                <a:latin typeface="Sakkal Majalla" panose="02000000000000000000" pitchFamily="2" charset="-78"/>
                <a:cs typeface="Sakkal Majalla" panose="02000000000000000000" pitchFamily="2" charset="-78"/>
              </a:rPr>
              <a:t>ابحث عن بعض </a:t>
            </a:r>
            <a:br>
              <a:rPr lang="ar-EG" sz="2000" spc="30">
                <a:latin typeface="Sakkal Majalla" panose="02000000000000000000" pitchFamily="2" charset="-78"/>
                <a:cs typeface="Sakkal Majalla" panose="02000000000000000000" pitchFamily="2" charset="-78"/>
              </a:rPr>
            </a:br>
            <a:r>
              <a:rPr lang="ar" sz="2000" spc="30">
                <a:latin typeface="Sakkal Majalla" panose="02000000000000000000" pitchFamily="2" charset="-78"/>
                <a:cs typeface="Sakkal Majalla" panose="02000000000000000000" pitchFamily="2" charset="-78"/>
              </a:rPr>
              <a:t>تكاليف الاستثمار الأولية التي قد تتحملها الشركة بسبب تواجدها عبر الإنترنت</a:t>
            </a:r>
          </a:p>
          <a:p>
            <a:pPr rtl="1"/>
            <a:endParaRPr lang="en-US" sz="800" spc="30"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160C2236-376D-88B5-E43C-9E2F0B581806}"/>
              </a:ext>
            </a:extLst>
          </p:cNvPr>
          <p:cNvSpPr txBox="1"/>
          <p:nvPr/>
        </p:nvSpPr>
        <p:spPr>
          <a:xfrm>
            <a:off x="6990286" y="3814008"/>
            <a:ext cx="1470147" cy="1631216"/>
          </a:xfrm>
          <a:prstGeom prst="rect">
            <a:avLst/>
          </a:prstGeom>
          <a:noFill/>
          <a:ln>
            <a:solidFill>
              <a:srgbClr val="FF0000"/>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sz="2000" spc="30">
                <a:latin typeface="Sakkal Majalla" panose="02000000000000000000" pitchFamily="2" charset="-78"/>
                <a:cs typeface="Sakkal Majalla" panose="02000000000000000000" pitchFamily="2" charset="-78"/>
              </a:rPr>
              <a:t>لماذا يمكن أن تشكل زيادة الطلب على منتجات الشركة عيبًا؟ </a:t>
            </a:r>
            <a:endParaRPr lang="en-GB" sz="2000" spc="30"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9CD7831A-6230-E0D3-0872-90D28563ADB8}"/>
              </a:ext>
            </a:extLst>
          </p:cNvPr>
          <p:cNvSpPr txBox="1"/>
          <p:nvPr/>
        </p:nvSpPr>
        <p:spPr>
          <a:xfrm>
            <a:off x="2765711" y="3814008"/>
            <a:ext cx="3844118" cy="1631216"/>
          </a:xfrm>
          <a:prstGeom prst="rect">
            <a:avLst/>
          </a:prstGeom>
          <a:noFill/>
          <a:ln>
            <a:solidFill>
              <a:srgbClr val="FF0000"/>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spcBef>
                <a:spcPct val="20000"/>
              </a:spcBef>
            </a:pPr>
            <a:r>
              <a:rPr lang="ar" sz="2000" spc="30">
                <a:latin typeface="Sakkal Majalla" panose="02000000000000000000" pitchFamily="2" charset="-78"/>
                <a:cs typeface="Sakkal Majalla" panose="02000000000000000000" pitchFamily="2" charset="-78"/>
              </a:rPr>
              <a:t>لماذا يشكِّل تحمل الالتزامات الضريبية للمعاملات الدولية عيبًا؟ ابحث في الالتزامات الضريبية في بلدك، والتي يتعين على الشركة دفعها لاستيراد البضائع أو تصديرها</a:t>
            </a:r>
            <a:endParaRPr lang="en-US" sz="2000" spc="30" dirty="0">
              <a:latin typeface="Sakkal Majalla" panose="02000000000000000000" pitchFamily="2" charset="-78"/>
              <a:cs typeface="Sakkal Majalla" panose="02000000000000000000" pitchFamily="2" charset="-78"/>
            </a:endParaRPr>
          </a:p>
          <a:p>
            <a:pPr rtl="1"/>
            <a:endParaRPr lang="en-US" sz="2000" spc="3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13994299"/>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1BBB-1A72-6EAB-684D-B2DC0CD21750}"/>
              </a:ext>
            </a:extLst>
          </p:cNvPr>
          <p:cNvSpPr>
            <a:spLocks noGrp="1"/>
          </p:cNvSpPr>
          <p:nvPr>
            <p:ph type="title"/>
          </p:nvPr>
        </p:nvSpPr>
        <p:spPr>
          <a:xfrm>
            <a:off x="605229" y="1115169"/>
            <a:ext cx="8229600" cy="863600"/>
          </a:xfrm>
        </p:spPr>
        <p:txBody>
          <a:bodyPr rtlCol="1"/>
          <a:lstStyle/>
          <a:p>
            <a:pPr rtl="1"/>
            <a:r>
              <a:rPr lang="ar" sz="2600"/>
              <a:t>مشكلات التوزيع والتنافس</a:t>
            </a:r>
          </a:p>
        </p:txBody>
      </p:sp>
      <p:sp>
        <p:nvSpPr>
          <p:cNvPr id="3" name="Content Placeholder 2">
            <a:extLst>
              <a:ext uri="{FF2B5EF4-FFF2-40B4-BE49-F238E27FC236}">
                <a16:creationId xmlns:a16="http://schemas.microsoft.com/office/drawing/2014/main" id="{8D0BA6BE-216C-50C9-0943-444DD985164D}"/>
              </a:ext>
            </a:extLst>
          </p:cNvPr>
          <p:cNvSpPr>
            <a:spLocks noGrp="1"/>
          </p:cNvSpPr>
          <p:nvPr>
            <p:ph sz="half" idx="2"/>
          </p:nvPr>
        </p:nvSpPr>
        <p:spPr>
          <a:xfrm>
            <a:off x="684981" y="1978769"/>
            <a:ext cx="7991475" cy="3609975"/>
          </a:xfrm>
        </p:spPr>
        <p:txBody>
          <a:bodyPr rtlCol="1"/>
          <a:lstStyle/>
          <a:p>
            <a:pPr marL="0" indent="0" rtl="1">
              <a:buNone/>
            </a:pPr>
            <a:r>
              <a:rPr lang="ar" sz="2200"/>
              <a:t>المشكلات التي قد تواجهها الشركة جراء التواجد عبر الإنترنت:</a:t>
            </a:r>
          </a:p>
          <a:p>
            <a:pPr marL="0" indent="0" rtl="1">
              <a:buNone/>
            </a:pPr>
            <a:endParaRPr lang="en-GB" sz="1600" dirty="0"/>
          </a:p>
          <a:p>
            <a:pPr rtl="1">
              <a:buSzPct val="85000"/>
            </a:pPr>
            <a:r>
              <a:rPr lang="ar" sz="2200" b="1"/>
              <a:t>التوزيع:</a:t>
            </a:r>
            <a:endParaRPr lang="en-GB" sz="2200" dirty="0"/>
          </a:p>
          <a:p>
            <a:pPr lvl="1" rtl="1">
              <a:buSzPct val="85000"/>
            </a:pPr>
            <a:r>
              <a:rPr lang="ar" sz="2200">
                <a:latin typeface="Sakkal Majalla" panose="02000000000000000000" pitchFamily="2" charset="-78"/>
              </a:rPr>
              <a:t>الحجم</a:t>
            </a:r>
            <a:endParaRPr lang="en-GB" sz="2200" dirty="0">
              <a:latin typeface="Sakkal Majalla" panose="02000000000000000000" pitchFamily="2" charset="-78"/>
            </a:endParaRPr>
          </a:p>
          <a:p>
            <a:pPr lvl="1" rtl="1">
              <a:buSzPct val="85000"/>
            </a:pPr>
            <a:r>
              <a:rPr lang="ar" sz="2200">
                <a:latin typeface="Sakkal Majalla" panose="02000000000000000000" pitchFamily="2" charset="-78"/>
              </a:rPr>
              <a:t>البضائع القابلة للكسر</a:t>
            </a:r>
            <a:endParaRPr lang="en-GB" sz="2200" dirty="0">
              <a:latin typeface="Sakkal Majalla" panose="02000000000000000000" pitchFamily="2" charset="-78"/>
            </a:endParaRPr>
          </a:p>
          <a:p>
            <a:pPr lvl="1" rtl="1">
              <a:buSzPct val="85000"/>
            </a:pPr>
            <a:r>
              <a:rPr lang="ar" sz="2200">
                <a:latin typeface="Sakkal Majalla" panose="02000000000000000000" pitchFamily="2" charset="-78"/>
              </a:rPr>
              <a:t>مشكلات إرجاع العميل للسلعة</a:t>
            </a:r>
            <a:endParaRPr lang="en-GB" sz="2200" dirty="0">
              <a:latin typeface="Sakkal Majalla" panose="02000000000000000000" pitchFamily="2" charset="-78"/>
            </a:endParaRPr>
          </a:p>
          <a:p>
            <a:pPr marL="0" indent="0" rtl="1">
              <a:buNone/>
            </a:pPr>
            <a:endParaRPr lang="en-GB" sz="1600" dirty="0"/>
          </a:p>
          <a:p>
            <a:pPr rtl="1">
              <a:buSzPct val="85000"/>
            </a:pPr>
            <a:r>
              <a:rPr lang="ar" sz="2200" b="1"/>
              <a:t>التنافس:</a:t>
            </a:r>
            <a:endParaRPr lang="en-GB" sz="2200" dirty="0"/>
          </a:p>
          <a:p>
            <a:pPr lvl="1" rtl="1">
              <a:buSzPct val="85000"/>
            </a:pPr>
            <a:r>
              <a:rPr lang="ar" sz="2200">
                <a:latin typeface="Sakkal Majalla" panose="02000000000000000000" pitchFamily="2" charset="-78"/>
              </a:rPr>
              <a:t>نتائج محرك البحث</a:t>
            </a:r>
            <a:endParaRPr lang="en-GB" sz="2200" dirty="0">
              <a:latin typeface="Sakkal Majalla" panose="02000000000000000000" pitchFamily="2" charset="-78"/>
            </a:endParaRPr>
          </a:p>
          <a:p>
            <a:pPr lvl="1" rtl="1">
              <a:buSzPct val="85000"/>
            </a:pPr>
            <a:r>
              <a:rPr lang="ar" sz="2200">
                <a:latin typeface="Sakkal Majalla" panose="02000000000000000000" pitchFamily="2" charset="-78"/>
              </a:rPr>
              <a:t>انخفاض الأسعار</a:t>
            </a:r>
            <a:endParaRPr lang="en-GB" sz="2200" dirty="0">
              <a:latin typeface="Sakkal Majalla" panose="02000000000000000000" pitchFamily="2" charset="-78"/>
            </a:endParaRPr>
          </a:p>
          <a:p>
            <a:pPr lvl="1" rtl="1">
              <a:buSzPct val="85000"/>
            </a:pPr>
            <a:r>
              <a:rPr lang="ar" sz="2200">
                <a:latin typeface="Sakkal Majalla" panose="02000000000000000000" pitchFamily="2" charset="-78"/>
              </a:rPr>
              <a:t>العروض الخاصة</a:t>
            </a:r>
            <a:endParaRPr lang="en-GB" sz="2200" dirty="0">
              <a:latin typeface="Sakkal Majalla" panose="02000000000000000000" pitchFamily="2" charset="-78"/>
            </a:endParaRPr>
          </a:p>
          <a:p>
            <a:pPr marL="0" indent="0" rtl="1">
              <a:buNone/>
            </a:pPr>
            <a:endParaRPr lang="en-GB" sz="2200" dirty="0"/>
          </a:p>
        </p:txBody>
      </p:sp>
    </p:spTree>
    <p:extLst>
      <p:ext uri="{BB962C8B-B14F-4D97-AF65-F5344CB8AC3E}">
        <p14:creationId xmlns:p14="http://schemas.microsoft.com/office/powerpoint/2010/main" val="383229121"/>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755D108-4B53-7924-5371-00F5C83C5D3A}"/>
              </a:ext>
            </a:extLst>
          </p:cNvPr>
          <p:cNvSpPr/>
          <p:nvPr/>
        </p:nvSpPr>
        <p:spPr>
          <a:xfrm>
            <a:off x="4799098" y="2573328"/>
            <a:ext cx="2987887" cy="1792732"/>
          </a:xfrm>
          <a:custGeom>
            <a:avLst/>
            <a:gdLst>
              <a:gd name="connsiteX0" fmla="*/ 0 w 2987887"/>
              <a:gd name="connsiteY0" fmla="*/ 0 h 1792732"/>
              <a:gd name="connsiteX1" fmla="*/ 2987887 w 2987887"/>
              <a:gd name="connsiteY1" fmla="*/ 0 h 1792732"/>
              <a:gd name="connsiteX2" fmla="*/ 2987887 w 2987887"/>
              <a:gd name="connsiteY2" fmla="*/ 1792732 h 1792732"/>
              <a:gd name="connsiteX3" fmla="*/ 0 w 2987887"/>
              <a:gd name="connsiteY3" fmla="*/ 1792732 h 1792732"/>
              <a:gd name="connsiteX4" fmla="*/ 0 w 2987887"/>
              <a:gd name="connsiteY4" fmla="*/ 0 h 1792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7887" h="1792732">
                <a:moveTo>
                  <a:pt x="0" y="0"/>
                </a:moveTo>
                <a:lnTo>
                  <a:pt x="2987887" y="0"/>
                </a:lnTo>
                <a:lnTo>
                  <a:pt x="2987887" y="1792732"/>
                </a:lnTo>
                <a:lnTo>
                  <a:pt x="0" y="1792732"/>
                </a:lnTo>
                <a:lnTo>
                  <a:pt x="0" y="0"/>
                </a:lnTo>
                <a:close/>
              </a:path>
            </a:pathLst>
          </a:cu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76200" tIns="76200" rIns="76200" bIns="76200" numCol="1" spcCol="1270" rtlCol="1" anchor="ctr" anchorCtr="0">
            <a:noAutofit/>
          </a:bodyPr>
          <a:lstStyle/>
          <a:p>
            <a:pPr marL="0" lvl="0" indent="0" algn="ctr" defTabSz="889000" rtl="1">
              <a:lnSpc>
                <a:spcPct val="110000"/>
              </a:lnSpc>
              <a:spcBef>
                <a:spcPct val="0"/>
              </a:spcBef>
              <a:spcAft>
                <a:spcPct val="35000"/>
              </a:spcAft>
              <a:buNone/>
            </a:pPr>
            <a:r>
              <a:rPr lang="ar" sz="2200" kern="1200">
                <a:solidFill>
                  <a:srgbClr val="2D2D8A">
                    <a:lumMod val="75000"/>
                  </a:srgbClr>
                </a:solidFill>
                <a:latin typeface="Sakkal Majalla" panose="02000000000000000000" pitchFamily="2" charset="-78"/>
                <a:cs typeface="Sakkal Majalla" panose="02000000000000000000" pitchFamily="2" charset="-78"/>
              </a:rPr>
              <a:t>ج1 تصميم موقع إلكتروني لتلبية احتياجات الشركة</a:t>
            </a:r>
            <a:endParaRPr lang="en-US" sz="2200" kern="1200" dirty="0">
              <a:solidFill>
                <a:srgbClr val="2D2D8A">
                  <a:lumMod val="75000"/>
                </a:srgbClr>
              </a:solidFill>
              <a:latin typeface="Sakkal Majalla" panose="02000000000000000000" pitchFamily="2" charset="-78"/>
              <a:cs typeface="Sakkal Majalla" panose="02000000000000000000" pitchFamily="2" charset="-78"/>
            </a:endParaRPr>
          </a:p>
        </p:txBody>
      </p:sp>
      <p:sp>
        <p:nvSpPr>
          <p:cNvPr id="7" name="Freeform: Shape 6">
            <a:extLst>
              <a:ext uri="{FF2B5EF4-FFF2-40B4-BE49-F238E27FC236}">
                <a16:creationId xmlns:a16="http://schemas.microsoft.com/office/drawing/2014/main" id="{A398665F-192B-B097-1D38-A978911ADAF2}"/>
              </a:ext>
            </a:extLst>
          </p:cNvPr>
          <p:cNvSpPr/>
          <p:nvPr/>
        </p:nvSpPr>
        <p:spPr>
          <a:xfrm>
            <a:off x="1506655" y="2581324"/>
            <a:ext cx="2987887" cy="1792732"/>
          </a:xfrm>
          <a:custGeom>
            <a:avLst/>
            <a:gdLst>
              <a:gd name="connsiteX0" fmla="*/ 0 w 2987887"/>
              <a:gd name="connsiteY0" fmla="*/ 0 h 1792732"/>
              <a:gd name="connsiteX1" fmla="*/ 2987887 w 2987887"/>
              <a:gd name="connsiteY1" fmla="*/ 0 h 1792732"/>
              <a:gd name="connsiteX2" fmla="*/ 2987887 w 2987887"/>
              <a:gd name="connsiteY2" fmla="*/ 1792732 h 1792732"/>
              <a:gd name="connsiteX3" fmla="*/ 0 w 2987887"/>
              <a:gd name="connsiteY3" fmla="*/ 1792732 h 1792732"/>
              <a:gd name="connsiteX4" fmla="*/ 0 w 2987887"/>
              <a:gd name="connsiteY4" fmla="*/ 0 h 1792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7887" h="1792732">
                <a:moveTo>
                  <a:pt x="0" y="0"/>
                </a:moveTo>
                <a:lnTo>
                  <a:pt x="2987887" y="0"/>
                </a:lnTo>
                <a:lnTo>
                  <a:pt x="2987887" y="1792732"/>
                </a:lnTo>
                <a:lnTo>
                  <a:pt x="0" y="1792732"/>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76200" tIns="76200" rIns="76200" bIns="76200" numCol="1" spcCol="1270" rtlCol="1" anchor="ctr" anchorCtr="0">
            <a:noAutofit/>
          </a:bodyPr>
          <a:lstStyle/>
          <a:p>
            <a:pPr marL="0" lvl="0" indent="0" algn="ctr" defTabSz="889000" rtl="1">
              <a:lnSpc>
                <a:spcPct val="110000"/>
              </a:lnSpc>
              <a:spcBef>
                <a:spcPct val="0"/>
              </a:spcBef>
              <a:spcAft>
                <a:spcPct val="35000"/>
              </a:spcAft>
              <a:buNone/>
            </a:pPr>
            <a:r>
              <a:rPr lang="ar" sz="2200" kern="1200">
                <a:solidFill>
                  <a:srgbClr val="2D2D8A">
                    <a:lumMod val="75000"/>
                  </a:srgbClr>
                </a:solidFill>
                <a:latin typeface="Sakkal Majalla" panose="02000000000000000000" pitchFamily="2" charset="-78"/>
                <a:cs typeface="Sakkal Majalla" panose="02000000000000000000" pitchFamily="2" charset="-78"/>
              </a:rPr>
              <a:t>ج2 تنسيق خصائص الموقع الإلكتروني</a:t>
            </a:r>
            <a:endParaRPr lang="en-US" sz="2200" kern="1200" dirty="0">
              <a:solidFill>
                <a:srgbClr val="2D2D8A">
                  <a:lumMod val="75000"/>
                </a:srgbClr>
              </a:solidFill>
              <a:latin typeface="Sakkal Majalla" panose="02000000000000000000" pitchFamily="2" charset="-78"/>
              <a:cs typeface="Sakkal Majalla" panose="02000000000000000000" pitchFamily="2" charset="-78"/>
            </a:endParaRPr>
          </a:p>
        </p:txBody>
      </p:sp>
      <p:sp>
        <p:nvSpPr>
          <p:cNvPr id="8" name="Freeform: Shape 7">
            <a:extLst>
              <a:ext uri="{FF2B5EF4-FFF2-40B4-BE49-F238E27FC236}">
                <a16:creationId xmlns:a16="http://schemas.microsoft.com/office/drawing/2014/main" id="{96BAEB9C-05B8-6FA8-67E1-2416CBED7F06}"/>
              </a:ext>
            </a:extLst>
          </p:cNvPr>
          <p:cNvSpPr/>
          <p:nvPr/>
        </p:nvSpPr>
        <p:spPr>
          <a:xfrm>
            <a:off x="3155760" y="4664850"/>
            <a:ext cx="2987887" cy="1792732"/>
          </a:xfrm>
          <a:custGeom>
            <a:avLst/>
            <a:gdLst>
              <a:gd name="connsiteX0" fmla="*/ 0 w 2987887"/>
              <a:gd name="connsiteY0" fmla="*/ 0 h 1792732"/>
              <a:gd name="connsiteX1" fmla="*/ 2987887 w 2987887"/>
              <a:gd name="connsiteY1" fmla="*/ 0 h 1792732"/>
              <a:gd name="connsiteX2" fmla="*/ 2987887 w 2987887"/>
              <a:gd name="connsiteY2" fmla="*/ 1792732 h 1792732"/>
              <a:gd name="connsiteX3" fmla="*/ 0 w 2987887"/>
              <a:gd name="connsiteY3" fmla="*/ 1792732 h 1792732"/>
              <a:gd name="connsiteX4" fmla="*/ 0 w 2987887"/>
              <a:gd name="connsiteY4" fmla="*/ 0 h 1792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7887" h="1792732">
                <a:moveTo>
                  <a:pt x="0" y="0"/>
                </a:moveTo>
                <a:lnTo>
                  <a:pt x="2987887" y="0"/>
                </a:lnTo>
                <a:lnTo>
                  <a:pt x="2987887" y="1792732"/>
                </a:lnTo>
                <a:lnTo>
                  <a:pt x="0" y="1792732"/>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76200" tIns="76200" rIns="76200" bIns="76200" numCol="1" spcCol="1270" rtlCol="1" anchor="ctr" anchorCtr="0">
            <a:noAutofit/>
          </a:bodyPr>
          <a:lstStyle/>
          <a:p>
            <a:pPr marL="0" lvl="0" indent="0" algn="ctr" defTabSz="889000" rtl="1">
              <a:lnSpc>
                <a:spcPct val="110000"/>
              </a:lnSpc>
              <a:spcBef>
                <a:spcPct val="0"/>
              </a:spcBef>
              <a:spcAft>
                <a:spcPct val="35000"/>
              </a:spcAft>
              <a:buNone/>
            </a:pPr>
            <a:r>
              <a:rPr lang="ar" sz="2200" kern="1200">
                <a:solidFill>
                  <a:srgbClr val="2D2D8A">
                    <a:lumMod val="75000"/>
                  </a:srgbClr>
                </a:solidFill>
                <a:latin typeface="Sakkal Majalla" panose="02000000000000000000" pitchFamily="2" charset="-78"/>
                <a:cs typeface="Sakkal Majalla" panose="02000000000000000000" pitchFamily="2" charset="-78"/>
              </a:rPr>
              <a:t>ج3 مراجعة مدى تلبية الموقع الإلكتروني لاحتياجات الشركات الصغيرة ومساعدته في تحقيق أهداف الشركة</a:t>
            </a:r>
            <a:endParaRPr lang="en-US" sz="2200" kern="1200" dirty="0">
              <a:solidFill>
                <a:srgbClr val="2D2D8A">
                  <a:lumMod val="75000"/>
                </a:srgbClr>
              </a:solidFill>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457200" y="1420942"/>
            <a:ext cx="8229600" cy="1130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25000" lnSpcReduction="20000"/>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12000" b="1">
                <a:solidFill>
                  <a:schemeClr val="tx2"/>
                </a:solidFill>
                <a:latin typeface="Sakkal Majalla" panose="02000000000000000000" pitchFamily="2" charset="-78"/>
                <a:cs typeface="Sakkal Majalla" panose="02000000000000000000" pitchFamily="2" charset="-78"/>
              </a:rPr>
              <a:t>هدف التعلم ج</a:t>
            </a:r>
          </a:p>
          <a:p>
            <a:pPr rtl="1">
              <a:lnSpc>
                <a:spcPct val="90000"/>
              </a:lnSpc>
              <a:spcAft>
                <a:spcPts val="600"/>
              </a:spcAft>
            </a:pPr>
            <a:endParaRPr lang="en-GB" altLang="en-US" sz="11200" dirty="0">
              <a:latin typeface="Sakkal Majalla" panose="02000000000000000000" pitchFamily="2" charset="-78"/>
              <a:cs typeface="Sakkal Majalla" panose="02000000000000000000" pitchFamily="2" charset="-78"/>
            </a:endParaRPr>
          </a:p>
          <a:p>
            <a:pPr rtl="1">
              <a:lnSpc>
                <a:spcPct val="90000"/>
              </a:lnSpc>
              <a:spcAft>
                <a:spcPts val="600"/>
              </a:spcAft>
            </a:pPr>
            <a:r>
              <a:rPr lang="ar" sz="10200">
                <a:latin typeface="Sakkal Majalla" panose="02000000000000000000" pitchFamily="2" charset="-78"/>
                <a:cs typeface="Sakkal Majalla" panose="02000000000000000000" pitchFamily="2" charset="-78"/>
              </a:rPr>
              <a:t>تصميم وتبرير لموقع إلكتروني لتلبية احتياجات الشركة</a:t>
            </a:r>
          </a:p>
          <a:p>
            <a:pPr algn="ctr" rtl="1">
              <a:lnSpc>
                <a:spcPct val="90000"/>
              </a:lnSpc>
              <a:spcAft>
                <a:spcPts val="600"/>
              </a:spcAft>
            </a:pPr>
            <a:endParaRPr lang="en-GB" altLang="en-US" sz="3400" b="1" dirty="0">
              <a:solidFill>
                <a:schemeClr val="tx2"/>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5490232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37A570-5CED-EC75-9F8D-78C454F44BA2}"/>
              </a:ext>
            </a:extLst>
          </p:cNvPr>
          <p:cNvSpPr>
            <a:spLocks noGrp="1"/>
          </p:cNvSpPr>
          <p:nvPr>
            <p:ph sz="half" idx="2"/>
          </p:nvPr>
        </p:nvSpPr>
        <p:spPr>
          <a:xfrm>
            <a:off x="345603" y="2060352"/>
            <a:ext cx="8459787" cy="3609975"/>
          </a:xfrm>
        </p:spPr>
        <p:txBody>
          <a:bodyPr rtlCol="1"/>
          <a:lstStyle/>
          <a:p>
            <a:pPr rtl="1">
              <a:lnSpc>
                <a:spcPct val="97000"/>
              </a:lnSpc>
              <a:buSzPct val="85000"/>
            </a:pPr>
            <a:r>
              <a:rPr lang="ar" sz="2000"/>
              <a:t>انتقل إلى ثلاثة مواقع إلكترونية مختلفة للبيع بالتجزئة من اختيارك:</a:t>
            </a:r>
          </a:p>
          <a:p>
            <a:pPr lvl="1" rtl="1">
              <a:lnSpc>
                <a:spcPct val="97000"/>
              </a:lnSpc>
              <a:buSzPct val="85000"/>
              <a:buFont typeface="Arial" panose="020B0604020202020204" pitchFamily="34" charset="0"/>
              <a:buChar char="•"/>
            </a:pPr>
            <a:r>
              <a:rPr lang="ar" sz="2000">
                <a:latin typeface="Sakkal Majalla" panose="02000000000000000000" pitchFamily="2" charset="-78"/>
              </a:rPr>
              <a:t>يمكن أن يكون أحدها لبائع بالتجزئة للمواد الغذائية</a:t>
            </a:r>
          </a:p>
          <a:p>
            <a:pPr lvl="1" rtl="1">
              <a:lnSpc>
                <a:spcPct val="97000"/>
              </a:lnSpc>
              <a:buSzPct val="85000"/>
              <a:buFont typeface="Arial" panose="020B0604020202020204" pitchFamily="34" charset="0"/>
              <a:buChar char="•"/>
            </a:pPr>
            <a:r>
              <a:rPr lang="ar" sz="2000">
                <a:latin typeface="Sakkal Majalla" panose="02000000000000000000" pitchFamily="2" charset="-78"/>
              </a:rPr>
              <a:t>يمكن أن يكون أحدها لبائع بالتجزئة للملابس</a:t>
            </a:r>
          </a:p>
          <a:p>
            <a:pPr lvl="1" rtl="1">
              <a:lnSpc>
                <a:spcPct val="97000"/>
              </a:lnSpc>
              <a:buSzPct val="85000"/>
              <a:buFont typeface="Arial" panose="020B0604020202020204" pitchFamily="34" charset="0"/>
              <a:buChar char="•"/>
            </a:pPr>
            <a:r>
              <a:rPr lang="ar" sz="2000">
                <a:latin typeface="Sakkal Majalla" panose="02000000000000000000" pitchFamily="2" charset="-78"/>
              </a:rPr>
              <a:t>يمكن أن يكون أحدها لبائع بالتجزئة للأجهزة التكنولوجية</a:t>
            </a:r>
          </a:p>
          <a:p>
            <a:pPr rtl="1">
              <a:lnSpc>
                <a:spcPct val="97000"/>
              </a:lnSpc>
              <a:buSzPct val="85000"/>
            </a:pPr>
            <a:r>
              <a:rPr lang="ar" sz="2000"/>
              <a:t>دوِّن الصفحات الإلكترونية المختلفة التي تمر بها لوضع منتج في عربة التسوق الخاصة بك في كل موقع من المواقع، على سبيل المثال:</a:t>
            </a:r>
          </a:p>
          <a:p>
            <a:pPr marL="0" indent="0" rtl="1">
              <a:lnSpc>
                <a:spcPct val="97000"/>
              </a:lnSpc>
              <a:buNone/>
            </a:pPr>
            <a:r>
              <a:rPr lang="ar" sz="2000" b="0" i="0" u="none" strike="noStrike"/>
              <a:t>	الصفحة الرئيسية &gt; صفحة العلامة التجارية &gt; صفحة نوع المنتج &gt; صفحة السلعة &gt; عربة التسوق &gt; 	السداد / الدفع- </a:t>
            </a:r>
            <a:r>
              <a:rPr lang="ar" sz="2000"/>
              <a:t>يُعرف هذا الأمر بمسار التنقل التفصيلي</a:t>
            </a:r>
          </a:p>
          <a:p>
            <a:pPr marL="0" indent="0" rtl="1">
              <a:lnSpc>
                <a:spcPct val="97000"/>
              </a:lnSpc>
              <a:buNone/>
            </a:pPr>
            <a:endParaRPr lang="en-US" sz="2000" b="0" i="0" u="none" strike="noStrike" baseline="0" dirty="0">
              <a:latin typeface="OpenSans"/>
            </a:endParaRPr>
          </a:p>
          <a:p>
            <a:pPr rtl="1">
              <a:lnSpc>
                <a:spcPct val="97000"/>
              </a:lnSpc>
            </a:pPr>
            <a:endParaRPr lang="en-GB" dirty="0"/>
          </a:p>
        </p:txBody>
      </p:sp>
      <p:sp>
        <p:nvSpPr>
          <p:cNvPr id="5" name="Title 1">
            <a:extLst>
              <a:ext uri="{FF2B5EF4-FFF2-40B4-BE49-F238E27FC236}">
                <a16:creationId xmlns:a16="http://schemas.microsoft.com/office/drawing/2014/main" id="{B1CB0D09-03E2-D61B-AA0A-5E76A2481A21}"/>
              </a:ext>
            </a:extLst>
          </p:cNvPr>
          <p:cNvSpPr txBox="1">
            <a:spLocks/>
          </p:cNvSpPr>
          <p:nvPr/>
        </p:nvSpPr>
        <p:spPr bwMode="auto">
          <a:xfrm>
            <a:off x="575790" y="1124744"/>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a:latin typeface="Sakkal Majalla" panose="02000000000000000000" pitchFamily="2" charset="-78"/>
                <a:cs typeface="Sakkal Majalla" panose="02000000000000000000" pitchFamily="2" charset="-78"/>
              </a:rPr>
              <a:t>تنسيق صفحة إلكترونية</a:t>
            </a:r>
          </a:p>
        </p:txBody>
      </p:sp>
      <p:grpSp>
        <p:nvGrpSpPr>
          <p:cNvPr id="6" name="Group 5">
            <a:extLst>
              <a:ext uri="{FF2B5EF4-FFF2-40B4-BE49-F238E27FC236}">
                <a16:creationId xmlns:a16="http://schemas.microsoft.com/office/drawing/2014/main" id="{18F94728-5BE7-14A7-05D4-357796BE1AC1}"/>
              </a:ext>
            </a:extLst>
          </p:cNvPr>
          <p:cNvGrpSpPr/>
          <p:nvPr/>
        </p:nvGrpSpPr>
        <p:grpSpPr>
          <a:xfrm>
            <a:off x="2153153" y="4868950"/>
            <a:ext cx="2208909" cy="1585632"/>
            <a:chOff x="0" y="353532"/>
            <a:chExt cx="2564804" cy="1538882"/>
          </a:xfrm>
        </p:grpSpPr>
        <p:sp>
          <p:nvSpPr>
            <p:cNvPr id="7" name="Rectangle 6">
              <a:extLst>
                <a:ext uri="{FF2B5EF4-FFF2-40B4-BE49-F238E27FC236}">
                  <a16:creationId xmlns:a16="http://schemas.microsoft.com/office/drawing/2014/main" id="{4702CFD6-7E43-AC8F-8775-76F2BD492AE7}"/>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8" name="TextBox 7">
              <a:extLst>
                <a:ext uri="{FF2B5EF4-FFF2-40B4-BE49-F238E27FC236}">
                  <a16:creationId xmlns:a16="http://schemas.microsoft.com/office/drawing/2014/main" id="{9EA7287F-C95A-6AB9-6C33-F36729AE788E}"/>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lnSpc>
                  <a:spcPct val="110000"/>
                </a:lnSpc>
              </a:pPr>
              <a:r>
                <a:rPr lang="ar" sz="2000">
                  <a:solidFill>
                    <a:srgbClr val="7030A0"/>
                  </a:solidFill>
                  <a:latin typeface="Sakkal Majalla" panose="02000000000000000000" pitchFamily="2" charset="-78"/>
                  <a:cs typeface="Sakkal Majalla" panose="02000000000000000000" pitchFamily="2" charset="-78"/>
                </a:rPr>
                <a:t>كيف تختلف مسارات </a:t>
              </a:r>
              <a:br>
                <a:rPr lang="ar-EG" sz="2000">
                  <a:solidFill>
                    <a:srgbClr val="7030A0"/>
                  </a:solidFill>
                  <a:latin typeface="Sakkal Majalla" panose="02000000000000000000" pitchFamily="2" charset="-78"/>
                  <a:cs typeface="Sakkal Majalla" panose="02000000000000000000" pitchFamily="2" charset="-78"/>
                </a:rPr>
              </a:br>
              <a:r>
                <a:rPr lang="ar" sz="2000">
                  <a:solidFill>
                    <a:srgbClr val="7030A0"/>
                  </a:solidFill>
                  <a:latin typeface="Sakkal Majalla" panose="02000000000000000000" pitchFamily="2" charset="-78"/>
                  <a:cs typeface="Sakkal Majalla" panose="02000000000000000000" pitchFamily="2" charset="-78"/>
                </a:rPr>
                <a:t>التنقل التفصيلية في المواقع الثلاثة المختلفة؟</a:t>
              </a:r>
            </a:p>
          </p:txBody>
        </p:sp>
      </p:grpSp>
      <p:grpSp>
        <p:nvGrpSpPr>
          <p:cNvPr id="9" name="Group 8">
            <a:extLst>
              <a:ext uri="{FF2B5EF4-FFF2-40B4-BE49-F238E27FC236}">
                <a16:creationId xmlns:a16="http://schemas.microsoft.com/office/drawing/2014/main" id="{C55F04DA-C286-963C-7E97-03F37CB68A08}"/>
              </a:ext>
            </a:extLst>
          </p:cNvPr>
          <p:cNvGrpSpPr/>
          <p:nvPr/>
        </p:nvGrpSpPr>
        <p:grpSpPr>
          <a:xfrm>
            <a:off x="4781936" y="4869160"/>
            <a:ext cx="2208909" cy="1585632"/>
            <a:chOff x="0" y="353532"/>
            <a:chExt cx="2564804" cy="1538882"/>
          </a:xfrm>
        </p:grpSpPr>
        <p:sp>
          <p:nvSpPr>
            <p:cNvPr id="10" name="Rectangle 9">
              <a:extLst>
                <a:ext uri="{FF2B5EF4-FFF2-40B4-BE49-F238E27FC236}">
                  <a16:creationId xmlns:a16="http://schemas.microsoft.com/office/drawing/2014/main" id="{A7D529D2-CEA8-642E-B46E-6FF566D3F0A6}"/>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11" name="TextBox 10">
              <a:extLst>
                <a:ext uri="{FF2B5EF4-FFF2-40B4-BE49-F238E27FC236}">
                  <a16:creationId xmlns:a16="http://schemas.microsoft.com/office/drawing/2014/main" id="{2B22A66E-327D-D95B-6677-02245CFA3F00}"/>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lnSpc>
                  <a:spcPct val="110000"/>
                </a:lnSpc>
              </a:pPr>
              <a:r>
                <a:rPr lang="ar" sz="2000">
                  <a:solidFill>
                    <a:srgbClr val="7030A0"/>
                  </a:solidFill>
                  <a:latin typeface="Sakkal Majalla" panose="02000000000000000000" pitchFamily="2" charset="-78"/>
                  <a:cs typeface="Sakkal Majalla" panose="02000000000000000000" pitchFamily="2" charset="-78"/>
                </a:rPr>
                <a:t>ما هي فوائد كل مسار من مسارات التنقل التفصيلية على المواقع الثلاثة المختلفة؟</a:t>
              </a:r>
            </a:p>
          </p:txBody>
        </p:sp>
      </p:grpSp>
    </p:spTree>
    <p:extLst>
      <p:ext uri="{BB962C8B-B14F-4D97-AF65-F5344CB8AC3E}">
        <p14:creationId xmlns:p14="http://schemas.microsoft.com/office/powerpoint/2010/main" val="998993011"/>
      </p:ext>
    </p:extLst>
  </p:cSld>
  <p:clrMapOvr>
    <a:masterClrMapping/>
  </p:clrMapOvr>
  <p:transition>
    <p:sndAc>
      <p:stSnd>
        <p:snd r:embed="rId2"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77F4-8BF7-13DD-E7C8-6EFCED572631}"/>
              </a:ext>
            </a:extLst>
          </p:cNvPr>
          <p:cNvSpPr>
            <a:spLocks noGrp="1"/>
          </p:cNvSpPr>
          <p:nvPr>
            <p:ph type="title"/>
          </p:nvPr>
        </p:nvSpPr>
        <p:spPr>
          <a:xfrm>
            <a:off x="457201" y="992044"/>
            <a:ext cx="8229600" cy="863600"/>
          </a:xfrm>
        </p:spPr>
        <p:txBody>
          <a:bodyPr rtlCol="1"/>
          <a:lstStyle/>
          <a:p>
            <a:pPr rtl="1"/>
            <a:r>
              <a:rPr lang="ar" sz="4000"/>
              <a:t>HTML</a:t>
            </a:r>
          </a:p>
        </p:txBody>
      </p:sp>
      <p:graphicFrame>
        <p:nvGraphicFramePr>
          <p:cNvPr id="7" name="Table 7">
            <a:extLst>
              <a:ext uri="{FF2B5EF4-FFF2-40B4-BE49-F238E27FC236}">
                <a16:creationId xmlns:a16="http://schemas.microsoft.com/office/drawing/2014/main" id="{43B5EE0C-A6B4-6D9B-36C1-F69D53DAA89F}"/>
              </a:ext>
            </a:extLst>
          </p:cNvPr>
          <p:cNvGraphicFramePr>
            <a:graphicFrameLocks noGrp="1"/>
          </p:cNvGraphicFramePr>
          <p:nvPr>
            <p:extLst>
              <p:ext uri="{D42A27DB-BD31-4B8C-83A1-F6EECF244321}">
                <p14:modId xmlns:p14="http://schemas.microsoft.com/office/powerpoint/2010/main" val="2420277040"/>
              </p:ext>
            </p:extLst>
          </p:nvPr>
        </p:nvGraphicFramePr>
        <p:xfrm>
          <a:off x="1004823" y="1789720"/>
          <a:ext cx="7134355" cy="3609623"/>
        </p:xfrm>
        <a:graphic>
          <a:graphicData uri="http://schemas.openxmlformats.org/drawingml/2006/table">
            <a:tbl>
              <a:tblPr rtl="1" firstRow="1" bandRow="1">
                <a:tableStyleId>{5C22544A-7EE6-4342-B048-85BDC9FD1C3A}</a:tableStyleId>
              </a:tblPr>
              <a:tblGrid>
                <a:gridCol w="2472494">
                  <a:extLst>
                    <a:ext uri="{9D8B030D-6E8A-4147-A177-3AD203B41FA5}">
                      <a16:colId xmlns:a16="http://schemas.microsoft.com/office/drawing/2014/main" val="3128589744"/>
                    </a:ext>
                  </a:extLst>
                </a:gridCol>
                <a:gridCol w="4661861">
                  <a:extLst>
                    <a:ext uri="{9D8B030D-6E8A-4147-A177-3AD203B41FA5}">
                      <a16:colId xmlns:a16="http://schemas.microsoft.com/office/drawing/2014/main" val="827342262"/>
                    </a:ext>
                  </a:extLst>
                </a:gridCol>
              </a:tblGrid>
              <a:tr h="295683">
                <a:tc>
                  <a:txBody>
                    <a:bodyPr/>
                    <a:lstStyle/>
                    <a:p>
                      <a:pPr rtl="1"/>
                      <a:r>
                        <a:rPr lang="ar" sz="1800" spc="-20" baseline="0">
                          <a:solidFill>
                            <a:schemeClr val="tx1"/>
                          </a:solidFill>
                          <a:latin typeface="Sakkal Majalla" panose="02000000000000000000" pitchFamily="2" charset="-78"/>
                          <a:cs typeface="Sakkal Majalla" panose="02000000000000000000" pitchFamily="2" charset="-78"/>
                        </a:rPr>
                        <a:t>وسم لغة ترميز النص الفائق HTML</a:t>
                      </a:r>
                    </a:p>
                  </a:txBody>
                  <a:tcPr>
                    <a:solidFill>
                      <a:schemeClr val="accent2">
                        <a:lumMod val="20000"/>
                        <a:lumOff val="80000"/>
                      </a:schemeClr>
                    </a:solidFill>
                  </a:tcPr>
                </a:tc>
                <a:tc>
                  <a:txBody>
                    <a:bodyPr/>
                    <a:lstStyle/>
                    <a:p>
                      <a:pPr rtl="1"/>
                      <a:r>
                        <a:rPr lang="ar" sz="1800">
                          <a:solidFill>
                            <a:schemeClr val="tx1"/>
                          </a:solidFill>
                          <a:latin typeface="Sakkal Majalla" panose="02000000000000000000" pitchFamily="2" charset="-78"/>
                          <a:cs typeface="Sakkal Majalla" panose="02000000000000000000" pitchFamily="2" charset="-78"/>
                        </a:rPr>
                        <a:t>ماذا يعنى؟</a:t>
                      </a:r>
                    </a:p>
                  </a:txBody>
                  <a:tcPr>
                    <a:solidFill>
                      <a:schemeClr val="accent2">
                        <a:lumMod val="20000"/>
                        <a:lumOff val="80000"/>
                      </a:schemeClr>
                    </a:solidFill>
                  </a:tcPr>
                </a:tc>
                <a:extLst>
                  <a:ext uri="{0D108BD9-81ED-4DB2-BD59-A6C34878D82A}">
                    <a16:rowId xmlns:a16="http://schemas.microsoft.com/office/drawing/2014/main" val="1996827086"/>
                  </a:ext>
                </a:extLst>
              </a:tr>
              <a:tr h="349499">
                <a:tc>
                  <a:txBody>
                    <a:bodyPr/>
                    <a:lstStyle/>
                    <a:p>
                      <a:pPr algn="ctr" rtl="1">
                        <a:lnSpc>
                          <a:spcPct val="90000"/>
                        </a:lnSpc>
                      </a:pPr>
                      <a:r>
                        <a:rPr lang="ar" sz="1600">
                          <a:solidFill>
                            <a:schemeClr val="tx1"/>
                          </a:solidFill>
                          <a:latin typeface="Sakkal Majalla" panose="02000000000000000000" pitchFamily="2" charset="-78"/>
                          <a:cs typeface="Sakkal Majalla" panose="02000000000000000000" pitchFamily="2" charset="-78"/>
                        </a:rPr>
                        <a:t>&lt; &gt;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الأقواس اللازمة لوضعها حول كود HTML</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4272032122"/>
                  </a:ext>
                </a:extLst>
              </a:tr>
              <a:tr h="295683">
                <a:tc>
                  <a:txBody>
                    <a:bodyPr/>
                    <a:lstStyle/>
                    <a:p>
                      <a:pPr algn="ctr" rtl="1">
                        <a:lnSpc>
                          <a:spcPct val="90000"/>
                        </a:lnSpc>
                      </a:pPr>
                      <a:r>
                        <a:rPr lang="ar" sz="1600">
                          <a:solidFill>
                            <a:schemeClr val="tx1"/>
                          </a:solidFill>
                          <a:latin typeface="Sakkal Majalla" panose="02000000000000000000" pitchFamily="2" charset="-78"/>
                          <a:cs typeface="Sakkal Majalla" panose="02000000000000000000" pitchFamily="2" charset="-78"/>
                        </a:rPr>
                        <a: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إنهاء إجراء </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6136687"/>
                  </a:ext>
                </a:extLst>
              </a:tr>
              <a:tr h="295683">
                <a:tc>
                  <a:txBody>
                    <a:bodyPr/>
                    <a:lstStyle/>
                    <a:p>
                      <a:pPr algn="ctr" rtl="1">
                        <a:lnSpc>
                          <a:spcPct val="90000"/>
                        </a:lnSpc>
                      </a:pPr>
                      <a:r>
                        <a:rPr lang="ar" sz="1600">
                          <a:solidFill>
                            <a:schemeClr val="tx1"/>
                          </a:solidFill>
                          <a:latin typeface="Sakkal Majalla" panose="02000000000000000000" pitchFamily="2" charset="-78"/>
                          <a:cs typeface="Sakkal Majalla" panose="02000000000000000000" pitchFamily="2" charset="-78"/>
                        </a:rPr>
                        <a:t>&lt;HTML&gt;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يُستخدم لبدء وثيقة HTML </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344918081"/>
                  </a:ext>
                </a:extLst>
              </a:tr>
              <a:tr h="295683">
                <a:tc>
                  <a:txBody>
                    <a:bodyPr/>
                    <a:lstStyle/>
                    <a:p>
                      <a:pPr algn="ctr" rtl="1">
                        <a:lnSpc>
                          <a:spcPct val="90000"/>
                        </a:lnSpc>
                      </a:pPr>
                      <a:r>
                        <a:rPr lang="ar" sz="1600">
                          <a:solidFill>
                            <a:schemeClr val="tx1"/>
                          </a:solidFill>
                          <a:latin typeface="Sakkal Majalla" panose="02000000000000000000" pitchFamily="2" charset="-78"/>
                          <a:cs typeface="Sakkal Majalla" panose="02000000000000000000" pitchFamily="2" charset="-78"/>
                        </a:rPr>
                        <a:t>&lt;TITLE&gt;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يُستخدم لعنوان الصفحة الإلكترونية </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1915955356"/>
                  </a:ext>
                </a:extLst>
              </a:tr>
              <a:tr h="295683">
                <a:tc>
                  <a:txBody>
                    <a:bodyPr/>
                    <a:lstStyle/>
                    <a:p>
                      <a:pPr algn="ctr" rtl="1">
                        <a:lnSpc>
                          <a:spcPct val="90000"/>
                        </a:lnSpc>
                      </a:pPr>
                      <a:r>
                        <a:rPr lang="en-US" sz="1600" noProof="0">
                          <a:solidFill>
                            <a:schemeClr val="tx1"/>
                          </a:solidFill>
                          <a:latin typeface="Sakkal Majalla" panose="02000000000000000000" pitchFamily="2" charset="-78"/>
                          <a:cs typeface="Sakkal Majalla" panose="02000000000000000000" pitchFamily="2" charset="-78"/>
                        </a:rPr>
                        <a:t>&lt;/TITLE&gt;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يُستخدم لإنهاء عنوان الصفحة الإلكترونية </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648654423"/>
                  </a:ext>
                </a:extLst>
              </a:tr>
              <a:tr h="330774">
                <a:tc>
                  <a:txBody>
                    <a:bodyPr/>
                    <a:lstStyle/>
                    <a:p>
                      <a:pPr algn="ctr" rtl="1">
                        <a:lnSpc>
                          <a:spcPct val="90000"/>
                        </a:lnSpc>
                      </a:pPr>
                      <a:r>
                        <a:rPr lang="ar" sz="1600">
                          <a:solidFill>
                            <a:schemeClr val="tx1"/>
                          </a:solidFill>
                          <a:latin typeface="Sakkal Majalla" panose="02000000000000000000" pitchFamily="2" charset="-78"/>
                          <a:cs typeface="Sakkal Majalla" panose="02000000000000000000" pitchFamily="2" charset="-78"/>
                        </a:rPr>
                        <a:t>&lt;HEAD&gt;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يُستخدم لتقديم معلومات عن الصفحة الإلكترونية </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09677948"/>
                  </a:ext>
                </a:extLst>
              </a:tr>
              <a:tr h="295683">
                <a:tc>
                  <a:txBody>
                    <a:bodyPr/>
                    <a:lstStyle/>
                    <a:p>
                      <a:pPr algn="ctr" rtl="1">
                        <a:lnSpc>
                          <a:spcPct val="90000"/>
                        </a:lnSpc>
                      </a:pPr>
                      <a:r>
                        <a:rPr lang="ar" sz="1600">
                          <a:solidFill>
                            <a:schemeClr val="tx1"/>
                          </a:solidFill>
                          <a:latin typeface="Sakkal Majalla" panose="02000000000000000000" pitchFamily="2" charset="-78"/>
                          <a:cs typeface="Sakkal Majalla" panose="02000000000000000000" pitchFamily="2" charset="-78"/>
                        </a:rPr>
                        <a:t>&lt;P&gt;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فقرة جديدة </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072034899"/>
                  </a:ext>
                </a:extLst>
              </a:tr>
              <a:tr h="344646">
                <a:tc>
                  <a:txBody>
                    <a:bodyPr/>
                    <a:lstStyle/>
                    <a:p>
                      <a:pPr algn="ctr" rtl="1">
                        <a:lnSpc>
                          <a:spcPct val="90000"/>
                        </a:lnSpc>
                      </a:pPr>
                      <a:r>
                        <a:rPr lang="ar" sz="1600">
                          <a:solidFill>
                            <a:schemeClr val="tx1"/>
                          </a:solidFill>
                          <a:latin typeface="Sakkal Majalla" panose="02000000000000000000" pitchFamily="2" charset="-78"/>
                          <a:cs typeface="Sakkal Majalla" panose="02000000000000000000" pitchFamily="2" charset="-78"/>
                        </a:rPr>
                        <a:t>&lt;BODY&gt;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بدء متن النص في إحدى الفقرات</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743278157"/>
                  </a:ext>
                </a:extLst>
              </a:tr>
              <a:tr h="295683">
                <a:tc>
                  <a:txBody>
                    <a:bodyPr/>
                    <a:lstStyle/>
                    <a:p>
                      <a:pPr marL="0" marR="0" lvl="0" indent="0" algn="ctr" defTabSz="914400" rtl="1" eaLnBrk="1" fontAlgn="auto" latinLnBrk="0" hangingPunct="1">
                        <a:lnSpc>
                          <a:spcPct val="90000"/>
                        </a:lnSpc>
                        <a:spcBef>
                          <a:spcPts val="0"/>
                        </a:spcBef>
                        <a:spcAft>
                          <a:spcPts val="0"/>
                        </a:spcAft>
                        <a:buClrTx/>
                        <a:buSzTx/>
                        <a:buFontTx/>
                        <a:buNone/>
                        <a:tabLst/>
                        <a:defRPr/>
                      </a:pPr>
                      <a:r>
                        <a:rPr lang="en-US" sz="1600" noProof="0">
                          <a:solidFill>
                            <a:schemeClr val="tx1"/>
                          </a:solidFill>
                          <a:latin typeface="Sakkal Majalla" panose="02000000000000000000" pitchFamily="2" charset="-78"/>
                          <a:cs typeface="Sakkal Majalla" panose="02000000000000000000" pitchFamily="2" charset="-78"/>
                        </a:rPr>
                        <a:t>&lt;/P&gt;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نهاية فقرة</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3793222323"/>
                  </a:ext>
                </a:extLst>
              </a:tr>
              <a:tr h="295683">
                <a:tc>
                  <a:txBody>
                    <a:bodyPr/>
                    <a:lstStyle/>
                    <a:p>
                      <a:pPr algn="ctr" rtl="1">
                        <a:lnSpc>
                          <a:spcPct val="90000"/>
                        </a:lnSpc>
                      </a:pPr>
                      <a:r>
                        <a:rPr lang="ar" sz="1600">
                          <a:solidFill>
                            <a:schemeClr val="tx1"/>
                          </a:solidFill>
                          <a:latin typeface="Sakkal Majalla" panose="02000000000000000000" pitchFamily="2" charset="-78"/>
                          <a:cs typeface="Sakkal Majalla" panose="02000000000000000000" pitchFamily="2" charset="-78"/>
                        </a:rPr>
                        <a:t>&lt;CENTRE&gt;</a:t>
                      </a:r>
                    </a:p>
                  </a:txBody>
                  <a:tcPr>
                    <a:solidFill>
                      <a:schemeClr val="accent2">
                        <a:lumMod val="20000"/>
                        <a:lumOff val="80000"/>
                      </a:schemeClr>
                    </a:solidFill>
                  </a:tcPr>
                </a:tc>
                <a:tc>
                  <a:txBody>
                    <a:bodyPr/>
                    <a:lstStyle/>
                    <a:p>
                      <a:pPr rtl="1">
                        <a:lnSpc>
                          <a:spcPct val="90000"/>
                        </a:lnSpc>
                      </a:pPr>
                      <a:r>
                        <a:rPr lang="ar" sz="1600" b="0" i="0" kern="1200">
                          <a:solidFill>
                            <a:schemeClr val="dk1"/>
                          </a:solidFill>
                          <a:effectLst/>
                          <a:latin typeface="Sakkal Majalla" panose="02000000000000000000" pitchFamily="2" charset="-78"/>
                          <a:ea typeface="+mn-ea"/>
                          <a:cs typeface="Sakkal Majalla" panose="02000000000000000000" pitchFamily="2" charset="-78"/>
                        </a:rPr>
                        <a:t>توسيط النص / الكائنات</a:t>
                      </a:r>
                      <a:endParaRPr lang="en-GB" sz="1600" dirty="0">
                        <a:solidFill>
                          <a:schemeClr val="tx1"/>
                        </a:solidFill>
                        <a:latin typeface="Sakkal Majalla" panose="02000000000000000000" pitchFamily="2" charset="-78"/>
                        <a:cs typeface="Sakkal Majalla" panose="02000000000000000000" pitchFamily="2" charset="-78"/>
                      </a:endParaRPr>
                    </a:p>
                  </a:txBody>
                  <a:tcPr>
                    <a:solidFill>
                      <a:schemeClr val="accent2">
                        <a:lumMod val="20000"/>
                        <a:lumOff val="80000"/>
                      </a:schemeClr>
                    </a:solidFill>
                  </a:tcPr>
                </a:tc>
                <a:extLst>
                  <a:ext uri="{0D108BD9-81ED-4DB2-BD59-A6C34878D82A}">
                    <a16:rowId xmlns:a16="http://schemas.microsoft.com/office/drawing/2014/main" val="1888847968"/>
                  </a:ext>
                </a:extLst>
              </a:tr>
            </a:tbl>
          </a:graphicData>
        </a:graphic>
      </p:graphicFrame>
      <p:grpSp>
        <p:nvGrpSpPr>
          <p:cNvPr id="3" name="Group 2">
            <a:extLst>
              <a:ext uri="{FF2B5EF4-FFF2-40B4-BE49-F238E27FC236}">
                <a16:creationId xmlns:a16="http://schemas.microsoft.com/office/drawing/2014/main" id="{76DD41AA-7BFF-6961-B60A-496E2C5073B9}"/>
              </a:ext>
            </a:extLst>
          </p:cNvPr>
          <p:cNvGrpSpPr/>
          <p:nvPr/>
        </p:nvGrpSpPr>
        <p:grpSpPr>
          <a:xfrm flipH="1">
            <a:off x="1966731" y="5589240"/>
            <a:ext cx="5197557" cy="1041027"/>
            <a:chOff x="0" y="353532"/>
            <a:chExt cx="2564804" cy="1565997"/>
          </a:xfrm>
        </p:grpSpPr>
        <p:sp>
          <p:nvSpPr>
            <p:cNvPr id="5" name="Rectangle 4">
              <a:extLst>
                <a:ext uri="{FF2B5EF4-FFF2-40B4-BE49-F238E27FC236}">
                  <a16:creationId xmlns:a16="http://schemas.microsoft.com/office/drawing/2014/main" id="{B1033AB7-EF6E-0FA8-8D50-024AE5401101}"/>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6" name="TextBox 5">
              <a:extLst>
                <a:ext uri="{FF2B5EF4-FFF2-40B4-BE49-F238E27FC236}">
                  <a16:creationId xmlns:a16="http://schemas.microsoft.com/office/drawing/2014/main" id="{4ADF3F01-DAAB-DDFA-CC4B-6BC1BDCD6EB1}"/>
                </a:ext>
              </a:extLst>
            </p:cNvPr>
            <p:cNvSpPr txBox="1"/>
            <p:nvPr/>
          </p:nvSpPr>
          <p:spPr>
            <a:xfrm>
              <a:off x="162185" y="380647"/>
              <a:ext cx="2325147"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a:solidFill>
                    <a:srgbClr val="7030A0"/>
                  </a:solidFill>
                  <a:latin typeface="Sakkal Majalla" panose="02000000000000000000" pitchFamily="2" charset="-78"/>
                  <a:cs typeface="Sakkal Majalla" panose="02000000000000000000" pitchFamily="2" charset="-78"/>
                </a:rPr>
                <a:t>اعرض كود لغة ترميز النص الفائق للمواقع الإلكترونية الثلاثة للبيع بالتجزئة من الشريحة السابقة من خلال النقر بزر الفأرة الأيمن واختيار "مصدر الصفحة". </a:t>
              </a:r>
            </a:p>
          </p:txBody>
        </p:sp>
      </p:grpSp>
    </p:spTree>
    <p:extLst>
      <p:ext uri="{BB962C8B-B14F-4D97-AF65-F5344CB8AC3E}">
        <p14:creationId xmlns:p14="http://schemas.microsoft.com/office/powerpoint/2010/main" val="1493017650"/>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88864-770D-F056-30F2-CDF735AB2A5D}"/>
              </a:ext>
            </a:extLst>
          </p:cNvPr>
          <p:cNvSpPr>
            <a:spLocks noGrp="1"/>
          </p:cNvSpPr>
          <p:nvPr>
            <p:ph type="title"/>
          </p:nvPr>
        </p:nvSpPr>
        <p:spPr>
          <a:xfrm>
            <a:off x="457200" y="1276802"/>
            <a:ext cx="8229600" cy="863600"/>
          </a:xfrm>
        </p:spPr>
        <p:txBody>
          <a:bodyPr rtlCol="1"/>
          <a:lstStyle/>
          <a:p>
            <a:pPr rtl="1"/>
            <a:r>
              <a:rPr lang="ar" sz="3800"/>
              <a:t>امتدادات الملفات</a:t>
            </a:r>
          </a:p>
        </p:txBody>
      </p:sp>
      <p:sp>
        <p:nvSpPr>
          <p:cNvPr id="3" name="Content Placeholder 2">
            <a:extLst>
              <a:ext uri="{FF2B5EF4-FFF2-40B4-BE49-F238E27FC236}">
                <a16:creationId xmlns:a16="http://schemas.microsoft.com/office/drawing/2014/main" id="{ED3F502D-FBCA-1168-F463-FE475C5C8E37}"/>
              </a:ext>
            </a:extLst>
          </p:cNvPr>
          <p:cNvSpPr>
            <a:spLocks noGrp="1"/>
          </p:cNvSpPr>
          <p:nvPr>
            <p:ph sz="half" idx="2"/>
          </p:nvPr>
        </p:nvSpPr>
        <p:spPr>
          <a:xfrm>
            <a:off x="2267744" y="2140402"/>
            <a:ext cx="6274878" cy="3240360"/>
          </a:xfrm>
        </p:spPr>
        <p:txBody>
          <a:bodyPr rtlCol="1"/>
          <a:lstStyle/>
          <a:p>
            <a:pPr rtl="1" fontAlgn="base">
              <a:lnSpc>
                <a:spcPct val="110000"/>
              </a:lnSpc>
              <a:buSzPct val="85000"/>
            </a:pPr>
            <a:r>
              <a:rPr lang="ar" sz="2600" b="0" i="0">
                <a:effectLst/>
              </a:rPr>
              <a:t>غالبًا ما يجمع الموقع الإلكتروني بين الكثير من أنواع الملفات المختلفة من مصادر متنوعة مثل: الرسومات، والأصوات، والموسيقى، ومقاطع الفيديو، والرسوم المتحركة. </a:t>
            </a:r>
          </a:p>
          <a:p>
            <a:pPr rtl="1" fontAlgn="base">
              <a:lnSpc>
                <a:spcPct val="110000"/>
              </a:lnSpc>
              <a:buSzPct val="85000"/>
            </a:pPr>
            <a:r>
              <a:rPr lang="ar" sz="2600" b="0" i="0">
                <a:effectLst/>
              </a:rPr>
              <a:t>تتعرف لغة ترميز النص الفائق على نوع الملف من امتداده. </a:t>
            </a:r>
          </a:p>
          <a:p>
            <a:pPr rtl="1" fontAlgn="base">
              <a:lnSpc>
                <a:spcPct val="110000"/>
              </a:lnSpc>
              <a:buSzPct val="85000"/>
            </a:pPr>
            <a:r>
              <a:rPr lang="ar" sz="2600"/>
              <a:t>يمكن أن تكون الرسومات عبارة عن صور فوتوغرافية:</a:t>
            </a:r>
            <a:br>
              <a:rPr lang="ar-EG" sz="2600"/>
            </a:br>
            <a:r>
              <a:rPr lang="en-US" sz="2600"/>
              <a:t>.jpg</a:t>
            </a:r>
            <a:r>
              <a:rPr lang="ar" sz="2600" dirty="0"/>
              <a:t> أو رسم</a:t>
            </a:r>
            <a:r>
              <a:rPr lang="ar" sz="2600"/>
              <a:t>: </a:t>
            </a:r>
            <a:r>
              <a:rPr lang="en-US" sz="2600"/>
              <a:t>.gif</a:t>
            </a:r>
            <a:r>
              <a:rPr lang="ar" sz="2600" dirty="0"/>
              <a:t> </a:t>
            </a:r>
            <a:r>
              <a:rPr lang="ar" sz="2600"/>
              <a:t>أو </a:t>
            </a:r>
            <a:r>
              <a:rPr lang="en-US" sz="2600"/>
              <a:t>.png </a:t>
            </a:r>
          </a:p>
          <a:p>
            <a:pPr rtl="1" fontAlgn="base">
              <a:lnSpc>
                <a:spcPct val="110000"/>
              </a:lnSpc>
              <a:buSzPct val="85000"/>
            </a:pPr>
            <a:r>
              <a:rPr lang="ar" sz="2600" dirty="0"/>
              <a:t>الملفات الصوتية</a:t>
            </a:r>
            <a:r>
              <a:rPr lang="ar" sz="2600"/>
              <a:t>: </a:t>
            </a:r>
            <a:r>
              <a:rPr lang="en-US" sz="2600"/>
              <a:t>.midi</a:t>
            </a:r>
            <a:r>
              <a:rPr lang="ar" sz="2600" dirty="0"/>
              <a:t>، </a:t>
            </a:r>
            <a:r>
              <a:rPr lang="ar" sz="2600"/>
              <a:t>أو </a:t>
            </a:r>
            <a:r>
              <a:rPr lang="en-US" sz="2600"/>
              <a:t>.wav</a:t>
            </a:r>
            <a:r>
              <a:rPr lang="ar" sz="2600" dirty="0"/>
              <a:t> </a:t>
            </a:r>
            <a:r>
              <a:rPr lang="ar" sz="2600"/>
              <a:t>أو </a:t>
            </a:r>
            <a:r>
              <a:rPr lang="en-US" sz="2600"/>
              <a:t>.mp3 </a:t>
            </a:r>
          </a:p>
          <a:p>
            <a:pPr rtl="1" fontAlgn="base">
              <a:lnSpc>
                <a:spcPct val="110000"/>
              </a:lnSpc>
              <a:buSzPct val="85000"/>
            </a:pPr>
            <a:r>
              <a:rPr lang="ar" sz="2600" dirty="0"/>
              <a:t>ملفات الفيديو</a:t>
            </a:r>
            <a:r>
              <a:rPr lang="ar" sz="2600"/>
              <a:t>: </a:t>
            </a:r>
            <a:r>
              <a:rPr lang="en-US" sz="2600"/>
              <a:t>.avi</a:t>
            </a:r>
            <a:r>
              <a:rPr lang="ar" sz="2600" dirty="0"/>
              <a:t>، </a:t>
            </a:r>
            <a:r>
              <a:rPr lang="ar" sz="2600"/>
              <a:t>أو </a:t>
            </a:r>
            <a:r>
              <a:rPr lang="en-US" sz="2600"/>
              <a:t>.wmv</a:t>
            </a:r>
            <a:r>
              <a:rPr lang="ar" sz="2600" dirty="0"/>
              <a:t>، </a:t>
            </a:r>
            <a:r>
              <a:rPr lang="ar" sz="2600"/>
              <a:t>أو </a:t>
            </a:r>
            <a:r>
              <a:rPr lang="en-US" sz="2600"/>
              <a:t>.mov</a:t>
            </a:r>
            <a:r>
              <a:rPr lang="ar" sz="2600" dirty="0"/>
              <a:t> </a:t>
            </a:r>
            <a:r>
              <a:rPr lang="ar" sz="2600"/>
              <a:t>أو </a:t>
            </a:r>
            <a:r>
              <a:rPr lang="en-US" sz="2600"/>
              <a:t>.mp4</a:t>
            </a:r>
            <a:r>
              <a:rPr lang="ar" sz="2600"/>
              <a:t> </a:t>
            </a:r>
            <a:endParaRPr lang="en-US"/>
          </a:p>
          <a:p>
            <a:pPr rtl="1">
              <a:lnSpc>
                <a:spcPct val="110000"/>
              </a:lnSpc>
            </a:pPr>
            <a:endParaRPr lang="en-GB" dirty="0"/>
          </a:p>
        </p:txBody>
      </p:sp>
      <p:grpSp>
        <p:nvGrpSpPr>
          <p:cNvPr id="7" name="Group 6">
            <a:extLst>
              <a:ext uri="{FF2B5EF4-FFF2-40B4-BE49-F238E27FC236}">
                <a16:creationId xmlns:a16="http://schemas.microsoft.com/office/drawing/2014/main" id="{42F53C0A-D928-E9AC-98E7-6BA0595C68A1}"/>
              </a:ext>
            </a:extLst>
          </p:cNvPr>
          <p:cNvGrpSpPr/>
          <p:nvPr/>
        </p:nvGrpSpPr>
        <p:grpSpPr>
          <a:xfrm>
            <a:off x="309171" y="4277249"/>
            <a:ext cx="1977359" cy="2207026"/>
            <a:chOff x="0" y="353532"/>
            <a:chExt cx="2564804" cy="1546787"/>
          </a:xfrm>
        </p:grpSpPr>
        <p:sp>
          <p:nvSpPr>
            <p:cNvPr id="8" name="Rectangle 7">
              <a:extLst>
                <a:ext uri="{FF2B5EF4-FFF2-40B4-BE49-F238E27FC236}">
                  <a16:creationId xmlns:a16="http://schemas.microsoft.com/office/drawing/2014/main" id="{2064FA29-A879-1B11-A83A-D935C9325EC7}"/>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9" name="TextBox 8">
              <a:extLst>
                <a:ext uri="{FF2B5EF4-FFF2-40B4-BE49-F238E27FC236}">
                  <a16:creationId xmlns:a16="http://schemas.microsoft.com/office/drawing/2014/main" id="{EA8867F3-62C3-D5B0-DBAF-BEED3E078002}"/>
                </a:ext>
              </a:extLst>
            </p:cNvPr>
            <p:cNvSpPr txBox="1"/>
            <p:nvPr/>
          </p:nvSpPr>
          <p:spPr>
            <a:xfrm>
              <a:off x="172587" y="361437"/>
              <a:ext cx="2219628"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fontAlgn="base">
                <a:lnSpc>
                  <a:spcPct val="110000"/>
                </a:lnSpc>
              </a:pPr>
              <a:r>
                <a:rPr lang="ar" sz="2000">
                  <a:solidFill>
                    <a:srgbClr val="7030A0"/>
                  </a:solidFill>
                  <a:latin typeface="Sakkal Majalla" panose="02000000000000000000" pitchFamily="2" charset="-78"/>
                  <a:cs typeface="Sakkal Majalla" panose="02000000000000000000" pitchFamily="2" charset="-78"/>
                </a:rPr>
                <a:t>راجع لغة HTML  للمواقع الإلكترونية الثلاثة للبيع بالتجزئة وحدد بعلامة مميزة أي امتداد من امتدادات الملفات هذه.</a:t>
              </a:r>
            </a:p>
          </p:txBody>
        </p:sp>
      </p:grpSp>
    </p:spTree>
    <p:extLst>
      <p:ext uri="{BB962C8B-B14F-4D97-AF65-F5344CB8AC3E}">
        <p14:creationId xmlns:p14="http://schemas.microsoft.com/office/powerpoint/2010/main" val="3712627368"/>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41040" y="1123003"/>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endParaRPr lang="en-GB" altLang="en-US" dirty="0"/>
          </a:p>
          <a:p>
            <a:pPr marL="685800" rtl="1"/>
            <a:endParaRPr lang="en-GB" altLang="en-US" dirty="0"/>
          </a:p>
        </p:txBody>
      </p:sp>
      <p:sp>
        <p:nvSpPr>
          <p:cNvPr id="2" name="TextBox 1">
            <a:extLst>
              <a:ext uri="{FF2B5EF4-FFF2-40B4-BE49-F238E27FC236}">
                <a16:creationId xmlns:a16="http://schemas.microsoft.com/office/drawing/2014/main" id="{563B1C8D-2FFF-E1D2-7FEF-41CF0728644D}"/>
              </a:ext>
            </a:extLst>
          </p:cNvPr>
          <p:cNvSpPr txBox="1"/>
          <p:nvPr/>
        </p:nvSpPr>
        <p:spPr>
          <a:xfrm>
            <a:off x="560539" y="1268760"/>
            <a:ext cx="8064896" cy="677108"/>
          </a:xfrm>
          <a:prstGeom prst="rect">
            <a:avLst/>
          </a:prstGeom>
          <a:noFill/>
        </p:spPr>
        <p:txBody>
          <a:bodyPr wrap="square" rtlCol="1">
            <a:spAutoFit/>
          </a:bodyPr>
          <a:lstStyle/>
          <a:p>
            <a:pPr algn="ctr" rtl="1"/>
            <a:r>
              <a:rPr lang="ar" sz="3800">
                <a:latin typeface="Sakkal Majalla" panose="02000000000000000000" pitchFamily="2" charset="-78"/>
                <a:cs typeface="Sakkal Majalla" panose="02000000000000000000" pitchFamily="2" charset="-78"/>
              </a:rPr>
              <a:t>دمج المعلومات</a:t>
            </a:r>
          </a:p>
        </p:txBody>
      </p:sp>
      <p:sp>
        <p:nvSpPr>
          <p:cNvPr id="3" name="TextBox 2">
            <a:extLst>
              <a:ext uri="{FF2B5EF4-FFF2-40B4-BE49-F238E27FC236}">
                <a16:creationId xmlns:a16="http://schemas.microsoft.com/office/drawing/2014/main" id="{87D69457-B8E0-BD9A-A979-BFFFB3B39555}"/>
              </a:ext>
            </a:extLst>
          </p:cNvPr>
          <p:cNvSpPr txBox="1"/>
          <p:nvPr/>
        </p:nvSpPr>
        <p:spPr>
          <a:xfrm>
            <a:off x="560538" y="2060848"/>
            <a:ext cx="8064897" cy="3995709"/>
          </a:xfrm>
          <a:prstGeom prst="rect">
            <a:avLst/>
          </a:prstGeom>
          <a:noFill/>
        </p:spPr>
        <p:txBody>
          <a:bodyPr wrap="square" lIns="91440" tIns="45720" rIns="91440" bIns="45720" rtlCol="1" anchor="t">
            <a:spAutoFit/>
          </a:bodyPr>
          <a:lstStyle/>
          <a:p>
            <a:pPr rtl="1"/>
            <a:r>
              <a:rPr lang="ar" sz="1900" b="0" i="0">
                <a:effectLst/>
                <a:latin typeface="Sakkal Majalla" panose="02000000000000000000" pitchFamily="2" charset="-78"/>
                <a:cs typeface="Sakkal Majalla" panose="02000000000000000000" pitchFamily="2" charset="-78"/>
              </a:rPr>
              <a:t>على الرغم من أن ملفات الرسومات، والفيديو، والصوت وغيرها مُتضمنة في كود HTML، فهي غير موضوعة فعليًا فيه. بدلًا من ذلك، تشير "العلامة" (tag) على النحو السابق تفصيله إلى الملف الذي يجب استخدامه.</a:t>
            </a:r>
            <a:r>
              <a:rPr lang="ar" sz="1900">
                <a:latin typeface="Sakkal Majalla" panose="02000000000000000000" pitchFamily="2" charset="-78"/>
                <a:cs typeface="Sakkal Majalla" panose="02000000000000000000" pitchFamily="2" charset="-78"/>
              </a:rPr>
              <a:t> </a:t>
            </a:r>
            <a:r>
              <a:rPr lang="ar" sz="1900" b="0" i="0">
                <a:effectLst/>
                <a:latin typeface="Sakkal Majalla" panose="02000000000000000000" pitchFamily="2" charset="-78"/>
                <a:cs typeface="Sakkal Majalla" panose="02000000000000000000" pitchFamily="2" charset="-78"/>
              </a:rPr>
              <a:t>على سبيل المثال، تشير علامة "img" إلى ملف صورة</a:t>
            </a:r>
            <a:r>
              <a:rPr lang="ar" sz="1900">
                <a:latin typeface="Sakkal Majalla" panose="02000000000000000000" pitchFamily="2" charset="-78"/>
                <a:cs typeface="Sakkal Majalla" panose="02000000000000000000" pitchFamily="2" charset="-78"/>
              </a:rPr>
              <a:t>.</a:t>
            </a:r>
          </a:p>
          <a:p>
            <a:pPr rtl="1"/>
            <a:endParaRPr lang="en-US" sz="1900" dirty="0">
              <a:latin typeface="Sakkal Majalla" panose="02000000000000000000" pitchFamily="2" charset="-78"/>
              <a:cs typeface="Sakkal Majalla" panose="02000000000000000000" pitchFamily="2" charset="-78"/>
            </a:endParaRPr>
          </a:p>
          <a:p>
            <a:pPr rtl="1"/>
            <a:r>
              <a:rPr lang="ar" sz="1900">
                <a:latin typeface="Sakkal Majalla" panose="02000000000000000000" pitchFamily="2" charset="-78"/>
                <a:cs typeface="Sakkal Majalla" panose="02000000000000000000" pitchFamily="2" charset="-78"/>
              </a:rPr>
              <a:t>يمكن أن يحتوي الموقع الإلكتروني على مختلف أنواع المعلومات من العديد من المصادر المتنوعة:</a:t>
            </a:r>
          </a:p>
          <a:p>
            <a:pPr rtl="1"/>
            <a:endParaRPr lang="en-US" sz="1900" dirty="0">
              <a:latin typeface="Sakkal Majalla" panose="02000000000000000000" pitchFamily="2" charset="-78"/>
              <a:cs typeface="Sakkal Majalla" panose="02000000000000000000" pitchFamily="2" charset="-78"/>
            </a:endParaRPr>
          </a:p>
          <a:p>
            <a:pPr marL="285750" indent="-285750" rtl="1">
              <a:lnSpc>
                <a:spcPct val="105000"/>
              </a:lnSpc>
              <a:buSzPct val="85000"/>
              <a:buFont typeface="Arial" panose="020B0604020202020204" pitchFamily="34" charset="0"/>
              <a:buChar char="•"/>
            </a:pPr>
            <a:r>
              <a:rPr lang="ar" sz="1900" b="1" i="0">
                <a:effectLst/>
                <a:latin typeface="Sakkal Majalla" panose="02000000000000000000" pitchFamily="2" charset="-78"/>
                <a:cs typeface="Sakkal Majalla" panose="02000000000000000000" pitchFamily="2" charset="-78"/>
              </a:rPr>
              <a:t>الماسحات الضوئية: </a:t>
            </a:r>
            <a:r>
              <a:rPr lang="ar" sz="1900">
                <a:latin typeface="Sakkal Majalla" panose="02000000000000000000" pitchFamily="2" charset="-78"/>
                <a:cs typeface="Sakkal Majalla" panose="02000000000000000000" pitchFamily="2" charset="-78"/>
              </a:rPr>
              <a:t>تُستخدم</a:t>
            </a:r>
            <a:r>
              <a:rPr lang="ar" sz="1900" b="0" i="0">
                <a:effectLst/>
                <a:latin typeface="Sakkal Majalla" panose="02000000000000000000" pitchFamily="2" charset="-78"/>
                <a:cs typeface="Sakkal Majalla" panose="02000000000000000000" pitchFamily="2" charset="-78"/>
              </a:rPr>
              <a:t> لمسح نسخة مطبوعة من الصورة ضوئيًا وتحويلها إلى نسخة رقمية</a:t>
            </a:r>
            <a:r>
              <a:rPr lang="ar" sz="1900">
                <a:latin typeface="Sakkal Majalla" panose="02000000000000000000" pitchFamily="2" charset="-78"/>
                <a:cs typeface="Sakkal Majalla" panose="02000000000000000000" pitchFamily="2" charset="-78"/>
              </a:rPr>
              <a:t> </a:t>
            </a:r>
          </a:p>
          <a:p>
            <a:pPr marL="285750" indent="-285750" rtl="1">
              <a:lnSpc>
                <a:spcPct val="105000"/>
              </a:lnSpc>
              <a:buSzPct val="85000"/>
              <a:buFont typeface="Arial" panose="020B0604020202020204" pitchFamily="34" charset="0"/>
              <a:buChar char="•"/>
            </a:pPr>
            <a:r>
              <a:rPr lang="ar" sz="1900" b="1">
                <a:latin typeface="Sakkal Majalla" panose="02000000000000000000" pitchFamily="2" charset="-78"/>
                <a:cs typeface="Sakkal Majalla" panose="02000000000000000000" pitchFamily="2" charset="-78"/>
              </a:rPr>
              <a:t>الكاميرات الرقمية والهواتف الذكية:</a:t>
            </a:r>
            <a:r>
              <a:rPr lang="ar" sz="1900">
                <a:latin typeface="Sakkal Majalla" panose="02000000000000000000" pitchFamily="2" charset="-78"/>
                <a:cs typeface="Sakkal Majalla" panose="02000000000000000000" pitchFamily="2" charset="-78"/>
              </a:rPr>
              <a:t> تُستخدم لتحميل الصور</a:t>
            </a:r>
          </a:p>
          <a:p>
            <a:pPr marL="285750" indent="-285750" rtl="1">
              <a:lnSpc>
                <a:spcPct val="105000"/>
              </a:lnSpc>
              <a:buSzPct val="85000"/>
              <a:buFont typeface="Arial" panose="020B0604020202020204" pitchFamily="34" charset="0"/>
              <a:buChar char="•"/>
            </a:pPr>
            <a:r>
              <a:rPr lang="ar" sz="1900" b="1">
                <a:latin typeface="Sakkal Majalla" panose="02000000000000000000" pitchFamily="2" charset="-78"/>
                <a:cs typeface="Sakkal Majalla" panose="02000000000000000000" pitchFamily="2" charset="-78"/>
              </a:rPr>
              <a:t>التطبيقات:</a:t>
            </a:r>
            <a:r>
              <a:rPr lang="ar" sz="1900">
                <a:latin typeface="Sakkal Majalla" panose="02000000000000000000" pitchFamily="2" charset="-78"/>
                <a:cs typeface="Sakkal Majalla" panose="02000000000000000000" pitchFamily="2" charset="-78"/>
              </a:rPr>
              <a:t> تُستخدم لتحميل الصور، بمعنى أن المستخدم يلتقط صورة باستخدام التطبيق أو يسمح للتطبيق بالوصول إلى صوره </a:t>
            </a:r>
          </a:p>
          <a:p>
            <a:pPr marL="285750" indent="-285750" rtl="1">
              <a:lnSpc>
                <a:spcPct val="105000"/>
              </a:lnSpc>
              <a:buSzPct val="85000"/>
              <a:buFont typeface="Arial" panose="020B0604020202020204" pitchFamily="34" charset="0"/>
              <a:buChar char="•"/>
            </a:pPr>
            <a:r>
              <a:rPr lang="ar" sz="1900" b="1">
                <a:latin typeface="Sakkal Majalla" panose="02000000000000000000" pitchFamily="2" charset="-78"/>
                <a:cs typeface="Sakkal Majalla" panose="02000000000000000000" pitchFamily="2" charset="-78"/>
              </a:rPr>
              <a:t>العمل الفني الأصلي:</a:t>
            </a:r>
            <a:r>
              <a:rPr lang="ar" sz="1900">
                <a:latin typeface="Sakkal Majalla" panose="02000000000000000000" pitchFamily="2" charset="-78"/>
                <a:cs typeface="Sakkal Majalla" panose="02000000000000000000" pitchFamily="2" charset="-78"/>
              </a:rPr>
              <a:t> عمل صُمم على حزمة تصميم رسومي ثم حُمِّل </a:t>
            </a:r>
            <a:endParaRPr lang="en-US" sz="1900" dirty="0">
              <a:latin typeface="Sakkal Majalla" panose="02000000000000000000" pitchFamily="2" charset="-78"/>
              <a:cs typeface="Sakkal Majalla" panose="02000000000000000000" pitchFamily="2" charset="-78"/>
            </a:endParaRPr>
          </a:p>
          <a:p>
            <a:pPr marL="285750" indent="-285750" rtl="1">
              <a:lnSpc>
                <a:spcPct val="105000"/>
              </a:lnSpc>
              <a:buSzPct val="85000"/>
              <a:buFont typeface="Arial" panose="020B0604020202020204" pitchFamily="34" charset="0"/>
              <a:buChar char="•"/>
            </a:pPr>
            <a:r>
              <a:rPr lang="ar" sz="1900" b="1">
                <a:latin typeface="Sakkal Majalla" panose="02000000000000000000" pitchFamily="2" charset="-78"/>
                <a:cs typeface="Sakkal Majalla" panose="02000000000000000000" pitchFamily="2" charset="-78"/>
              </a:rPr>
              <a:t>الصور المخزنة: </a:t>
            </a:r>
            <a:r>
              <a:rPr lang="ar" sz="1900">
                <a:latin typeface="Sakkal Majalla" panose="02000000000000000000" pitchFamily="2" charset="-78"/>
                <a:cs typeface="Sakkal Majalla" panose="02000000000000000000" pitchFamily="2" charset="-78"/>
              </a:rPr>
              <a:t>الصور أو الرسوم التوضيحية العامة التي تم إنشاؤها. بعد ذلك، تُرخَّص هذه الصور لاستخدام الأشخاص أو المؤسسات التي تدفع رسومًا أو اشتراكًا لاستخدامها في المواد التسويقية، والمواد والتغليف وما إلى ذلك.  </a:t>
            </a:r>
            <a:endParaRPr lang="en-US" sz="19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715B-8FC1-F60C-CE04-A3FB1BAF8B53}"/>
              </a:ext>
            </a:extLst>
          </p:cNvPr>
          <p:cNvSpPr>
            <a:spLocks noGrp="1"/>
          </p:cNvSpPr>
          <p:nvPr>
            <p:ph type="title"/>
          </p:nvPr>
        </p:nvSpPr>
        <p:spPr>
          <a:xfrm>
            <a:off x="457200" y="1314074"/>
            <a:ext cx="8229600" cy="863600"/>
          </a:xfrm>
        </p:spPr>
        <p:txBody>
          <a:bodyPr rtlCol="1"/>
          <a:lstStyle/>
          <a:p>
            <a:pPr rtl="1"/>
            <a:r>
              <a:rPr lang="ar" sz="3800"/>
              <a:t>مراجعة القائمة المرجعية</a:t>
            </a:r>
          </a:p>
        </p:txBody>
      </p:sp>
      <p:sp>
        <p:nvSpPr>
          <p:cNvPr id="3" name="Content Placeholder 2">
            <a:extLst>
              <a:ext uri="{FF2B5EF4-FFF2-40B4-BE49-F238E27FC236}">
                <a16:creationId xmlns:a16="http://schemas.microsoft.com/office/drawing/2014/main" id="{E56A4DD6-F81C-F480-A085-6E5B196B08F7}"/>
              </a:ext>
            </a:extLst>
          </p:cNvPr>
          <p:cNvSpPr>
            <a:spLocks noGrp="1"/>
          </p:cNvSpPr>
          <p:nvPr>
            <p:ph sz="half" idx="2"/>
          </p:nvPr>
        </p:nvSpPr>
        <p:spPr>
          <a:xfrm>
            <a:off x="4452377" y="2780928"/>
            <a:ext cx="4148058" cy="3609975"/>
          </a:xfrm>
        </p:spPr>
        <p:txBody>
          <a:bodyPr rtlCol="1"/>
          <a:lstStyle/>
          <a:p>
            <a:pPr rtl="1">
              <a:buFont typeface="Wingdings" panose="05000000000000000000" pitchFamily="2" charset="2"/>
              <a:buChar char="ü"/>
            </a:pPr>
            <a:r>
              <a:rPr lang="ar" sz="2000"/>
              <a:t>الصور: الدقة، المحتوى، المصدر</a:t>
            </a:r>
          </a:p>
          <a:p>
            <a:pPr rtl="1">
              <a:buFont typeface="Wingdings" panose="05000000000000000000" pitchFamily="2" charset="2"/>
              <a:buChar char="ü"/>
            </a:pPr>
            <a:r>
              <a:rPr lang="ar" sz="2000"/>
              <a:t>مجموعات الألوان</a:t>
            </a:r>
          </a:p>
          <a:p>
            <a:pPr rtl="1">
              <a:buFont typeface="Wingdings" panose="05000000000000000000" pitchFamily="2" charset="2"/>
              <a:buChar char="ü"/>
            </a:pPr>
            <a:r>
              <a:rPr lang="ar" sz="2000"/>
              <a:t>المحتوى</a:t>
            </a:r>
          </a:p>
          <a:p>
            <a:pPr rtl="1">
              <a:buFont typeface="Wingdings" panose="05000000000000000000" pitchFamily="2" charset="2"/>
              <a:buChar char="ü"/>
            </a:pPr>
            <a:r>
              <a:rPr lang="ar" sz="2000"/>
              <a:t>تنسيق النص</a:t>
            </a:r>
          </a:p>
          <a:p>
            <a:pPr rtl="1">
              <a:buFont typeface="Wingdings" panose="05000000000000000000" pitchFamily="2" charset="2"/>
              <a:buChar char="ü"/>
            </a:pPr>
            <a:r>
              <a:rPr lang="ar" sz="2000"/>
              <a:t>اختيار الخط</a:t>
            </a:r>
          </a:p>
          <a:p>
            <a:pPr rtl="1">
              <a:buFont typeface="Wingdings" panose="05000000000000000000" pitchFamily="2" charset="2"/>
              <a:buChar char="ü"/>
            </a:pPr>
            <a:r>
              <a:rPr lang="ar" sz="2000"/>
              <a:t>الرسوم المتحركة</a:t>
            </a:r>
          </a:p>
          <a:p>
            <a:pPr rtl="1">
              <a:buFont typeface="Wingdings" panose="05000000000000000000" pitchFamily="2" charset="2"/>
              <a:buChar char="ü"/>
            </a:pPr>
            <a:r>
              <a:rPr lang="ar" sz="2000"/>
              <a:t>التهجئة، وعلامات الترقيم، والقواعد النحوية</a:t>
            </a:r>
          </a:p>
          <a:p>
            <a:pPr marL="0" indent="0" rtl="1">
              <a:buNone/>
            </a:pPr>
            <a:endParaRPr lang="en-GB" sz="2000" dirty="0"/>
          </a:p>
        </p:txBody>
      </p:sp>
      <p:sp>
        <p:nvSpPr>
          <p:cNvPr id="7" name="TextBox 6">
            <a:extLst>
              <a:ext uri="{FF2B5EF4-FFF2-40B4-BE49-F238E27FC236}">
                <a16:creationId xmlns:a16="http://schemas.microsoft.com/office/drawing/2014/main" id="{13D47422-5AF0-3D5E-0722-C0A2D7520742}"/>
              </a:ext>
            </a:extLst>
          </p:cNvPr>
          <p:cNvSpPr txBox="1"/>
          <p:nvPr/>
        </p:nvSpPr>
        <p:spPr>
          <a:xfrm>
            <a:off x="370835" y="2120132"/>
            <a:ext cx="8229600" cy="400110"/>
          </a:xfrm>
          <a:prstGeom prst="rect">
            <a:avLst/>
          </a:prstGeom>
          <a:noFill/>
        </p:spPr>
        <p:txBody>
          <a:bodyPr wrap="square" rtlCol="1">
            <a:spAutoFit/>
          </a:bodyPr>
          <a:lstStyle/>
          <a:p>
            <a:pPr marL="0" indent="0" rtl="1">
              <a:buNone/>
            </a:pPr>
            <a:r>
              <a:rPr lang="ar" sz="2000">
                <a:latin typeface="Sakkal Majalla" panose="02000000000000000000" pitchFamily="2" charset="-78"/>
                <a:cs typeface="Sakkal Majalla" panose="02000000000000000000" pitchFamily="2" charset="-78"/>
              </a:rPr>
              <a:t>تحقق من ملاءمة / عمل وتنسيق ما يلي باستخدام كل من الآتي:</a:t>
            </a:r>
            <a:endParaRPr lang="en-US" sz="2000"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CEEE1533-18B0-BA48-94A4-7C24E713DCDA}"/>
              </a:ext>
            </a:extLst>
          </p:cNvPr>
          <p:cNvSpPr txBox="1"/>
          <p:nvPr/>
        </p:nvSpPr>
        <p:spPr>
          <a:xfrm>
            <a:off x="611560" y="2780928"/>
            <a:ext cx="3528392" cy="2862322"/>
          </a:xfrm>
          <a:prstGeom prst="rect">
            <a:avLst/>
          </a:prstGeom>
          <a:noFill/>
        </p:spPr>
        <p:txBody>
          <a:bodyPr wrap="square" rtlCol="1">
            <a:spAutoFit/>
          </a:bodyPr>
          <a:lstStyle/>
          <a:p>
            <a:pPr marL="338400" indent="-342000" rtl="1">
              <a:spcBef>
                <a:spcPts val="432"/>
              </a:spcBef>
              <a:buFont typeface="Wingdings" panose="05000000000000000000" pitchFamily="2" charset="2"/>
              <a:buChar char="ü"/>
            </a:pPr>
            <a:r>
              <a:rPr lang="ar" sz="2000">
                <a:latin typeface="Sakkal Majalla" panose="02000000000000000000" pitchFamily="2" charset="-78"/>
                <a:cs typeface="Sakkal Majalla" panose="02000000000000000000" pitchFamily="2" charset="-78"/>
              </a:rPr>
              <a:t>مقاطع الفيديو على خادم الموقع الإلكتروني</a:t>
            </a:r>
          </a:p>
          <a:p>
            <a:pPr marL="338400" indent="-342000" rtl="1">
              <a:spcBef>
                <a:spcPts val="432"/>
              </a:spcBef>
              <a:buFont typeface="Wingdings" panose="05000000000000000000" pitchFamily="2" charset="2"/>
              <a:buChar char="ü"/>
            </a:pPr>
            <a:r>
              <a:rPr lang="ar" sz="2000">
                <a:latin typeface="Sakkal Majalla" panose="02000000000000000000" pitchFamily="2" charset="-78"/>
                <a:cs typeface="Sakkal Majalla" panose="02000000000000000000" pitchFamily="2" charset="-78"/>
              </a:rPr>
              <a:t>الموسيقى الخلفية</a:t>
            </a:r>
          </a:p>
          <a:p>
            <a:pPr marL="338400" indent="-342000" rtl="1">
              <a:spcBef>
                <a:spcPts val="432"/>
              </a:spcBef>
              <a:buFont typeface="Wingdings,Sans-Serif" panose="05000000000000000000" pitchFamily="2" charset="2"/>
              <a:buChar char="ü"/>
            </a:pPr>
            <a:r>
              <a:rPr lang="ar" sz="2000">
                <a:latin typeface="Sakkal Majalla" panose="02000000000000000000" pitchFamily="2" charset="-78"/>
                <a:cs typeface="Sakkal Majalla" panose="02000000000000000000" pitchFamily="2" charset="-78"/>
              </a:rPr>
              <a:t>الروابط الداخلية أو الخارجية</a:t>
            </a:r>
            <a:endParaRPr lang="en-US" sz="2000" dirty="0">
              <a:latin typeface="Sakkal Majalla" panose="02000000000000000000" pitchFamily="2" charset="-78"/>
              <a:cs typeface="Sakkal Majalla" panose="02000000000000000000" pitchFamily="2" charset="-78"/>
            </a:endParaRPr>
          </a:p>
          <a:p>
            <a:pPr marL="338400" indent="-342000" rtl="1">
              <a:spcBef>
                <a:spcPts val="432"/>
              </a:spcBef>
              <a:buFont typeface="Wingdings,Sans-Serif" panose="05000000000000000000" pitchFamily="2" charset="2"/>
              <a:buChar char="ü"/>
            </a:pPr>
            <a:r>
              <a:rPr lang="ar" sz="2000">
                <a:latin typeface="Sakkal Majalla" panose="02000000000000000000" pitchFamily="2" charset="-78"/>
                <a:cs typeface="Sakkal Majalla" panose="02000000000000000000" pitchFamily="2" charset="-78"/>
              </a:rPr>
              <a:t>سرعات التنزيل</a:t>
            </a:r>
          </a:p>
          <a:p>
            <a:pPr marL="338400" indent="-342000" rtl="1">
              <a:spcBef>
                <a:spcPts val="432"/>
              </a:spcBef>
              <a:buFont typeface="Wingdings,Sans-Serif" panose="05000000000000000000" pitchFamily="2" charset="2"/>
              <a:buChar char="ü"/>
            </a:pPr>
            <a:r>
              <a:rPr lang="ar" sz="2000">
                <a:latin typeface="Sakkal Majalla" panose="02000000000000000000" pitchFamily="2" charset="-78"/>
                <a:cs typeface="Sakkal Majalla" panose="02000000000000000000" pitchFamily="2" charset="-78"/>
              </a:rPr>
              <a:t>مقاطع الفيديو على خادم الموقع الإلكتروني</a:t>
            </a:r>
            <a:endParaRPr lang="en-US" sz="2000" dirty="0">
              <a:latin typeface="Sakkal Majalla" panose="02000000000000000000" pitchFamily="2" charset="-78"/>
              <a:cs typeface="Sakkal Majalla" panose="02000000000000000000" pitchFamily="2" charset="-78"/>
            </a:endParaRPr>
          </a:p>
          <a:p>
            <a:pPr marL="338400" indent="-342000" rtl="1">
              <a:spcBef>
                <a:spcPts val="432"/>
              </a:spcBef>
              <a:buFont typeface="Wingdings,Sans-Serif" panose="05000000000000000000" pitchFamily="2" charset="2"/>
              <a:buChar char="ü"/>
            </a:pPr>
            <a:r>
              <a:rPr lang="ar" sz="2000">
                <a:latin typeface="Sakkal Majalla" panose="02000000000000000000" pitchFamily="2" charset="-78"/>
                <a:cs typeface="Sakkal Majalla" panose="02000000000000000000" pitchFamily="2" charset="-78"/>
              </a:rPr>
              <a:t>الموسيقى الخلفية</a:t>
            </a:r>
            <a:endParaRPr lang="en-US" sz="2000" dirty="0">
              <a:latin typeface="Sakkal Majalla" panose="02000000000000000000" pitchFamily="2" charset="-78"/>
              <a:cs typeface="Sakkal Majalla" panose="02000000000000000000" pitchFamily="2" charset="-78"/>
            </a:endParaRPr>
          </a:p>
          <a:p>
            <a:pPr marL="338400" indent="-342000" rtl="1">
              <a:spcBef>
                <a:spcPts val="432"/>
              </a:spcBef>
              <a:buFont typeface="Wingdings,Sans-Serif" panose="05000000000000000000" pitchFamily="2" charset="2"/>
              <a:buChar char="ü"/>
            </a:pPr>
            <a:r>
              <a:rPr lang="ar" sz="2000">
                <a:latin typeface="Sakkal Majalla" panose="02000000000000000000" pitchFamily="2" charset="-78"/>
                <a:cs typeface="Sakkal Majalla" panose="02000000000000000000" pitchFamily="2" charset="-78"/>
              </a:rPr>
              <a:t>عناصر الفلاش</a:t>
            </a:r>
          </a:p>
          <a:p>
            <a:pPr rtl="1"/>
            <a:endParaRPr lang="en-GB" sz="20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35627628"/>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20688" y="1269999"/>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هدف التعلم ج</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00095" y="3716338"/>
            <a:ext cx="7686705"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None/>
            </a:pPr>
            <a:r>
              <a:rPr lang="ar" sz="2600"/>
              <a:t>د1 المزايا بالنسبة لعملاء الشركات عبر الإنترنت</a:t>
            </a:r>
            <a:endParaRPr lang="en-US" sz="2600" dirty="0"/>
          </a:p>
          <a:p>
            <a:pPr indent="0" rtl="1">
              <a:lnSpc>
                <a:spcPct val="110000"/>
              </a:lnSpc>
              <a:buNone/>
            </a:pPr>
            <a:r>
              <a:rPr lang="ar" sz="2600"/>
              <a:t>د2 العيوب بالنسبة لعملاء الشركات عبر الإنترنت</a:t>
            </a:r>
            <a:endParaRPr lang="en-US" sz="2600" dirty="0"/>
          </a:p>
          <a:p>
            <a:pPr indent="0" rtl="1">
              <a:lnSpc>
                <a:spcPct val="110000"/>
              </a:lnSpc>
              <a:buNone/>
            </a:pPr>
            <a:r>
              <a:rPr lang="ar" sz="2600"/>
              <a:t>د3 المزايا بالنسبة لمجتمع الشركات عبر الإنترنت</a:t>
            </a:r>
            <a:endParaRPr lang="en-US" sz="2600" dirty="0"/>
          </a:p>
          <a:p>
            <a:pPr indent="0" rtl="1">
              <a:lnSpc>
                <a:spcPct val="110000"/>
              </a:lnSpc>
              <a:buNone/>
            </a:pPr>
            <a:r>
              <a:rPr lang="ar" sz="2600"/>
              <a:t>د4 العيوب بالنسبة لمجتمع الشركات عبر الإنترنت</a:t>
            </a:r>
            <a:endParaRPr lang="en-US" sz="2600" dirty="0"/>
          </a:p>
          <a:p>
            <a:pPr marL="685800" rtl="1">
              <a:lnSpc>
                <a:spcPct val="110000"/>
              </a:lnSpc>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93712" y="1776411"/>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فهم مزايا كثرة الشركات </a:t>
            </a:r>
            <a:br>
              <a:rPr lang="ar-EG"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عبر الإنترنت وعيوبها بالنسبة </a:t>
            </a:r>
            <a:br>
              <a:rPr lang="ar-EG"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للعملاء والمجتمع</a:t>
            </a:r>
            <a:endParaRPr lang="en-GB" altLang="en-US" sz="38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18359881"/>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75495" y="1196752"/>
            <a:ext cx="3970784"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a:solidFill>
                  <a:schemeClr val="tx2"/>
                </a:solidFill>
                <a:latin typeface="Sakkal Majalla" panose="02000000000000000000" pitchFamily="2" charset="-78"/>
                <a:cs typeface="Sakkal Majalla" panose="02000000000000000000" pitchFamily="2" charset="-78"/>
              </a:rPr>
              <a:t>هدف التعلم ج</a:t>
            </a:r>
            <a:endParaRPr lang="en-GB" altLang="en-US" sz="3000" b="1" dirty="0">
              <a:solidFill>
                <a:schemeClr val="tx2"/>
              </a:solidFill>
              <a:latin typeface="Sakkal Majalla" panose="02000000000000000000" pitchFamily="2" charset="-78"/>
              <a:cs typeface="Sakkal Majalla" panose="02000000000000000000" pitchFamily="2" charset="-78"/>
            </a:endParaRPr>
          </a:p>
        </p:txBody>
      </p:sp>
      <p:sp>
        <p:nvSpPr>
          <p:cNvPr id="5" name="Freeform: Shape 4">
            <a:extLst>
              <a:ext uri="{FF2B5EF4-FFF2-40B4-BE49-F238E27FC236}">
                <a16:creationId xmlns:a16="http://schemas.microsoft.com/office/drawing/2014/main" id="{4712AB3E-BF84-BDCA-B49D-F12CD4A00F98}"/>
              </a:ext>
            </a:extLst>
          </p:cNvPr>
          <p:cNvSpPr/>
          <p:nvPr/>
        </p:nvSpPr>
        <p:spPr>
          <a:xfrm>
            <a:off x="4702122" y="2492896"/>
            <a:ext cx="2602414" cy="1561448"/>
          </a:xfrm>
          <a:custGeom>
            <a:avLst/>
            <a:gdLst>
              <a:gd name="connsiteX0" fmla="*/ 0 w 2602414"/>
              <a:gd name="connsiteY0" fmla="*/ 0 h 1561448"/>
              <a:gd name="connsiteX1" fmla="*/ 2602414 w 2602414"/>
              <a:gd name="connsiteY1" fmla="*/ 0 h 1561448"/>
              <a:gd name="connsiteX2" fmla="*/ 2602414 w 2602414"/>
              <a:gd name="connsiteY2" fmla="*/ 1561448 h 1561448"/>
              <a:gd name="connsiteX3" fmla="*/ 0 w 2602414"/>
              <a:gd name="connsiteY3" fmla="*/ 1561448 h 1561448"/>
              <a:gd name="connsiteX4" fmla="*/ 0 w 2602414"/>
              <a:gd name="connsiteY4" fmla="*/ 0 h 1561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2414" h="1561448">
                <a:moveTo>
                  <a:pt x="0" y="0"/>
                </a:moveTo>
                <a:lnTo>
                  <a:pt x="2602414" y="0"/>
                </a:lnTo>
                <a:lnTo>
                  <a:pt x="2602414" y="1561448"/>
                </a:lnTo>
                <a:lnTo>
                  <a:pt x="0" y="1561448"/>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83820" tIns="83820" rIns="83820" bIns="83820" numCol="1" spcCol="1270" rtlCol="1" anchor="ctr" anchorCtr="0">
            <a:noAutofit/>
          </a:bodyPr>
          <a:lstStyle/>
          <a:p>
            <a:pPr marL="0" lvl="0" indent="0" algn="ctr" defTabSz="1066800" rtl="1">
              <a:lnSpc>
                <a:spcPct val="110000"/>
              </a:lnSpc>
              <a:spcBef>
                <a:spcPct val="0"/>
              </a:spcBef>
              <a:spcAft>
                <a:spcPct val="35000"/>
              </a:spcAft>
              <a:buNone/>
            </a:pPr>
            <a:r>
              <a:rPr lang="ar" sz="2400" kern="1200">
                <a:solidFill>
                  <a:srgbClr val="7030A0"/>
                </a:solidFill>
                <a:latin typeface="Sakkal Majalla" panose="02000000000000000000" pitchFamily="2" charset="-78"/>
                <a:cs typeface="Sakkal Majalla" panose="02000000000000000000" pitchFamily="2" charset="-78"/>
              </a:rPr>
              <a:t>د1 المزايا بالنسبة </a:t>
            </a:r>
            <a:br>
              <a:rPr lang="ar-EG" sz="2400" kern="1200">
                <a:solidFill>
                  <a:srgbClr val="7030A0"/>
                </a:solidFill>
                <a:latin typeface="Sakkal Majalla" panose="02000000000000000000" pitchFamily="2" charset="-78"/>
                <a:cs typeface="Sakkal Majalla" panose="02000000000000000000" pitchFamily="2" charset="-78"/>
              </a:rPr>
            </a:br>
            <a:r>
              <a:rPr lang="ar" sz="2400" kern="1200">
                <a:solidFill>
                  <a:srgbClr val="7030A0"/>
                </a:solidFill>
                <a:latin typeface="Sakkal Majalla" panose="02000000000000000000" pitchFamily="2" charset="-78"/>
                <a:cs typeface="Sakkal Majalla" panose="02000000000000000000" pitchFamily="2" charset="-78"/>
              </a:rPr>
              <a:t>لعملاء الشركات </a:t>
            </a:r>
            <a:br>
              <a:rPr lang="ar-EG" sz="2400" kern="1200">
                <a:solidFill>
                  <a:srgbClr val="7030A0"/>
                </a:solidFill>
                <a:latin typeface="Sakkal Majalla" panose="02000000000000000000" pitchFamily="2" charset="-78"/>
                <a:cs typeface="Sakkal Majalla" panose="02000000000000000000" pitchFamily="2" charset="-78"/>
              </a:rPr>
            </a:br>
            <a:r>
              <a:rPr lang="ar" sz="2400" kern="1200">
                <a:solidFill>
                  <a:srgbClr val="7030A0"/>
                </a:solidFill>
                <a:latin typeface="Sakkal Majalla" panose="02000000000000000000" pitchFamily="2" charset="-78"/>
                <a:cs typeface="Sakkal Majalla" panose="02000000000000000000" pitchFamily="2" charset="-78"/>
              </a:rPr>
              <a:t>عبر الإنترنت</a:t>
            </a:r>
            <a:endParaRPr lang="en-US" sz="2400" kern="1200" dirty="0">
              <a:solidFill>
                <a:srgbClr val="7030A0"/>
              </a:solidFill>
              <a:latin typeface="Sakkal Majalla" panose="02000000000000000000" pitchFamily="2" charset="-78"/>
              <a:cs typeface="Sakkal Majalla" panose="02000000000000000000" pitchFamily="2" charset="-78"/>
            </a:endParaRPr>
          </a:p>
        </p:txBody>
      </p:sp>
      <p:sp>
        <p:nvSpPr>
          <p:cNvPr id="6" name="Freeform: Shape 5">
            <a:extLst>
              <a:ext uri="{FF2B5EF4-FFF2-40B4-BE49-F238E27FC236}">
                <a16:creationId xmlns:a16="http://schemas.microsoft.com/office/drawing/2014/main" id="{46E885BB-638B-D1B2-8F97-CBE8CBB0B641}"/>
              </a:ext>
            </a:extLst>
          </p:cNvPr>
          <p:cNvSpPr/>
          <p:nvPr/>
        </p:nvSpPr>
        <p:spPr>
          <a:xfrm>
            <a:off x="1839466" y="2492896"/>
            <a:ext cx="2602414" cy="1561448"/>
          </a:xfrm>
          <a:custGeom>
            <a:avLst/>
            <a:gdLst>
              <a:gd name="connsiteX0" fmla="*/ 0 w 2602414"/>
              <a:gd name="connsiteY0" fmla="*/ 0 h 1561448"/>
              <a:gd name="connsiteX1" fmla="*/ 2602414 w 2602414"/>
              <a:gd name="connsiteY1" fmla="*/ 0 h 1561448"/>
              <a:gd name="connsiteX2" fmla="*/ 2602414 w 2602414"/>
              <a:gd name="connsiteY2" fmla="*/ 1561448 h 1561448"/>
              <a:gd name="connsiteX3" fmla="*/ 0 w 2602414"/>
              <a:gd name="connsiteY3" fmla="*/ 1561448 h 1561448"/>
              <a:gd name="connsiteX4" fmla="*/ 0 w 2602414"/>
              <a:gd name="connsiteY4" fmla="*/ 0 h 1561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2414" h="1561448">
                <a:moveTo>
                  <a:pt x="0" y="0"/>
                </a:moveTo>
                <a:lnTo>
                  <a:pt x="2602414" y="0"/>
                </a:lnTo>
                <a:lnTo>
                  <a:pt x="2602414" y="1561448"/>
                </a:lnTo>
                <a:lnTo>
                  <a:pt x="0" y="1561448"/>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83820" tIns="83820" rIns="83820" bIns="83820" numCol="1" spcCol="1270" rtlCol="1" anchor="ctr" anchorCtr="0">
            <a:noAutofit/>
          </a:bodyPr>
          <a:lstStyle/>
          <a:p>
            <a:pPr marL="0" lvl="0" indent="0" algn="ctr" defTabSz="977900" rtl="1">
              <a:lnSpc>
                <a:spcPct val="110000"/>
              </a:lnSpc>
              <a:spcBef>
                <a:spcPct val="0"/>
              </a:spcBef>
              <a:spcAft>
                <a:spcPct val="35000"/>
              </a:spcAft>
              <a:buNone/>
            </a:pPr>
            <a:r>
              <a:rPr lang="ar" sz="2400" kern="1200">
                <a:solidFill>
                  <a:srgbClr val="7030A0"/>
                </a:solidFill>
                <a:latin typeface="Sakkal Majalla" panose="02000000000000000000" pitchFamily="2" charset="-78"/>
                <a:cs typeface="Sakkal Majalla" panose="02000000000000000000" pitchFamily="2" charset="-78"/>
              </a:rPr>
              <a:t>د2 العيوب بالنسبة </a:t>
            </a:r>
            <a:br>
              <a:rPr lang="ar-EG" sz="2400" kern="1200">
                <a:solidFill>
                  <a:srgbClr val="7030A0"/>
                </a:solidFill>
                <a:latin typeface="Sakkal Majalla" panose="02000000000000000000" pitchFamily="2" charset="-78"/>
                <a:cs typeface="Sakkal Majalla" panose="02000000000000000000" pitchFamily="2" charset="-78"/>
              </a:rPr>
            </a:br>
            <a:r>
              <a:rPr lang="ar" sz="2400" kern="1200">
                <a:solidFill>
                  <a:srgbClr val="7030A0"/>
                </a:solidFill>
                <a:latin typeface="Sakkal Majalla" panose="02000000000000000000" pitchFamily="2" charset="-78"/>
                <a:cs typeface="Sakkal Majalla" panose="02000000000000000000" pitchFamily="2" charset="-78"/>
              </a:rPr>
              <a:t>لعملاء الشركات </a:t>
            </a:r>
            <a:br>
              <a:rPr lang="ar-EG" sz="2400" kern="1200">
                <a:solidFill>
                  <a:srgbClr val="7030A0"/>
                </a:solidFill>
                <a:latin typeface="Sakkal Majalla" panose="02000000000000000000" pitchFamily="2" charset="-78"/>
                <a:cs typeface="Sakkal Majalla" panose="02000000000000000000" pitchFamily="2" charset="-78"/>
              </a:rPr>
            </a:br>
            <a:r>
              <a:rPr lang="ar" sz="2400" kern="1200">
                <a:solidFill>
                  <a:srgbClr val="7030A0"/>
                </a:solidFill>
                <a:latin typeface="Sakkal Majalla" panose="02000000000000000000" pitchFamily="2" charset="-78"/>
                <a:cs typeface="Sakkal Majalla" panose="02000000000000000000" pitchFamily="2" charset="-78"/>
              </a:rPr>
              <a:t>عبر الإنترنت</a:t>
            </a:r>
            <a:endParaRPr lang="en-US" sz="2400" kern="1200" dirty="0">
              <a:solidFill>
                <a:srgbClr val="7030A0"/>
              </a:solidFill>
              <a:latin typeface="Sakkal Majalla" panose="02000000000000000000" pitchFamily="2" charset="-78"/>
              <a:cs typeface="Sakkal Majalla" panose="02000000000000000000" pitchFamily="2" charset="-78"/>
            </a:endParaRPr>
          </a:p>
        </p:txBody>
      </p:sp>
      <p:sp>
        <p:nvSpPr>
          <p:cNvPr id="7" name="Freeform: Shape 6">
            <a:extLst>
              <a:ext uri="{FF2B5EF4-FFF2-40B4-BE49-F238E27FC236}">
                <a16:creationId xmlns:a16="http://schemas.microsoft.com/office/drawing/2014/main" id="{CAB755EA-53D8-9D60-5801-643B9A733504}"/>
              </a:ext>
            </a:extLst>
          </p:cNvPr>
          <p:cNvSpPr/>
          <p:nvPr/>
        </p:nvSpPr>
        <p:spPr>
          <a:xfrm>
            <a:off x="4702122" y="4314586"/>
            <a:ext cx="2602414" cy="1561448"/>
          </a:xfrm>
          <a:custGeom>
            <a:avLst/>
            <a:gdLst>
              <a:gd name="connsiteX0" fmla="*/ 0 w 2602414"/>
              <a:gd name="connsiteY0" fmla="*/ 0 h 1561448"/>
              <a:gd name="connsiteX1" fmla="*/ 2602414 w 2602414"/>
              <a:gd name="connsiteY1" fmla="*/ 0 h 1561448"/>
              <a:gd name="connsiteX2" fmla="*/ 2602414 w 2602414"/>
              <a:gd name="connsiteY2" fmla="*/ 1561448 h 1561448"/>
              <a:gd name="connsiteX3" fmla="*/ 0 w 2602414"/>
              <a:gd name="connsiteY3" fmla="*/ 1561448 h 1561448"/>
              <a:gd name="connsiteX4" fmla="*/ 0 w 2602414"/>
              <a:gd name="connsiteY4" fmla="*/ 0 h 1561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2414" h="1561448">
                <a:moveTo>
                  <a:pt x="0" y="0"/>
                </a:moveTo>
                <a:lnTo>
                  <a:pt x="2602414" y="0"/>
                </a:lnTo>
                <a:lnTo>
                  <a:pt x="2602414" y="1561448"/>
                </a:lnTo>
                <a:lnTo>
                  <a:pt x="0" y="1561448"/>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83820" tIns="83820" rIns="83820" bIns="83820" numCol="1" spcCol="1270" rtlCol="1" anchor="ctr" anchorCtr="0">
            <a:noAutofit/>
          </a:bodyPr>
          <a:lstStyle/>
          <a:p>
            <a:pPr marL="0" lvl="0" indent="0" algn="ctr" defTabSz="977900" rtl="1">
              <a:lnSpc>
                <a:spcPct val="110000"/>
              </a:lnSpc>
              <a:spcBef>
                <a:spcPct val="0"/>
              </a:spcBef>
              <a:spcAft>
                <a:spcPct val="35000"/>
              </a:spcAft>
              <a:buNone/>
            </a:pPr>
            <a:r>
              <a:rPr lang="ar" sz="2400" kern="1200">
                <a:solidFill>
                  <a:srgbClr val="7030A0"/>
                </a:solidFill>
                <a:latin typeface="Sakkal Majalla" panose="02000000000000000000" pitchFamily="2" charset="-78"/>
                <a:cs typeface="Sakkal Majalla" panose="02000000000000000000" pitchFamily="2" charset="-78"/>
              </a:rPr>
              <a:t>د3 المزايا بالنسبة </a:t>
            </a:r>
            <a:br>
              <a:rPr lang="ar-EG" sz="2400" kern="1200">
                <a:solidFill>
                  <a:srgbClr val="7030A0"/>
                </a:solidFill>
                <a:latin typeface="Sakkal Majalla" panose="02000000000000000000" pitchFamily="2" charset="-78"/>
                <a:cs typeface="Sakkal Majalla" panose="02000000000000000000" pitchFamily="2" charset="-78"/>
              </a:rPr>
            </a:br>
            <a:r>
              <a:rPr lang="ar" sz="2400" kern="1200">
                <a:solidFill>
                  <a:srgbClr val="7030A0"/>
                </a:solidFill>
                <a:latin typeface="Sakkal Majalla" panose="02000000000000000000" pitchFamily="2" charset="-78"/>
                <a:cs typeface="Sakkal Majalla" panose="02000000000000000000" pitchFamily="2" charset="-78"/>
              </a:rPr>
              <a:t>لمجتمع الشركات </a:t>
            </a:r>
            <a:br>
              <a:rPr lang="ar-EG" sz="2400" kern="1200">
                <a:solidFill>
                  <a:srgbClr val="7030A0"/>
                </a:solidFill>
                <a:latin typeface="Sakkal Majalla" panose="02000000000000000000" pitchFamily="2" charset="-78"/>
                <a:cs typeface="Sakkal Majalla" panose="02000000000000000000" pitchFamily="2" charset="-78"/>
              </a:rPr>
            </a:br>
            <a:r>
              <a:rPr lang="ar" sz="2400" kern="1200">
                <a:solidFill>
                  <a:srgbClr val="7030A0"/>
                </a:solidFill>
                <a:latin typeface="Sakkal Majalla" panose="02000000000000000000" pitchFamily="2" charset="-78"/>
                <a:cs typeface="Sakkal Majalla" panose="02000000000000000000" pitchFamily="2" charset="-78"/>
              </a:rPr>
              <a:t>عبر الإنترنت</a:t>
            </a:r>
            <a:endParaRPr lang="en-US" sz="2400" kern="1200" dirty="0">
              <a:solidFill>
                <a:srgbClr val="7030A0"/>
              </a:solidFill>
              <a:latin typeface="Sakkal Majalla" panose="02000000000000000000" pitchFamily="2" charset="-78"/>
              <a:cs typeface="Sakkal Majalla" panose="02000000000000000000" pitchFamily="2" charset="-78"/>
            </a:endParaRPr>
          </a:p>
        </p:txBody>
      </p:sp>
      <p:sp>
        <p:nvSpPr>
          <p:cNvPr id="8" name="Freeform: Shape 7">
            <a:extLst>
              <a:ext uri="{FF2B5EF4-FFF2-40B4-BE49-F238E27FC236}">
                <a16:creationId xmlns:a16="http://schemas.microsoft.com/office/drawing/2014/main" id="{8DCAF25C-B414-57E8-1CD7-420520D58E5F}"/>
              </a:ext>
            </a:extLst>
          </p:cNvPr>
          <p:cNvSpPr/>
          <p:nvPr/>
        </p:nvSpPr>
        <p:spPr>
          <a:xfrm>
            <a:off x="1839466" y="4314586"/>
            <a:ext cx="2602414" cy="1561448"/>
          </a:xfrm>
          <a:custGeom>
            <a:avLst/>
            <a:gdLst>
              <a:gd name="connsiteX0" fmla="*/ 0 w 2602414"/>
              <a:gd name="connsiteY0" fmla="*/ 0 h 1561448"/>
              <a:gd name="connsiteX1" fmla="*/ 2602414 w 2602414"/>
              <a:gd name="connsiteY1" fmla="*/ 0 h 1561448"/>
              <a:gd name="connsiteX2" fmla="*/ 2602414 w 2602414"/>
              <a:gd name="connsiteY2" fmla="*/ 1561448 h 1561448"/>
              <a:gd name="connsiteX3" fmla="*/ 0 w 2602414"/>
              <a:gd name="connsiteY3" fmla="*/ 1561448 h 1561448"/>
              <a:gd name="connsiteX4" fmla="*/ 0 w 2602414"/>
              <a:gd name="connsiteY4" fmla="*/ 0 h 1561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2414" h="1561448">
                <a:moveTo>
                  <a:pt x="0" y="0"/>
                </a:moveTo>
                <a:lnTo>
                  <a:pt x="2602414" y="0"/>
                </a:lnTo>
                <a:lnTo>
                  <a:pt x="2602414" y="1561448"/>
                </a:lnTo>
                <a:lnTo>
                  <a:pt x="0" y="1561448"/>
                </a:lnTo>
                <a:lnTo>
                  <a:pt x="0" y="0"/>
                </a:lnTo>
                <a:close/>
              </a:path>
            </a:pathLst>
          </a:cu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spcFirstLastPara="0" vert="horz" wrap="square" lIns="83820" tIns="83820" rIns="83820" bIns="83820" numCol="1" spcCol="1270" rtlCol="1" anchor="ctr" anchorCtr="0">
            <a:noAutofit/>
          </a:bodyPr>
          <a:lstStyle/>
          <a:p>
            <a:pPr marL="0" lvl="0" indent="0" algn="ctr" defTabSz="977900" rtl="1">
              <a:lnSpc>
                <a:spcPct val="110000"/>
              </a:lnSpc>
              <a:spcBef>
                <a:spcPct val="0"/>
              </a:spcBef>
              <a:spcAft>
                <a:spcPct val="35000"/>
              </a:spcAft>
              <a:buNone/>
            </a:pPr>
            <a:r>
              <a:rPr lang="ar" sz="2400" kern="1200">
                <a:solidFill>
                  <a:srgbClr val="7030A0"/>
                </a:solidFill>
                <a:latin typeface="Sakkal Majalla" panose="02000000000000000000" pitchFamily="2" charset="-78"/>
                <a:cs typeface="Sakkal Majalla" panose="02000000000000000000" pitchFamily="2" charset="-78"/>
              </a:rPr>
              <a:t>د4 العيوب بالنسبة </a:t>
            </a:r>
            <a:br>
              <a:rPr lang="ar-EG" sz="2400" kern="1200">
                <a:solidFill>
                  <a:srgbClr val="7030A0"/>
                </a:solidFill>
                <a:latin typeface="Sakkal Majalla" panose="02000000000000000000" pitchFamily="2" charset="-78"/>
                <a:cs typeface="Sakkal Majalla" panose="02000000000000000000" pitchFamily="2" charset="-78"/>
              </a:rPr>
            </a:br>
            <a:r>
              <a:rPr lang="ar" sz="2400" kern="1200">
                <a:solidFill>
                  <a:srgbClr val="7030A0"/>
                </a:solidFill>
                <a:latin typeface="Sakkal Majalla" panose="02000000000000000000" pitchFamily="2" charset="-78"/>
                <a:cs typeface="Sakkal Majalla" panose="02000000000000000000" pitchFamily="2" charset="-78"/>
              </a:rPr>
              <a:t>لمجتمع الشركات </a:t>
            </a:r>
            <a:br>
              <a:rPr lang="ar-EG" sz="2400" kern="1200">
                <a:solidFill>
                  <a:srgbClr val="7030A0"/>
                </a:solidFill>
                <a:latin typeface="Sakkal Majalla" panose="02000000000000000000" pitchFamily="2" charset="-78"/>
                <a:cs typeface="Sakkal Majalla" panose="02000000000000000000" pitchFamily="2" charset="-78"/>
              </a:rPr>
            </a:br>
            <a:r>
              <a:rPr lang="ar" sz="2400" kern="1200">
                <a:solidFill>
                  <a:srgbClr val="7030A0"/>
                </a:solidFill>
                <a:latin typeface="Sakkal Majalla" panose="02000000000000000000" pitchFamily="2" charset="-78"/>
                <a:cs typeface="Sakkal Majalla" panose="02000000000000000000" pitchFamily="2" charset="-78"/>
              </a:rPr>
              <a:t>عبر الإنترنت</a:t>
            </a:r>
            <a:endParaRPr lang="en-US" sz="2400" kern="1200" dirty="0">
              <a:solidFill>
                <a:srgbClr val="7030A0"/>
              </a:solidFill>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D838F2F2-C9B9-5E8D-AA70-36FDD1ED2071}"/>
              </a:ext>
            </a:extLst>
          </p:cNvPr>
          <p:cNvSpPr txBox="1"/>
          <p:nvPr/>
        </p:nvSpPr>
        <p:spPr>
          <a:xfrm>
            <a:off x="863588" y="1850677"/>
            <a:ext cx="7416824" cy="430887"/>
          </a:xfrm>
          <a:prstGeom prst="rect">
            <a:avLst/>
          </a:prstGeom>
          <a:noFill/>
        </p:spPr>
        <p:txBody>
          <a:bodyPr wrap="square" rtlCol="1">
            <a:spAutoFit/>
          </a:bodyPr>
          <a:lstStyle/>
          <a:p>
            <a:pPr algn="ctr" rtl="1"/>
            <a:r>
              <a:rPr lang="ar" sz="2200">
                <a:latin typeface="Sakkal Majalla" panose="02000000000000000000" pitchFamily="2" charset="-78"/>
                <a:cs typeface="Sakkal Majalla" panose="02000000000000000000" pitchFamily="2" charset="-78"/>
              </a:rPr>
              <a:t>فهم مزايا كثرة الشركات عبر الإنترنت وعيوبها بالنسبة للعملاء والمجتمع</a:t>
            </a:r>
            <a:endParaRPr lang="en-GB" altLang="en-US" sz="22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43421825"/>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8897-707C-3416-17D6-C74D5769E4A3}"/>
              </a:ext>
            </a:extLst>
          </p:cNvPr>
          <p:cNvSpPr>
            <a:spLocks noGrp="1"/>
          </p:cNvSpPr>
          <p:nvPr>
            <p:ph type="title"/>
          </p:nvPr>
        </p:nvSpPr>
        <p:spPr>
          <a:xfrm>
            <a:off x="457200" y="1161916"/>
            <a:ext cx="8229600" cy="863600"/>
          </a:xfrm>
        </p:spPr>
        <p:txBody>
          <a:bodyPr rtlCol="1"/>
          <a:lstStyle/>
          <a:p>
            <a:pPr rtl="1"/>
            <a:r>
              <a:rPr lang="ar" sz="3000"/>
              <a:t>المزايا والعيوب بالنسبة لعملاء الشركات عبر الإنترنت</a:t>
            </a:r>
          </a:p>
        </p:txBody>
      </p:sp>
      <p:sp>
        <p:nvSpPr>
          <p:cNvPr id="3" name="Content Placeholder 2">
            <a:extLst>
              <a:ext uri="{FF2B5EF4-FFF2-40B4-BE49-F238E27FC236}">
                <a16:creationId xmlns:a16="http://schemas.microsoft.com/office/drawing/2014/main" id="{5C12CF7C-F768-9CA1-A94A-DC4D846442B2}"/>
              </a:ext>
            </a:extLst>
          </p:cNvPr>
          <p:cNvSpPr>
            <a:spLocks noGrp="1"/>
          </p:cNvSpPr>
          <p:nvPr>
            <p:ph sz="half" idx="2"/>
          </p:nvPr>
        </p:nvSpPr>
        <p:spPr>
          <a:xfrm>
            <a:off x="4680281" y="1881996"/>
            <a:ext cx="3956623" cy="5034040"/>
          </a:xfrm>
        </p:spPr>
        <p:txBody>
          <a:bodyPr rtlCol="1"/>
          <a:lstStyle/>
          <a:p>
            <a:pPr marL="0" indent="0" rtl="1">
              <a:spcBef>
                <a:spcPts val="400"/>
              </a:spcBef>
              <a:buNone/>
            </a:pPr>
            <a:r>
              <a:rPr lang="ar" sz="2200" b="1"/>
              <a:t>المزايا</a:t>
            </a:r>
          </a:p>
          <a:p>
            <a:pPr rtl="1">
              <a:spcBef>
                <a:spcPts val="400"/>
              </a:spcBef>
              <a:buSzPct val="85000"/>
            </a:pPr>
            <a:r>
              <a:rPr lang="ar" sz="2200"/>
              <a:t>توافر مجموعة كبيرة من الخيارات</a:t>
            </a:r>
            <a:endParaRPr lang="en-US" sz="2200" dirty="0"/>
          </a:p>
          <a:p>
            <a:pPr rtl="1">
              <a:spcBef>
                <a:spcPts val="400"/>
              </a:spcBef>
              <a:buSzPct val="85000"/>
            </a:pPr>
            <a:r>
              <a:rPr lang="ar" sz="2200"/>
              <a:t>توفير الوقت</a:t>
            </a:r>
          </a:p>
          <a:p>
            <a:pPr rtl="1">
              <a:spcBef>
                <a:spcPts val="400"/>
              </a:spcBef>
              <a:buSzPct val="85000"/>
            </a:pPr>
            <a:r>
              <a:rPr lang="ar" sz="2200"/>
              <a:t>المتاجر الصغيرة</a:t>
            </a:r>
          </a:p>
          <a:p>
            <a:pPr rtl="1">
              <a:spcBef>
                <a:spcPts val="400"/>
              </a:spcBef>
              <a:buSzPct val="85000"/>
            </a:pPr>
            <a:r>
              <a:rPr lang="ar" sz="2200"/>
              <a:t>التوفر</a:t>
            </a:r>
          </a:p>
          <a:p>
            <a:pPr rtl="1">
              <a:spcBef>
                <a:spcPts val="400"/>
              </a:spcBef>
              <a:buSzPct val="85000"/>
            </a:pPr>
            <a:r>
              <a:rPr lang="ar" sz="2200"/>
              <a:t>معلومات المنتج</a:t>
            </a:r>
          </a:p>
          <a:p>
            <a:pPr rtl="1">
              <a:spcBef>
                <a:spcPts val="400"/>
              </a:spcBef>
              <a:buSzPct val="85000"/>
            </a:pPr>
            <a:r>
              <a:rPr lang="ar" sz="2200"/>
              <a:t>توفير المال</a:t>
            </a:r>
          </a:p>
          <a:p>
            <a:pPr rtl="1">
              <a:spcBef>
                <a:spcPts val="400"/>
              </a:spcBef>
              <a:buSzPct val="85000"/>
            </a:pPr>
            <a:r>
              <a:rPr lang="ar" sz="2200"/>
              <a:t>عدم الانتظار في طوابير</a:t>
            </a:r>
          </a:p>
          <a:p>
            <a:pPr rtl="1">
              <a:spcBef>
                <a:spcPts val="400"/>
              </a:spcBef>
              <a:buSzPct val="85000"/>
            </a:pPr>
            <a:r>
              <a:rPr lang="ar" sz="2200"/>
              <a:t>تخصيص الموقع الإلكتروني</a:t>
            </a:r>
            <a:endParaRPr lang="en-US" sz="2200" dirty="0"/>
          </a:p>
          <a:p>
            <a:pPr rtl="1">
              <a:spcBef>
                <a:spcPts val="400"/>
              </a:spcBef>
              <a:buSzPct val="85000"/>
            </a:pPr>
            <a:r>
              <a:rPr lang="ar" sz="2200"/>
              <a:t>تكاليف مواقف السيارات</a:t>
            </a:r>
          </a:p>
          <a:p>
            <a:pPr rtl="1">
              <a:spcBef>
                <a:spcPts val="400"/>
              </a:spcBef>
              <a:buSzPct val="85000"/>
            </a:pPr>
            <a:r>
              <a:rPr lang="ar" sz="2200"/>
              <a:t>تكاليف وسائل المواصلات</a:t>
            </a:r>
            <a:endParaRPr lang="en-US" sz="2200" dirty="0"/>
          </a:p>
          <a:p>
            <a:pPr rtl="1">
              <a:spcBef>
                <a:spcPts val="400"/>
              </a:spcBef>
            </a:pPr>
            <a:endParaRPr lang="en-US" sz="2200" dirty="0"/>
          </a:p>
          <a:p>
            <a:pPr rtl="1">
              <a:spcBef>
                <a:spcPts val="400"/>
              </a:spcBef>
            </a:pPr>
            <a:endParaRPr lang="en-US" sz="2200" dirty="0"/>
          </a:p>
          <a:p>
            <a:pPr rtl="1">
              <a:spcBef>
                <a:spcPts val="400"/>
              </a:spcBef>
            </a:pPr>
            <a:endParaRPr lang="en-US" sz="2200" dirty="0"/>
          </a:p>
          <a:p>
            <a:pPr rtl="1">
              <a:spcBef>
                <a:spcPts val="400"/>
              </a:spcBef>
            </a:pPr>
            <a:endParaRPr lang="en-US" sz="2200" dirty="0"/>
          </a:p>
          <a:p>
            <a:pPr rtl="1">
              <a:spcBef>
                <a:spcPts val="400"/>
              </a:spcBef>
            </a:pPr>
            <a:endParaRPr lang="en-US" sz="2200" dirty="0"/>
          </a:p>
          <a:p>
            <a:pPr rtl="1">
              <a:spcBef>
                <a:spcPts val="400"/>
              </a:spcBef>
            </a:pPr>
            <a:endParaRPr lang="en-US" sz="2200" dirty="0"/>
          </a:p>
        </p:txBody>
      </p:sp>
      <p:sp>
        <p:nvSpPr>
          <p:cNvPr id="7" name="Content Placeholder 2">
            <a:extLst>
              <a:ext uri="{FF2B5EF4-FFF2-40B4-BE49-F238E27FC236}">
                <a16:creationId xmlns:a16="http://schemas.microsoft.com/office/drawing/2014/main" id="{8DD828AF-1B2B-90FD-0E17-21A36E9E6CBA}"/>
              </a:ext>
            </a:extLst>
          </p:cNvPr>
          <p:cNvSpPr txBox="1">
            <a:spLocks/>
          </p:cNvSpPr>
          <p:nvPr/>
        </p:nvSpPr>
        <p:spPr bwMode="auto">
          <a:xfrm>
            <a:off x="723658" y="1881996"/>
            <a:ext cx="3956623" cy="503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spcBef>
                <a:spcPts val="400"/>
              </a:spcBef>
              <a:buNone/>
            </a:pPr>
            <a:r>
              <a:rPr lang="ar" sz="2200" b="1" kern="0">
                <a:latin typeface="Sakkal Majalla" panose="02000000000000000000" pitchFamily="2" charset="-78"/>
                <a:cs typeface="Sakkal Majalla" panose="02000000000000000000" pitchFamily="2" charset="-78"/>
              </a:rPr>
              <a:t>العيوب</a:t>
            </a:r>
          </a:p>
          <a:p>
            <a:pPr rtl="1">
              <a:spcBef>
                <a:spcPts val="400"/>
              </a:spcBef>
              <a:buSzPct val="85000"/>
            </a:pPr>
            <a:r>
              <a:rPr lang="ar" sz="2200" kern="0">
                <a:latin typeface="Sakkal Majalla" panose="02000000000000000000" pitchFamily="2" charset="-78"/>
                <a:cs typeface="Sakkal Majalla" panose="02000000000000000000" pitchFamily="2" charset="-78"/>
              </a:rPr>
              <a:t>عدم القدرة على لمس/ شم المنتج</a:t>
            </a:r>
            <a:endParaRPr lang="en-US" sz="2200" dirty="0">
              <a:latin typeface="Sakkal Majalla" panose="02000000000000000000" pitchFamily="2" charset="-78"/>
              <a:cs typeface="Sakkal Majalla" panose="02000000000000000000" pitchFamily="2" charset="-78"/>
            </a:endParaRPr>
          </a:p>
          <a:p>
            <a:pPr rtl="1">
              <a:spcBef>
                <a:spcPts val="400"/>
              </a:spcBef>
              <a:buSzPct val="85000"/>
            </a:pPr>
            <a:r>
              <a:rPr lang="ar" sz="2200" kern="0">
                <a:latin typeface="Sakkal Majalla" panose="02000000000000000000" pitchFamily="2" charset="-78"/>
                <a:cs typeface="Sakkal Majalla" panose="02000000000000000000" pitchFamily="2" charset="-78"/>
              </a:rPr>
              <a:t>انعدام التواصل المباشر</a:t>
            </a:r>
          </a:p>
          <a:p>
            <a:pPr rtl="1">
              <a:spcBef>
                <a:spcPts val="400"/>
              </a:spcBef>
              <a:buSzPct val="85000"/>
            </a:pPr>
            <a:r>
              <a:rPr lang="ar" sz="2200" kern="0">
                <a:latin typeface="Sakkal Majalla" panose="02000000000000000000" pitchFamily="2" charset="-78"/>
                <a:cs typeface="Sakkal Majalla" panose="02000000000000000000" pitchFamily="2" charset="-78"/>
              </a:rPr>
              <a:t>التأخير في الشحن / التسليم</a:t>
            </a:r>
          </a:p>
          <a:p>
            <a:pPr rtl="1">
              <a:spcBef>
                <a:spcPts val="400"/>
              </a:spcBef>
              <a:buSzPct val="85000"/>
            </a:pPr>
            <a:r>
              <a:rPr lang="ar" sz="2200" kern="0">
                <a:latin typeface="Sakkal Majalla" panose="02000000000000000000" pitchFamily="2" charset="-78"/>
                <a:cs typeface="Sakkal Majalla" panose="02000000000000000000" pitchFamily="2" charset="-78"/>
              </a:rPr>
              <a:t>إرجاع السلع</a:t>
            </a:r>
          </a:p>
          <a:p>
            <a:pPr rtl="1">
              <a:spcBef>
                <a:spcPts val="400"/>
              </a:spcBef>
              <a:buSzPct val="85000"/>
            </a:pPr>
            <a:r>
              <a:rPr lang="ar" sz="2200" kern="0">
                <a:latin typeface="Sakkal Majalla" panose="02000000000000000000" pitchFamily="2" charset="-78"/>
                <a:cs typeface="Sakkal Majalla" panose="02000000000000000000" pitchFamily="2" charset="-78"/>
              </a:rPr>
              <a:t>غياب عامل حسن النية</a:t>
            </a:r>
            <a:endParaRPr lang="en-US" sz="2200" kern="0" dirty="0">
              <a:latin typeface="Sakkal Majalla" panose="02000000000000000000" pitchFamily="2" charset="-78"/>
              <a:cs typeface="Sakkal Majalla" panose="02000000000000000000" pitchFamily="2" charset="-78"/>
            </a:endParaRPr>
          </a:p>
          <a:p>
            <a:pPr rtl="1">
              <a:spcBef>
                <a:spcPts val="400"/>
              </a:spcBef>
              <a:buSzPct val="85000"/>
            </a:pPr>
            <a:r>
              <a:rPr lang="ar" sz="2200" kern="0">
                <a:latin typeface="Sakkal Majalla" panose="02000000000000000000" pitchFamily="2" charset="-78"/>
                <a:cs typeface="Sakkal Majalla" panose="02000000000000000000" pitchFamily="2" charset="-78"/>
              </a:rPr>
              <a:t>مخاطر الحصول على بضائع مُقلدة</a:t>
            </a:r>
          </a:p>
          <a:p>
            <a:pPr rtl="1">
              <a:spcBef>
                <a:spcPts val="400"/>
              </a:spcBef>
              <a:buSzPct val="85000"/>
            </a:pPr>
            <a:r>
              <a:rPr lang="ar" sz="2200" kern="0">
                <a:latin typeface="Sakkal Majalla" panose="02000000000000000000" pitchFamily="2" charset="-78"/>
                <a:cs typeface="Sakkal Majalla" panose="02000000000000000000" pitchFamily="2" charset="-78"/>
              </a:rPr>
              <a:t>عدم القدرة على التفاوض للحصول على خصومات</a:t>
            </a: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a:p>
            <a:pPr rtl="1">
              <a:spcBef>
                <a:spcPts val="400"/>
              </a:spcBef>
            </a:pPr>
            <a:endParaRPr lang="en-US" sz="2200" kern="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85372496"/>
      </p:ext>
    </p:extLst>
  </p:cSld>
  <p:clrMapOvr>
    <a:masterClrMapping/>
  </p:clrMapOvr>
  <p:transition>
    <p:sndAc>
      <p:stSnd>
        <p:snd r:embed="rId2"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D7C14BB-0D0A-2BAA-D9E6-1EA8C57BC657}"/>
              </a:ext>
            </a:extLst>
          </p:cNvPr>
          <p:cNvSpPr txBox="1">
            <a:spLocks/>
          </p:cNvSpPr>
          <p:nvPr/>
        </p:nvSpPr>
        <p:spPr bwMode="auto">
          <a:xfrm>
            <a:off x="697733" y="1184609"/>
            <a:ext cx="775860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3000" b="1" kern="0">
                <a:latin typeface="Sakkal Majalla" panose="02000000000000000000" pitchFamily="2" charset="-78"/>
                <a:cs typeface="Sakkal Majalla" panose="02000000000000000000" pitchFamily="2" charset="-78"/>
              </a:rPr>
              <a:t>د3 المزايا بالنسبة لمجتمع الشركات عبر الإنترنت</a:t>
            </a:r>
          </a:p>
        </p:txBody>
      </p:sp>
      <p:graphicFrame>
        <p:nvGraphicFramePr>
          <p:cNvPr id="7" name="Table 7">
            <a:extLst>
              <a:ext uri="{FF2B5EF4-FFF2-40B4-BE49-F238E27FC236}">
                <a16:creationId xmlns:a16="http://schemas.microsoft.com/office/drawing/2014/main" id="{3DD5A9DD-EA64-444B-A3FB-98D3C4B2B34A}"/>
              </a:ext>
            </a:extLst>
          </p:cNvPr>
          <p:cNvGraphicFramePr>
            <a:graphicFrameLocks noGrp="1"/>
          </p:cNvGraphicFramePr>
          <p:nvPr>
            <p:extLst>
              <p:ext uri="{D42A27DB-BD31-4B8C-83A1-F6EECF244321}">
                <p14:modId xmlns:p14="http://schemas.microsoft.com/office/powerpoint/2010/main" val="4291735385"/>
              </p:ext>
            </p:extLst>
          </p:nvPr>
        </p:nvGraphicFramePr>
        <p:xfrm>
          <a:off x="562845" y="2204864"/>
          <a:ext cx="8028384" cy="2936831"/>
        </p:xfrm>
        <a:graphic>
          <a:graphicData uri="http://schemas.openxmlformats.org/drawingml/2006/table">
            <a:tbl>
              <a:tblPr rtl="1" firstRow="1" bandRow="1">
                <a:tableStyleId>{5C22544A-7EE6-4342-B048-85BDC9FD1C3A}</a:tableStyleId>
              </a:tblPr>
              <a:tblGrid>
                <a:gridCol w="2358008">
                  <a:extLst>
                    <a:ext uri="{9D8B030D-6E8A-4147-A177-3AD203B41FA5}">
                      <a16:colId xmlns:a16="http://schemas.microsoft.com/office/drawing/2014/main" val="825209038"/>
                    </a:ext>
                  </a:extLst>
                </a:gridCol>
                <a:gridCol w="5670376">
                  <a:extLst>
                    <a:ext uri="{9D8B030D-6E8A-4147-A177-3AD203B41FA5}">
                      <a16:colId xmlns:a16="http://schemas.microsoft.com/office/drawing/2014/main" val="1401336872"/>
                    </a:ext>
                  </a:extLst>
                </a:gridCol>
              </a:tblGrid>
              <a:tr h="293901">
                <a:tc>
                  <a:txBody>
                    <a:bodyPr/>
                    <a:lstStyle/>
                    <a:p>
                      <a:pPr algn="r" rtl="1"/>
                      <a:r>
                        <a:rPr lang="ar" sz="1400">
                          <a:latin typeface="Sakkal Majalla" panose="02000000000000000000" pitchFamily="2" charset="-78"/>
                          <a:cs typeface="Sakkal Majalla" panose="02000000000000000000" pitchFamily="2" charset="-78"/>
                        </a:rPr>
                        <a:t>المزايا</a:t>
                      </a:r>
                    </a:p>
                  </a:txBody>
                  <a:tcPr/>
                </a:tc>
                <a:tc>
                  <a:txBody>
                    <a:bodyPr/>
                    <a:lstStyle/>
                    <a:p>
                      <a:pPr algn="r" rtl="1"/>
                      <a:r>
                        <a:rPr lang="ar" sz="1400">
                          <a:latin typeface="Sakkal Majalla" panose="02000000000000000000" pitchFamily="2" charset="-78"/>
                          <a:cs typeface="Sakkal Majalla" panose="02000000000000000000" pitchFamily="2" charset="-78"/>
                        </a:rPr>
                        <a:t>السبب</a:t>
                      </a:r>
                    </a:p>
                  </a:txBody>
                  <a:tcPr/>
                </a:tc>
                <a:extLst>
                  <a:ext uri="{0D108BD9-81ED-4DB2-BD59-A6C34878D82A}">
                    <a16:rowId xmlns:a16="http://schemas.microsoft.com/office/drawing/2014/main" val="292203907"/>
                  </a:ext>
                </a:extLst>
              </a:tr>
              <a:tr h="372873">
                <a:tc>
                  <a:txBody>
                    <a:bodyPr/>
                    <a:lstStyle/>
                    <a:p>
                      <a:pPr marL="0" marR="0" lvl="0" indent="0" algn="r" defTabSz="914400" rtl="1" eaLnBrk="1" fontAlgn="auto" latinLnBrk="0" hangingPunct="1">
                        <a:lnSpc>
                          <a:spcPct val="110000"/>
                        </a:lnSpc>
                        <a:spcBef>
                          <a:spcPts val="0"/>
                        </a:spcBef>
                        <a:spcAft>
                          <a:spcPts val="0"/>
                        </a:spcAft>
                        <a:buClrTx/>
                        <a:buSzTx/>
                        <a:buFontTx/>
                        <a:buNone/>
                        <a:tabLst/>
                        <a:defRPr/>
                      </a:pPr>
                      <a:r>
                        <a:rPr lang="ar" sz="1400">
                          <a:latin typeface="Sakkal Majalla" panose="02000000000000000000" pitchFamily="2" charset="-78"/>
                          <a:cs typeface="Sakkal Majalla" panose="02000000000000000000" pitchFamily="2" charset="-78"/>
                        </a:rPr>
                        <a:t>1. خيارات أكبر للسلع والخدمات</a:t>
                      </a:r>
                    </a:p>
                  </a:txBody>
                  <a:tcPr/>
                </a:tc>
                <a:tc>
                  <a:txBody>
                    <a:bodyPr/>
                    <a:lstStyle/>
                    <a:p>
                      <a:pPr algn="r" rtl="1">
                        <a:lnSpc>
                          <a:spcPct val="110000"/>
                        </a:lnSpc>
                      </a:pPr>
                      <a:r>
                        <a:rPr lang="ar" sz="1400" b="0" i="0" kern="1200">
                          <a:solidFill>
                            <a:schemeClr val="dk1"/>
                          </a:solidFill>
                          <a:effectLst/>
                          <a:latin typeface="Sakkal Majalla" panose="02000000000000000000" pitchFamily="2" charset="-78"/>
                          <a:ea typeface="+mn-ea"/>
                          <a:cs typeface="Sakkal Majalla" panose="02000000000000000000" pitchFamily="2" charset="-78"/>
                        </a:rPr>
                        <a:t>أ. إمكانية الوصول للسلع والخدمات على مدار 24 ساعة بما يعني أنه من الممكن أن يصبح المجتمع فعالًا ومنتجًا.</a:t>
                      </a:r>
                      <a:endParaRPr lang="en-GB" sz="14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802596971"/>
                  </a:ext>
                </a:extLst>
              </a:tr>
              <a:tr h="617051">
                <a:tc>
                  <a:txBody>
                    <a:bodyPr/>
                    <a:lstStyle/>
                    <a:p>
                      <a:pPr marL="0" marR="0" lvl="0" indent="0" algn="r" defTabSz="914400" rtl="1" eaLnBrk="1" fontAlgn="auto" latinLnBrk="0" hangingPunct="1">
                        <a:lnSpc>
                          <a:spcPct val="110000"/>
                        </a:lnSpc>
                        <a:spcBef>
                          <a:spcPts val="0"/>
                        </a:spcBef>
                        <a:spcAft>
                          <a:spcPts val="0"/>
                        </a:spcAft>
                        <a:buClrTx/>
                        <a:buSzTx/>
                        <a:buFontTx/>
                        <a:buNone/>
                        <a:tabLst/>
                        <a:defRPr/>
                      </a:pPr>
                      <a:r>
                        <a:rPr lang="ar" sz="1400">
                          <a:latin typeface="Sakkal Majalla" panose="02000000000000000000" pitchFamily="2" charset="-78"/>
                          <a:cs typeface="Sakkal Majalla" panose="02000000000000000000" pitchFamily="2" charset="-78"/>
                        </a:rPr>
                        <a:t>2. الوصول إلى السلع والخدمات عند </a:t>
                      </a:r>
                      <a:br>
                        <a:rPr lang="ar-EG" sz="1400">
                          <a:latin typeface="Sakkal Majalla" panose="02000000000000000000" pitchFamily="2" charset="-78"/>
                          <a:cs typeface="Sakkal Majalla" panose="02000000000000000000" pitchFamily="2" charset="-78"/>
                        </a:rPr>
                      </a:br>
                      <a:r>
                        <a:rPr lang="ar" sz="1400">
                          <a:latin typeface="Sakkal Majalla" panose="02000000000000000000" pitchFamily="2" charset="-78"/>
                          <a:cs typeface="Sakkal Majalla" panose="02000000000000000000" pitchFamily="2" charset="-78"/>
                        </a:rPr>
                        <a:t>إغلاق المتاجر</a:t>
                      </a:r>
                    </a:p>
                  </a:txBody>
                  <a:tcPr/>
                </a:tc>
                <a:tc>
                  <a:txBody>
                    <a:bodyPr/>
                    <a:lstStyle/>
                    <a:p>
                      <a:pPr algn="r" rtl="1">
                        <a:lnSpc>
                          <a:spcPct val="110000"/>
                        </a:lnSpc>
                      </a:pPr>
                      <a:r>
                        <a:rPr lang="ar" sz="1400" b="0" i="0" kern="1200">
                          <a:solidFill>
                            <a:schemeClr val="dk1"/>
                          </a:solidFill>
                          <a:effectLst/>
                          <a:latin typeface="Sakkal Majalla" panose="02000000000000000000" pitchFamily="2" charset="-78"/>
                          <a:ea typeface="+mn-ea"/>
                          <a:cs typeface="Sakkal Majalla" panose="02000000000000000000" pitchFamily="2" charset="-78"/>
                        </a:rPr>
                        <a:t>ب. تتمتع الشركات عبر الإنترنت بتكاليف تشغيل أقل، بالتالي يقل هامش الربح على أسعار منتجاتها إذ بإمكانها بيع الأشياء بسعر أرخص مع استمرار تعادل الربح والخسارة لديها. </a:t>
                      </a:r>
                      <a:endParaRPr lang="en-GB" sz="14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449284505"/>
                  </a:ext>
                </a:extLst>
              </a:tr>
              <a:tr h="370155">
                <a:tc>
                  <a:txBody>
                    <a:bodyPr/>
                    <a:lstStyle/>
                    <a:p>
                      <a:pPr algn="r" rtl="1">
                        <a:lnSpc>
                          <a:spcPct val="110000"/>
                        </a:lnSpc>
                      </a:pPr>
                      <a:r>
                        <a:rPr lang="ar" sz="1400">
                          <a:latin typeface="Sakkal Majalla" panose="02000000000000000000" pitchFamily="2" charset="-78"/>
                          <a:cs typeface="Sakkal Majalla" panose="02000000000000000000" pitchFamily="2" charset="-78"/>
                        </a:rPr>
                        <a:t>3. أسعار أرخص</a:t>
                      </a:r>
                    </a:p>
                  </a:txBody>
                  <a:tcPr/>
                </a:tc>
                <a:tc>
                  <a:txBody>
                    <a:bodyPr/>
                    <a:lstStyle/>
                    <a:p>
                      <a:pPr algn="r" rtl="1">
                        <a:lnSpc>
                          <a:spcPct val="110000"/>
                        </a:lnSpc>
                      </a:pPr>
                      <a:r>
                        <a:rPr lang="ar" sz="1400" b="0" i="0" kern="1200">
                          <a:solidFill>
                            <a:schemeClr val="dk1"/>
                          </a:solidFill>
                          <a:effectLst/>
                          <a:latin typeface="Sakkal Majalla" panose="02000000000000000000" pitchFamily="2" charset="-78"/>
                          <a:ea typeface="+mn-ea"/>
                          <a:cs typeface="Sakkal Majalla" panose="02000000000000000000" pitchFamily="2" charset="-78"/>
                        </a:rPr>
                        <a:t>ج. تقليل التلوث نظرًا للحد من الإسراف الذي يقع في المتجر الفعلي.</a:t>
                      </a:r>
                      <a:endParaRPr lang="en-GB" sz="14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890238957"/>
                  </a:ext>
                </a:extLst>
              </a:tr>
              <a:tr h="623880">
                <a:tc>
                  <a:txBody>
                    <a:bodyPr/>
                    <a:lstStyle/>
                    <a:p>
                      <a:pPr marL="0" marR="0" lvl="0" indent="0" algn="r" defTabSz="914400" rtl="1" eaLnBrk="1" fontAlgn="auto" latinLnBrk="0" hangingPunct="1">
                        <a:lnSpc>
                          <a:spcPct val="110000"/>
                        </a:lnSpc>
                        <a:spcBef>
                          <a:spcPts val="0"/>
                        </a:spcBef>
                        <a:spcAft>
                          <a:spcPts val="0"/>
                        </a:spcAft>
                        <a:buClrTx/>
                        <a:buSzTx/>
                        <a:buFontTx/>
                        <a:buNone/>
                        <a:tabLst/>
                        <a:defRPr/>
                      </a:pPr>
                      <a:r>
                        <a:rPr lang="ar" sz="1400">
                          <a:latin typeface="Sakkal Majalla" panose="02000000000000000000" pitchFamily="2" charset="-78"/>
                          <a:cs typeface="Sakkal Majalla" panose="02000000000000000000" pitchFamily="2" charset="-78"/>
                        </a:rPr>
                        <a:t>4. ازدهار الخدمات القائمة على الإنترنت والمرتبطة به</a:t>
                      </a:r>
                    </a:p>
                  </a:txBody>
                  <a:tcPr/>
                </a:tc>
                <a:tc>
                  <a:txBody>
                    <a:bodyPr/>
                    <a:lstStyle/>
                    <a:p>
                      <a:pPr algn="r" rtl="1">
                        <a:lnSpc>
                          <a:spcPct val="110000"/>
                        </a:lnSpc>
                      </a:pPr>
                      <a:r>
                        <a:rPr lang="ar" sz="1400" b="0" i="0" kern="1200">
                          <a:solidFill>
                            <a:schemeClr val="dk1"/>
                          </a:solidFill>
                          <a:effectLst/>
                          <a:latin typeface="Sakkal Majalla" panose="02000000000000000000" pitchFamily="2" charset="-78"/>
                          <a:ea typeface="+mn-ea"/>
                          <a:cs typeface="Sakkal Majalla" panose="02000000000000000000" pitchFamily="2" charset="-78"/>
                        </a:rPr>
                        <a:t>د. من السهل أن تبدأ شركة عبر الإنترنت، مما يعني أن المنافسة شديدة، ولكن هذا من شأنه أن يشجع الابتكار </a:t>
                      </a:r>
                      <a:br>
                        <a:rPr lang="ar-EG" sz="1400" b="0" i="0" kern="1200">
                          <a:solidFill>
                            <a:schemeClr val="dk1"/>
                          </a:solidFill>
                          <a:effectLst/>
                          <a:latin typeface="Sakkal Majalla" panose="02000000000000000000" pitchFamily="2" charset="-78"/>
                          <a:ea typeface="+mn-ea"/>
                          <a:cs typeface="Sakkal Majalla" panose="02000000000000000000" pitchFamily="2" charset="-78"/>
                        </a:rPr>
                      </a:br>
                      <a:r>
                        <a:rPr lang="ar" sz="1400" b="0" i="0" kern="1200">
                          <a:solidFill>
                            <a:schemeClr val="dk1"/>
                          </a:solidFill>
                          <a:effectLst/>
                          <a:latin typeface="Sakkal Majalla" panose="02000000000000000000" pitchFamily="2" charset="-78"/>
                          <a:ea typeface="+mn-ea"/>
                          <a:cs typeface="Sakkal Majalla" panose="02000000000000000000" pitchFamily="2" charset="-78"/>
                        </a:rPr>
                        <a:t>مما يتيح المزيد من الخيارات نظرًا لسهولة تصفح العملاء للمنتجات المماثلة من مختلف المتاجر عبر الإنترنت</a:t>
                      </a:r>
                      <a:endParaRPr lang="en-GB" sz="14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4091112380"/>
                  </a:ext>
                </a:extLst>
              </a:tr>
              <a:tr h="648072">
                <a:tc>
                  <a:txBody>
                    <a:bodyPr/>
                    <a:lstStyle/>
                    <a:p>
                      <a:pPr marL="0" marR="0" lvl="0" indent="0" algn="r" defTabSz="914400" rtl="1" eaLnBrk="1" fontAlgn="auto" latinLnBrk="0" hangingPunct="1">
                        <a:lnSpc>
                          <a:spcPct val="110000"/>
                        </a:lnSpc>
                        <a:spcBef>
                          <a:spcPts val="0"/>
                        </a:spcBef>
                        <a:spcAft>
                          <a:spcPts val="0"/>
                        </a:spcAft>
                        <a:buClrTx/>
                        <a:buSzTx/>
                        <a:buFontTx/>
                        <a:buNone/>
                        <a:tabLst/>
                        <a:defRPr/>
                      </a:pPr>
                      <a:r>
                        <a:rPr lang="ar" sz="1400">
                          <a:latin typeface="Sakkal Majalla" panose="02000000000000000000" pitchFamily="2" charset="-78"/>
                          <a:cs typeface="Sakkal Majalla" panose="02000000000000000000" pitchFamily="2" charset="-78"/>
                        </a:rPr>
                        <a:t>5. الحد من التأثير البيئي</a:t>
                      </a:r>
                    </a:p>
                    <a:p>
                      <a:pPr algn="r" rtl="1">
                        <a:lnSpc>
                          <a:spcPct val="110000"/>
                        </a:lnSpc>
                      </a:pPr>
                      <a:endParaRPr lang="en-GB" sz="1400" dirty="0">
                        <a:latin typeface="Sakkal Majalla" panose="02000000000000000000" pitchFamily="2" charset="-78"/>
                        <a:cs typeface="Sakkal Majalla" panose="02000000000000000000" pitchFamily="2" charset="-78"/>
                      </a:endParaRPr>
                    </a:p>
                  </a:txBody>
                  <a:tcPr/>
                </a:tc>
                <a:tc>
                  <a:txBody>
                    <a:bodyPr/>
                    <a:lstStyle/>
                    <a:p>
                      <a:pPr algn="r" rtl="1">
                        <a:lnSpc>
                          <a:spcPct val="110000"/>
                        </a:lnSpc>
                      </a:pPr>
                      <a:r>
                        <a:rPr lang="ar" sz="1400">
                          <a:latin typeface="Sakkal Majalla" panose="02000000000000000000" pitchFamily="2" charset="-78"/>
                          <a:cs typeface="Sakkal Majalla" panose="02000000000000000000" pitchFamily="2" charset="-78"/>
                        </a:rPr>
                        <a:t>هـ. </a:t>
                      </a:r>
                      <a:r>
                        <a:rPr lang="ar" sz="1400" b="0" i="0" kern="1200">
                          <a:solidFill>
                            <a:schemeClr val="dk1"/>
                          </a:solidFill>
                          <a:effectLst/>
                          <a:latin typeface="Sakkal Majalla" panose="02000000000000000000" pitchFamily="2" charset="-78"/>
                          <a:ea typeface="+mn-ea"/>
                          <a:cs typeface="Sakkal Majalla" panose="02000000000000000000" pitchFamily="2" charset="-78"/>
                        </a:rPr>
                        <a:t>من السهل بدء شركة عبر الإنترنت، مما يعني توسيع نطاق توفير فرص العمل المرتبطة بشكل مباشر أو غير مباشر بفرص الشركات عبر الإنترنت. </a:t>
                      </a:r>
                      <a:endParaRPr lang="en-GB" sz="14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122820047"/>
                  </a:ext>
                </a:extLst>
              </a:tr>
            </a:tbl>
          </a:graphicData>
        </a:graphic>
      </p:graphicFrame>
    </p:spTree>
    <p:extLst>
      <p:ext uri="{BB962C8B-B14F-4D97-AF65-F5344CB8AC3E}">
        <p14:creationId xmlns:p14="http://schemas.microsoft.com/office/powerpoint/2010/main" val="947994333"/>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شكر وتقدير</a:t>
            </a:r>
            <a:endParaRPr lang="en-GB" altLang="en-US" sz="4600" dirty="0"/>
          </a:p>
        </p:txBody>
      </p:sp>
      <p:sp>
        <p:nvSpPr>
          <p:cNvPr id="3" name="Content Placeholder 2">
            <a:extLst>
              <a:ext uri="{FF2B5EF4-FFF2-40B4-BE49-F238E27FC236}">
                <a16:creationId xmlns:a16="http://schemas.microsoft.com/office/drawing/2014/main" id="{748BB323-7B28-5294-7EEE-652BF3E471C5}"/>
              </a:ext>
            </a:extLst>
          </p:cNvPr>
          <p:cNvSpPr>
            <a:spLocks noGrp="1"/>
          </p:cNvSpPr>
          <p:nvPr>
            <p:ph sz="half" idx="2"/>
          </p:nvPr>
        </p:nvSpPr>
        <p:spPr>
          <a:xfrm>
            <a:off x="468312" y="2195513"/>
            <a:ext cx="7991475" cy="3609975"/>
          </a:xfrm>
        </p:spPr>
        <p:txBody>
          <a:bodyPr rtlCol="1"/>
          <a:lstStyle/>
          <a:p>
            <a:pPr rtl="1">
              <a:lnSpc>
                <a:spcPct val="110000"/>
              </a:lnSpc>
              <a:buSzPct val="85000"/>
            </a:pPr>
            <a:r>
              <a:rPr lang="ar" sz="2000"/>
              <a:t>الصور:</a:t>
            </a:r>
            <a:endParaRPr lang="en-US" sz="2000" dirty="0">
              <a:ea typeface="Verdana"/>
            </a:endParaRPr>
          </a:p>
          <a:p>
            <a:pPr rtl="1">
              <a:lnSpc>
                <a:spcPct val="110000"/>
              </a:lnSpc>
              <a:buSzPct val="85000"/>
            </a:pPr>
            <a:r>
              <a:rPr lang="ar" sz="2000"/>
              <a:t>شركة بيرسون إيديوكيشن ليمتد: ناكي كويومتزيس (الشريحة 24)؛ شترستوك: صورة أتمنى لك يومًا سعيدًا (الشريحة 1)، بريس ماستر (الشريحة 9)، زوريانا زايتسيفا (الشريحة 28).</a:t>
            </a:r>
            <a:endParaRPr lang="en-US" sz="2000" dirty="0">
              <a:ea typeface="Verdana"/>
            </a:endParaRPr>
          </a:p>
        </p:txBody>
      </p:sp>
    </p:spTree>
    <p:extLst>
      <p:ext uri="{BB962C8B-B14F-4D97-AF65-F5344CB8AC3E}">
        <p14:creationId xmlns:p14="http://schemas.microsoft.com/office/powerpoint/2010/main" val="657630971"/>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179512"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Arial"/>
                <a:cs typeface="Arial"/>
              </a:rPr>
              <a:t>شكر وتقدير</a:t>
            </a:r>
            <a:endParaRPr lang="en-GB" altLang="en-US" dirty="0"/>
          </a:p>
        </p:txBody>
      </p:sp>
      <p:sp>
        <p:nvSpPr>
          <p:cNvPr id="3" name="Content Placeholder 2">
            <a:extLst>
              <a:ext uri="{FF2B5EF4-FFF2-40B4-BE49-F238E27FC236}">
                <a16:creationId xmlns:a16="http://schemas.microsoft.com/office/drawing/2014/main" id="{748BB323-7B28-5294-7EEE-652BF3E471C5}"/>
              </a:ext>
            </a:extLst>
          </p:cNvPr>
          <p:cNvSpPr>
            <a:spLocks noGrp="1"/>
          </p:cNvSpPr>
          <p:nvPr>
            <p:ph sz="half" idx="2"/>
          </p:nvPr>
        </p:nvSpPr>
        <p:spPr/>
        <p:txBody>
          <a:bodyPr rtlCol="1"/>
          <a:lstStyle/>
          <a:p>
            <a:pPr rtl="1" fontAlgn="base"/>
            <a:r>
              <a:rPr lang="ar" sz="2000" b="1" i="0">
                <a:solidFill>
                  <a:srgbClr val="000000"/>
                </a:solidFill>
                <a:effectLst/>
              </a:rPr>
              <a:t>الصور:</a:t>
            </a:r>
            <a:r>
              <a:rPr lang="ar" sz="2000" b="0" i="0">
                <a:solidFill>
                  <a:srgbClr val="000000"/>
                </a:solidFill>
                <a:effectLst/>
              </a:rPr>
              <a:t> </a:t>
            </a:r>
          </a:p>
          <a:p>
            <a:pPr rtl="1" fontAlgn="base"/>
            <a:r>
              <a:rPr lang="ar" sz="2000" b="0" i="0">
                <a:solidFill>
                  <a:srgbClr val="000000"/>
                </a:solidFill>
                <a:effectLst/>
              </a:rPr>
              <a:t>(دليل الاختصارات: b-أسفل، c-وسط، l-يسار، r-يمين، t-أعلى) </a:t>
            </a:r>
          </a:p>
          <a:p>
            <a:pPr rtl="1" fontAlgn="base"/>
            <a:r>
              <a:rPr lang="ar" sz="2000" b="1" i="0">
                <a:solidFill>
                  <a:srgbClr val="000000"/>
                </a:solidFill>
                <a:effectLst/>
              </a:rPr>
              <a:t>شوترستوك:</a:t>
            </a:r>
            <a:r>
              <a:rPr lang="ar" sz="2000" b="0" i="0">
                <a:solidFill>
                  <a:srgbClr val="000000"/>
                </a:solidFill>
                <a:effectLst/>
              </a:rPr>
              <a:t> </a:t>
            </a:r>
            <a:r>
              <a:rPr lang="ar" sz="2000" b="0" i="0">
                <a:solidFill>
                  <a:srgbClr val="444444"/>
                </a:solidFill>
                <a:effectLst/>
              </a:rPr>
              <a:t>جيرابونج مانوسونغ (الشريحة 11) ، فيزكيس (الشريحة 24TL) ، استوديو مينيرفا (الشريحة 24tc) ، الصورة الأرضية (الشريحة 24tr و bl) ، أنطونيو غيليم (الشريحة 24bc) ، كين ستوكر (الشريحة 24br). </a:t>
            </a:r>
            <a:endParaRPr lang="en-GB" sz="2000" b="0" i="0" dirty="0">
              <a:solidFill>
                <a:srgbClr val="000000"/>
              </a:solidFill>
              <a:effectLst/>
            </a:endParaRPr>
          </a:p>
        </p:txBody>
      </p:sp>
    </p:spTree>
    <p:extLst>
      <p:ext uri="{BB962C8B-B14F-4D97-AF65-F5344CB8AC3E}">
        <p14:creationId xmlns:p14="http://schemas.microsoft.com/office/powerpoint/2010/main" val="2890955527"/>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5E840B-1C5A-45C9-BAE0-76FCA4F94AA4}"/>
</file>

<file path=customXml/itemProps2.xml><?xml version="1.0" encoding="utf-8"?>
<ds:datastoreItem xmlns:ds="http://schemas.openxmlformats.org/officeDocument/2006/customXml" ds:itemID="{9848C615-482B-4AB5-9FE7-A2F3E6CFF2B1}">
  <ds:schemaRefs>
    <ds:schemaRef ds:uri="http://schemas.microsoft.com/office/2006/documentManagement/types"/>
    <ds:schemaRef ds:uri="http://www.w3.org/XML/1998/namespace"/>
    <ds:schemaRef ds:uri="http://purl.org/dc/dcmitype/"/>
    <ds:schemaRef ds:uri="http://purl.org/dc/elements/1.1/"/>
    <ds:schemaRef ds:uri="http://schemas.microsoft.com/office/2006/metadata/properties"/>
    <ds:schemaRef ds:uri="http://schemas.microsoft.com/office/infopath/2007/PartnerControls"/>
    <ds:schemaRef ds:uri="6125ffc9-2c56-435e-8267-1393444907b2"/>
    <ds:schemaRef ds:uri="http://schemas.openxmlformats.org/package/2006/metadata/core-properties"/>
    <ds:schemaRef ds:uri="7c1bd8dc-4e40-424f-a15f-9ffcd522197f"/>
    <ds:schemaRef ds:uri="http://purl.org/dc/terms/"/>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21162</TotalTime>
  <Words>3416</Words>
  <Application>Microsoft Office PowerPoint</Application>
  <PresentationFormat>On-screen Show (4:3)</PresentationFormat>
  <Paragraphs>446</Paragraphs>
  <Slides>39</Slides>
  <Notes>33</Notes>
  <HiddenSlides>0</HiddenSlides>
  <MMClips>0</MMClips>
  <ScaleCrop>false</ScaleCrop>
  <HeadingPairs>
    <vt:vector size="6" baseType="variant">
      <vt:variant>
        <vt:lpstr>Fonts Used</vt:lpstr>
      </vt:variant>
      <vt:variant>
        <vt:i4>11</vt:i4>
      </vt:variant>
      <vt:variant>
        <vt:lpstr>Theme</vt:lpstr>
      </vt:variant>
      <vt:variant>
        <vt:i4>10</vt:i4>
      </vt:variant>
      <vt:variant>
        <vt:lpstr>Slide Titles</vt:lpstr>
      </vt:variant>
      <vt:variant>
        <vt:i4>39</vt:i4>
      </vt:variant>
    </vt:vector>
  </HeadingPairs>
  <TitlesOfParts>
    <vt:vector size="60" baseType="lpstr">
      <vt:lpstr>Arial</vt:lpstr>
      <vt:lpstr>Arial,Sans-Serif</vt:lpstr>
      <vt:lpstr>CourierNewPSMT</vt:lpstr>
      <vt:lpstr>Helvetica</vt:lpstr>
      <vt:lpstr>OpenSans</vt:lpstr>
      <vt:lpstr>Roboto</vt:lpstr>
      <vt:lpstr>Sakkal Majalla</vt:lpstr>
      <vt:lpstr>Script MT Bold</vt:lpstr>
      <vt:lpstr>Verdana</vt:lpstr>
      <vt:lpstr>Wingdings</vt:lpstr>
      <vt:lpstr>Wingdings,Sans-Serif</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11 الشركات عبر الإنترنت  </vt:lpstr>
      <vt:lpstr>الشركات عبر الإنترنت</vt:lpstr>
      <vt:lpstr>أهداف التعلم</vt:lpstr>
      <vt:lpstr>PowerPoint Presentation</vt:lpstr>
      <vt:lpstr>PowerPoint Presentation</vt:lpstr>
      <vt:lpstr>PowerPoint Presentation</vt:lpstr>
      <vt:lpstr>أنواع التواجد عبر الإنترنت</vt:lpstr>
      <vt:lpstr>PowerPoint Presentation</vt:lpstr>
      <vt:lpstr>PowerPoint Presentation</vt:lpstr>
      <vt:lpstr>أ3 مشكلات التخطيط، والتنفيذ، والمشكلات التشغيلية التي تواجه الشركات التي تمارس عملها عبر الإنترنت</vt:lpstr>
      <vt:lpstr>PowerPoint Presentation</vt:lpstr>
      <vt:lpstr>مشكلات التخطيط</vt:lpstr>
      <vt:lpstr>مشكلات التنفيذ</vt:lpstr>
      <vt:lpstr>مشكلات التنفيذ</vt:lpstr>
      <vt:lpstr>المشكلات التشغيلية</vt:lpstr>
      <vt:lpstr>PowerPoint Presentation</vt:lpstr>
      <vt:lpstr>PowerPoint Presentation</vt:lpstr>
      <vt:lpstr>PowerPoint Presentation</vt:lpstr>
      <vt:lpstr>PowerPoint Presentation</vt:lpstr>
      <vt:lpstr>PowerPoint Presentation</vt:lpstr>
      <vt:lpstr>PowerPoint Presentation</vt:lpstr>
      <vt:lpstr>مستويات الاستجابة</vt:lpstr>
      <vt:lpstr>المزايا المالية</vt:lpstr>
      <vt:lpstr>PowerPoint Presentation</vt:lpstr>
      <vt:lpstr>PowerPoint Presentation</vt:lpstr>
      <vt:lpstr>المشكلات المالية</vt:lpstr>
      <vt:lpstr>مشكلات التوزيع والتنافس</vt:lpstr>
      <vt:lpstr>PowerPoint Presentation</vt:lpstr>
      <vt:lpstr>PowerPoint Presentation</vt:lpstr>
      <vt:lpstr>HTML</vt:lpstr>
      <vt:lpstr>امتدادات الملفات</vt:lpstr>
      <vt:lpstr>PowerPoint Presentation</vt:lpstr>
      <vt:lpstr>مراجعة القائمة المرجعية</vt:lpstr>
      <vt:lpstr>هدف التعلم ج  </vt:lpstr>
      <vt:lpstr>PowerPoint Presentation</vt:lpstr>
      <vt:lpstr>المزايا والعيوب بالنسبة لعملاء الشركات عبر الإنترنت</vt:lpstr>
      <vt:lpstr>PowerPoint Presentation</vt:lpstr>
      <vt:lpstr>شكر وتقدير</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822</cp:revision>
  <dcterms:created xsi:type="dcterms:W3CDTF">2020-07-15T07:14:47Z</dcterms:created>
  <dcterms:modified xsi:type="dcterms:W3CDTF">2024-01-11T09:14:14Z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