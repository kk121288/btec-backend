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2"/>
  </p:notesMasterIdLst>
  <p:sldIdLst>
    <p:sldId id="256" r:id="rId14"/>
    <p:sldId id="257" r:id="rId15"/>
    <p:sldId id="258" r:id="rId16"/>
    <p:sldId id="272" r:id="rId17"/>
    <p:sldId id="310" r:id="rId18"/>
    <p:sldId id="311" r:id="rId19"/>
    <p:sldId id="368" r:id="rId20"/>
    <p:sldId id="341" r:id="rId21"/>
    <p:sldId id="370" r:id="rId22"/>
    <p:sldId id="340" r:id="rId23"/>
    <p:sldId id="356" r:id="rId24"/>
    <p:sldId id="346" r:id="rId25"/>
    <p:sldId id="371" r:id="rId26"/>
    <p:sldId id="376" r:id="rId27"/>
    <p:sldId id="315" r:id="rId28"/>
    <p:sldId id="307" r:id="rId29"/>
    <p:sldId id="317" r:id="rId30"/>
    <p:sldId id="359" r:id="rId31"/>
    <p:sldId id="360" r:id="rId32"/>
    <p:sldId id="361" r:id="rId33"/>
    <p:sldId id="318" r:id="rId34"/>
    <p:sldId id="373" r:id="rId35"/>
    <p:sldId id="372" r:id="rId36"/>
    <p:sldId id="378" r:id="rId37"/>
    <p:sldId id="352" r:id="rId38"/>
    <p:sldId id="362" r:id="rId39"/>
    <p:sldId id="365" r:id="rId40"/>
    <p:sldId id="374" r:id="rId41"/>
    <p:sldId id="377" r:id="rId42"/>
    <p:sldId id="355" r:id="rId43"/>
    <p:sldId id="321" r:id="rId44"/>
    <p:sldId id="354" r:id="rId45"/>
    <p:sldId id="366" r:id="rId46"/>
    <p:sldId id="319" r:id="rId47"/>
    <p:sldId id="367" r:id="rId48"/>
    <p:sldId id="379" r:id="rId49"/>
    <p:sldId id="402" r:id="rId50"/>
    <p:sldId id="403" r:id="rId51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FBCBA3-2AB7-5503-9116-F1CD2AB7C3E3}" name="Lynn" initials="L" userId="S::111355@newdur.ac.uk::e829a39a-4f15-4263-9019-247011b7539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  <p:cmAuthor id="15" name="S Jakubowski" initials="SJ" lastIdx="39" clrIdx="14">
    <p:extLst>
      <p:ext uri="{19B8F6BF-5375-455C-9EA6-DF929625EA0E}">
        <p15:presenceInfo xmlns:p15="http://schemas.microsoft.com/office/powerpoint/2012/main" userId="9b5743bd2697ecf7" providerId="Windows Live"/>
      </p:ext>
    </p:extLst>
  </p:cmAuthor>
  <p:cmAuthor id="16" name="Lynne Williams" initials="LW" lastIdx="3" clrIdx="15">
    <p:extLst>
      <p:ext uri="{19B8F6BF-5375-455C-9EA6-DF929625EA0E}">
        <p15:presenceInfo xmlns:p15="http://schemas.microsoft.com/office/powerpoint/2012/main" userId="9a16a7a601f0b2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DA1A2-35A6-49D5-BDD3-996FF08A8642}" v="40" dt="2023-12-05T16:37:14.84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5" autoAdjust="0"/>
    <p:restoredTop sz="96242" autoAdjust="0"/>
  </p:normalViewPr>
  <p:slideViewPr>
    <p:cSldViewPr snapToGrid="0"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slide" Target="slides/slide37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microsoft.com/office/2015/10/relationships/revisionInfo" Target="revisionInfo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notesMaster" Target="notesMasters/notesMaster1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Langley" userId="S::sarah.langley@pearson.com::239c5547-87b3-47be-8ff1-783a9a4cc887" providerId="AD" clId="Web-{F24F2BD0-F0C0-576E-6100-8A88FB562F4C}"/>
    <pc:docChg chg="modSld">
      <pc:chgData name="Sarah Langley" userId="S::sarah.langley@pearson.com::239c5547-87b3-47be-8ff1-783a9a4cc887" providerId="AD" clId="Web-{F24F2BD0-F0C0-576E-6100-8A88FB562F4C}" dt="2023-11-29T14:53:27.617" v="61"/>
      <pc:docMkLst>
        <pc:docMk/>
      </pc:docMkLst>
      <pc:sldChg chg="addSp modSp delCm">
        <pc:chgData name="Sarah Langley" userId="S::sarah.langley@pearson.com::239c5547-87b3-47be-8ff1-783a9a4cc887" providerId="AD" clId="Web-{F24F2BD0-F0C0-576E-6100-8A88FB562F4C}" dt="2023-11-29T14:52:23.942" v="25"/>
        <pc:sldMkLst>
          <pc:docMk/>
          <pc:sldMk cId="0" sldId="256"/>
        </pc:sldMkLst>
        <pc:spChg chg="add mod">
          <ac:chgData name="Sarah Langley" userId="S::sarah.langley@pearson.com::239c5547-87b3-47be-8ff1-783a9a4cc887" providerId="AD" clId="Web-{F24F2BD0-F0C0-576E-6100-8A88FB562F4C}" dt="2023-11-29T14:52:23.942" v="25"/>
          <ac:spMkLst>
            <pc:docMk/>
            <pc:sldMk cId="0" sldId="256"/>
            <ac:spMk id="2" creationId="{62A65071-5C81-5AF6-BCA3-2FA7E4B8332C}"/>
          </ac:spMkLst>
        </pc:spChg>
        <pc:spChg chg="mod">
          <ac:chgData name="Sarah Langley" userId="S::sarah.langley@pearson.com::239c5547-87b3-47be-8ff1-783a9a4cc887" providerId="AD" clId="Web-{F24F2BD0-F0C0-576E-6100-8A88FB562F4C}" dt="2023-11-29T14:52:08.504" v="22" actId="1076"/>
          <ac:spMkLst>
            <pc:docMk/>
            <pc:sldMk cId="0" sldId="256"/>
            <ac:spMk id="28680" creationId="{250B1923-7747-07CF-317E-05CAA217CFCA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3.083" v="26"/>
        <pc:sldMkLst>
          <pc:docMk/>
          <pc:sldMk cId="0" sldId="257"/>
        </pc:sldMkLst>
        <pc:spChg chg="add">
          <ac:chgData name="Sarah Langley" userId="S::sarah.langley@pearson.com::239c5547-87b3-47be-8ff1-783a9a4cc887" providerId="AD" clId="Web-{F24F2BD0-F0C0-576E-6100-8A88FB562F4C}" dt="2023-11-29T14:52:33.083" v="26"/>
          <ac:spMkLst>
            <pc:docMk/>
            <pc:sldMk cId="0" sldId="257"/>
            <ac:spMk id="3" creationId="{61CD1FA9-AF1E-DA79-0E16-03AF08ED07C6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4.146" v="27"/>
        <pc:sldMkLst>
          <pc:docMk/>
          <pc:sldMk cId="0" sldId="258"/>
        </pc:sldMkLst>
        <pc:spChg chg="add">
          <ac:chgData name="Sarah Langley" userId="S::sarah.langley@pearson.com::239c5547-87b3-47be-8ff1-783a9a4cc887" providerId="AD" clId="Web-{F24F2BD0-F0C0-576E-6100-8A88FB562F4C}" dt="2023-11-29T14:52:34.146" v="27"/>
          <ac:spMkLst>
            <pc:docMk/>
            <pc:sldMk cId="0" sldId="258"/>
            <ac:spMk id="13" creationId="{79182DC2-832F-70F4-116B-A1032F377023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4.958" v="28"/>
        <pc:sldMkLst>
          <pc:docMk/>
          <pc:sldMk cId="0" sldId="272"/>
        </pc:sldMkLst>
        <pc:spChg chg="add">
          <ac:chgData name="Sarah Langley" userId="S::sarah.langley@pearson.com::239c5547-87b3-47be-8ff1-783a9a4cc887" providerId="AD" clId="Web-{F24F2BD0-F0C0-576E-6100-8A88FB562F4C}" dt="2023-11-29T14:52:34.958" v="28"/>
          <ac:spMkLst>
            <pc:docMk/>
            <pc:sldMk cId="0" sldId="272"/>
            <ac:spMk id="10" creationId="{5D8C8639-44E8-D1C1-A63B-9A1F0A3444C2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9.428" v="40"/>
        <pc:sldMkLst>
          <pc:docMk/>
          <pc:sldMk cId="3621417310" sldId="307"/>
        </pc:sldMkLst>
        <pc:spChg chg="add">
          <ac:chgData name="Sarah Langley" userId="S::sarah.langley@pearson.com::239c5547-87b3-47be-8ff1-783a9a4cc887" providerId="AD" clId="Web-{F24F2BD0-F0C0-576E-6100-8A88FB562F4C}" dt="2023-11-29T14:52:49.428" v="40"/>
          <ac:spMkLst>
            <pc:docMk/>
            <pc:sldMk cId="3621417310" sldId="307"/>
            <ac:spMk id="10" creationId="{B711B1B9-41A5-D5B1-3398-F4FA38DC8A53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6.209" v="29"/>
        <pc:sldMkLst>
          <pc:docMk/>
          <pc:sldMk cId="1123634923" sldId="310"/>
        </pc:sldMkLst>
        <pc:spChg chg="add">
          <ac:chgData name="Sarah Langley" userId="S::sarah.langley@pearson.com::239c5547-87b3-47be-8ff1-783a9a4cc887" providerId="AD" clId="Web-{F24F2BD0-F0C0-576E-6100-8A88FB562F4C}" dt="2023-11-29T14:52:36.209" v="29"/>
          <ac:spMkLst>
            <pc:docMk/>
            <pc:sldMk cId="1123634923" sldId="310"/>
            <ac:spMk id="16" creationId="{1831C547-C314-6F37-67C1-47C07B0D8724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7.255" v="30"/>
        <pc:sldMkLst>
          <pc:docMk/>
          <pc:sldMk cId="1627869410" sldId="311"/>
        </pc:sldMkLst>
        <pc:spChg chg="add">
          <ac:chgData name="Sarah Langley" userId="S::sarah.langley@pearson.com::239c5547-87b3-47be-8ff1-783a9a4cc887" providerId="AD" clId="Web-{F24F2BD0-F0C0-576E-6100-8A88FB562F4C}" dt="2023-11-29T14:52:37.255" v="30"/>
          <ac:spMkLst>
            <pc:docMk/>
            <pc:sldMk cId="1627869410" sldId="311"/>
            <ac:spMk id="12" creationId="{6CBCE9E9-EEED-1A84-DFF0-F57F4C120460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8.365" v="39"/>
        <pc:sldMkLst>
          <pc:docMk/>
          <pc:sldMk cId="943421825" sldId="315"/>
        </pc:sldMkLst>
        <pc:spChg chg="add">
          <ac:chgData name="Sarah Langley" userId="S::sarah.langley@pearson.com::239c5547-87b3-47be-8ff1-783a9a4cc887" providerId="AD" clId="Web-{F24F2BD0-F0C0-576E-6100-8A88FB562F4C}" dt="2023-11-29T14:52:48.365" v="39"/>
          <ac:spMkLst>
            <pc:docMk/>
            <pc:sldMk cId="943421825" sldId="315"/>
            <ac:spMk id="8" creationId="{3995D4EE-E475-8923-D2F6-9B60F3361282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0.537" v="41"/>
        <pc:sldMkLst>
          <pc:docMk/>
          <pc:sldMk cId="540924408" sldId="317"/>
        </pc:sldMkLst>
        <pc:spChg chg="add">
          <ac:chgData name="Sarah Langley" userId="S::sarah.langley@pearson.com::239c5547-87b3-47be-8ff1-783a9a4cc887" providerId="AD" clId="Web-{F24F2BD0-F0C0-576E-6100-8A88FB562F4C}" dt="2023-11-29T14:52:50.537" v="41"/>
          <ac:spMkLst>
            <pc:docMk/>
            <pc:sldMk cId="540924408" sldId="317"/>
            <ac:spMk id="13" creationId="{B2053ADE-DAB1-E101-163B-4D6113A430A5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4.772" v="45"/>
        <pc:sldMkLst>
          <pc:docMk/>
          <pc:sldMk cId="1507455556" sldId="318"/>
        </pc:sldMkLst>
        <pc:spChg chg="add">
          <ac:chgData name="Sarah Langley" userId="S::sarah.langley@pearson.com::239c5547-87b3-47be-8ff1-783a9a4cc887" providerId="AD" clId="Web-{F24F2BD0-F0C0-576E-6100-8A88FB562F4C}" dt="2023-11-29T14:52:54.772" v="45"/>
          <ac:spMkLst>
            <pc:docMk/>
            <pc:sldMk cId="1507455556" sldId="318"/>
            <ac:spMk id="21" creationId="{A3216759-065F-448A-97AC-273FA14412ED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9.928" v="58"/>
        <pc:sldMkLst>
          <pc:docMk/>
          <pc:sldMk cId="1833027500" sldId="319"/>
        </pc:sldMkLst>
        <pc:spChg chg="add">
          <ac:chgData name="Sarah Langley" userId="S::sarah.langley@pearson.com::239c5547-87b3-47be-8ff1-783a9a4cc887" providerId="AD" clId="Web-{F24F2BD0-F0C0-576E-6100-8A88FB562F4C}" dt="2023-11-29T14:53:09.928" v="58"/>
          <ac:spMkLst>
            <pc:docMk/>
            <pc:sldMk cId="1833027500" sldId="319"/>
            <ac:spMk id="22" creationId="{39511175-2D9C-9C85-E86A-4FD31FC72F88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6.506" v="55"/>
        <pc:sldMkLst>
          <pc:docMk/>
          <pc:sldMk cId="2006627977" sldId="321"/>
        </pc:sldMkLst>
        <pc:spChg chg="add">
          <ac:chgData name="Sarah Langley" userId="S::sarah.langley@pearson.com::239c5547-87b3-47be-8ff1-783a9a4cc887" providerId="AD" clId="Web-{F24F2BD0-F0C0-576E-6100-8A88FB562F4C}" dt="2023-11-29T14:53:06.506" v="55"/>
          <ac:spMkLst>
            <pc:docMk/>
            <pc:sldMk cId="2006627977" sldId="321"/>
            <ac:spMk id="19" creationId="{24DEFB71-16AE-A210-1F1D-0F31539DEF9E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2.349" v="34"/>
        <pc:sldMkLst>
          <pc:docMk/>
          <pc:sldMk cId="2160954596" sldId="340"/>
        </pc:sldMkLst>
        <pc:spChg chg="add">
          <ac:chgData name="Sarah Langley" userId="S::sarah.langley@pearson.com::239c5547-87b3-47be-8ff1-783a9a4cc887" providerId="AD" clId="Web-{F24F2BD0-F0C0-576E-6100-8A88FB562F4C}" dt="2023-11-29T14:52:42.349" v="34"/>
          <ac:spMkLst>
            <pc:docMk/>
            <pc:sldMk cId="2160954596" sldId="340"/>
            <ac:spMk id="19" creationId="{1219FB33-B2F9-7926-FDB9-A3103D254A98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9.771" v="32"/>
        <pc:sldMkLst>
          <pc:docMk/>
          <pc:sldMk cId="3608675755" sldId="341"/>
        </pc:sldMkLst>
        <pc:spChg chg="add">
          <ac:chgData name="Sarah Langley" userId="S::sarah.langley@pearson.com::239c5547-87b3-47be-8ff1-783a9a4cc887" providerId="AD" clId="Web-{F24F2BD0-F0C0-576E-6100-8A88FB562F4C}" dt="2023-11-29T14:52:39.771" v="32"/>
          <ac:spMkLst>
            <pc:docMk/>
            <pc:sldMk cId="3608675755" sldId="341"/>
            <ac:spMk id="24" creationId="{CBAF6110-98E9-BC16-B2DC-8682C63D5BDC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4.756" v="36"/>
        <pc:sldMkLst>
          <pc:docMk/>
          <pc:sldMk cId="1334272358" sldId="346"/>
        </pc:sldMkLst>
        <pc:spChg chg="add">
          <ac:chgData name="Sarah Langley" userId="S::sarah.langley@pearson.com::239c5547-87b3-47be-8ff1-783a9a4cc887" providerId="AD" clId="Web-{F24F2BD0-F0C0-576E-6100-8A88FB562F4C}" dt="2023-11-29T14:52:44.756" v="36"/>
          <ac:spMkLst>
            <pc:docMk/>
            <pc:sldMk cId="1334272358" sldId="346"/>
            <ac:spMk id="12" creationId="{03AD4824-E781-ACD7-6994-1665013BF89F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8.772" v="49"/>
        <pc:sldMkLst>
          <pc:docMk/>
          <pc:sldMk cId="612398501" sldId="352"/>
        </pc:sldMkLst>
        <pc:spChg chg="add">
          <ac:chgData name="Sarah Langley" userId="S::sarah.langley@pearson.com::239c5547-87b3-47be-8ff1-783a9a4cc887" providerId="AD" clId="Web-{F24F2BD0-F0C0-576E-6100-8A88FB562F4C}" dt="2023-11-29T14:52:58.772" v="49"/>
          <ac:spMkLst>
            <pc:docMk/>
            <pc:sldMk cId="612398501" sldId="352"/>
            <ac:spMk id="26" creationId="{9BD53C57-1B94-707B-5874-A83D836F1DD0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8.053" v="56"/>
        <pc:sldMkLst>
          <pc:docMk/>
          <pc:sldMk cId="2739737216" sldId="354"/>
        </pc:sldMkLst>
        <pc:spChg chg="add">
          <ac:chgData name="Sarah Langley" userId="S::sarah.langley@pearson.com::239c5547-87b3-47be-8ff1-783a9a4cc887" providerId="AD" clId="Web-{F24F2BD0-F0C0-576E-6100-8A88FB562F4C}" dt="2023-11-29T14:53:08.053" v="56"/>
          <ac:spMkLst>
            <pc:docMk/>
            <pc:sldMk cId="2739737216" sldId="354"/>
            <ac:spMk id="16" creationId="{45B9285D-A58E-5A6E-492D-FBE389CAAA85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5.991" v="54"/>
        <pc:sldMkLst>
          <pc:docMk/>
          <pc:sldMk cId="1004608936" sldId="355"/>
        </pc:sldMkLst>
        <pc:spChg chg="add">
          <ac:chgData name="Sarah Langley" userId="S::sarah.langley@pearson.com::239c5547-87b3-47be-8ff1-783a9a4cc887" providerId="AD" clId="Web-{F24F2BD0-F0C0-576E-6100-8A88FB562F4C}" dt="2023-11-29T14:53:05.991" v="54"/>
          <ac:spMkLst>
            <pc:docMk/>
            <pc:sldMk cId="1004608936" sldId="355"/>
            <ac:spMk id="9" creationId="{78C16DB9-F09A-0873-C138-F1D23056FDEB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3.787" v="35"/>
        <pc:sldMkLst>
          <pc:docMk/>
          <pc:sldMk cId="984818105" sldId="356"/>
        </pc:sldMkLst>
        <pc:spChg chg="add">
          <ac:chgData name="Sarah Langley" userId="S::sarah.langley@pearson.com::239c5547-87b3-47be-8ff1-783a9a4cc887" providerId="AD" clId="Web-{F24F2BD0-F0C0-576E-6100-8A88FB562F4C}" dt="2023-11-29T14:52:43.787" v="35"/>
          <ac:spMkLst>
            <pc:docMk/>
            <pc:sldMk cId="984818105" sldId="356"/>
            <ac:spMk id="18" creationId="{10827C71-6A9A-A68F-6220-0AB4B0035B18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1.287" v="42"/>
        <pc:sldMkLst>
          <pc:docMk/>
          <pc:sldMk cId="1929939868" sldId="359"/>
        </pc:sldMkLst>
        <pc:spChg chg="add">
          <ac:chgData name="Sarah Langley" userId="S::sarah.langley@pearson.com::239c5547-87b3-47be-8ff1-783a9a4cc887" providerId="AD" clId="Web-{F24F2BD0-F0C0-576E-6100-8A88FB562F4C}" dt="2023-11-29T14:52:51.287" v="42"/>
          <ac:spMkLst>
            <pc:docMk/>
            <pc:sldMk cId="1929939868" sldId="359"/>
            <ac:spMk id="19" creationId="{9094F739-DB17-9BF8-46E3-2CBBAA0E6000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3.365" v="43"/>
        <pc:sldMkLst>
          <pc:docMk/>
          <pc:sldMk cId="2891506516" sldId="360"/>
        </pc:sldMkLst>
        <pc:spChg chg="add">
          <ac:chgData name="Sarah Langley" userId="S::sarah.langley@pearson.com::239c5547-87b3-47be-8ff1-783a9a4cc887" providerId="AD" clId="Web-{F24F2BD0-F0C0-576E-6100-8A88FB562F4C}" dt="2023-11-29T14:52:53.365" v="43"/>
          <ac:spMkLst>
            <pc:docMk/>
            <pc:sldMk cId="2891506516" sldId="360"/>
            <ac:spMk id="11" creationId="{FDC6FD1C-BDB3-AA65-1CC0-52F91B3006AC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3.834" v="44"/>
        <pc:sldMkLst>
          <pc:docMk/>
          <pc:sldMk cId="2959424129" sldId="361"/>
        </pc:sldMkLst>
        <pc:spChg chg="add">
          <ac:chgData name="Sarah Langley" userId="S::sarah.langley@pearson.com::239c5547-87b3-47be-8ff1-783a9a4cc887" providerId="AD" clId="Web-{F24F2BD0-F0C0-576E-6100-8A88FB562F4C}" dt="2023-11-29T14:52:53.834" v="44"/>
          <ac:spMkLst>
            <pc:docMk/>
            <pc:sldMk cId="2959424129" sldId="361"/>
            <ac:spMk id="14" creationId="{7296BBC9-4D24-5DD7-5389-6E3BE340C026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0.100" v="50"/>
        <pc:sldMkLst>
          <pc:docMk/>
          <pc:sldMk cId="4048746934" sldId="362"/>
        </pc:sldMkLst>
        <pc:spChg chg="add">
          <ac:chgData name="Sarah Langley" userId="S::sarah.langley@pearson.com::239c5547-87b3-47be-8ff1-783a9a4cc887" providerId="AD" clId="Web-{F24F2BD0-F0C0-576E-6100-8A88FB562F4C}" dt="2023-11-29T14:53:00.100" v="50"/>
          <ac:spMkLst>
            <pc:docMk/>
            <pc:sldMk cId="4048746934" sldId="362"/>
            <ac:spMk id="10" creationId="{22256E4D-8053-5314-9222-F1C5FD845A33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0.772" v="51"/>
        <pc:sldMkLst>
          <pc:docMk/>
          <pc:sldMk cId="15623580" sldId="365"/>
        </pc:sldMkLst>
        <pc:spChg chg="add">
          <ac:chgData name="Sarah Langley" userId="S::sarah.langley@pearson.com::239c5547-87b3-47be-8ff1-783a9a4cc887" providerId="AD" clId="Web-{F24F2BD0-F0C0-576E-6100-8A88FB562F4C}" dt="2023-11-29T14:53:00.772" v="51"/>
          <ac:spMkLst>
            <pc:docMk/>
            <pc:sldMk cId="15623580" sldId="365"/>
            <ac:spMk id="28" creationId="{9871E32C-43E1-7F14-4D7C-9C8AF0C33566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8.725" v="57"/>
        <pc:sldMkLst>
          <pc:docMk/>
          <pc:sldMk cId="1123432773" sldId="366"/>
        </pc:sldMkLst>
        <pc:spChg chg="add">
          <ac:chgData name="Sarah Langley" userId="S::sarah.langley@pearson.com::239c5547-87b3-47be-8ff1-783a9a4cc887" providerId="AD" clId="Web-{F24F2BD0-F0C0-576E-6100-8A88FB562F4C}" dt="2023-11-29T14:53:08.725" v="57"/>
          <ac:spMkLst>
            <pc:docMk/>
            <pc:sldMk cId="1123432773" sldId="366"/>
            <ac:spMk id="34" creationId="{40C13DD3-32FA-29F9-64A4-71C5C3BD9BEA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10.788" v="59"/>
        <pc:sldMkLst>
          <pc:docMk/>
          <pc:sldMk cId="113478263" sldId="367"/>
        </pc:sldMkLst>
        <pc:spChg chg="add">
          <ac:chgData name="Sarah Langley" userId="S::sarah.langley@pearson.com::239c5547-87b3-47be-8ff1-783a9a4cc887" providerId="AD" clId="Web-{F24F2BD0-F0C0-576E-6100-8A88FB562F4C}" dt="2023-11-29T14:53:10.788" v="59"/>
          <ac:spMkLst>
            <pc:docMk/>
            <pc:sldMk cId="113478263" sldId="367"/>
            <ac:spMk id="16" creationId="{BA9B51B8-BC10-F0F4-145E-F29642AE4B50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39.052" v="31"/>
        <pc:sldMkLst>
          <pc:docMk/>
          <pc:sldMk cId="880108578" sldId="368"/>
        </pc:sldMkLst>
        <pc:spChg chg="add">
          <ac:chgData name="Sarah Langley" userId="S::sarah.langley@pearson.com::239c5547-87b3-47be-8ff1-783a9a4cc887" providerId="AD" clId="Web-{F24F2BD0-F0C0-576E-6100-8A88FB562F4C}" dt="2023-11-29T14:52:39.052" v="31"/>
          <ac:spMkLst>
            <pc:docMk/>
            <pc:sldMk cId="880108578" sldId="368"/>
            <ac:spMk id="11" creationId="{60803731-477B-C8D7-E8F5-D3118ABDCF76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1.162" v="33"/>
        <pc:sldMkLst>
          <pc:docMk/>
          <pc:sldMk cId="845141830" sldId="370"/>
        </pc:sldMkLst>
        <pc:spChg chg="add">
          <ac:chgData name="Sarah Langley" userId="S::sarah.langley@pearson.com::239c5547-87b3-47be-8ff1-783a9a4cc887" providerId="AD" clId="Web-{F24F2BD0-F0C0-576E-6100-8A88FB562F4C}" dt="2023-11-29T14:52:41.162" v="33"/>
          <ac:spMkLst>
            <pc:docMk/>
            <pc:sldMk cId="845141830" sldId="370"/>
            <ac:spMk id="9" creationId="{D5602712-4009-2557-FF4B-9AB2DD427F52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6.256" v="37"/>
        <pc:sldMkLst>
          <pc:docMk/>
          <pc:sldMk cId="3625227628" sldId="371"/>
        </pc:sldMkLst>
        <pc:spChg chg="add">
          <ac:chgData name="Sarah Langley" userId="S::sarah.langley@pearson.com::239c5547-87b3-47be-8ff1-783a9a4cc887" providerId="AD" clId="Web-{F24F2BD0-F0C0-576E-6100-8A88FB562F4C}" dt="2023-11-29T14:52:46.256" v="37"/>
          <ac:spMkLst>
            <pc:docMk/>
            <pc:sldMk cId="3625227628" sldId="371"/>
            <ac:spMk id="12" creationId="{68326CBA-22B9-7EA8-1145-9143AEB597C2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7.256" v="47"/>
        <pc:sldMkLst>
          <pc:docMk/>
          <pc:sldMk cId="3514151079" sldId="372"/>
        </pc:sldMkLst>
        <pc:spChg chg="add">
          <ac:chgData name="Sarah Langley" userId="S::sarah.langley@pearson.com::239c5547-87b3-47be-8ff1-783a9a4cc887" providerId="AD" clId="Web-{F24F2BD0-F0C0-576E-6100-8A88FB562F4C}" dt="2023-11-29T14:52:57.256" v="47"/>
          <ac:spMkLst>
            <pc:docMk/>
            <pc:sldMk cId="3514151079" sldId="372"/>
            <ac:spMk id="22" creationId="{3F56B714-CD7B-CE70-2042-AF42EE4FCFB3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7.194" v="46"/>
        <pc:sldMkLst>
          <pc:docMk/>
          <pc:sldMk cId="2519577231" sldId="373"/>
        </pc:sldMkLst>
        <pc:spChg chg="add">
          <ac:chgData name="Sarah Langley" userId="S::sarah.langley@pearson.com::239c5547-87b3-47be-8ff1-783a9a4cc887" providerId="AD" clId="Web-{F24F2BD0-F0C0-576E-6100-8A88FB562F4C}" dt="2023-11-29T14:52:57.194" v="46"/>
          <ac:spMkLst>
            <pc:docMk/>
            <pc:sldMk cId="2519577231" sldId="373"/>
            <ac:spMk id="22" creationId="{75405397-92D6-BE41-0556-79640B157E53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1.975" v="52"/>
        <pc:sldMkLst>
          <pc:docMk/>
          <pc:sldMk cId="846101677" sldId="374"/>
        </pc:sldMkLst>
        <pc:spChg chg="add">
          <ac:chgData name="Sarah Langley" userId="S::sarah.langley@pearson.com::239c5547-87b3-47be-8ff1-783a9a4cc887" providerId="AD" clId="Web-{F24F2BD0-F0C0-576E-6100-8A88FB562F4C}" dt="2023-11-29T14:53:01.975" v="52"/>
          <ac:spMkLst>
            <pc:docMk/>
            <pc:sldMk cId="846101677" sldId="374"/>
            <ac:spMk id="4" creationId="{3E2696CF-55C2-CBB8-6EF6-9F596E3309CD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47.021" v="38"/>
        <pc:sldMkLst>
          <pc:docMk/>
          <pc:sldMk cId="2632503734" sldId="376"/>
        </pc:sldMkLst>
        <pc:spChg chg="add">
          <ac:chgData name="Sarah Langley" userId="S::sarah.langley@pearson.com::239c5547-87b3-47be-8ff1-783a9a4cc887" providerId="AD" clId="Web-{F24F2BD0-F0C0-576E-6100-8A88FB562F4C}" dt="2023-11-29T14:52:47.021" v="38"/>
          <ac:spMkLst>
            <pc:docMk/>
            <pc:sldMk cId="2632503734" sldId="376"/>
            <ac:spMk id="4" creationId="{701C1ACF-32DF-386C-E5B2-58833B918BA5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3:04.491" v="53"/>
        <pc:sldMkLst>
          <pc:docMk/>
          <pc:sldMk cId="1098783036" sldId="377"/>
        </pc:sldMkLst>
        <pc:spChg chg="add">
          <ac:chgData name="Sarah Langley" userId="S::sarah.langley@pearson.com::239c5547-87b3-47be-8ff1-783a9a4cc887" providerId="AD" clId="Web-{F24F2BD0-F0C0-576E-6100-8A88FB562F4C}" dt="2023-11-29T14:53:04.491" v="53"/>
          <ac:spMkLst>
            <pc:docMk/>
            <pc:sldMk cId="1098783036" sldId="377"/>
            <ac:spMk id="16" creationId="{DA9307E7-7F62-99C3-650C-879A4CD6BF8B}"/>
          </ac:spMkLst>
        </pc:spChg>
      </pc:sldChg>
      <pc:sldChg chg="addSp">
        <pc:chgData name="Sarah Langley" userId="S::sarah.langley@pearson.com::239c5547-87b3-47be-8ff1-783a9a4cc887" providerId="AD" clId="Web-{F24F2BD0-F0C0-576E-6100-8A88FB562F4C}" dt="2023-11-29T14:52:58.053" v="48"/>
        <pc:sldMkLst>
          <pc:docMk/>
          <pc:sldMk cId="539957383" sldId="378"/>
        </pc:sldMkLst>
        <pc:spChg chg="add">
          <ac:chgData name="Sarah Langley" userId="S::sarah.langley@pearson.com::239c5547-87b3-47be-8ff1-783a9a4cc887" providerId="AD" clId="Web-{F24F2BD0-F0C0-576E-6100-8A88FB562F4C}" dt="2023-11-29T14:52:58.053" v="48"/>
          <ac:spMkLst>
            <pc:docMk/>
            <pc:sldMk cId="539957383" sldId="378"/>
            <ac:spMk id="9" creationId="{563723A0-D4C0-C8F2-C5C8-B1F8754C3DE9}"/>
          </ac:spMkLst>
        </pc:spChg>
      </pc:sldChg>
      <pc:sldChg chg="addSp modSp">
        <pc:chgData name="Sarah Langley" userId="S::sarah.langley@pearson.com::239c5547-87b3-47be-8ff1-783a9a4cc887" providerId="AD" clId="Web-{F24F2BD0-F0C0-576E-6100-8A88FB562F4C}" dt="2023-11-29T14:53:27.617" v="61"/>
        <pc:sldMkLst>
          <pc:docMk/>
          <pc:sldMk cId="2780807863" sldId="379"/>
        </pc:sldMkLst>
        <pc:spChg chg="add">
          <ac:chgData name="Sarah Langley" userId="S::sarah.langley@pearson.com::239c5547-87b3-47be-8ff1-783a9a4cc887" providerId="AD" clId="Web-{F24F2BD0-F0C0-576E-6100-8A88FB562F4C}" dt="2023-11-29T14:53:11.897" v="60"/>
          <ac:spMkLst>
            <pc:docMk/>
            <pc:sldMk cId="2780807863" sldId="379"/>
            <ac:spMk id="13" creationId="{0AA1D9E9-6A72-6CA7-52D5-250485DE23C1}"/>
          </ac:spMkLst>
        </pc:spChg>
        <pc:spChg chg="add mod">
          <ac:chgData name="Sarah Langley" userId="S::sarah.langley@pearson.com::239c5547-87b3-47be-8ff1-783a9a4cc887" providerId="AD" clId="Web-{F24F2BD0-F0C0-576E-6100-8A88FB562F4C}" dt="2023-11-29T14:53:27.617" v="61"/>
          <ac:spMkLst>
            <pc:docMk/>
            <pc:sldMk cId="2780807863" sldId="379"/>
            <ac:spMk id="15" creationId="{2291711C-58CC-F9DB-B2B0-33A11B2AC062}"/>
          </ac:spMkLst>
        </pc:spChg>
      </pc:sldChg>
    </pc:docChg>
  </pc:docChgLst>
  <pc:docChgLst>
    <pc:chgData name="Paul Winser" userId="c3146a91-e6bd-4264-bd86-e164e04bc32d" providerId="ADAL" clId="{0D8DA1A2-35A6-49D5-BDD3-996FF08A8642}"/>
    <pc:docChg chg="custSel addSld modSld">
      <pc:chgData name="Paul Winser" userId="c3146a91-e6bd-4264-bd86-e164e04bc32d" providerId="ADAL" clId="{0D8DA1A2-35A6-49D5-BDD3-996FF08A8642}" dt="2023-12-07T14:21:41.065" v="87" actId="404"/>
      <pc:docMkLst>
        <pc:docMk/>
      </pc:docMkLst>
      <pc:sldChg chg="addSp delSp modSp mod">
        <pc:chgData name="Paul Winser" userId="c3146a91-e6bd-4264-bd86-e164e04bc32d" providerId="ADAL" clId="{0D8DA1A2-35A6-49D5-BDD3-996FF08A8642}" dt="2023-12-05T16:35:44.828" v="43" actId="20577"/>
        <pc:sldMkLst>
          <pc:docMk/>
          <pc:sldMk cId="0" sldId="256"/>
        </pc:sldMkLst>
        <pc:spChg chg="del">
          <ac:chgData name="Paul Winser" userId="c3146a91-e6bd-4264-bd86-e164e04bc32d" providerId="ADAL" clId="{0D8DA1A2-35A6-49D5-BDD3-996FF08A8642}" dt="2023-12-05T16:33:44.411" v="0" actId="478"/>
          <ac:spMkLst>
            <pc:docMk/>
            <pc:sldMk cId="0" sldId="256"/>
            <ac:spMk id="2" creationId="{62A65071-5C81-5AF6-BCA3-2FA7E4B8332C}"/>
          </ac:spMkLst>
        </pc:spChg>
        <pc:spChg chg="add mod">
          <ac:chgData name="Paul Winser" userId="c3146a91-e6bd-4264-bd86-e164e04bc32d" providerId="ADAL" clId="{0D8DA1A2-35A6-49D5-BDD3-996FF08A8642}" dt="2023-12-05T16:35:44.828" v="43" actId="20577"/>
          <ac:spMkLst>
            <pc:docMk/>
            <pc:sldMk cId="0" sldId="256"/>
            <ac:spMk id="4" creationId="{DAB20B10-1F56-0B07-C0CE-A6D28AAECECC}"/>
          </ac:spMkLst>
        </pc:spChg>
        <pc:spChg chg="mod">
          <ac:chgData name="Paul Winser" userId="c3146a91-e6bd-4264-bd86-e164e04bc32d" providerId="ADAL" clId="{0D8DA1A2-35A6-49D5-BDD3-996FF08A8642}" dt="2023-12-05T16:35:40.859" v="39" actId="1076"/>
          <ac:spMkLst>
            <pc:docMk/>
            <pc:sldMk cId="0" sldId="256"/>
            <ac:spMk id="28680" creationId="{250B1923-7747-07CF-317E-05CAA217CFCA}"/>
          </ac:spMkLst>
        </pc:spChg>
        <pc:picChg chg="mod">
          <ac:chgData name="Paul Winser" userId="c3146a91-e6bd-4264-bd86-e164e04bc32d" providerId="ADAL" clId="{0D8DA1A2-35A6-49D5-BDD3-996FF08A8642}" dt="2023-12-05T16:35:35.997" v="38" actId="1076"/>
          <ac:picMkLst>
            <pc:docMk/>
            <pc:sldMk cId="0" sldId="256"/>
            <ac:picMk id="5" creationId="{E2CF585D-D183-A32E-244D-5F0E641B2199}"/>
          </ac:picMkLst>
        </pc:picChg>
      </pc:sldChg>
      <pc:sldChg chg="addSp delSp modSp mod">
        <pc:chgData name="Paul Winser" userId="c3146a91-e6bd-4264-bd86-e164e04bc32d" providerId="ADAL" clId="{0D8DA1A2-35A6-49D5-BDD3-996FF08A8642}" dt="2023-12-05T16:35:47.533" v="44"/>
        <pc:sldMkLst>
          <pc:docMk/>
          <pc:sldMk cId="0" sldId="257"/>
        </pc:sldMkLst>
        <pc:spChg chg="add mod">
          <ac:chgData name="Paul Winser" userId="c3146a91-e6bd-4264-bd86-e164e04bc32d" providerId="ADAL" clId="{0D8DA1A2-35A6-49D5-BDD3-996FF08A8642}" dt="2023-12-05T16:35:47.533" v="44"/>
          <ac:spMkLst>
            <pc:docMk/>
            <pc:sldMk cId="0" sldId="257"/>
            <ac:spMk id="2" creationId="{21C86F9C-B0E6-B11A-B088-8409A8BA9408}"/>
          </ac:spMkLst>
        </pc:spChg>
        <pc:spChg chg="del">
          <ac:chgData name="Paul Winser" userId="c3146a91-e6bd-4264-bd86-e164e04bc32d" providerId="ADAL" clId="{0D8DA1A2-35A6-49D5-BDD3-996FF08A8642}" dt="2023-12-05T16:33:46.893" v="1" actId="478"/>
          <ac:spMkLst>
            <pc:docMk/>
            <pc:sldMk cId="0" sldId="257"/>
            <ac:spMk id="3" creationId="{61CD1FA9-AF1E-DA79-0E16-03AF08ED07C6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48.501" v="45"/>
        <pc:sldMkLst>
          <pc:docMk/>
          <pc:sldMk cId="0" sldId="258"/>
        </pc:sldMkLst>
        <pc:spChg chg="add mod">
          <ac:chgData name="Paul Winser" userId="c3146a91-e6bd-4264-bd86-e164e04bc32d" providerId="ADAL" clId="{0D8DA1A2-35A6-49D5-BDD3-996FF08A8642}" dt="2023-12-05T16:35:48.501" v="45"/>
          <ac:spMkLst>
            <pc:docMk/>
            <pc:sldMk cId="0" sldId="258"/>
            <ac:spMk id="2" creationId="{2EB3CC9A-5008-356F-1D2B-812307B6AC7A}"/>
          </ac:spMkLst>
        </pc:spChg>
        <pc:spChg chg="del">
          <ac:chgData name="Paul Winser" userId="c3146a91-e6bd-4264-bd86-e164e04bc32d" providerId="ADAL" clId="{0D8DA1A2-35A6-49D5-BDD3-996FF08A8642}" dt="2023-12-05T16:33:49.582" v="2" actId="478"/>
          <ac:spMkLst>
            <pc:docMk/>
            <pc:sldMk cId="0" sldId="258"/>
            <ac:spMk id="13" creationId="{79182DC2-832F-70F4-116B-A1032F377023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49.397" v="46"/>
        <pc:sldMkLst>
          <pc:docMk/>
          <pc:sldMk cId="0" sldId="272"/>
        </pc:sldMkLst>
        <pc:spChg chg="add mod">
          <ac:chgData name="Paul Winser" userId="c3146a91-e6bd-4264-bd86-e164e04bc32d" providerId="ADAL" clId="{0D8DA1A2-35A6-49D5-BDD3-996FF08A8642}" dt="2023-12-05T16:35:49.397" v="46"/>
          <ac:spMkLst>
            <pc:docMk/>
            <pc:sldMk cId="0" sldId="272"/>
            <ac:spMk id="2" creationId="{A74CDE89-19E6-F435-8E5D-0CB8631CFA91}"/>
          </ac:spMkLst>
        </pc:spChg>
        <pc:spChg chg="del">
          <ac:chgData name="Paul Winser" userId="c3146a91-e6bd-4264-bd86-e164e04bc32d" providerId="ADAL" clId="{0D8DA1A2-35A6-49D5-BDD3-996FF08A8642}" dt="2023-12-05T16:33:52.144" v="3" actId="478"/>
          <ac:spMkLst>
            <pc:docMk/>
            <pc:sldMk cId="0" sldId="272"/>
            <ac:spMk id="10" creationId="{5D8C8639-44E8-D1C1-A63B-9A1F0A3444C2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6.242" v="58"/>
        <pc:sldMkLst>
          <pc:docMk/>
          <pc:sldMk cId="3621417310" sldId="307"/>
        </pc:sldMkLst>
        <pc:spChg chg="add mod">
          <ac:chgData name="Paul Winser" userId="c3146a91-e6bd-4264-bd86-e164e04bc32d" providerId="ADAL" clId="{0D8DA1A2-35A6-49D5-BDD3-996FF08A8642}" dt="2023-12-05T16:36:06.242" v="58"/>
          <ac:spMkLst>
            <pc:docMk/>
            <pc:sldMk cId="3621417310" sldId="307"/>
            <ac:spMk id="2" creationId="{9945A8C2-FFED-7952-3FB9-11A2AA9511F2}"/>
          </ac:spMkLst>
        </pc:spChg>
        <pc:spChg chg="del">
          <ac:chgData name="Paul Winser" userId="c3146a91-e6bd-4264-bd86-e164e04bc32d" providerId="ADAL" clId="{0D8DA1A2-35A6-49D5-BDD3-996FF08A8642}" dt="2023-12-05T16:34:28.974" v="15" actId="478"/>
          <ac:spMkLst>
            <pc:docMk/>
            <pc:sldMk cId="3621417310" sldId="307"/>
            <ac:spMk id="10" creationId="{B711B1B9-41A5-D5B1-3398-F4FA38DC8A53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53.239" v="47"/>
        <pc:sldMkLst>
          <pc:docMk/>
          <pc:sldMk cId="1123634923" sldId="310"/>
        </pc:sldMkLst>
        <pc:spChg chg="add mod">
          <ac:chgData name="Paul Winser" userId="c3146a91-e6bd-4264-bd86-e164e04bc32d" providerId="ADAL" clId="{0D8DA1A2-35A6-49D5-BDD3-996FF08A8642}" dt="2023-12-05T16:35:53.239" v="47"/>
          <ac:spMkLst>
            <pc:docMk/>
            <pc:sldMk cId="1123634923" sldId="310"/>
            <ac:spMk id="3" creationId="{3BB4F304-44AB-690E-66C8-64101E9C5FAF}"/>
          </ac:spMkLst>
        </pc:spChg>
        <pc:spChg chg="del">
          <ac:chgData name="Paul Winser" userId="c3146a91-e6bd-4264-bd86-e164e04bc32d" providerId="ADAL" clId="{0D8DA1A2-35A6-49D5-BDD3-996FF08A8642}" dt="2023-12-05T16:33:55.195" v="4" actId="478"/>
          <ac:spMkLst>
            <pc:docMk/>
            <pc:sldMk cId="1123634923" sldId="310"/>
            <ac:spMk id="16" creationId="{1831C547-C314-6F37-67C1-47C07B0D8724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54.089" v="48"/>
        <pc:sldMkLst>
          <pc:docMk/>
          <pc:sldMk cId="1627869410" sldId="311"/>
        </pc:sldMkLst>
        <pc:spChg chg="add mod">
          <ac:chgData name="Paul Winser" userId="c3146a91-e6bd-4264-bd86-e164e04bc32d" providerId="ADAL" clId="{0D8DA1A2-35A6-49D5-BDD3-996FF08A8642}" dt="2023-12-05T16:35:54.089" v="48"/>
          <ac:spMkLst>
            <pc:docMk/>
            <pc:sldMk cId="1627869410" sldId="311"/>
            <ac:spMk id="3" creationId="{3B13FBC3-75D6-DCB2-B9CD-8776300D4D79}"/>
          </ac:spMkLst>
        </pc:spChg>
        <pc:spChg chg="del">
          <ac:chgData name="Paul Winser" userId="c3146a91-e6bd-4264-bd86-e164e04bc32d" providerId="ADAL" clId="{0D8DA1A2-35A6-49D5-BDD3-996FF08A8642}" dt="2023-12-05T16:33:58.284" v="5" actId="478"/>
          <ac:spMkLst>
            <pc:docMk/>
            <pc:sldMk cId="1627869410" sldId="311"/>
            <ac:spMk id="12" creationId="{6CBCE9E9-EEED-1A84-DFF0-F57F4C120460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5.554" v="57"/>
        <pc:sldMkLst>
          <pc:docMk/>
          <pc:sldMk cId="943421825" sldId="315"/>
        </pc:sldMkLst>
        <pc:spChg chg="add mod">
          <ac:chgData name="Paul Winser" userId="c3146a91-e6bd-4264-bd86-e164e04bc32d" providerId="ADAL" clId="{0D8DA1A2-35A6-49D5-BDD3-996FF08A8642}" dt="2023-12-05T16:36:05.554" v="57"/>
          <ac:spMkLst>
            <pc:docMk/>
            <pc:sldMk cId="943421825" sldId="315"/>
            <ac:spMk id="2" creationId="{32C1230E-4C2A-99AF-6B5B-63D185577253}"/>
          </ac:spMkLst>
        </pc:spChg>
        <pc:spChg chg="del">
          <ac:chgData name="Paul Winser" userId="c3146a91-e6bd-4264-bd86-e164e04bc32d" providerId="ADAL" clId="{0D8DA1A2-35A6-49D5-BDD3-996FF08A8642}" dt="2023-12-05T16:34:26.795" v="14" actId="478"/>
          <ac:spMkLst>
            <pc:docMk/>
            <pc:sldMk cId="943421825" sldId="315"/>
            <ac:spMk id="8" creationId="{3995D4EE-E475-8923-D2F6-9B60F3361282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7.390" v="59"/>
        <pc:sldMkLst>
          <pc:docMk/>
          <pc:sldMk cId="540924408" sldId="317"/>
        </pc:sldMkLst>
        <pc:spChg chg="add mod">
          <ac:chgData name="Paul Winser" userId="c3146a91-e6bd-4264-bd86-e164e04bc32d" providerId="ADAL" clId="{0D8DA1A2-35A6-49D5-BDD3-996FF08A8642}" dt="2023-12-05T16:36:07.390" v="59"/>
          <ac:spMkLst>
            <pc:docMk/>
            <pc:sldMk cId="540924408" sldId="317"/>
            <ac:spMk id="2" creationId="{C226F606-CA24-690F-2496-B5C18B0317B1}"/>
          </ac:spMkLst>
        </pc:spChg>
        <pc:spChg chg="del">
          <ac:chgData name="Paul Winser" userId="c3146a91-e6bd-4264-bd86-e164e04bc32d" providerId="ADAL" clId="{0D8DA1A2-35A6-49D5-BDD3-996FF08A8642}" dt="2023-12-05T16:34:32.287" v="16" actId="478"/>
          <ac:spMkLst>
            <pc:docMk/>
            <pc:sldMk cId="540924408" sldId="317"/>
            <ac:spMk id="13" creationId="{B2053ADE-DAB1-E101-163B-4D6113A430A5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3.002" v="63"/>
        <pc:sldMkLst>
          <pc:docMk/>
          <pc:sldMk cId="1507455556" sldId="318"/>
        </pc:sldMkLst>
        <pc:spChg chg="add mod">
          <ac:chgData name="Paul Winser" userId="c3146a91-e6bd-4264-bd86-e164e04bc32d" providerId="ADAL" clId="{0D8DA1A2-35A6-49D5-BDD3-996FF08A8642}" dt="2023-12-05T16:36:13.002" v="63"/>
          <ac:spMkLst>
            <pc:docMk/>
            <pc:sldMk cId="1507455556" sldId="318"/>
            <ac:spMk id="5" creationId="{B0EE015B-60B4-AD27-1588-7A16ABD5CF78}"/>
          </ac:spMkLst>
        </pc:spChg>
        <pc:spChg chg="del">
          <ac:chgData name="Paul Winser" userId="c3146a91-e6bd-4264-bd86-e164e04bc32d" providerId="ADAL" clId="{0D8DA1A2-35A6-49D5-BDD3-996FF08A8642}" dt="2023-12-05T16:34:43.836" v="20" actId="478"/>
          <ac:spMkLst>
            <pc:docMk/>
            <pc:sldMk cId="1507455556" sldId="318"/>
            <ac:spMk id="21" creationId="{A3216759-065F-448A-97AC-273FA14412ED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4.160" v="79"/>
        <pc:sldMkLst>
          <pc:docMk/>
          <pc:sldMk cId="1833027500" sldId="319"/>
        </pc:sldMkLst>
        <pc:spChg chg="add mod">
          <ac:chgData name="Paul Winser" userId="c3146a91-e6bd-4264-bd86-e164e04bc32d" providerId="ADAL" clId="{0D8DA1A2-35A6-49D5-BDD3-996FF08A8642}" dt="2023-12-05T16:36:34.160" v="79"/>
          <ac:spMkLst>
            <pc:docMk/>
            <pc:sldMk cId="1833027500" sldId="319"/>
            <ac:spMk id="2" creationId="{866567A8-D699-B0FE-5549-F7D073075CA6}"/>
          </ac:spMkLst>
        </pc:spChg>
        <pc:spChg chg="del">
          <ac:chgData name="Paul Winser" userId="c3146a91-e6bd-4264-bd86-e164e04bc32d" providerId="ADAL" clId="{0D8DA1A2-35A6-49D5-BDD3-996FF08A8642}" dt="2023-12-05T16:35:15.168" v="32" actId="478"/>
          <ac:spMkLst>
            <pc:docMk/>
            <pc:sldMk cId="1833027500" sldId="319"/>
            <ac:spMk id="22" creationId="{39511175-2D9C-9C85-E86A-4FD31FC72F88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1.043" v="76"/>
        <pc:sldMkLst>
          <pc:docMk/>
          <pc:sldMk cId="2006627977" sldId="321"/>
        </pc:sldMkLst>
        <pc:spChg chg="add mod">
          <ac:chgData name="Paul Winser" userId="c3146a91-e6bd-4264-bd86-e164e04bc32d" providerId="ADAL" clId="{0D8DA1A2-35A6-49D5-BDD3-996FF08A8642}" dt="2023-12-05T16:36:31.043" v="76"/>
          <ac:spMkLst>
            <pc:docMk/>
            <pc:sldMk cId="2006627977" sldId="321"/>
            <ac:spMk id="2" creationId="{14FE2680-83BA-650D-B80D-8DB82F1129F4}"/>
          </ac:spMkLst>
        </pc:spChg>
        <pc:spChg chg="del">
          <ac:chgData name="Paul Winser" userId="c3146a91-e6bd-4264-bd86-e164e04bc32d" providerId="ADAL" clId="{0D8DA1A2-35A6-49D5-BDD3-996FF08A8642}" dt="2023-12-05T16:35:08.015" v="29" actId="478"/>
          <ac:spMkLst>
            <pc:docMk/>
            <pc:sldMk cId="2006627977" sldId="321"/>
            <ac:spMk id="19" creationId="{24DEFB71-16AE-A210-1F1D-0F31539DEF9E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59.266" v="52"/>
        <pc:sldMkLst>
          <pc:docMk/>
          <pc:sldMk cId="2160954596" sldId="340"/>
        </pc:sldMkLst>
        <pc:spChg chg="add mod">
          <ac:chgData name="Paul Winser" userId="c3146a91-e6bd-4264-bd86-e164e04bc32d" providerId="ADAL" clId="{0D8DA1A2-35A6-49D5-BDD3-996FF08A8642}" dt="2023-12-05T16:35:59.266" v="52"/>
          <ac:spMkLst>
            <pc:docMk/>
            <pc:sldMk cId="2160954596" sldId="340"/>
            <ac:spMk id="4" creationId="{601D4478-3AF5-3C3F-F320-56F76979913B}"/>
          </ac:spMkLst>
        </pc:spChg>
        <pc:spChg chg="del">
          <ac:chgData name="Paul Winser" userId="c3146a91-e6bd-4264-bd86-e164e04bc32d" providerId="ADAL" clId="{0D8DA1A2-35A6-49D5-BDD3-996FF08A8642}" dt="2023-12-05T16:34:11.696" v="9" actId="478"/>
          <ac:spMkLst>
            <pc:docMk/>
            <pc:sldMk cId="2160954596" sldId="340"/>
            <ac:spMk id="19" creationId="{1219FB33-B2F9-7926-FDB9-A3103D254A98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56.129" v="50"/>
        <pc:sldMkLst>
          <pc:docMk/>
          <pc:sldMk cId="3608675755" sldId="341"/>
        </pc:sldMkLst>
        <pc:spChg chg="add mod">
          <ac:chgData name="Paul Winser" userId="c3146a91-e6bd-4264-bd86-e164e04bc32d" providerId="ADAL" clId="{0D8DA1A2-35A6-49D5-BDD3-996FF08A8642}" dt="2023-12-05T16:35:56.129" v="50"/>
          <ac:spMkLst>
            <pc:docMk/>
            <pc:sldMk cId="3608675755" sldId="341"/>
            <ac:spMk id="2" creationId="{A5AF7366-050B-EDED-C8AC-02AD2F22F60E}"/>
          </ac:spMkLst>
        </pc:spChg>
        <pc:spChg chg="del">
          <ac:chgData name="Paul Winser" userId="c3146a91-e6bd-4264-bd86-e164e04bc32d" providerId="ADAL" clId="{0D8DA1A2-35A6-49D5-BDD3-996FF08A8642}" dt="2023-12-05T16:34:03.488" v="7" actId="478"/>
          <ac:spMkLst>
            <pc:docMk/>
            <pc:sldMk cId="3608675755" sldId="341"/>
            <ac:spMk id="24" creationId="{CBAF6110-98E9-BC16-B2DC-8682C63D5BDC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2.025" v="54"/>
        <pc:sldMkLst>
          <pc:docMk/>
          <pc:sldMk cId="1334272358" sldId="346"/>
        </pc:sldMkLst>
        <pc:spChg chg="add mod">
          <ac:chgData name="Paul Winser" userId="c3146a91-e6bd-4264-bd86-e164e04bc32d" providerId="ADAL" clId="{0D8DA1A2-35A6-49D5-BDD3-996FF08A8642}" dt="2023-12-05T16:36:02.025" v="54"/>
          <ac:spMkLst>
            <pc:docMk/>
            <pc:sldMk cId="1334272358" sldId="346"/>
            <ac:spMk id="7" creationId="{260CE90C-3FC7-6D40-127E-93F44E3491B3}"/>
          </ac:spMkLst>
        </pc:spChg>
        <pc:spChg chg="del">
          <ac:chgData name="Paul Winser" userId="c3146a91-e6bd-4264-bd86-e164e04bc32d" providerId="ADAL" clId="{0D8DA1A2-35A6-49D5-BDD3-996FF08A8642}" dt="2023-12-05T16:34:17.228" v="11" actId="478"/>
          <ac:spMkLst>
            <pc:docMk/>
            <pc:sldMk cId="1334272358" sldId="346"/>
            <ac:spMk id="12" creationId="{03AD4824-E781-ACD7-6994-1665013BF89F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7.575" v="67"/>
        <pc:sldMkLst>
          <pc:docMk/>
          <pc:sldMk cId="612398501" sldId="352"/>
        </pc:sldMkLst>
        <pc:spChg chg="add mod">
          <ac:chgData name="Paul Winser" userId="c3146a91-e6bd-4264-bd86-e164e04bc32d" providerId="ADAL" clId="{0D8DA1A2-35A6-49D5-BDD3-996FF08A8642}" dt="2023-12-05T16:36:17.575" v="67"/>
          <ac:spMkLst>
            <pc:docMk/>
            <pc:sldMk cId="612398501" sldId="352"/>
            <ac:spMk id="4" creationId="{C9709E79-5684-E921-3DCE-6149C4886AC4}"/>
          </ac:spMkLst>
        </pc:spChg>
        <pc:spChg chg="del">
          <ac:chgData name="Paul Winser" userId="c3146a91-e6bd-4264-bd86-e164e04bc32d" providerId="ADAL" clId="{0D8DA1A2-35A6-49D5-BDD3-996FF08A8642}" dt="2023-12-05T16:34:54.527" v="24" actId="478"/>
          <ac:spMkLst>
            <pc:docMk/>
            <pc:sldMk cId="612398501" sldId="352"/>
            <ac:spMk id="26" creationId="{9BD53C57-1B94-707B-5874-A83D836F1DD0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1.938" v="77"/>
        <pc:sldMkLst>
          <pc:docMk/>
          <pc:sldMk cId="2739737216" sldId="354"/>
        </pc:sldMkLst>
        <pc:spChg chg="add mod">
          <ac:chgData name="Paul Winser" userId="c3146a91-e6bd-4264-bd86-e164e04bc32d" providerId="ADAL" clId="{0D8DA1A2-35A6-49D5-BDD3-996FF08A8642}" dt="2023-12-05T16:36:31.938" v="77"/>
          <ac:spMkLst>
            <pc:docMk/>
            <pc:sldMk cId="2739737216" sldId="354"/>
            <ac:spMk id="2" creationId="{70F0AE9E-A72A-E509-D634-446E87A2C33F}"/>
          </ac:spMkLst>
        </pc:spChg>
        <pc:spChg chg="del">
          <ac:chgData name="Paul Winser" userId="c3146a91-e6bd-4264-bd86-e164e04bc32d" providerId="ADAL" clId="{0D8DA1A2-35A6-49D5-BDD3-996FF08A8642}" dt="2023-12-05T16:35:09.917" v="30" actId="478"/>
          <ac:spMkLst>
            <pc:docMk/>
            <pc:sldMk cId="2739737216" sldId="354"/>
            <ac:spMk id="16" creationId="{45B9285D-A58E-5A6E-492D-FBE389CAAA85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29.639" v="75"/>
        <pc:sldMkLst>
          <pc:docMk/>
          <pc:sldMk cId="1004608936" sldId="355"/>
        </pc:sldMkLst>
        <pc:spChg chg="add mod">
          <ac:chgData name="Paul Winser" userId="c3146a91-e6bd-4264-bd86-e164e04bc32d" providerId="ADAL" clId="{0D8DA1A2-35A6-49D5-BDD3-996FF08A8642}" dt="2023-12-05T16:36:29.639" v="75"/>
          <ac:spMkLst>
            <pc:docMk/>
            <pc:sldMk cId="1004608936" sldId="355"/>
            <ac:spMk id="2" creationId="{D9645EB7-04D1-077D-A819-E214920DD760}"/>
          </ac:spMkLst>
        </pc:spChg>
        <pc:spChg chg="del">
          <ac:chgData name="Paul Winser" userId="c3146a91-e6bd-4264-bd86-e164e04bc32d" providerId="ADAL" clId="{0D8DA1A2-35A6-49D5-BDD3-996FF08A8642}" dt="2023-12-05T16:35:05.120" v="28" actId="478"/>
          <ac:spMkLst>
            <pc:docMk/>
            <pc:sldMk cId="1004608936" sldId="355"/>
            <ac:spMk id="9" creationId="{78C16DB9-F09A-0873-C138-F1D23056FDEB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0.670" v="53"/>
        <pc:sldMkLst>
          <pc:docMk/>
          <pc:sldMk cId="984818105" sldId="356"/>
        </pc:sldMkLst>
        <pc:spChg chg="add mod">
          <ac:chgData name="Paul Winser" userId="c3146a91-e6bd-4264-bd86-e164e04bc32d" providerId="ADAL" clId="{0D8DA1A2-35A6-49D5-BDD3-996FF08A8642}" dt="2023-12-05T16:36:00.670" v="53"/>
          <ac:spMkLst>
            <pc:docMk/>
            <pc:sldMk cId="984818105" sldId="356"/>
            <ac:spMk id="2" creationId="{192E992A-D13F-1101-9FC3-E92E002450D3}"/>
          </ac:spMkLst>
        </pc:spChg>
        <pc:spChg chg="del">
          <ac:chgData name="Paul Winser" userId="c3146a91-e6bd-4264-bd86-e164e04bc32d" providerId="ADAL" clId="{0D8DA1A2-35A6-49D5-BDD3-996FF08A8642}" dt="2023-12-05T16:34:14.799" v="10" actId="478"/>
          <ac:spMkLst>
            <pc:docMk/>
            <pc:sldMk cId="984818105" sldId="356"/>
            <ac:spMk id="18" creationId="{10827C71-6A9A-A68F-6220-0AB4B0035B18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08.800" v="60"/>
        <pc:sldMkLst>
          <pc:docMk/>
          <pc:sldMk cId="1929939868" sldId="359"/>
        </pc:sldMkLst>
        <pc:spChg chg="add mod">
          <ac:chgData name="Paul Winser" userId="c3146a91-e6bd-4264-bd86-e164e04bc32d" providerId="ADAL" clId="{0D8DA1A2-35A6-49D5-BDD3-996FF08A8642}" dt="2023-12-05T16:36:08.800" v="60"/>
          <ac:spMkLst>
            <pc:docMk/>
            <pc:sldMk cId="1929939868" sldId="359"/>
            <ac:spMk id="2" creationId="{4B5F5154-E090-B0DB-D13B-1E11A926B9A2}"/>
          </ac:spMkLst>
        </pc:spChg>
        <pc:spChg chg="del">
          <ac:chgData name="Paul Winser" userId="c3146a91-e6bd-4264-bd86-e164e04bc32d" providerId="ADAL" clId="{0D8DA1A2-35A6-49D5-BDD3-996FF08A8642}" dt="2023-12-05T16:34:35.488" v="17" actId="478"/>
          <ac:spMkLst>
            <pc:docMk/>
            <pc:sldMk cId="1929939868" sldId="359"/>
            <ac:spMk id="19" creationId="{9094F739-DB17-9BF8-46E3-2CBBAA0E6000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0.164" v="61"/>
        <pc:sldMkLst>
          <pc:docMk/>
          <pc:sldMk cId="2891506516" sldId="360"/>
        </pc:sldMkLst>
        <pc:spChg chg="add mod">
          <ac:chgData name="Paul Winser" userId="c3146a91-e6bd-4264-bd86-e164e04bc32d" providerId="ADAL" clId="{0D8DA1A2-35A6-49D5-BDD3-996FF08A8642}" dt="2023-12-05T16:36:10.164" v="61"/>
          <ac:spMkLst>
            <pc:docMk/>
            <pc:sldMk cId="2891506516" sldId="360"/>
            <ac:spMk id="2" creationId="{31702B1B-D7DC-BC34-E60B-F1C31673D04C}"/>
          </ac:spMkLst>
        </pc:spChg>
        <pc:spChg chg="del">
          <ac:chgData name="Paul Winser" userId="c3146a91-e6bd-4264-bd86-e164e04bc32d" providerId="ADAL" clId="{0D8DA1A2-35A6-49D5-BDD3-996FF08A8642}" dt="2023-12-05T16:34:37.423" v="18" actId="478"/>
          <ac:spMkLst>
            <pc:docMk/>
            <pc:sldMk cId="2891506516" sldId="360"/>
            <ac:spMk id="11" creationId="{FDC6FD1C-BDB3-AA65-1CC0-52F91B3006AC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1.671" v="62"/>
        <pc:sldMkLst>
          <pc:docMk/>
          <pc:sldMk cId="2959424129" sldId="361"/>
        </pc:sldMkLst>
        <pc:spChg chg="add mod">
          <ac:chgData name="Paul Winser" userId="c3146a91-e6bd-4264-bd86-e164e04bc32d" providerId="ADAL" clId="{0D8DA1A2-35A6-49D5-BDD3-996FF08A8642}" dt="2023-12-05T16:36:11.671" v="62"/>
          <ac:spMkLst>
            <pc:docMk/>
            <pc:sldMk cId="2959424129" sldId="361"/>
            <ac:spMk id="2" creationId="{56AB572A-B66E-5FBB-250D-ADF4A9FDFBD4}"/>
          </ac:spMkLst>
        </pc:spChg>
        <pc:spChg chg="del">
          <ac:chgData name="Paul Winser" userId="c3146a91-e6bd-4264-bd86-e164e04bc32d" providerId="ADAL" clId="{0D8DA1A2-35A6-49D5-BDD3-996FF08A8642}" dt="2023-12-05T16:34:40.651" v="19" actId="478"/>
          <ac:spMkLst>
            <pc:docMk/>
            <pc:sldMk cId="2959424129" sldId="361"/>
            <ac:spMk id="14" creationId="{7296BBC9-4D24-5DD7-5389-6E3BE340C026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8.897" v="68"/>
        <pc:sldMkLst>
          <pc:docMk/>
          <pc:sldMk cId="4048746934" sldId="362"/>
        </pc:sldMkLst>
        <pc:spChg chg="add mod">
          <ac:chgData name="Paul Winser" userId="c3146a91-e6bd-4264-bd86-e164e04bc32d" providerId="ADAL" clId="{0D8DA1A2-35A6-49D5-BDD3-996FF08A8642}" dt="2023-12-05T16:36:18.897" v="68"/>
          <ac:spMkLst>
            <pc:docMk/>
            <pc:sldMk cId="4048746934" sldId="362"/>
            <ac:spMk id="2" creationId="{C3043A60-77F6-8D1F-0A30-ABAF296F956F}"/>
          </ac:spMkLst>
        </pc:spChg>
        <pc:spChg chg="del">
          <ac:chgData name="Paul Winser" userId="c3146a91-e6bd-4264-bd86-e164e04bc32d" providerId="ADAL" clId="{0D8DA1A2-35A6-49D5-BDD3-996FF08A8642}" dt="2023-12-05T16:34:57.278" v="25" actId="478"/>
          <ac:spMkLst>
            <pc:docMk/>
            <pc:sldMk cId="4048746934" sldId="362"/>
            <ac:spMk id="10" creationId="{22256E4D-8053-5314-9222-F1C5FD845A33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20.207" v="69"/>
        <pc:sldMkLst>
          <pc:docMk/>
          <pc:sldMk cId="15623580" sldId="365"/>
        </pc:sldMkLst>
        <pc:spChg chg="add mod">
          <ac:chgData name="Paul Winser" userId="c3146a91-e6bd-4264-bd86-e164e04bc32d" providerId="ADAL" clId="{0D8DA1A2-35A6-49D5-BDD3-996FF08A8642}" dt="2023-12-05T16:36:20.207" v="69"/>
          <ac:spMkLst>
            <pc:docMk/>
            <pc:sldMk cId="15623580" sldId="365"/>
            <ac:spMk id="2" creationId="{A29F39D3-7688-1DAD-58AD-B77BB80A079F}"/>
          </ac:spMkLst>
        </pc:spChg>
        <pc:spChg chg="del">
          <ac:chgData name="Paul Winser" userId="c3146a91-e6bd-4264-bd86-e164e04bc32d" providerId="ADAL" clId="{0D8DA1A2-35A6-49D5-BDD3-996FF08A8642}" dt="2023-12-05T16:34:59.773" v="26" actId="478"/>
          <ac:spMkLst>
            <pc:docMk/>
            <pc:sldMk cId="15623580" sldId="365"/>
            <ac:spMk id="28" creationId="{9871E32C-43E1-7F14-4D7C-9C8AF0C33566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3.363" v="78"/>
        <pc:sldMkLst>
          <pc:docMk/>
          <pc:sldMk cId="1123432773" sldId="366"/>
        </pc:sldMkLst>
        <pc:spChg chg="add mod">
          <ac:chgData name="Paul Winser" userId="c3146a91-e6bd-4264-bd86-e164e04bc32d" providerId="ADAL" clId="{0D8DA1A2-35A6-49D5-BDD3-996FF08A8642}" dt="2023-12-05T16:36:33.363" v="78"/>
          <ac:spMkLst>
            <pc:docMk/>
            <pc:sldMk cId="1123432773" sldId="366"/>
            <ac:spMk id="8" creationId="{C0A71C99-9B2F-E011-56A3-DCB839306C62}"/>
          </ac:spMkLst>
        </pc:spChg>
        <pc:spChg chg="del">
          <ac:chgData name="Paul Winser" userId="c3146a91-e6bd-4264-bd86-e164e04bc32d" providerId="ADAL" clId="{0D8DA1A2-35A6-49D5-BDD3-996FF08A8642}" dt="2023-12-05T16:35:12.271" v="31" actId="478"/>
          <ac:spMkLst>
            <pc:docMk/>
            <pc:sldMk cId="1123432773" sldId="366"/>
            <ac:spMk id="34" creationId="{40C13DD3-32FA-29F9-64A4-71C5C3BD9BEA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5.374" v="80"/>
        <pc:sldMkLst>
          <pc:docMk/>
          <pc:sldMk cId="113478263" sldId="367"/>
        </pc:sldMkLst>
        <pc:spChg chg="add mod">
          <ac:chgData name="Paul Winser" userId="c3146a91-e6bd-4264-bd86-e164e04bc32d" providerId="ADAL" clId="{0D8DA1A2-35A6-49D5-BDD3-996FF08A8642}" dt="2023-12-05T16:36:35.374" v="80"/>
          <ac:spMkLst>
            <pc:docMk/>
            <pc:sldMk cId="113478263" sldId="367"/>
            <ac:spMk id="7" creationId="{031BAC90-9727-FE85-D4A6-74998798A235}"/>
          </ac:spMkLst>
        </pc:spChg>
        <pc:spChg chg="del">
          <ac:chgData name="Paul Winser" userId="c3146a91-e6bd-4264-bd86-e164e04bc32d" providerId="ADAL" clId="{0D8DA1A2-35A6-49D5-BDD3-996FF08A8642}" dt="2023-12-05T16:35:17.068" v="33" actId="478"/>
          <ac:spMkLst>
            <pc:docMk/>
            <pc:sldMk cId="113478263" sldId="367"/>
            <ac:spMk id="16" creationId="{BA9B51B8-BC10-F0F4-145E-F29642AE4B50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5:55.370" v="49"/>
        <pc:sldMkLst>
          <pc:docMk/>
          <pc:sldMk cId="880108578" sldId="368"/>
        </pc:sldMkLst>
        <pc:spChg chg="add mod">
          <ac:chgData name="Paul Winser" userId="c3146a91-e6bd-4264-bd86-e164e04bc32d" providerId="ADAL" clId="{0D8DA1A2-35A6-49D5-BDD3-996FF08A8642}" dt="2023-12-05T16:35:55.370" v="49"/>
          <ac:spMkLst>
            <pc:docMk/>
            <pc:sldMk cId="880108578" sldId="368"/>
            <ac:spMk id="2" creationId="{FC8CF303-F5A0-F191-F802-3C7259415623}"/>
          </ac:spMkLst>
        </pc:spChg>
        <pc:spChg chg="del">
          <ac:chgData name="Paul Winser" userId="c3146a91-e6bd-4264-bd86-e164e04bc32d" providerId="ADAL" clId="{0D8DA1A2-35A6-49D5-BDD3-996FF08A8642}" dt="2023-12-05T16:34:01.136" v="6" actId="478"/>
          <ac:spMkLst>
            <pc:docMk/>
            <pc:sldMk cId="880108578" sldId="368"/>
            <ac:spMk id="11" creationId="{60803731-477B-C8D7-E8F5-D3118ABDCF76}"/>
          </ac:spMkLst>
        </pc:spChg>
      </pc:sldChg>
      <pc:sldChg chg="addSp delSp modSp mod">
        <pc:chgData name="Paul Winser" userId="c3146a91-e6bd-4264-bd86-e164e04bc32d" providerId="ADAL" clId="{0D8DA1A2-35A6-49D5-BDD3-996FF08A8642}" dt="2023-12-07T14:21:32.932" v="86" actId="1076"/>
        <pc:sldMkLst>
          <pc:docMk/>
          <pc:sldMk cId="845141830" sldId="370"/>
        </pc:sldMkLst>
        <pc:spChg chg="add mod">
          <ac:chgData name="Paul Winser" userId="c3146a91-e6bd-4264-bd86-e164e04bc32d" providerId="ADAL" clId="{0D8DA1A2-35A6-49D5-BDD3-996FF08A8642}" dt="2023-12-05T16:35:57.316" v="51"/>
          <ac:spMkLst>
            <pc:docMk/>
            <pc:sldMk cId="845141830" sldId="370"/>
            <ac:spMk id="3" creationId="{6199F4CF-D66C-70B6-AD71-18931AB12805}"/>
          </ac:spMkLst>
        </pc:spChg>
        <pc:spChg chg="del">
          <ac:chgData name="Paul Winser" userId="c3146a91-e6bd-4264-bd86-e164e04bc32d" providerId="ADAL" clId="{0D8DA1A2-35A6-49D5-BDD3-996FF08A8642}" dt="2023-12-05T16:34:07.983" v="8" actId="478"/>
          <ac:spMkLst>
            <pc:docMk/>
            <pc:sldMk cId="845141830" sldId="370"/>
            <ac:spMk id="9" creationId="{D5602712-4009-2557-FF4B-9AB2DD427F52}"/>
          </ac:spMkLst>
        </pc:spChg>
        <pc:picChg chg="mod">
          <ac:chgData name="Paul Winser" userId="c3146a91-e6bd-4264-bd86-e164e04bc32d" providerId="ADAL" clId="{0D8DA1A2-35A6-49D5-BDD3-996FF08A8642}" dt="2023-12-07T14:21:32.932" v="86" actId="1076"/>
          <ac:picMkLst>
            <pc:docMk/>
            <pc:sldMk cId="845141830" sldId="370"/>
            <ac:picMk id="4" creationId="{75A8787E-F493-B3B6-7C35-CE3B28517C4A}"/>
          </ac:picMkLst>
        </pc:picChg>
      </pc:sldChg>
      <pc:sldChg chg="addSp delSp modSp mod">
        <pc:chgData name="Paul Winser" userId="c3146a91-e6bd-4264-bd86-e164e04bc32d" providerId="ADAL" clId="{0D8DA1A2-35A6-49D5-BDD3-996FF08A8642}" dt="2023-12-05T16:36:02.768" v="55"/>
        <pc:sldMkLst>
          <pc:docMk/>
          <pc:sldMk cId="3625227628" sldId="371"/>
        </pc:sldMkLst>
        <pc:spChg chg="add mod">
          <ac:chgData name="Paul Winser" userId="c3146a91-e6bd-4264-bd86-e164e04bc32d" providerId="ADAL" clId="{0D8DA1A2-35A6-49D5-BDD3-996FF08A8642}" dt="2023-12-05T16:36:02.768" v="55"/>
          <ac:spMkLst>
            <pc:docMk/>
            <pc:sldMk cId="3625227628" sldId="371"/>
            <ac:spMk id="7" creationId="{23621F7D-0718-B380-D9E0-5E7E48901BDC}"/>
          </ac:spMkLst>
        </pc:spChg>
        <pc:spChg chg="del">
          <ac:chgData name="Paul Winser" userId="c3146a91-e6bd-4264-bd86-e164e04bc32d" providerId="ADAL" clId="{0D8DA1A2-35A6-49D5-BDD3-996FF08A8642}" dt="2023-12-05T16:34:20.082" v="12" actId="478"/>
          <ac:spMkLst>
            <pc:docMk/>
            <pc:sldMk cId="3625227628" sldId="371"/>
            <ac:spMk id="12" creationId="{68326CBA-22B9-7EA8-1145-9143AEB597C2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5.026" v="65"/>
        <pc:sldMkLst>
          <pc:docMk/>
          <pc:sldMk cId="3514151079" sldId="372"/>
        </pc:sldMkLst>
        <pc:spChg chg="add mod">
          <ac:chgData name="Paul Winser" userId="c3146a91-e6bd-4264-bd86-e164e04bc32d" providerId="ADAL" clId="{0D8DA1A2-35A6-49D5-BDD3-996FF08A8642}" dt="2023-12-05T16:36:15.026" v="65"/>
          <ac:spMkLst>
            <pc:docMk/>
            <pc:sldMk cId="3514151079" sldId="372"/>
            <ac:spMk id="2" creationId="{736DBA41-EC03-4A6D-3E5B-670E6CFB4545}"/>
          </ac:spMkLst>
        </pc:spChg>
        <pc:spChg chg="del">
          <ac:chgData name="Paul Winser" userId="c3146a91-e6bd-4264-bd86-e164e04bc32d" providerId="ADAL" clId="{0D8DA1A2-35A6-49D5-BDD3-996FF08A8642}" dt="2023-12-05T16:34:48.719" v="22" actId="478"/>
          <ac:spMkLst>
            <pc:docMk/>
            <pc:sldMk cId="3514151079" sldId="372"/>
            <ac:spMk id="22" creationId="{3F56B714-CD7B-CE70-2042-AF42EE4FCFB3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3.860" v="64"/>
        <pc:sldMkLst>
          <pc:docMk/>
          <pc:sldMk cId="2519577231" sldId="373"/>
        </pc:sldMkLst>
        <pc:spChg chg="add mod">
          <ac:chgData name="Paul Winser" userId="c3146a91-e6bd-4264-bd86-e164e04bc32d" providerId="ADAL" clId="{0D8DA1A2-35A6-49D5-BDD3-996FF08A8642}" dt="2023-12-05T16:36:13.860" v="64"/>
          <ac:spMkLst>
            <pc:docMk/>
            <pc:sldMk cId="2519577231" sldId="373"/>
            <ac:spMk id="2" creationId="{A7ADAB3D-C363-D1DD-1A9B-1B18D4063D87}"/>
          </ac:spMkLst>
        </pc:spChg>
        <pc:spChg chg="del">
          <ac:chgData name="Paul Winser" userId="c3146a91-e6bd-4264-bd86-e164e04bc32d" providerId="ADAL" clId="{0D8DA1A2-35A6-49D5-BDD3-996FF08A8642}" dt="2023-12-05T16:34:46.747" v="21" actId="478"/>
          <ac:spMkLst>
            <pc:docMk/>
            <pc:sldMk cId="2519577231" sldId="373"/>
            <ac:spMk id="22" creationId="{75405397-92D6-BE41-0556-79640B157E53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21.414" v="70"/>
        <pc:sldMkLst>
          <pc:docMk/>
          <pc:sldMk cId="846101677" sldId="374"/>
        </pc:sldMkLst>
        <pc:spChg chg="add mod">
          <ac:chgData name="Paul Winser" userId="c3146a91-e6bd-4264-bd86-e164e04bc32d" providerId="ADAL" clId="{0D8DA1A2-35A6-49D5-BDD3-996FF08A8642}" dt="2023-12-05T16:36:21.414" v="70"/>
          <ac:spMkLst>
            <pc:docMk/>
            <pc:sldMk cId="846101677" sldId="374"/>
            <ac:spMk id="3" creationId="{438F0C7D-66CE-4A30-2EAF-4CE61A14FB3C}"/>
          </ac:spMkLst>
        </pc:spChg>
        <pc:spChg chg="del">
          <ac:chgData name="Paul Winser" userId="c3146a91-e6bd-4264-bd86-e164e04bc32d" providerId="ADAL" clId="{0D8DA1A2-35A6-49D5-BDD3-996FF08A8642}" dt="2023-12-05T16:35:03.005" v="27" actId="478"/>
          <ac:spMkLst>
            <pc:docMk/>
            <pc:sldMk cId="846101677" sldId="374"/>
            <ac:spMk id="4" creationId="{3E2696CF-55C2-CBB8-6EF6-9F596E3309CD}"/>
          </ac:spMkLst>
        </pc:spChg>
      </pc:sldChg>
      <pc:sldChg chg="addSp delSp modSp mod">
        <pc:chgData name="Paul Winser" userId="c3146a91-e6bd-4264-bd86-e164e04bc32d" providerId="ADAL" clId="{0D8DA1A2-35A6-49D5-BDD3-996FF08A8642}" dt="2023-12-07T14:21:41.065" v="87" actId="404"/>
        <pc:sldMkLst>
          <pc:docMk/>
          <pc:sldMk cId="2632503734" sldId="376"/>
        </pc:sldMkLst>
        <pc:spChg chg="add mod">
          <ac:chgData name="Paul Winser" userId="c3146a91-e6bd-4264-bd86-e164e04bc32d" providerId="ADAL" clId="{0D8DA1A2-35A6-49D5-BDD3-996FF08A8642}" dt="2023-12-05T16:36:04.163" v="56"/>
          <ac:spMkLst>
            <pc:docMk/>
            <pc:sldMk cId="2632503734" sldId="376"/>
            <ac:spMk id="3" creationId="{6C069D61-C453-EBB0-8732-03F6F04762EA}"/>
          </ac:spMkLst>
        </pc:spChg>
        <pc:spChg chg="del">
          <ac:chgData name="Paul Winser" userId="c3146a91-e6bd-4264-bd86-e164e04bc32d" providerId="ADAL" clId="{0D8DA1A2-35A6-49D5-BDD3-996FF08A8642}" dt="2023-12-05T16:34:23.166" v="13" actId="478"/>
          <ac:spMkLst>
            <pc:docMk/>
            <pc:sldMk cId="2632503734" sldId="376"/>
            <ac:spMk id="4" creationId="{701C1ACF-32DF-386C-E5B2-58833B918BA5}"/>
          </ac:spMkLst>
        </pc:spChg>
        <pc:graphicFrameChg chg="modGraphic">
          <ac:chgData name="Paul Winser" userId="c3146a91-e6bd-4264-bd86-e164e04bc32d" providerId="ADAL" clId="{0D8DA1A2-35A6-49D5-BDD3-996FF08A8642}" dt="2023-12-07T14:21:41.065" v="87" actId="404"/>
          <ac:graphicFrameMkLst>
            <pc:docMk/>
            <pc:sldMk cId="2632503734" sldId="376"/>
            <ac:graphicFrameMk id="9" creationId="{1F132A08-9239-97D8-177C-A616A94B29DF}"/>
          </ac:graphicFrameMkLst>
        </pc:graphicFrameChg>
      </pc:sldChg>
      <pc:sldChg chg="addSp delSp modSp mod">
        <pc:chgData name="Paul Winser" userId="c3146a91-e6bd-4264-bd86-e164e04bc32d" providerId="ADAL" clId="{0D8DA1A2-35A6-49D5-BDD3-996FF08A8642}" dt="2023-12-05T16:36:28.215" v="74"/>
        <pc:sldMkLst>
          <pc:docMk/>
          <pc:sldMk cId="1098783036" sldId="377"/>
        </pc:sldMkLst>
        <pc:spChg chg="add del mod">
          <ac:chgData name="Paul Winser" userId="c3146a91-e6bd-4264-bd86-e164e04bc32d" providerId="ADAL" clId="{0D8DA1A2-35A6-49D5-BDD3-996FF08A8642}" dt="2023-12-05T16:36:25.133" v="72"/>
          <ac:spMkLst>
            <pc:docMk/>
            <pc:sldMk cId="1098783036" sldId="377"/>
            <ac:spMk id="2" creationId="{F850EF5E-5FBC-B344-5F47-BB2013363B7C}"/>
          </ac:spMkLst>
        </pc:spChg>
        <pc:spChg chg="add mod">
          <ac:chgData name="Paul Winser" userId="c3146a91-e6bd-4264-bd86-e164e04bc32d" providerId="ADAL" clId="{0D8DA1A2-35A6-49D5-BDD3-996FF08A8642}" dt="2023-12-05T16:36:28.215" v="74"/>
          <ac:spMkLst>
            <pc:docMk/>
            <pc:sldMk cId="1098783036" sldId="377"/>
            <ac:spMk id="3" creationId="{7D559B64-0F0D-8567-53A2-802395D22371}"/>
          </ac:spMkLst>
        </pc:spChg>
        <pc:spChg chg="del">
          <ac:chgData name="Paul Winser" userId="c3146a91-e6bd-4264-bd86-e164e04bc32d" providerId="ADAL" clId="{0D8DA1A2-35A6-49D5-BDD3-996FF08A8642}" dt="2023-12-05T16:36:27.567" v="73" actId="478"/>
          <ac:spMkLst>
            <pc:docMk/>
            <pc:sldMk cId="1098783036" sldId="377"/>
            <ac:spMk id="16" creationId="{DA9307E7-7F62-99C3-650C-879A4CD6BF8B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16.330" v="66"/>
        <pc:sldMkLst>
          <pc:docMk/>
          <pc:sldMk cId="539957383" sldId="378"/>
        </pc:sldMkLst>
        <pc:spChg chg="add mod">
          <ac:chgData name="Paul Winser" userId="c3146a91-e6bd-4264-bd86-e164e04bc32d" providerId="ADAL" clId="{0D8DA1A2-35A6-49D5-BDD3-996FF08A8642}" dt="2023-12-05T16:36:16.330" v="66"/>
          <ac:spMkLst>
            <pc:docMk/>
            <pc:sldMk cId="539957383" sldId="378"/>
            <ac:spMk id="3" creationId="{ED7DE38D-E6BA-934A-C08D-DE939041D88D}"/>
          </ac:spMkLst>
        </pc:spChg>
        <pc:spChg chg="del">
          <ac:chgData name="Paul Winser" userId="c3146a91-e6bd-4264-bd86-e164e04bc32d" providerId="ADAL" clId="{0D8DA1A2-35A6-49D5-BDD3-996FF08A8642}" dt="2023-12-05T16:34:51.915" v="23" actId="478"/>
          <ac:spMkLst>
            <pc:docMk/>
            <pc:sldMk cId="539957383" sldId="378"/>
            <ac:spMk id="9" creationId="{563723A0-D4C0-C8F2-C5C8-B1F8754C3DE9}"/>
          </ac:spMkLst>
        </pc:spChg>
      </pc:sldChg>
      <pc:sldChg chg="addSp delSp modSp mod">
        <pc:chgData name="Paul Winser" userId="c3146a91-e6bd-4264-bd86-e164e04bc32d" providerId="ADAL" clId="{0D8DA1A2-35A6-49D5-BDD3-996FF08A8642}" dt="2023-12-05T16:36:36.671" v="81"/>
        <pc:sldMkLst>
          <pc:docMk/>
          <pc:sldMk cId="2780807863" sldId="379"/>
        </pc:sldMkLst>
        <pc:spChg chg="add mod">
          <ac:chgData name="Paul Winser" userId="c3146a91-e6bd-4264-bd86-e164e04bc32d" providerId="ADAL" clId="{0D8DA1A2-35A6-49D5-BDD3-996FF08A8642}" dt="2023-12-05T16:36:36.671" v="81"/>
          <ac:spMkLst>
            <pc:docMk/>
            <pc:sldMk cId="2780807863" sldId="379"/>
            <ac:spMk id="3" creationId="{F22DFAA9-65AF-CE9A-F540-C47D867E62A5}"/>
          </ac:spMkLst>
        </pc:spChg>
        <pc:spChg chg="del">
          <ac:chgData name="Paul Winser" userId="c3146a91-e6bd-4264-bd86-e164e04bc32d" providerId="ADAL" clId="{0D8DA1A2-35A6-49D5-BDD3-996FF08A8642}" dt="2023-12-05T16:35:19.866" v="34" actId="478"/>
          <ac:spMkLst>
            <pc:docMk/>
            <pc:sldMk cId="2780807863" sldId="379"/>
            <ac:spMk id="13" creationId="{0AA1D9E9-6A72-6CA7-52D5-250485DE23C1}"/>
          </ac:spMkLst>
        </pc:spChg>
        <pc:spChg chg="del">
          <ac:chgData name="Paul Winser" userId="c3146a91-e6bd-4264-bd86-e164e04bc32d" providerId="ADAL" clId="{0D8DA1A2-35A6-49D5-BDD3-996FF08A8642}" dt="2023-12-05T16:35:21.868" v="35" actId="478"/>
          <ac:spMkLst>
            <pc:docMk/>
            <pc:sldMk cId="2780807863" sldId="379"/>
            <ac:spMk id="15" creationId="{2291711C-58CC-F9DB-B2B0-33A11B2AC062}"/>
          </ac:spMkLst>
        </pc:spChg>
      </pc:sldChg>
      <pc:sldChg chg="addSp delSp modSp add mod modTransition">
        <pc:chgData name="Paul Winser" userId="c3146a91-e6bd-4264-bd86-e164e04bc32d" providerId="ADAL" clId="{0D8DA1A2-35A6-49D5-BDD3-996FF08A8642}" dt="2023-12-05T16:37:14.840" v="84"/>
        <pc:sldMkLst>
          <pc:docMk/>
          <pc:sldMk cId="657630971" sldId="402"/>
        </pc:sldMkLst>
        <pc:spChg chg="del">
          <ac:chgData name="Paul Winser" userId="c3146a91-e6bd-4264-bd86-e164e04bc32d" providerId="ADAL" clId="{0D8DA1A2-35A6-49D5-BDD3-996FF08A8642}" dt="2023-12-05T16:37:11.388" v="83" actId="478"/>
          <ac:spMkLst>
            <pc:docMk/>
            <pc:sldMk cId="657630971" sldId="402"/>
            <ac:spMk id="2" creationId="{28FC67E7-4AC9-BA91-848E-33DF654CBF11}"/>
          </ac:spMkLst>
        </pc:spChg>
        <pc:spChg chg="add mod">
          <ac:chgData name="Paul Winser" userId="c3146a91-e6bd-4264-bd86-e164e04bc32d" providerId="ADAL" clId="{0D8DA1A2-35A6-49D5-BDD3-996FF08A8642}" dt="2023-12-05T16:37:14.840" v="84"/>
          <ac:spMkLst>
            <pc:docMk/>
            <pc:sldMk cId="657630971" sldId="402"/>
            <ac:spMk id="4" creationId="{742A757A-BCD9-2585-8D23-4E0E8125FFCA}"/>
          </ac:spMkLst>
        </pc:spChg>
      </pc:sldChg>
    </pc:docChg>
  </pc:docChgLst>
  <pc:docChgLst>
    <pc:chgData name="Sarah Langley" userId="S::sarah.langley@pearson.com::239c5547-87b3-47be-8ff1-783a9a4cc887" providerId="AD" clId="Web-{2BDE4FB5-B394-3E32-2375-6DBB1AB8C397}"/>
    <pc:docChg chg="modSld">
      <pc:chgData name="Sarah Langley" userId="S::sarah.langley@pearson.com::239c5547-87b3-47be-8ff1-783a9a4cc887" providerId="AD" clId="Web-{2BDE4FB5-B394-3E32-2375-6DBB1AB8C397}" dt="2023-11-29T15:07:13.721" v="6"/>
      <pc:docMkLst>
        <pc:docMk/>
      </pc:docMkLst>
      <pc:sldChg chg="addSp delSp modSp">
        <pc:chgData name="Sarah Langley" userId="S::sarah.langley@pearson.com::239c5547-87b3-47be-8ff1-783a9a4cc887" providerId="AD" clId="Web-{2BDE4FB5-B394-3E32-2375-6DBB1AB8C397}" dt="2023-11-29T15:06:50.299" v="5" actId="1076"/>
        <pc:sldMkLst>
          <pc:docMk/>
          <pc:sldMk cId="0" sldId="256"/>
        </pc:sldMkLst>
        <pc:picChg chg="add del mod">
          <ac:chgData name="Sarah Langley" userId="S::sarah.langley@pearson.com::239c5547-87b3-47be-8ff1-783a9a4cc887" providerId="AD" clId="Web-{2BDE4FB5-B394-3E32-2375-6DBB1AB8C397}" dt="2023-11-29T15:06:29.173" v="1"/>
          <ac:picMkLst>
            <pc:docMk/>
            <pc:sldMk cId="0" sldId="256"/>
            <ac:picMk id="4" creationId="{F6EACD34-314F-01EB-24EC-2136833495FF}"/>
          </ac:picMkLst>
        </pc:picChg>
        <pc:picChg chg="add mod">
          <ac:chgData name="Sarah Langley" userId="S::sarah.langley@pearson.com::239c5547-87b3-47be-8ff1-783a9a4cc887" providerId="AD" clId="Web-{2BDE4FB5-B394-3E32-2375-6DBB1AB8C397}" dt="2023-11-29T15:06:50.299" v="5" actId="1076"/>
          <ac:picMkLst>
            <pc:docMk/>
            <pc:sldMk cId="0" sldId="256"/>
            <ac:picMk id="5" creationId="{E2CF585D-D183-A32E-244D-5F0E641B2199}"/>
          </ac:picMkLst>
        </pc:picChg>
        <pc:picChg chg="del">
          <ac:chgData name="Sarah Langley" userId="S::sarah.langley@pearson.com::239c5547-87b3-47be-8ff1-783a9a4cc887" providerId="AD" clId="Web-{2BDE4FB5-B394-3E32-2375-6DBB1AB8C397}" dt="2023-11-29T15:06:46.486" v="4"/>
          <ac:picMkLst>
            <pc:docMk/>
            <pc:sldMk cId="0" sldId="256"/>
            <ac:picMk id="1025" creationId="{7455B807-7A67-0562-7DDF-E56E1B60909B}"/>
          </ac:picMkLst>
        </pc:picChg>
      </pc:sldChg>
      <pc:sldChg chg="delCm">
        <pc:chgData name="Sarah Langley" userId="S::sarah.langley@pearson.com::239c5547-87b3-47be-8ff1-783a9a4cc887" providerId="AD" clId="Web-{2BDE4FB5-B394-3E32-2375-6DBB1AB8C397}" dt="2023-11-29T15:07:13.721" v="6"/>
        <pc:sldMkLst>
          <pc:docMk/>
          <pc:sldMk cId="2160954596" sldId="340"/>
        </pc:sldMkLst>
      </pc:sldChg>
    </pc:docChg>
  </pc:docChgLst>
  <pc:docChgLst>
    <pc:chgData name="Sarah Langley" userId="239c5547-87b3-47be-8ff1-783a9a4cc887" providerId="ADAL" clId="{D7AEFE10-9A15-4277-8331-679996F8BF80}"/>
    <pc:docChg chg="custSel modSld">
      <pc:chgData name="Sarah Langley" userId="239c5547-87b3-47be-8ff1-783a9a4cc887" providerId="ADAL" clId="{D7AEFE10-9A15-4277-8331-679996F8BF80}" dt="2023-11-16T09:55:23.060" v="85" actId="1076"/>
      <pc:docMkLst>
        <pc:docMk/>
      </pc:docMkLst>
      <pc:sldChg chg="addSp modSp">
        <pc:chgData name="Sarah Langley" userId="239c5547-87b3-47be-8ff1-783a9a4cc887" providerId="ADAL" clId="{D7AEFE10-9A15-4277-8331-679996F8BF80}" dt="2023-11-16T09:28:25.330" v="7" actId="1076"/>
        <pc:sldMkLst>
          <pc:docMk/>
          <pc:sldMk cId="0" sldId="256"/>
        </pc:sldMkLst>
        <pc:spChg chg="mod">
          <ac:chgData name="Sarah Langley" userId="239c5547-87b3-47be-8ff1-783a9a4cc887" providerId="ADAL" clId="{D7AEFE10-9A15-4277-8331-679996F8BF80}" dt="2023-11-16T09:28:20.571" v="5" actId="1076"/>
          <ac:spMkLst>
            <pc:docMk/>
            <pc:sldMk cId="0" sldId="256"/>
            <ac:spMk id="3" creationId="{986D29E0-B089-110D-BF1E-B3C37F2C37F9}"/>
          </ac:spMkLst>
        </pc:spChg>
        <pc:picChg chg="add mod">
          <ac:chgData name="Sarah Langley" userId="239c5547-87b3-47be-8ff1-783a9a4cc887" providerId="ADAL" clId="{D7AEFE10-9A15-4277-8331-679996F8BF80}" dt="2023-11-16T09:28:25.330" v="7" actId="1076"/>
          <ac:picMkLst>
            <pc:docMk/>
            <pc:sldMk cId="0" sldId="256"/>
            <ac:picMk id="1025" creationId="{7455B807-7A67-0562-7DDF-E56E1B60909B}"/>
          </ac:picMkLst>
        </pc:picChg>
      </pc:sldChg>
      <pc:sldChg chg="modSp mod">
        <pc:chgData name="Sarah Langley" userId="239c5547-87b3-47be-8ff1-783a9a4cc887" providerId="ADAL" clId="{D7AEFE10-9A15-4277-8331-679996F8BF80}" dt="2023-11-16T09:31:14.174" v="8" actId="1076"/>
        <pc:sldMkLst>
          <pc:docMk/>
          <pc:sldMk cId="3608675755" sldId="341"/>
        </pc:sldMkLst>
        <pc:graphicFrameChg chg="mod">
          <ac:chgData name="Sarah Langley" userId="239c5547-87b3-47be-8ff1-783a9a4cc887" providerId="ADAL" clId="{D7AEFE10-9A15-4277-8331-679996F8BF80}" dt="2023-11-16T09:31:14.174" v="8" actId="1076"/>
          <ac:graphicFrameMkLst>
            <pc:docMk/>
            <pc:sldMk cId="3608675755" sldId="341"/>
            <ac:graphicFrameMk id="8" creationId="{5C1A7221-70D2-C230-ACB1-04886BA361A1}"/>
          </ac:graphicFrameMkLst>
        </pc:graphicFrameChg>
      </pc:sldChg>
      <pc:sldChg chg="addSp delSp modSp mod">
        <pc:chgData name="Sarah Langley" userId="239c5547-87b3-47be-8ff1-783a9a4cc887" providerId="ADAL" clId="{D7AEFE10-9A15-4277-8331-679996F8BF80}" dt="2023-11-16T09:51:25.523" v="75" actId="14100"/>
        <pc:sldMkLst>
          <pc:docMk/>
          <pc:sldMk cId="845141830" sldId="370"/>
        </pc:sldMkLst>
        <pc:spChg chg="mod">
          <ac:chgData name="Sarah Langley" userId="239c5547-87b3-47be-8ff1-783a9a4cc887" providerId="ADAL" clId="{D7AEFE10-9A15-4277-8331-679996F8BF80}" dt="2023-11-16T09:31:35.090" v="9"/>
          <ac:spMkLst>
            <pc:docMk/>
            <pc:sldMk cId="845141830" sldId="370"/>
            <ac:spMk id="4" creationId="{E27479EA-0281-9D43-D762-22072B07B18D}"/>
          </ac:spMkLst>
        </pc:spChg>
        <pc:spChg chg="mod">
          <ac:chgData name="Sarah Langley" userId="239c5547-87b3-47be-8ff1-783a9a4cc887" providerId="ADAL" clId="{D7AEFE10-9A15-4277-8331-679996F8BF80}" dt="2023-11-16T09:49:41.405" v="51" actId="6549"/>
          <ac:spMkLst>
            <pc:docMk/>
            <pc:sldMk cId="845141830" sldId="370"/>
            <ac:spMk id="5" creationId="{4F28E5BE-C270-9B49-15EE-33A33CE95897}"/>
          </ac:spMkLst>
        </pc:spChg>
        <pc:spChg chg="add mod">
          <ac:chgData name="Sarah Langley" userId="239c5547-87b3-47be-8ff1-783a9a4cc887" providerId="ADAL" clId="{D7AEFE10-9A15-4277-8331-679996F8BF80}" dt="2023-11-16T09:48:45.526" v="40"/>
          <ac:spMkLst>
            <pc:docMk/>
            <pc:sldMk cId="845141830" sldId="370"/>
            <ac:spMk id="10" creationId="{53269384-B150-58A1-BDFA-0DD3C2B87E85}"/>
          </ac:spMkLst>
        </pc:spChg>
        <pc:spChg chg="add mod">
          <ac:chgData name="Sarah Langley" userId="239c5547-87b3-47be-8ff1-783a9a4cc887" providerId="ADAL" clId="{D7AEFE10-9A15-4277-8331-679996F8BF80}" dt="2023-11-16T09:48:48.455" v="41" actId="6549"/>
          <ac:spMkLst>
            <pc:docMk/>
            <pc:sldMk cId="845141830" sldId="370"/>
            <ac:spMk id="11" creationId="{E9E7E57D-8BFF-4AC2-A802-B6403FF37296}"/>
          </ac:spMkLst>
        </pc:spChg>
        <pc:grpChg chg="add del mod">
          <ac:chgData name="Sarah Langley" userId="239c5547-87b3-47be-8ff1-783a9a4cc887" providerId="ADAL" clId="{D7AEFE10-9A15-4277-8331-679996F8BF80}" dt="2023-11-16T09:49:43.813" v="52" actId="478"/>
          <ac:grpSpMkLst>
            <pc:docMk/>
            <pc:sldMk cId="845141830" sldId="370"/>
            <ac:grpSpMk id="3" creationId="{DA6E595D-3516-4F23-8B11-4A1812B69B7C}"/>
          </ac:grpSpMkLst>
        </pc:grpChg>
        <pc:grpChg chg="add del mod">
          <ac:chgData name="Sarah Langley" userId="239c5547-87b3-47be-8ff1-783a9a4cc887" providerId="ADAL" clId="{D7AEFE10-9A15-4277-8331-679996F8BF80}" dt="2023-11-16T09:48:52.532" v="43" actId="478"/>
          <ac:grpSpMkLst>
            <pc:docMk/>
            <pc:sldMk cId="845141830" sldId="370"/>
            <ac:grpSpMk id="9" creationId="{62E3B8CA-4908-D872-FBEA-CBDA6A39E36B}"/>
          </ac:grpSpMkLst>
        </pc:grpChg>
        <pc:graphicFrameChg chg="add mod">
          <ac:chgData name="Sarah Langley" userId="239c5547-87b3-47be-8ff1-783a9a4cc887" providerId="ADAL" clId="{D7AEFE10-9A15-4277-8331-679996F8BF80}" dt="2023-11-16T09:51:19.128" v="74" actId="14100"/>
          <ac:graphicFrameMkLst>
            <pc:docMk/>
            <pc:sldMk cId="845141830" sldId="370"/>
            <ac:graphicFrameMk id="12" creationId="{0B84039F-04F5-9C40-FB60-CB8CD1245806}"/>
          </ac:graphicFrameMkLst>
        </pc:graphicFrameChg>
        <pc:graphicFrameChg chg="del mod">
          <ac:chgData name="Sarah Langley" userId="239c5547-87b3-47be-8ff1-783a9a4cc887" providerId="ADAL" clId="{D7AEFE10-9A15-4277-8331-679996F8BF80}" dt="2023-11-16T09:32:07.401" v="14" actId="478"/>
          <ac:graphicFrameMkLst>
            <pc:docMk/>
            <pc:sldMk cId="845141830" sldId="370"/>
            <ac:graphicFrameMk id="13" creationId="{E1889B46-9789-A624-3C38-906208CD77E2}"/>
          </ac:graphicFrameMkLst>
        </pc:graphicFrameChg>
        <pc:picChg chg="add mod">
          <ac:chgData name="Sarah Langley" userId="239c5547-87b3-47be-8ff1-783a9a4cc887" providerId="ADAL" clId="{D7AEFE10-9A15-4277-8331-679996F8BF80}" dt="2023-11-16T09:51:25.523" v="75" actId="14100"/>
          <ac:picMkLst>
            <pc:docMk/>
            <pc:sldMk cId="845141830" sldId="370"/>
            <ac:picMk id="8" creationId="{58F4CE4E-203B-F231-CC7F-F43C8C6D00F2}"/>
          </ac:picMkLst>
        </pc:picChg>
        <pc:picChg chg="del mod">
          <ac:chgData name="Sarah Langley" userId="239c5547-87b3-47be-8ff1-783a9a4cc887" providerId="ADAL" clId="{D7AEFE10-9A15-4277-8331-679996F8BF80}" dt="2023-11-16T09:46:06.613" v="28" actId="478"/>
          <ac:picMkLst>
            <pc:docMk/>
            <pc:sldMk cId="845141830" sldId="370"/>
            <ac:picMk id="11265" creationId="{1EB7AC2E-8CFC-1BEC-2852-2D15F8845082}"/>
          </ac:picMkLst>
        </pc:picChg>
      </pc:sldChg>
      <pc:sldChg chg="addSp delSp modSp mod">
        <pc:chgData name="Sarah Langley" userId="239c5547-87b3-47be-8ff1-783a9a4cc887" providerId="ADAL" clId="{D7AEFE10-9A15-4277-8331-679996F8BF80}" dt="2023-11-16T09:55:23.060" v="85" actId="1076"/>
        <pc:sldMkLst>
          <pc:docMk/>
          <pc:sldMk cId="846101677" sldId="374"/>
        </pc:sldMkLst>
        <pc:spChg chg="mod">
          <ac:chgData name="Sarah Langley" userId="239c5547-87b3-47be-8ff1-783a9a4cc887" providerId="ADAL" clId="{D7AEFE10-9A15-4277-8331-679996F8BF80}" dt="2023-11-16T09:55:18.194" v="83" actId="1076"/>
          <ac:spMkLst>
            <pc:docMk/>
            <pc:sldMk cId="846101677" sldId="374"/>
            <ac:spMk id="9" creationId="{E1968C06-9E2A-3E97-EA36-486936ACC75E}"/>
          </ac:spMkLst>
        </pc:spChg>
        <pc:picChg chg="del">
          <ac:chgData name="Sarah Langley" userId="239c5547-87b3-47be-8ff1-783a9a4cc887" providerId="ADAL" clId="{D7AEFE10-9A15-4277-8331-679996F8BF80}" dt="2023-11-16T09:55:00.163" v="78" actId="478"/>
          <ac:picMkLst>
            <pc:docMk/>
            <pc:sldMk cId="846101677" sldId="374"/>
            <ac:picMk id="4" creationId="{4C370C02-91BC-D809-2616-FD5F05FEED34}"/>
          </ac:picMkLst>
        </pc:picChg>
        <pc:picChg chg="add mod">
          <ac:chgData name="Sarah Langley" userId="239c5547-87b3-47be-8ff1-783a9a4cc887" providerId="ADAL" clId="{D7AEFE10-9A15-4277-8331-679996F8BF80}" dt="2023-11-16T09:55:23.060" v="85" actId="1076"/>
          <ac:picMkLst>
            <pc:docMk/>
            <pc:sldMk cId="846101677" sldId="374"/>
            <ac:picMk id="5" creationId="{1A7F4140-6DCB-4500-B06B-A62746B463F8}"/>
          </ac:picMkLst>
        </pc:picChg>
      </pc:sldChg>
      <pc:sldChg chg="modSp mod">
        <pc:chgData name="Sarah Langley" userId="239c5547-87b3-47be-8ff1-783a9a4cc887" providerId="ADAL" clId="{D7AEFE10-9A15-4277-8331-679996F8BF80}" dt="2023-11-16T09:52:48.300" v="77" actId="14100"/>
        <pc:sldMkLst>
          <pc:docMk/>
          <pc:sldMk cId="539957383" sldId="378"/>
        </pc:sldMkLst>
        <pc:graphicFrameChg chg="mod">
          <ac:chgData name="Sarah Langley" userId="239c5547-87b3-47be-8ff1-783a9a4cc887" providerId="ADAL" clId="{D7AEFE10-9A15-4277-8331-679996F8BF80}" dt="2023-11-16T09:52:45.888" v="76" actId="1076"/>
          <ac:graphicFrameMkLst>
            <pc:docMk/>
            <pc:sldMk cId="539957383" sldId="378"/>
            <ac:graphicFrameMk id="7" creationId="{270D81E3-9CEF-FB54-0F70-BC7B83AA2438}"/>
          </ac:graphicFrameMkLst>
        </pc:graphicFrameChg>
        <pc:picChg chg="mod">
          <ac:chgData name="Sarah Langley" userId="239c5547-87b3-47be-8ff1-783a9a4cc887" providerId="ADAL" clId="{D7AEFE10-9A15-4277-8331-679996F8BF80}" dt="2023-11-16T09:52:48.300" v="77" actId="14100"/>
          <ac:picMkLst>
            <pc:docMk/>
            <pc:sldMk cId="539957383" sldId="378"/>
            <ac:picMk id="9219" creationId="{0E0D2CCD-B08C-08CA-E71A-D55626058EDF}"/>
          </ac:picMkLst>
        </pc:picChg>
      </pc:sldChg>
    </pc:docChg>
  </pc:docChgLst>
  <pc:docChgLst>
    <pc:chgData name="Sarah Langley" userId="239c5547-87b3-47be-8ff1-783a9a4cc887" providerId="ADAL" clId="{95281058-2B39-4F99-A2E9-4DFFF46EC4E8}"/>
    <pc:docChg chg="custSel modSld">
      <pc:chgData name="Sarah Langley" userId="239c5547-87b3-47be-8ff1-783a9a4cc887" providerId="ADAL" clId="{95281058-2B39-4F99-A2E9-4DFFF46EC4E8}" dt="2023-11-29T15:11:54.118" v="48" actId="1076"/>
      <pc:docMkLst>
        <pc:docMk/>
      </pc:docMkLst>
      <pc:sldChg chg="modSp mod">
        <pc:chgData name="Sarah Langley" userId="239c5547-87b3-47be-8ff1-783a9a4cc887" providerId="ADAL" clId="{95281058-2B39-4F99-A2E9-4DFFF46EC4E8}" dt="2023-11-29T15:09:18.956" v="22" actId="1076"/>
        <pc:sldMkLst>
          <pc:docMk/>
          <pc:sldMk cId="984818105" sldId="356"/>
        </pc:sldMkLst>
        <pc:graphicFrameChg chg="mod">
          <ac:chgData name="Sarah Langley" userId="239c5547-87b3-47be-8ff1-783a9a4cc887" providerId="ADAL" clId="{95281058-2B39-4F99-A2E9-4DFFF46EC4E8}" dt="2023-11-29T15:09:18.956" v="22" actId="1076"/>
          <ac:graphicFrameMkLst>
            <pc:docMk/>
            <pc:sldMk cId="984818105" sldId="356"/>
            <ac:graphicFrameMk id="7" creationId="{7F3334AE-35B8-50B4-2998-434956B61E8B}"/>
          </ac:graphicFrameMkLst>
        </pc:graphicFrameChg>
        <pc:graphicFrameChg chg="mod">
          <ac:chgData name="Sarah Langley" userId="239c5547-87b3-47be-8ff1-783a9a4cc887" providerId="ADAL" clId="{95281058-2B39-4F99-A2E9-4DFFF46EC4E8}" dt="2023-11-29T15:09:13.884" v="21" actId="1076"/>
          <ac:graphicFrameMkLst>
            <pc:docMk/>
            <pc:sldMk cId="984818105" sldId="356"/>
            <ac:graphicFrameMk id="8" creationId="{740FED72-F81A-DFC0-C58B-879385F92F84}"/>
          </ac:graphicFrameMkLst>
        </pc:graphicFrameChg>
      </pc:sldChg>
      <pc:sldChg chg="modSp mod">
        <pc:chgData name="Sarah Langley" userId="239c5547-87b3-47be-8ff1-783a9a4cc887" providerId="ADAL" clId="{95281058-2B39-4F99-A2E9-4DFFF46EC4E8}" dt="2023-11-29T15:09:46.800" v="26" actId="1076"/>
        <pc:sldMkLst>
          <pc:docMk/>
          <pc:sldMk cId="1929939868" sldId="359"/>
        </pc:sldMkLst>
        <pc:grpChg chg="mod">
          <ac:chgData name="Sarah Langley" userId="239c5547-87b3-47be-8ff1-783a9a4cc887" providerId="ADAL" clId="{95281058-2B39-4F99-A2E9-4DFFF46EC4E8}" dt="2023-11-29T15:09:34.680" v="23" actId="1076"/>
          <ac:grpSpMkLst>
            <pc:docMk/>
            <pc:sldMk cId="1929939868" sldId="359"/>
            <ac:grpSpMk id="3" creationId="{62690EBA-A70F-F07D-311A-1475ABC96756}"/>
          </ac:grpSpMkLst>
        </pc:grpChg>
        <pc:grpChg chg="mod">
          <ac:chgData name="Sarah Langley" userId="239c5547-87b3-47be-8ff1-783a9a4cc887" providerId="ADAL" clId="{95281058-2B39-4F99-A2E9-4DFFF46EC4E8}" dt="2023-11-29T15:09:41.951" v="25" actId="1076"/>
          <ac:grpSpMkLst>
            <pc:docMk/>
            <pc:sldMk cId="1929939868" sldId="359"/>
            <ac:grpSpMk id="8" creationId="{BA835B64-4464-21B8-22C4-511BDFF36D6A}"/>
          </ac:grpSpMkLst>
        </pc:grpChg>
        <pc:grpChg chg="mod">
          <ac:chgData name="Sarah Langley" userId="239c5547-87b3-47be-8ff1-783a9a4cc887" providerId="ADAL" clId="{95281058-2B39-4F99-A2E9-4DFFF46EC4E8}" dt="2023-11-29T15:09:46.800" v="26" actId="1076"/>
          <ac:grpSpMkLst>
            <pc:docMk/>
            <pc:sldMk cId="1929939868" sldId="359"/>
            <ac:grpSpMk id="9" creationId="{EC7A208C-C928-E6C7-BE53-3C4B0D1B743F}"/>
          </ac:grpSpMkLst>
        </pc:grpChg>
        <pc:graphicFrameChg chg="mod">
          <ac:chgData name="Sarah Langley" userId="239c5547-87b3-47be-8ff1-783a9a4cc887" providerId="ADAL" clId="{95281058-2B39-4F99-A2E9-4DFFF46EC4E8}" dt="2023-11-29T15:09:37.774" v="24" actId="1076"/>
          <ac:graphicFrameMkLst>
            <pc:docMk/>
            <pc:sldMk cId="1929939868" sldId="359"/>
            <ac:graphicFrameMk id="7" creationId="{FD88F3C0-BBBE-492B-47E1-950113FAC031}"/>
          </ac:graphicFrameMkLst>
        </pc:graphicFrameChg>
      </pc:sldChg>
      <pc:sldChg chg="modSp mod">
        <pc:chgData name="Sarah Langley" userId="239c5547-87b3-47be-8ff1-783a9a4cc887" providerId="ADAL" clId="{95281058-2B39-4F99-A2E9-4DFFF46EC4E8}" dt="2023-11-29T14:54:55.350" v="3" actId="1076"/>
        <pc:sldMkLst>
          <pc:docMk/>
          <pc:sldMk cId="1123432773" sldId="366"/>
        </pc:sldMkLst>
        <pc:graphicFrameChg chg="mod">
          <ac:chgData name="Sarah Langley" userId="239c5547-87b3-47be-8ff1-783a9a4cc887" providerId="ADAL" clId="{95281058-2B39-4F99-A2E9-4DFFF46EC4E8}" dt="2023-11-29T14:54:55.350" v="3" actId="1076"/>
          <ac:graphicFrameMkLst>
            <pc:docMk/>
            <pc:sldMk cId="1123432773" sldId="366"/>
            <ac:graphicFrameMk id="5" creationId="{FEB4B4BA-7CB7-839F-1994-C5ED6C19CD5D}"/>
          </ac:graphicFrameMkLst>
        </pc:graphicFrameChg>
      </pc:sldChg>
      <pc:sldChg chg="modSp mod">
        <pc:chgData name="Sarah Langley" userId="239c5547-87b3-47be-8ff1-783a9a4cc887" providerId="ADAL" clId="{95281058-2B39-4F99-A2E9-4DFFF46EC4E8}" dt="2023-11-29T14:55:36.605" v="12" actId="1076"/>
        <pc:sldMkLst>
          <pc:docMk/>
          <pc:sldMk cId="113478263" sldId="367"/>
        </pc:sldMkLst>
        <pc:spChg chg="mod">
          <ac:chgData name="Sarah Langley" userId="239c5547-87b3-47be-8ff1-783a9a4cc887" providerId="ADAL" clId="{95281058-2B39-4F99-A2E9-4DFFF46EC4E8}" dt="2023-11-29T14:55:16.211" v="6" actId="14100"/>
          <ac:spMkLst>
            <pc:docMk/>
            <pc:sldMk cId="113478263" sldId="367"/>
            <ac:spMk id="6" creationId="{E33A8D74-1E51-B6DA-6DCA-430A44AB65D2}"/>
          </ac:spMkLst>
        </pc:spChg>
        <pc:spChg chg="mod">
          <ac:chgData name="Sarah Langley" userId="239c5547-87b3-47be-8ff1-783a9a4cc887" providerId="ADAL" clId="{95281058-2B39-4F99-A2E9-4DFFF46EC4E8}" dt="2023-11-29T14:55:32.167" v="11" actId="1076"/>
          <ac:spMkLst>
            <pc:docMk/>
            <pc:sldMk cId="113478263" sldId="367"/>
            <ac:spMk id="9" creationId="{E0BDA28C-EF6B-1E69-9E73-554647633672}"/>
          </ac:spMkLst>
        </pc:spChg>
        <pc:grpChg chg="mod">
          <ac:chgData name="Sarah Langley" userId="239c5547-87b3-47be-8ff1-783a9a4cc887" providerId="ADAL" clId="{95281058-2B39-4F99-A2E9-4DFFF46EC4E8}" dt="2023-11-29T14:55:24.905" v="8" actId="1076"/>
          <ac:grpSpMkLst>
            <pc:docMk/>
            <pc:sldMk cId="113478263" sldId="367"/>
            <ac:grpSpMk id="3" creationId="{C6FBAD55-74B9-9DFB-67DB-374B6E16DB14}"/>
          </ac:grpSpMkLst>
        </pc:grpChg>
        <pc:graphicFrameChg chg="mod">
          <ac:chgData name="Sarah Langley" userId="239c5547-87b3-47be-8ff1-783a9a4cc887" providerId="ADAL" clId="{95281058-2B39-4F99-A2E9-4DFFF46EC4E8}" dt="2023-11-29T14:55:36.605" v="12" actId="1076"/>
          <ac:graphicFrameMkLst>
            <pc:docMk/>
            <pc:sldMk cId="113478263" sldId="367"/>
            <ac:graphicFrameMk id="5" creationId="{65925F8E-F688-867B-043C-76587DBBD21C}"/>
          </ac:graphicFrameMkLst>
        </pc:graphicFrameChg>
      </pc:sldChg>
      <pc:sldChg chg="addSp delSp modSp mod">
        <pc:chgData name="Sarah Langley" userId="239c5547-87b3-47be-8ff1-783a9a4cc887" providerId="ADAL" clId="{95281058-2B39-4F99-A2E9-4DFFF46EC4E8}" dt="2023-11-29T15:09:06.688" v="20" actId="1076"/>
        <pc:sldMkLst>
          <pc:docMk/>
          <pc:sldMk cId="845141830" sldId="370"/>
        </pc:sldMkLst>
        <pc:picChg chg="add mod">
          <ac:chgData name="Sarah Langley" userId="239c5547-87b3-47be-8ff1-783a9a4cc887" providerId="ADAL" clId="{95281058-2B39-4F99-A2E9-4DFFF46EC4E8}" dt="2023-11-29T15:09:06.688" v="20" actId="1076"/>
          <ac:picMkLst>
            <pc:docMk/>
            <pc:sldMk cId="845141830" sldId="370"/>
            <ac:picMk id="4" creationId="{75A8787E-F493-B3B6-7C35-CE3B28517C4A}"/>
          </ac:picMkLst>
        </pc:picChg>
        <pc:picChg chg="del">
          <ac:chgData name="Sarah Langley" userId="239c5547-87b3-47be-8ff1-783a9a4cc887" providerId="ADAL" clId="{95281058-2B39-4F99-A2E9-4DFFF46EC4E8}" dt="2023-11-29T15:08:59.364" v="19" actId="478"/>
          <ac:picMkLst>
            <pc:docMk/>
            <pc:sldMk cId="845141830" sldId="370"/>
            <ac:picMk id="8" creationId="{58F4CE4E-203B-F231-CC7F-F43C8C6D00F2}"/>
          </ac:picMkLst>
        </pc:picChg>
      </pc:sldChg>
      <pc:sldChg chg="addSp delSp modSp mod">
        <pc:chgData name="Sarah Langley" userId="239c5547-87b3-47be-8ff1-783a9a4cc887" providerId="ADAL" clId="{95281058-2B39-4F99-A2E9-4DFFF46EC4E8}" dt="2023-11-29T15:11:54.118" v="48" actId="1076"/>
        <pc:sldMkLst>
          <pc:docMk/>
          <pc:sldMk cId="846101677" sldId="374"/>
        </pc:sldMkLst>
        <pc:spChg chg="mod">
          <ac:chgData name="Sarah Langley" userId="239c5547-87b3-47be-8ff1-783a9a4cc887" providerId="ADAL" clId="{95281058-2B39-4F99-A2E9-4DFFF46EC4E8}" dt="2023-11-29T14:54:42.240" v="1" actId="1076"/>
          <ac:spMkLst>
            <pc:docMk/>
            <pc:sldMk cId="846101677" sldId="374"/>
            <ac:spMk id="9" creationId="{E1968C06-9E2A-3E97-EA36-486936ACC75E}"/>
          </ac:spMkLst>
        </pc:spChg>
        <pc:picChg chg="del mod">
          <ac:chgData name="Sarah Langley" userId="239c5547-87b3-47be-8ff1-783a9a4cc887" providerId="ADAL" clId="{95281058-2B39-4F99-A2E9-4DFFF46EC4E8}" dt="2023-11-29T15:11:41.142" v="44" actId="478"/>
          <ac:picMkLst>
            <pc:docMk/>
            <pc:sldMk cId="846101677" sldId="374"/>
            <ac:picMk id="5" creationId="{1A7F4140-6DCB-4500-B06B-A62746B463F8}"/>
          </ac:picMkLst>
        </pc:picChg>
        <pc:picChg chg="add mod">
          <ac:chgData name="Sarah Langley" userId="239c5547-87b3-47be-8ff1-783a9a4cc887" providerId="ADAL" clId="{95281058-2B39-4F99-A2E9-4DFFF46EC4E8}" dt="2023-11-29T15:11:54.118" v="48" actId="1076"/>
          <ac:picMkLst>
            <pc:docMk/>
            <pc:sldMk cId="846101677" sldId="374"/>
            <ac:picMk id="6" creationId="{4AA49ACE-5B51-CE96-6F7D-81F327F6610E}"/>
          </ac:picMkLst>
        </pc:picChg>
      </pc:sldChg>
      <pc:sldChg chg="addSp delSp modSp mod">
        <pc:chgData name="Sarah Langley" userId="239c5547-87b3-47be-8ff1-783a9a4cc887" providerId="ADAL" clId="{95281058-2B39-4F99-A2E9-4DFFF46EC4E8}" dt="2023-11-29T15:10:44.257" v="37" actId="1076"/>
        <pc:sldMkLst>
          <pc:docMk/>
          <pc:sldMk cId="539957383" sldId="378"/>
        </pc:sldMkLst>
        <pc:graphicFrameChg chg="mod">
          <ac:chgData name="Sarah Langley" userId="239c5547-87b3-47be-8ff1-783a9a4cc887" providerId="ADAL" clId="{95281058-2B39-4F99-A2E9-4DFFF46EC4E8}" dt="2023-11-29T15:10:09.123" v="27" actId="1076"/>
          <ac:graphicFrameMkLst>
            <pc:docMk/>
            <pc:sldMk cId="539957383" sldId="378"/>
            <ac:graphicFrameMk id="7" creationId="{270D81E3-9CEF-FB54-0F70-BC7B83AA2438}"/>
          </ac:graphicFrameMkLst>
        </pc:graphicFrameChg>
        <pc:picChg chg="add mod">
          <ac:chgData name="Sarah Langley" userId="239c5547-87b3-47be-8ff1-783a9a4cc887" providerId="ADAL" clId="{95281058-2B39-4F99-A2E9-4DFFF46EC4E8}" dt="2023-11-29T15:10:44.257" v="37" actId="1076"/>
          <ac:picMkLst>
            <pc:docMk/>
            <pc:sldMk cId="539957383" sldId="378"/>
            <ac:picMk id="4" creationId="{E95829EF-571E-E2FE-FF0B-52F9001832C4}"/>
          </ac:picMkLst>
        </pc:picChg>
        <pc:picChg chg="del">
          <ac:chgData name="Sarah Langley" userId="239c5547-87b3-47be-8ff1-783a9a4cc887" providerId="ADAL" clId="{95281058-2B39-4F99-A2E9-4DFFF46EC4E8}" dt="2023-11-29T15:10:35.464" v="34" actId="478"/>
          <ac:picMkLst>
            <pc:docMk/>
            <pc:sldMk cId="539957383" sldId="378"/>
            <ac:picMk id="9219" creationId="{0E0D2CCD-B08C-08CA-E71A-D55626058EDF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" dt="2023-10-31T12:35:44.130" idx="23">
    <p:pos x="10" y="10"/>
    <p:text>Would 'growth in market share' be apprropriate to include on this slide</p:text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" dt="2023-10-31T12:41:11.005" idx="26">
    <p:pos x="10" y="10"/>
    <p:text>Re these in some kind of order? If so it might be best to number them in sequence</p:text>
    <p:extLst>
      <p:ext uri="{C676402C-5697-4E1C-873F-D02D1690AC5C}">
        <p15:threadingInfo xmlns:p15="http://schemas.microsoft.com/office/powerpoint/2012/main" timeZoneBias="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5" dt="2023-10-31T12:47:59.896" idx="29">
    <p:pos x="10" y="10"/>
    <p:text>Should body language, empathy and cultural awareness all play a part in sales techniques and skills?</p:text>
    <p:extLst>
      <p:ext uri="{C676402C-5697-4E1C-873F-D02D1690AC5C}">
        <p15:threadingInfo xmlns:p15="http://schemas.microsoft.com/office/powerpoint/2012/main" timeZoneBias="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7445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8394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  <a:p>
            <a:pPr rtl="1"/>
            <a:endParaRPr lang="en-GB" altLang="en-US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9561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254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9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20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5233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3947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6260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ar" sz="1800">
                <a:effectLst/>
                <a:ea typeface="Times New Roman" panose="02020603050405020304" pitchFamily="18" charset="0"/>
              </a:rPr>
              <a:t>AL2023735</a:t>
            </a:r>
            <a:r>
              <a:rPr lang="ar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5261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0017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8531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96503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30621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5475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8282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/>
              <a:t>s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528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62487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80260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17163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08550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46917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50804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ar" sz="1800">
                <a:effectLst/>
                <a:ea typeface="Times New Roman" panose="02020603050405020304" pitchFamily="18" charset="0"/>
              </a:rPr>
              <a:t>AL31503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94950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algn="ct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3328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835060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45759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algn="l" rtl="1"/>
            <a:r>
              <a:rPr lang="ar" sz="1800">
                <a:effectLst/>
                <a:ea typeface="Times New Roman" panose="02020603050405020304" pitchFamily="18" charset="0"/>
              </a:rPr>
              <a:t>AL1495621</a:t>
            </a:r>
            <a:r>
              <a:rPr lang="ar">
                <a:effectLst/>
              </a:rPr>
              <a:t>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6824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80399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3550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4707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3360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6535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741029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96042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7617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72134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 rtl="1"/>
              <a:t>38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402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Unit X: 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  <a:p>
            <a:pPr rtl="1"/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96144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EEF5D-1270-D26E-00BA-9830FF77EAC7}"/>
              </a:ext>
            </a:extLst>
          </p:cNvPr>
          <p:cNvSpPr txBox="1"/>
          <p:nvPr userDrawn="1"/>
        </p:nvSpPr>
        <p:spPr>
          <a:xfrm>
            <a:off x="6876256" y="6453336"/>
            <a:ext cx="2016224" cy="2693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1150">
                <a:latin typeface="Sakkal Majalla" panose="02000000000000000000" pitchFamily="2" charset="-78"/>
                <a:cs typeface="Sakkal Majalla" panose="02000000000000000000" pitchFamily="2" charset="-78"/>
              </a:rPr>
              <a:t>A103000360277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A64158DD-33A6-FE84-53E6-FCB6FA8A14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C8998-3B77-76B7-5B57-EDA162300770}"/>
              </a:ext>
            </a:extLst>
          </p:cNvPr>
          <p:cNvSpPr txBox="1"/>
          <p:nvPr userDrawn="1"/>
        </p:nvSpPr>
        <p:spPr>
          <a:xfrm>
            <a:off x="6876256" y="6453336"/>
            <a:ext cx="2016224" cy="26930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en-US" sz="1150">
                <a:latin typeface="Sakkal Majalla" panose="02000000000000000000" pitchFamily="2" charset="-78"/>
                <a:cs typeface="Sakkal Majalla" panose="02000000000000000000" pitchFamily="2" charset="-78"/>
              </a:rPr>
              <a:t>A103000360277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DD067A84-9459-D5A8-DBAF-E4B77F10FE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1.xml"/><Relationship Id="rId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audio" Target="../media/audio1.bin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svg"/><Relationship Id="rId3" Type="http://schemas.openxmlformats.org/officeDocument/2006/relationships/audio" Target="../media/audio1.bin"/><Relationship Id="rId7" Type="http://schemas.openxmlformats.org/officeDocument/2006/relationships/image" Target="../media/image23.sv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2.xml"/><Relationship Id="rId6" Type="http://schemas.openxmlformats.org/officeDocument/2006/relationships/image" Target="../media/image22.png"/><Relationship Id="rId11" Type="http://schemas.openxmlformats.org/officeDocument/2006/relationships/image" Target="../media/image17.svg"/><Relationship Id="rId5" Type="http://schemas.openxmlformats.org/officeDocument/2006/relationships/image" Target="../media/image21.svg"/><Relationship Id="rId15" Type="http://schemas.openxmlformats.org/officeDocument/2006/relationships/image" Target="../media/image29.svg"/><Relationship Id="rId10" Type="http://schemas.openxmlformats.org/officeDocument/2006/relationships/image" Target="../media/image1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8.xml"/><Relationship Id="rId4" Type="http://schemas.openxmlformats.org/officeDocument/2006/relationships/comments" Target="../comments/commen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2.xml"/><Relationship Id="rId4" Type="http://schemas.openxmlformats.org/officeDocument/2006/relationships/comments" Target="../comments/commen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3" Type="http://schemas.openxmlformats.org/officeDocument/2006/relationships/audio" Target="../media/audio1.bin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audio" Target="../media/audio1.bin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5" Type="http://schemas.openxmlformats.org/officeDocument/2006/relationships/image" Target="../media/image4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Relationship Id="rId1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9.xml"/><Relationship Id="rId4" Type="http://schemas.openxmlformats.org/officeDocument/2006/relationships/image" Target="../media/image48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audio" Target="../media/audio1.bin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audio" Target="../media/audio1.bin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59.png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svg"/><Relationship Id="rId3" Type="http://schemas.openxmlformats.org/officeDocument/2006/relationships/audio" Target="../media/audio1.bin"/><Relationship Id="rId7" Type="http://schemas.openxmlformats.org/officeDocument/2006/relationships/image" Target="../media/image68.sv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4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5" Type="http://schemas.openxmlformats.org/officeDocument/2006/relationships/image" Target="../media/image66.svg"/><Relationship Id="rId15" Type="http://schemas.openxmlformats.org/officeDocument/2006/relationships/image" Target="../media/image75.sv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svg"/><Relationship Id="rId1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80.svg"/><Relationship Id="rId3" Type="http://schemas.openxmlformats.org/officeDocument/2006/relationships/audio" Target="../media/audio1.bin"/><Relationship Id="rId7" Type="http://schemas.openxmlformats.org/officeDocument/2006/relationships/image" Target="../media/image78.sv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8.xml"/><Relationship Id="rId6" Type="http://schemas.openxmlformats.org/officeDocument/2006/relationships/image" Target="../media/image77.png"/><Relationship Id="rId11" Type="http://schemas.openxmlformats.org/officeDocument/2006/relationships/image" Target="../media/image35.svg"/><Relationship Id="rId5" Type="http://schemas.openxmlformats.org/officeDocument/2006/relationships/image" Target="../media/image76.svg"/><Relationship Id="rId10" Type="http://schemas.openxmlformats.org/officeDocument/2006/relationships/image" Target="../media/image34.png"/><Relationship Id="rId4" Type="http://schemas.openxmlformats.org/officeDocument/2006/relationships/image" Target="../media/image61.png"/><Relationship Id="rId9" Type="http://schemas.openxmlformats.org/officeDocument/2006/relationships/image" Target="../media/image52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84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83.png"/><Relationship Id="rId5" Type="http://schemas.openxmlformats.org/officeDocument/2006/relationships/image" Target="../media/image82.svg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82148" y="1340768"/>
            <a:ext cx="7379704" cy="30963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solidFill>
                  <a:schemeClr val="tx1"/>
                </a:solidFill>
              </a:rPr>
              <a:t>الوحدة 28</a:t>
            </a:r>
            <a:br>
              <a:rPr lang="en-GB" altLang="en-US" sz="4600" dirty="0">
                <a:solidFill>
                  <a:schemeClr val="tx1"/>
                </a:solidFill>
              </a:rPr>
            </a:br>
            <a:r>
              <a:rPr lang="ar" sz="4600" dirty="0">
                <a:solidFill>
                  <a:schemeClr val="tx1"/>
                </a:solidFill>
              </a:rPr>
              <a:t>إدارة شركة صغيرة</a:t>
            </a:r>
            <a:br>
              <a:rPr lang="en-GB" sz="4600" dirty="0">
                <a:effectLst/>
              </a:rPr>
            </a:b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41698" y="6453336"/>
            <a:ext cx="6295869" cy="268600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500"/>
              <a:t>© شركة بيرسون إيديوكيشن ليمتد 2023. لا يُسمح بالنسخ إلا للمؤسسة المُشترية فقط </a:t>
            </a:r>
          </a:p>
        </p:txBody>
      </p:sp>
      <p:pic>
        <p:nvPicPr>
          <p:cNvPr id="5" name="Picture 4" descr="A person in a apron standing in a kitchen&#10;&#10;Description automatically generated">
            <a:extLst>
              <a:ext uri="{FF2B5EF4-FFF2-40B4-BE49-F238E27FC236}">
                <a16:creationId xmlns:a16="http://schemas.microsoft.com/office/drawing/2014/main" id="{E2CF585D-D183-A32E-244D-5F0E641B21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2768" y="2957154"/>
            <a:ext cx="3840117" cy="2560078"/>
          </a:xfrm>
          <a:prstGeom prst="rect">
            <a:avLst/>
          </a:prstGeom>
        </p:spPr>
      </p:pic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effectLst/>
              </a:rPr>
              <a:t>إدارة شركة صغيرة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348880"/>
            <a:ext cx="8424935" cy="37278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200"/>
              <a:t>في هذه الوحدة، سيتمكن المتعلمون من: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/>
              <a:t>تنفيذ الأنشطة المطلوبة لإدارة شركة صغيرة</a:t>
            </a:r>
            <a:endParaRPr lang="en-GB" sz="2200">
              <a:effectLst/>
            </a:endParaRP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effectLst/>
              </a:rPr>
              <a:t>تعلُّم وتطوير مهارات ريادة الأعمال المتعلقة بالاستقلال، والابتكار، والتخيُّل، والمخاطرة، والكفاح، والإبداع، والحدس، والقيادة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effectLst/>
              </a:rPr>
              <a:t>فهم أهمية وضع خطة للشركات الصغيرة، والتعامل في الأموال، وتنفيذ تقنيات البيع على النحو الملائم والتعامل مع العملاء بشكل صحيح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effectLst/>
              </a:rPr>
              <a:t>تقييم نجاح الشركات الصغيرة وأهمية الدور الذي لعبته.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4600"/>
              <a:t>أهداف التعلم</a:t>
            </a:r>
            <a:endParaRPr lang="en-GB" altLang="en-US" sz="46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24DEA8-D4A8-9333-0847-D9A6FF1AE413}"/>
              </a:ext>
            </a:extLst>
          </p:cNvPr>
          <p:cNvSpPr/>
          <p:nvPr/>
        </p:nvSpPr>
        <p:spPr>
          <a:xfrm>
            <a:off x="468313" y="2195986"/>
            <a:ext cx="8207375" cy="110780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Tick with solid fill">
            <a:extLst>
              <a:ext uri="{FF2B5EF4-FFF2-40B4-BE49-F238E27FC236}">
                <a16:creationId xmlns:a16="http://schemas.microsoft.com/office/drawing/2014/main" id="{D916B2FB-C529-AD6D-01AB-6B9EAB80BCB5}"/>
              </a:ext>
            </a:extLst>
          </p:cNvPr>
          <p:cNvSpPr/>
          <p:nvPr/>
        </p:nvSpPr>
        <p:spPr>
          <a:xfrm>
            <a:off x="7731286" y="2445242"/>
            <a:ext cx="609292" cy="609292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6BECE0C-AA90-40BF-9CB8-E532A27E41A9}"/>
              </a:ext>
            </a:extLst>
          </p:cNvPr>
          <p:cNvSpPr/>
          <p:nvPr/>
        </p:nvSpPr>
        <p:spPr>
          <a:xfrm>
            <a:off x="468314" y="2195986"/>
            <a:ext cx="6927860" cy="1107804"/>
          </a:xfrm>
          <a:custGeom>
            <a:avLst/>
            <a:gdLst>
              <a:gd name="connsiteX0" fmla="*/ 0 w 6927860"/>
              <a:gd name="connsiteY0" fmla="*/ 0 h 1107804"/>
              <a:gd name="connsiteX1" fmla="*/ 6927860 w 6927860"/>
              <a:gd name="connsiteY1" fmla="*/ 0 h 1107804"/>
              <a:gd name="connsiteX2" fmla="*/ 6927860 w 6927860"/>
              <a:gd name="connsiteY2" fmla="*/ 1107804 h 1107804"/>
              <a:gd name="connsiteX3" fmla="*/ 0 w 6927860"/>
              <a:gd name="connsiteY3" fmla="*/ 1107804 h 1107804"/>
              <a:gd name="connsiteX4" fmla="*/ 0 w 6927860"/>
              <a:gd name="connsiteY4" fmla="*/ 0 h 110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60" h="1107804">
                <a:moveTo>
                  <a:pt x="0" y="0"/>
                </a:moveTo>
                <a:lnTo>
                  <a:pt x="6927860" y="0"/>
                </a:lnTo>
                <a:lnTo>
                  <a:pt x="6927860" y="1107804"/>
                </a:lnTo>
                <a:lnTo>
                  <a:pt x="0" y="11078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3" tIns="117243" rIns="117243" bIns="117243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أ: </a:t>
            </a:r>
            <a:r>
              <a:rPr lang="ar" sz="2700" b="1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خطة تشغيلية لإحدى الشركات الصغيرة</a:t>
            </a:r>
            <a:endParaRPr lang="en-US" sz="27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CB7D25-CFD1-5014-5B1F-65E4693738DA}"/>
              </a:ext>
            </a:extLst>
          </p:cNvPr>
          <p:cNvSpPr/>
          <p:nvPr/>
        </p:nvSpPr>
        <p:spPr>
          <a:xfrm>
            <a:off x="468313" y="3573020"/>
            <a:ext cx="8207375" cy="110780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Tick with solid fill">
            <a:extLst>
              <a:ext uri="{FF2B5EF4-FFF2-40B4-BE49-F238E27FC236}">
                <a16:creationId xmlns:a16="http://schemas.microsoft.com/office/drawing/2014/main" id="{0CD1600F-6D7D-6222-F0DD-46B3745FBAAE}"/>
              </a:ext>
            </a:extLst>
          </p:cNvPr>
          <p:cNvSpPr/>
          <p:nvPr/>
        </p:nvSpPr>
        <p:spPr>
          <a:xfrm>
            <a:off x="7731286" y="3829997"/>
            <a:ext cx="609292" cy="609292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2FE52C-BEB9-E5FD-EE4E-5D2D35C8CAA6}"/>
              </a:ext>
            </a:extLst>
          </p:cNvPr>
          <p:cNvSpPr/>
          <p:nvPr/>
        </p:nvSpPr>
        <p:spPr>
          <a:xfrm>
            <a:off x="468314" y="3580741"/>
            <a:ext cx="6927860" cy="1107804"/>
          </a:xfrm>
          <a:custGeom>
            <a:avLst/>
            <a:gdLst>
              <a:gd name="connsiteX0" fmla="*/ 0 w 6927860"/>
              <a:gd name="connsiteY0" fmla="*/ 0 h 1107804"/>
              <a:gd name="connsiteX1" fmla="*/ 6927860 w 6927860"/>
              <a:gd name="connsiteY1" fmla="*/ 0 h 1107804"/>
              <a:gd name="connsiteX2" fmla="*/ 6927860 w 6927860"/>
              <a:gd name="connsiteY2" fmla="*/ 1107804 h 1107804"/>
              <a:gd name="connsiteX3" fmla="*/ 0 w 6927860"/>
              <a:gd name="connsiteY3" fmla="*/ 1107804 h 1107804"/>
              <a:gd name="connsiteX4" fmla="*/ 0 w 6927860"/>
              <a:gd name="connsiteY4" fmla="*/ 0 h 110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60" h="1107804">
                <a:moveTo>
                  <a:pt x="0" y="0"/>
                </a:moveTo>
                <a:lnTo>
                  <a:pt x="6927860" y="0"/>
                </a:lnTo>
                <a:lnTo>
                  <a:pt x="6927860" y="1107804"/>
                </a:lnTo>
                <a:lnTo>
                  <a:pt x="0" y="11078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3" tIns="117243" rIns="117243" bIns="117243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ب: إدارة شركة صغيرة باستخدام المهارات والإجراءات المناسبة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DFE581-588F-449E-DF23-8C207529B9A5}"/>
              </a:ext>
            </a:extLst>
          </p:cNvPr>
          <p:cNvSpPr/>
          <p:nvPr/>
        </p:nvSpPr>
        <p:spPr>
          <a:xfrm>
            <a:off x="468313" y="4965497"/>
            <a:ext cx="8207375" cy="1107804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Tick with solid fill">
            <a:extLst>
              <a:ext uri="{FF2B5EF4-FFF2-40B4-BE49-F238E27FC236}">
                <a16:creationId xmlns:a16="http://schemas.microsoft.com/office/drawing/2014/main" id="{A55BE1F0-E220-9CFA-6224-7126EDC8771A}"/>
              </a:ext>
            </a:extLst>
          </p:cNvPr>
          <p:cNvSpPr/>
          <p:nvPr/>
        </p:nvSpPr>
        <p:spPr>
          <a:xfrm>
            <a:off x="7731286" y="5214753"/>
            <a:ext cx="609292" cy="609292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F9A331-ED42-DEE7-18A7-A6741A5FAB46}"/>
              </a:ext>
            </a:extLst>
          </p:cNvPr>
          <p:cNvSpPr/>
          <p:nvPr/>
        </p:nvSpPr>
        <p:spPr>
          <a:xfrm>
            <a:off x="468314" y="4965497"/>
            <a:ext cx="6927860" cy="1107804"/>
          </a:xfrm>
          <a:custGeom>
            <a:avLst/>
            <a:gdLst>
              <a:gd name="connsiteX0" fmla="*/ 0 w 6927860"/>
              <a:gd name="connsiteY0" fmla="*/ 0 h 1107804"/>
              <a:gd name="connsiteX1" fmla="*/ 6927860 w 6927860"/>
              <a:gd name="connsiteY1" fmla="*/ 0 h 1107804"/>
              <a:gd name="connsiteX2" fmla="*/ 6927860 w 6927860"/>
              <a:gd name="connsiteY2" fmla="*/ 1107804 h 1107804"/>
              <a:gd name="connsiteX3" fmla="*/ 0 w 6927860"/>
              <a:gd name="connsiteY3" fmla="*/ 1107804 h 1107804"/>
              <a:gd name="connsiteX4" fmla="*/ 0 w 6927860"/>
              <a:gd name="connsiteY4" fmla="*/ 0 h 110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60" h="1107804">
                <a:moveTo>
                  <a:pt x="0" y="0"/>
                </a:moveTo>
                <a:lnTo>
                  <a:pt x="6927860" y="0"/>
                </a:lnTo>
                <a:lnTo>
                  <a:pt x="6927860" y="1107804"/>
                </a:lnTo>
                <a:lnTo>
                  <a:pt x="0" y="11078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3" tIns="117243" rIns="117243" bIns="117243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ج:</a:t>
            </a:r>
            <a:r>
              <a:rPr lang="ar" sz="27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7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استعراض نجاح الشركة الصغيرة</a:t>
            </a:r>
            <a:endParaRPr lang="en-US" sz="2700" b="1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137A041-147E-9248-4E24-7FBEA3A9B212}"/>
              </a:ext>
            </a:extLst>
          </p:cNvPr>
          <p:cNvSpPr/>
          <p:nvPr/>
        </p:nvSpPr>
        <p:spPr>
          <a:xfrm>
            <a:off x="4716178" y="2102074"/>
            <a:ext cx="3105818" cy="1999657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rtlCol="1" anchor="ctr" anchorCtr="0">
            <a:noAutofit/>
          </a:bodyPr>
          <a:lstStyle/>
          <a:p>
            <a:pPr marL="0" lvl="0" indent="0" algn="ctr" defTabSz="1066800">
              <a:lnSpc>
                <a:spcPct val="85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أ1 أهمية الخطة </a:t>
            </a:r>
            <a:br>
              <a:rPr lang="en-GB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التشغيلية </a:t>
            </a:r>
            <a:br>
              <a:rPr lang="en-GB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وخصائصها</a:t>
            </a:r>
            <a:endParaRPr lang="en-US" sz="28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9D4324-7D54-A107-2EEB-8FF8F245B63C}"/>
              </a:ext>
            </a:extLst>
          </p:cNvPr>
          <p:cNvSpPr/>
          <p:nvPr/>
        </p:nvSpPr>
        <p:spPr>
          <a:xfrm>
            <a:off x="1299778" y="2102074"/>
            <a:ext cx="3105818" cy="1999657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rtlCol="1" anchor="ctr" anchorCtr="0">
            <a:noAutofit/>
          </a:bodyPr>
          <a:lstStyle/>
          <a:p>
            <a:pPr marL="0" lvl="0" indent="0" algn="ctr" defTabSz="1066800">
              <a:lnSpc>
                <a:spcPct val="8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أ2 الأهداف (الذكية SMART) المُحددة والقابلة للقياس والتحقيق والواقعية والمُحددة زمنيًا للشركة في إحدى الخطط التشغيلية</a:t>
            </a:r>
            <a:endParaRPr lang="en-US" sz="28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98F8C79-50E0-3961-9A39-0F053C524A12}"/>
              </a:ext>
            </a:extLst>
          </p:cNvPr>
          <p:cNvSpPr/>
          <p:nvPr/>
        </p:nvSpPr>
        <p:spPr>
          <a:xfrm>
            <a:off x="4716178" y="4406782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rtlCol="1" anchor="ctr" anchorCtr="0">
            <a:noAutofit/>
          </a:bodyPr>
          <a:lstStyle/>
          <a:p>
            <a:pPr marL="0" lvl="0" indent="0" algn="ctr" defTabSz="1066800">
              <a:lnSpc>
                <a:spcPct val="85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أ3 عملية الإنتاج </a:t>
            </a:r>
            <a:br>
              <a:rPr lang="en-GB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الخطة التشغيلية</a:t>
            </a:r>
            <a:endParaRPr lang="en-US" sz="28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FDA976-E367-CAF1-E266-4F1503025431}"/>
              </a:ext>
            </a:extLst>
          </p:cNvPr>
          <p:cNvSpPr/>
          <p:nvPr/>
        </p:nvSpPr>
        <p:spPr>
          <a:xfrm>
            <a:off x="1250147" y="4399943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rtlCol="1" anchor="ctr" anchorCtr="0">
            <a:noAutofit/>
          </a:bodyPr>
          <a:lstStyle/>
          <a:p>
            <a:pPr marL="0" lvl="0" indent="0" algn="ctr" defTabSz="1066800">
              <a:lnSpc>
                <a:spcPct val="85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جداول زمنية </a:t>
            </a:r>
            <a:br>
              <a:rPr lang="en-GB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8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خطة تشغيلية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5528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أ - الموضوعات</a:t>
            </a:r>
            <a:endParaRPr lang="en-GB" altLang="en-US" sz="36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61E0-738C-F832-DC86-37065D1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85" y="1195200"/>
            <a:ext cx="3286003" cy="1153680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>
                <a:solidFill>
                  <a:srgbClr val="7030A0"/>
                </a:solidFill>
              </a:rPr>
              <a:t>أ1 أهمية الخطة التشغيلية </a:t>
            </a:r>
            <a:br>
              <a:rPr lang="en-GB">
                <a:solidFill>
                  <a:srgbClr val="7030A0"/>
                </a:solidFill>
              </a:rPr>
            </a:br>
            <a:r>
              <a:rPr lang="ar">
                <a:solidFill>
                  <a:srgbClr val="7030A0"/>
                </a:solidFill>
              </a:rPr>
              <a:t>وخصائصها</a:t>
            </a:r>
            <a:br>
              <a:rPr lang="en-US">
                <a:solidFill>
                  <a:srgbClr val="7030A0"/>
                </a:solidFill>
              </a:rPr>
            </a:br>
            <a:r>
              <a:rPr lang="ar">
                <a:solidFill>
                  <a:srgbClr val="7030A0"/>
                </a:solidFill>
                <a:effectLst/>
              </a:rPr>
              <a:t>(1)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88F95-6533-30D6-EAF4-23FD11C7F1B0}"/>
              </a:ext>
            </a:extLst>
          </p:cNvPr>
          <p:cNvSpPr txBox="1"/>
          <p:nvPr/>
        </p:nvSpPr>
        <p:spPr bwMode="auto">
          <a:xfrm>
            <a:off x="5678486" y="2800499"/>
            <a:ext cx="3008313" cy="15646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4000"/>
              </a:lnSpc>
              <a:spcBef>
                <a:spcPct val="20000"/>
              </a:spcBef>
            </a:pPr>
            <a:r>
              <a:rPr lang="ar" sz="300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ما أهمية الخطة التشغيلية؟</a:t>
            </a:r>
            <a:endParaRPr lang="en-US" sz="3000">
              <a:effectLst/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582244-6296-F9F1-5582-0BA11A453F1E}"/>
              </a:ext>
            </a:extLst>
          </p:cNvPr>
          <p:cNvSpPr/>
          <p:nvPr/>
        </p:nvSpPr>
        <p:spPr>
          <a:xfrm>
            <a:off x="457199" y="1195785"/>
            <a:ext cx="5111751" cy="136692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Rectangle 5" descr="Fork In Road with solid fill">
            <a:extLst>
              <a:ext uri="{FF2B5EF4-FFF2-40B4-BE49-F238E27FC236}">
                <a16:creationId xmlns:a16="http://schemas.microsoft.com/office/drawing/2014/main" id="{ADB41B5C-A627-0ACF-6259-757EC1BB291C}"/>
              </a:ext>
            </a:extLst>
          </p:cNvPr>
          <p:cNvSpPr/>
          <p:nvPr/>
        </p:nvSpPr>
        <p:spPr>
          <a:xfrm>
            <a:off x="4403650" y="1503342"/>
            <a:ext cx="751807" cy="751807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61C558-BD3F-CA67-E336-F0E442C20EA3}"/>
              </a:ext>
            </a:extLst>
          </p:cNvPr>
          <p:cNvSpPr/>
          <p:nvPr/>
        </p:nvSpPr>
        <p:spPr>
          <a:xfrm>
            <a:off x="457200" y="1195785"/>
            <a:ext cx="3532956" cy="1366921"/>
          </a:xfrm>
          <a:custGeom>
            <a:avLst/>
            <a:gdLst>
              <a:gd name="connsiteX0" fmla="*/ 0 w 3532956"/>
              <a:gd name="connsiteY0" fmla="*/ 0 h 1366921"/>
              <a:gd name="connsiteX1" fmla="*/ 3532956 w 3532956"/>
              <a:gd name="connsiteY1" fmla="*/ 0 h 1366921"/>
              <a:gd name="connsiteX2" fmla="*/ 3532956 w 3532956"/>
              <a:gd name="connsiteY2" fmla="*/ 1366921 h 1366921"/>
              <a:gd name="connsiteX3" fmla="*/ 0 w 3532956"/>
              <a:gd name="connsiteY3" fmla="*/ 1366921 h 1366921"/>
              <a:gd name="connsiteX4" fmla="*/ 0 w 3532956"/>
              <a:gd name="connsiteY4" fmla="*/ 0 h 136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2956" h="1366921">
                <a:moveTo>
                  <a:pt x="0" y="0"/>
                </a:moveTo>
                <a:lnTo>
                  <a:pt x="3532956" y="0"/>
                </a:lnTo>
                <a:lnTo>
                  <a:pt x="3532956" y="1366921"/>
                </a:lnTo>
                <a:lnTo>
                  <a:pt x="0" y="13669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666" tIns="144666" rIns="144666" bIns="144666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3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تقدِّم التوجيه للتأثير على عملية اتخاذ القرار وتسريعها</a:t>
            </a:r>
            <a:endParaRPr lang="en-US" sz="23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952327-79E6-674E-C5E8-B43D14F6DA4F}"/>
              </a:ext>
            </a:extLst>
          </p:cNvPr>
          <p:cNvSpPr/>
          <p:nvPr/>
        </p:nvSpPr>
        <p:spPr>
          <a:xfrm>
            <a:off x="457199" y="2904437"/>
            <a:ext cx="5111751" cy="136692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Upward trend">
            <a:extLst>
              <a:ext uri="{FF2B5EF4-FFF2-40B4-BE49-F238E27FC236}">
                <a16:creationId xmlns:a16="http://schemas.microsoft.com/office/drawing/2014/main" id="{225172FA-DC89-31A6-AFA8-FC98C43F091D}"/>
              </a:ext>
            </a:extLst>
          </p:cNvPr>
          <p:cNvSpPr/>
          <p:nvPr/>
        </p:nvSpPr>
        <p:spPr>
          <a:xfrm>
            <a:off x="4403650" y="3211994"/>
            <a:ext cx="751807" cy="751807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5AA02C-8E7E-3B77-E45E-A67FE29D6EA5}"/>
              </a:ext>
            </a:extLst>
          </p:cNvPr>
          <p:cNvSpPr/>
          <p:nvPr/>
        </p:nvSpPr>
        <p:spPr>
          <a:xfrm>
            <a:off x="457200" y="2904437"/>
            <a:ext cx="3532956" cy="1366921"/>
          </a:xfrm>
          <a:custGeom>
            <a:avLst/>
            <a:gdLst>
              <a:gd name="connsiteX0" fmla="*/ 0 w 3532956"/>
              <a:gd name="connsiteY0" fmla="*/ 0 h 1366921"/>
              <a:gd name="connsiteX1" fmla="*/ 3532956 w 3532956"/>
              <a:gd name="connsiteY1" fmla="*/ 0 h 1366921"/>
              <a:gd name="connsiteX2" fmla="*/ 3532956 w 3532956"/>
              <a:gd name="connsiteY2" fmla="*/ 1366921 h 1366921"/>
              <a:gd name="connsiteX3" fmla="*/ 0 w 3532956"/>
              <a:gd name="connsiteY3" fmla="*/ 1366921 h 1366921"/>
              <a:gd name="connsiteX4" fmla="*/ 0 w 3532956"/>
              <a:gd name="connsiteY4" fmla="*/ 0 h 136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2956" h="1366921">
                <a:moveTo>
                  <a:pt x="0" y="0"/>
                </a:moveTo>
                <a:lnTo>
                  <a:pt x="3532956" y="0"/>
                </a:lnTo>
                <a:lnTo>
                  <a:pt x="3532956" y="1366921"/>
                </a:lnTo>
                <a:lnTo>
                  <a:pt x="0" y="13669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666" tIns="144666" rIns="144666" bIns="144666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3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تساعدك على إدارة المهام وإبقائها على المسار الصحيح</a:t>
            </a:r>
            <a:endParaRPr lang="en-US" sz="23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4B02CA-AAD1-7D46-3228-9C314550413A}"/>
              </a:ext>
            </a:extLst>
          </p:cNvPr>
          <p:cNvSpPr/>
          <p:nvPr/>
        </p:nvSpPr>
        <p:spPr>
          <a:xfrm>
            <a:off x="457199" y="4613089"/>
            <a:ext cx="5111751" cy="136692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Bullseye with solid fill">
            <a:extLst>
              <a:ext uri="{FF2B5EF4-FFF2-40B4-BE49-F238E27FC236}">
                <a16:creationId xmlns:a16="http://schemas.microsoft.com/office/drawing/2014/main" id="{27D804A2-EF77-0793-F696-F4D1377F4FCD}"/>
              </a:ext>
            </a:extLst>
          </p:cNvPr>
          <p:cNvSpPr/>
          <p:nvPr/>
        </p:nvSpPr>
        <p:spPr>
          <a:xfrm>
            <a:off x="4403650" y="4920647"/>
            <a:ext cx="751807" cy="751807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5E88A49-7570-BE55-2E7B-7EA2E2498384}"/>
              </a:ext>
            </a:extLst>
          </p:cNvPr>
          <p:cNvSpPr/>
          <p:nvPr/>
        </p:nvSpPr>
        <p:spPr>
          <a:xfrm>
            <a:off x="457200" y="4613089"/>
            <a:ext cx="3532956" cy="1366921"/>
          </a:xfrm>
          <a:custGeom>
            <a:avLst/>
            <a:gdLst>
              <a:gd name="connsiteX0" fmla="*/ 0 w 3532956"/>
              <a:gd name="connsiteY0" fmla="*/ 0 h 1366921"/>
              <a:gd name="connsiteX1" fmla="*/ 3532956 w 3532956"/>
              <a:gd name="connsiteY1" fmla="*/ 0 h 1366921"/>
              <a:gd name="connsiteX2" fmla="*/ 3532956 w 3532956"/>
              <a:gd name="connsiteY2" fmla="*/ 1366921 h 1366921"/>
              <a:gd name="connsiteX3" fmla="*/ 0 w 3532956"/>
              <a:gd name="connsiteY3" fmla="*/ 1366921 h 1366921"/>
              <a:gd name="connsiteX4" fmla="*/ 0 w 3532956"/>
              <a:gd name="connsiteY4" fmla="*/ 0 h 1366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2956" h="1366921">
                <a:moveTo>
                  <a:pt x="0" y="0"/>
                </a:moveTo>
                <a:lnTo>
                  <a:pt x="3532956" y="0"/>
                </a:lnTo>
                <a:lnTo>
                  <a:pt x="3532956" y="1366921"/>
                </a:lnTo>
                <a:lnTo>
                  <a:pt x="0" y="13669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666" tIns="144666" rIns="144666" bIns="144666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3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تساعدك على مراجعة الأداء وتحقيق الأهداف</a:t>
            </a:r>
            <a:endParaRPr lang="en-US" sz="23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36349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A245-74F7-02D9-D34C-114F6B0A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86" y="1290999"/>
            <a:ext cx="3008313" cy="865648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10000"/>
              </a:lnSpc>
            </a:pPr>
            <a:br>
              <a:rPr lang="en-GB" sz="1800">
                <a:effectLst/>
              </a:rPr>
            </a:br>
            <a:r>
              <a:rPr lang="ar" sz="1800"/>
              <a:t>أ1 أهمية الخطة التشغيلية </a:t>
            </a:r>
            <a:br>
              <a:rPr lang="en-GB" sz="1800"/>
            </a:br>
            <a:r>
              <a:rPr lang="ar" sz="1800"/>
              <a:t>وخصائصها (2)</a:t>
            </a: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CBBC0-85D0-E44B-46F3-B7CFA5E7247D}"/>
              </a:ext>
            </a:extLst>
          </p:cNvPr>
          <p:cNvSpPr txBox="1"/>
          <p:nvPr/>
        </p:nvSpPr>
        <p:spPr bwMode="auto">
          <a:xfrm>
            <a:off x="6139544" y="2780928"/>
            <a:ext cx="2492488" cy="26642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110000"/>
              </a:lnSpc>
              <a:spcBef>
                <a:spcPct val="20000"/>
              </a:spcBef>
            </a:pPr>
            <a:r>
              <a:rPr lang="ar" sz="3000" spc="3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تتمثل الخصائص </a:t>
            </a:r>
            <a:br>
              <a:rPr lang="en-GB" sz="3000" spc="3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</a:br>
            <a:r>
              <a:rPr lang="ar" sz="3000" spc="3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في الخطوات اللازمة لإتمام أهداف العمل ومقاصده.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8DFACA-52AE-45AD-9632-C32ABF3FD838}"/>
              </a:ext>
            </a:extLst>
          </p:cNvPr>
          <p:cNvSpPr/>
          <p:nvPr/>
        </p:nvSpPr>
        <p:spPr>
          <a:xfrm>
            <a:off x="3191376" y="1846380"/>
            <a:ext cx="2391141" cy="1434684"/>
          </a:xfrm>
          <a:custGeom>
            <a:avLst/>
            <a:gdLst>
              <a:gd name="connsiteX0" fmla="*/ 0 w 2391141"/>
              <a:gd name="connsiteY0" fmla="*/ 0 h 1434684"/>
              <a:gd name="connsiteX1" fmla="*/ 2391141 w 2391141"/>
              <a:gd name="connsiteY1" fmla="*/ 0 h 1434684"/>
              <a:gd name="connsiteX2" fmla="*/ 2391141 w 2391141"/>
              <a:gd name="connsiteY2" fmla="*/ 1434684 h 1434684"/>
              <a:gd name="connsiteX3" fmla="*/ 0 w 2391141"/>
              <a:gd name="connsiteY3" fmla="*/ 1434684 h 1434684"/>
              <a:gd name="connsiteX4" fmla="*/ 0 w 2391141"/>
              <a:gd name="connsiteY4" fmla="*/ 0 h 143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141" h="1434684">
                <a:moveTo>
                  <a:pt x="0" y="0"/>
                </a:moveTo>
                <a:lnTo>
                  <a:pt x="2391141" y="0"/>
                </a:lnTo>
                <a:lnTo>
                  <a:pt x="2391141" y="1434684"/>
                </a:lnTo>
                <a:lnTo>
                  <a:pt x="0" y="14346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rtlCol="1" anchor="ctr" anchorCtr="0">
            <a:noAutofit/>
          </a:bodyPr>
          <a:lstStyle/>
          <a:p>
            <a:pPr marL="0" lvl="0" indent="0" algn="ctr" defTabSz="10223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الأشخاص</a:t>
            </a: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هم الأشخاص المسؤولون عن إتمام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مهام محددة</a:t>
            </a:r>
            <a:endParaRPr lang="en-US" sz="21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38920E9-35D9-6230-A9CC-CAA27F3FA650}"/>
              </a:ext>
            </a:extLst>
          </p:cNvPr>
          <p:cNvSpPr/>
          <p:nvPr/>
        </p:nvSpPr>
        <p:spPr>
          <a:xfrm>
            <a:off x="561121" y="1846380"/>
            <a:ext cx="2391141" cy="1434684"/>
          </a:xfrm>
          <a:custGeom>
            <a:avLst/>
            <a:gdLst>
              <a:gd name="connsiteX0" fmla="*/ 0 w 2391141"/>
              <a:gd name="connsiteY0" fmla="*/ 0 h 1434684"/>
              <a:gd name="connsiteX1" fmla="*/ 2391141 w 2391141"/>
              <a:gd name="connsiteY1" fmla="*/ 0 h 1434684"/>
              <a:gd name="connsiteX2" fmla="*/ 2391141 w 2391141"/>
              <a:gd name="connsiteY2" fmla="*/ 1434684 h 1434684"/>
              <a:gd name="connsiteX3" fmla="*/ 0 w 2391141"/>
              <a:gd name="connsiteY3" fmla="*/ 1434684 h 1434684"/>
              <a:gd name="connsiteX4" fmla="*/ 0 w 2391141"/>
              <a:gd name="connsiteY4" fmla="*/ 0 h 143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141" h="1434684">
                <a:moveTo>
                  <a:pt x="0" y="0"/>
                </a:moveTo>
                <a:lnTo>
                  <a:pt x="2391141" y="0"/>
                </a:lnTo>
                <a:lnTo>
                  <a:pt x="2391141" y="1434684"/>
                </a:lnTo>
                <a:lnTo>
                  <a:pt x="0" y="14346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rtlCol="1" anchor="ctr" anchorCtr="0">
            <a:noAutofit/>
          </a:bodyPr>
          <a:lstStyle/>
          <a:p>
            <a:pPr marL="0" lvl="0" indent="0" algn="ctr" defTabSz="10223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المسؤولية</a:t>
            </a: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عبارة عن وصف المجال الذي يتحمل كل شخص مسؤوليته</a:t>
            </a:r>
            <a:endParaRPr lang="en-US" sz="21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8BF41A-D44E-DA22-AA48-BD65ADCC3940}"/>
              </a:ext>
            </a:extLst>
          </p:cNvPr>
          <p:cNvSpPr/>
          <p:nvPr/>
        </p:nvSpPr>
        <p:spPr>
          <a:xfrm>
            <a:off x="3191376" y="3520179"/>
            <a:ext cx="2391141" cy="1434684"/>
          </a:xfrm>
          <a:custGeom>
            <a:avLst/>
            <a:gdLst>
              <a:gd name="connsiteX0" fmla="*/ 0 w 2391141"/>
              <a:gd name="connsiteY0" fmla="*/ 0 h 1434684"/>
              <a:gd name="connsiteX1" fmla="*/ 2391141 w 2391141"/>
              <a:gd name="connsiteY1" fmla="*/ 0 h 1434684"/>
              <a:gd name="connsiteX2" fmla="*/ 2391141 w 2391141"/>
              <a:gd name="connsiteY2" fmla="*/ 1434684 h 1434684"/>
              <a:gd name="connsiteX3" fmla="*/ 0 w 2391141"/>
              <a:gd name="connsiteY3" fmla="*/ 1434684 h 1434684"/>
              <a:gd name="connsiteX4" fmla="*/ 0 w 2391141"/>
              <a:gd name="connsiteY4" fmla="*/ 0 h 143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141" h="1434684">
                <a:moveTo>
                  <a:pt x="0" y="0"/>
                </a:moveTo>
                <a:lnTo>
                  <a:pt x="2391141" y="0"/>
                </a:lnTo>
                <a:lnTo>
                  <a:pt x="2391141" y="1434684"/>
                </a:lnTo>
                <a:lnTo>
                  <a:pt x="0" y="14346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rtlCol="1" anchor="ctr" anchorCtr="0">
            <a:noAutofit/>
          </a:bodyPr>
          <a:lstStyle/>
          <a:p>
            <a:pPr marL="0" lvl="0" indent="0" algn="ctr" defTabSz="10223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المكان</a:t>
            </a: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عبارة عن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معلومات حول مكان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إجراء التجارة</a:t>
            </a:r>
            <a:endParaRPr lang="en-US" sz="21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F21877D-565C-FB28-E319-1BA19F7A0A83}"/>
              </a:ext>
            </a:extLst>
          </p:cNvPr>
          <p:cNvSpPr/>
          <p:nvPr/>
        </p:nvSpPr>
        <p:spPr>
          <a:xfrm>
            <a:off x="561121" y="3520179"/>
            <a:ext cx="2391141" cy="1434684"/>
          </a:xfrm>
          <a:custGeom>
            <a:avLst/>
            <a:gdLst>
              <a:gd name="connsiteX0" fmla="*/ 0 w 2391141"/>
              <a:gd name="connsiteY0" fmla="*/ 0 h 1434684"/>
              <a:gd name="connsiteX1" fmla="*/ 2391141 w 2391141"/>
              <a:gd name="connsiteY1" fmla="*/ 0 h 1434684"/>
              <a:gd name="connsiteX2" fmla="*/ 2391141 w 2391141"/>
              <a:gd name="connsiteY2" fmla="*/ 1434684 h 1434684"/>
              <a:gd name="connsiteX3" fmla="*/ 0 w 2391141"/>
              <a:gd name="connsiteY3" fmla="*/ 1434684 h 1434684"/>
              <a:gd name="connsiteX4" fmla="*/ 0 w 2391141"/>
              <a:gd name="connsiteY4" fmla="*/ 0 h 143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141" h="1434684">
                <a:moveTo>
                  <a:pt x="0" y="0"/>
                </a:moveTo>
                <a:lnTo>
                  <a:pt x="2391141" y="0"/>
                </a:lnTo>
                <a:lnTo>
                  <a:pt x="2391141" y="1434684"/>
                </a:lnTo>
                <a:lnTo>
                  <a:pt x="0" y="14346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rtlCol="1" anchor="ctr" anchorCtr="0">
            <a:noAutofit/>
          </a:bodyPr>
          <a:lstStyle/>
          <a:p>
            <a:pPr marL="0" lvl="0" indent="0" algn="ctr" defTabSz="10223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الزمان</a:t>
            </a: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عبارة عن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المواعيد النهائية لإنجاز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المهام والأهداف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197DF1-1392-24EC-3E29-CD2CDF730563}"/>
              </a:ext>
            </a:extLst>
          </p:cNvPr>
          <p:cNvSpPr/>
          <p:nvPr/>
        </p:nvSpPr>
        <p:spPr>
          <a:xfrm>
            <a:off x="1876249" y="5193978"/>
            <a:ext cx="2391141" cy="1434684"/>
          </a:xfrm>
          <a:custGeom>
            <a:avLst/>
            <a:gdLst>
              <a:gd name="connsiteX0" fmla="*/ 0 w 2391141"/>
              <a:gd name="connsiteY0" fmla="*/ 0 h 1434684"/>
              <a:gd name="connsiteX1" fmla="*/ 2391141 w 2391141"/>
              <a:gd name="connsiteY1" fmla="*/ 0 h 1434684"/>
              <a:gd name="connsiteX2" fmla="*/ 2391141 w 2391141"/>
              <a:gd name="connsiteY2" fmla="*/ 1434684 h 1434684"/>
              <a:gd name="connsiteX3" fmla="*/ 0 w 2391141"/>
              <a:gd name="connsiteY3" fmla="*/ 1434684 h 1434684"/>
              <a:gd name="connsiteX4" fmla="*/ 0 w 2391141"/>
              <a:gd name="connsiteY4" fmla="*/ 0 h 1434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1141" h="1434684">
                <a:moveTo>
                  <a:pt x="0" y="0"/>
                </a:moveTo>
                <a:lnTo>
                  <a:pt x="2391141" y="0"/>
                </a:lnTo>
                <a:lnTo>
                  <a:pt x="2391141" y="1434684"/>
                </a:lnTo>
                <a:lnTo>
                  <a:pt x="0" y="14346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7630" tIns="87630" rIns="87630" bIns="87630" numCol="1" spcCol="1270" rtlCol="1" anchor="ctr" anchorCtr="0">
            <a:noAutofit/>
          </a:bodyPr>
          <a:lstStyle/>
          <a:p>
            <a:pPr marL="0" lvl="0" indent="0" algn="ctr" defTabSz="10223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الإنفاق</a:t>
            </a: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عبارة عن </a:t>
            </a:r>
            <a:br>
              <a:rPr lang="en-GB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التكلفة اللازمة لكل مجال لإتمام مهام محددة.</a:t>
            </a:r>
          </a:p>
        </p:txBody>
      </p:sp>
    </p:spTree>
    <p:extLst>
      <p:ext uri="{BB962C8B-B14F-4D97-AF65-F5344CB8AC3E}">
        <p14:creationId xmlns:p14="http://schemas.microsoft.com/office/powerpoint/2010/main" val="16278694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3000" kern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أ2 الأهداف (الذكية SMART) المُحددة والقابلة للقياس والتحقيق والواقعية والمُحددة زمنيًا للشركة في إحدى الخطط التشغيلية (1)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5CCEE7-640B-FDC4-1A27-E1B32C4F13D2}"/>
              </a:ext>
            </a:extLst>
          </p:cNvPr>
          <p:cNvGrpSpPr/>
          <p:nvPr/>
        </p:nvGrpSpPr>
        <p:grpSpPr>
          <a:xfrm>
            <a:off x="3456250" y="2258832"/>
            <a:ext cx="2194560" cy="592261"/>
            <a:chOff x="0" y="1093"/>
            <a:chExt cx="2194560" cy="592261"/>
          </a:xfrm>
        </p:grpSpPr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F67B2D54-28BF-787F-0074-2892A929199D}"/>
                </a:ext>
              </a:extLst>
            </p:cNvPr>
            <p:cNvSpPr/>
            <p:nvPr/>
          </p:nvSpPr>
          <p:spPr>
            <a:xfrm>
              <a:off x="0" y="1093"/>
              <a:ext cx="2194560" cy="59226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Rounded Rectangle 6">
              <a:extLst>
                <a:ext uri="{FF2B5EF4-FFF2-40B4-BE49-F238E27FC236}">
                  <a16:creationId xmlns:a16="http://schemas.microsoft.com/office/drawing/2014/main" id="{8C1093E4-6D32-9599-734E-F6AFA32FE5C8}"/>
                </a:ext>
              </a:extLst>
            </p:cNvPr>
            <p:cNvSpPr txBox="1"/>
            <p:nvPr/>
          </p:nvSpPr>
          <p:spPr>
            <a:xfrm>
              <a:off x="28912" y="30005"/>
              <a:ext cx="2136736" cy="5344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40005" rIns="80010" bIns="40005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مُحددة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15073D-382F-0E80-155B-DCFAFE0DC463}"/>
              </a:ext>
            </a:extLst>
          </p:cNvPr>
          <p:cNvGrpSpPr/>
          <p:nvPr/>
        </p:nvGrpSpPr>
        <p:grpSpPr>
          <a:xfrm>
            <a:off x="3456250" y="3012763"/>
            <a:ext cx="2194560" cy="592261"/>
            <a:chOff x="0" y="652581"/>
            <a:chExt cx="2194560" cy="592261"/>
          </a:xfrm>
          <a:gradFill>
            <a:gsLst>
              <a:gs pos="0">
                <a:schemeClr val="accent5">
                  <a:lumMod val="5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8D2391F-DD57-0097-27F5-43E3AEC53A3B}"/>
                </a:ext>
              </a:extLst>
            </p:cNvPr>
            <p:cNvSpPr/>
            <p:nvPr/>
          </p:nvSpPr>
          <p:spPr>
            <a:xfrm>
              <a:off x="0" y="652581"/>
              <a:ext cx="2194560" cy="592261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363841"/>
                <a:satOff val="-20982"/>
                <a:lumOff val="2157"/>
                <a:alphaOff val="0"/>
              </a:schemeClr>
            </a:fillRef>
            <a:effectRef idx="0">
              <a:schemeClr val="accent2">
                <a:hueOff val="-363841"/>
                <a:satOff val="-20982"/>
                <a:lumOff val="215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ounded Rectangle 10">
              <a:extLst>
                <a:ext uri="{FF2B5EF4-FFF2-40B4-BE49-F238E27FC236}">
                  <a16:creationId xmlns:a16="http://schemas.microsoft.com/office/drawing/2014/main" id="{3ED0D767-F427-D408-773C-25AEDDE565BC}"/>
                </a:ext>
              </a:extLst>
            </p:cNvPr>
            <p:cNvSpPr txBox="1"/>
            <p:nvPr/>
          </p:nvSpPr>
          <p:spPr>
            <a:xfrm>
              <a:off x="28912" y="681493"/>
              <a:ext cx="2136736" cy="534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40005" rIns="80010" bIns="40005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قابلة للقياس 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F87B01-4701-5BFA-1632-4B0018A72916}"/>
              </a:ext>
            </a:extLst>
          </p:cNvPr>
          <p:cNvGrpSpPr/>
          <p:nvPr/>
        </p:nvGrpSpPr>
        <p:grpSpPr>
          <a:xfrm>
            <a:off x="3494763" y="3766695"/>
            <a:ext cx="2194560" cy="592261"/>
            <a:chOff x="0" y="1304069"/>
            <a:chExt cx="2194560" cy="592261"/>
          </a:xfr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99485DC-63C1-F946-E66E-585EB08425F4}"/>
                </a:ext>
              </a:extLst>
            </p:cNvPr>
            <p:cNvSpPr/>
            <p:nvPr/>
          </p:nvSpPr>
          <p:spPr>
            <a:xfrm>
              <a:off x="0" y="1304069"/>
              <a:ext cx="2194560" cy="592261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Rounded Rectangle 14">
              <a:extLst>
                <a:ext uri="{FF2B5EF4-FFF2-40B4-BE49-F238E27FC236}">
                  <a16:creationId xmlns:a16="http://schemas.microsoft.com/office/drawing/2014/main" id="{61CB48DA-4E77-6595-61B4-F0309984FE2D}"/>
                </a:ext>
              </a:extLst>
            </p:cNvPr>
            <p:cNvSpPr txBox="1"/>
            <p:nvPr/>
          </p:nvSpPr>
          <p:spPr>
            <a:xfrm>
              <a:off x="28912" y="1332981"/>
              <a:ext cx="2136736" cy="534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40005" rIns="80010" bIns="40005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قابلة للتحقيق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E8E114-6517-AFE4-A92A-A47AAA6D2474}"/>
              </a:ext>
            </a:extLst>
          </p:cNvPr>
          <p:cNvGrpSpPr/>
          <p:nvPr/>
        </p:nvGrpSpPr>
        <p:grpSpPr>
          <a:xfrm>
            <a:off x="3456250" y="4536019"/>
            <a:ext cx="2194560" cy="592261"/>
            <a:chOff x="0" y="1955556"/>
            <a:chExt cx="2194560" cy="592261"/>
          </a:xfr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AD60BA1-2F9E-3FF8-FFC2-737E363DAF13}"/>
                </a:ext>
              </a:extLst>
            </p:cNvPr>
            <p:cNvSpPr/>
            <p:nvPr/>
          </p:nvSpPr>
          <p:spPr>
            <a:xfrm>
              <a:off x="0" y="1955556"/>
              <a:ext cx="2194560" cy="592261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091522"/>
                <a:satOff val="-62946"/>
                <a:lumOff val="6471"/>
                <a:alphaOff val="0"/>
              </a:schemeClr>
            </a:fillRef>
            <a:effectRef idx="0">
              <a:schemeClr val="accent2">
                <a:hueOff val="-1091522"/>
                <a:satOff val="-62946"/>
                <a:lumOff val="647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ounded Rectangle 18">
              <a:extLst>
                <a:ext uri="{FF2B5EF4-FFF2-40B4-BE49-F238E27FC236}">
                  <a16:creationId xmlns:a16="http://schemas.microsoft.com/office/drawing/2014/main" id="{736A3C10-2FD3-EE75-8D4F-ADD99E1461E4}"/>
                </a:ext>
              </a:extLst>
            </p:cNvPr>
            <p:cNvSpPr txBox="1"/>
            <p:nvPr/>
          </p:nvSpPr>
          <p:spPr>
            <a:xfrm>
              <a:off x="28912" y="1984468"/>
              <a:ext cx="2136736" cy="534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40005" rIns="80010" bIns="40005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واقعية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3FC609-5D48-A812-0794-303073F69BC0}"/>
              </a:ext>
            </a:extLst>
          </p:cNvPr>
          <p:cNvGrpSpPr/>
          <p:nvPr/>
        </p:nvGrpSpPr>
        <p:grpSpPr>
          <a:xfrm>
            <a:off x="3465851" y="5313575"/>
            <a:ext cx="2194560" cy="592261"/>
            <a:chOff x="0" y="2607044"/>
            <a:chExt cx="2194560" cy="592261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1FFAA24-FE23-9F2E-C8E9-2708FB84F872}"/>
                </a:ext>
              </a:extLst>
            </p:cNvPr>
            <p:cNvSpPr/>
            <p:nvPr/>
          </p:nvSpPr>
          <p:spPr>
            <a:xfrm>
              <a:off x="0" y="2607044"/>
              <a:ext cx="2194560" cy="592261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455363"/>
                <a:satOff val="-83928"/>
                <a:lumOff val="8628"/>
                <a:alphaOff val="0"/>
              </a:schemeClr>
            </a:fillRef>
            <a:effectRef idx="0">
              <a:schemeClr val="accent2">
                <a:hueOff val="-1455363"/>
                <a:satOff val="-83928"/>
                <a:lumOff val="862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22">
              <a:extLst>
                <a:ext uri="{FF2B5EF4-FFF2-40B4-BE49-F238E27FC236}">
                  <a16:creationId xmlns:a16="http://schemas.microsoft.com/office/drawing/2014/main" id="{C660474E-F018-BC9A-AF62-34220BEE0E5B}"/>
                </a:ext>
              </a:extLst>
            </p:cNvPr>
            <p:cNvSpPr txBox="1"/>
            <p:nvPr/>
          </p:nvSpPr>
          <p:spPr>
            <a:xfrm>
              <a:off x="28912" y="2635956"/>
              <a:ext cx="2136736" cy="534437"/>
            </a:xfrm>
            <a:prstGeom prst="rect">
              <a:avLst/>
            </a:prstGeom>
            <a:gradFill>
              <a:gsLst>
                <a:gs pos="0">
                  <a:schemeClr val="accent1">
                    <a:hueOff val="0"/>
                    <a:satOff val="0"/>
                    <a:lumOff val="0"/>
                    <a:alphaOff val="0"/>
                    <a:shade val="51000"/>
                    <a:satMod val="13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  <a:lin ang="16200000" scaled="0"/>
            </a:gra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40005" rIns="80010" bIns="40005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مُحددة زمنيًا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FFC7064-7AAB-5ED3-F7AB-0FF2E9087E06}"/>
              </a:ext>
            </a:extLst>
          </p:cNvPr>
          <p:cNvGrpSpPr/>
          <p:nvPr/>
        </p:nvGrpSpPr>
        <p:grpSpPr>
          <a:xfrm flipH="1">
            <a:off x="6158758" y="2870231"/>
            <a:ext cx="2591517" cy="2489674"/>
            <a:chOff x="5862668" y="3255898"/>
            <a:chExt cx="2591517" cy="165415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FC46AC2-DF59-4B8A-E7FC-393A8437D6AB}"/>
                </a:ext>
              </a:extLst>
            </p:cNvPr>
            <p:cNvSpPr/>
            <p:nvPr/>
          </p:nvSpPr>
          <p:spPr>
            <a:xfrm>
              <a:off x="5862668" y="3255898"/>
              <a:ext cx="2332366" cy="1481052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E5115F8-821A-92F8-DE9D-8A236A974113}"/>
                </a:ext>
              </a:extLst>
            </p:cNvPr>
            <p:cNvSpPr/>
            <p:nvPr/>
          </p:nvSpPr>
          <p:spPr>
            <a:xfrm>
              <a:off x="6121819" y="3429000"/>
              <a:ext cx="2332366" cy="1481052"/>
            </a:xfrm>
            <a:custGeom>
              <a:avLst/>
              <a:gdLst>
                <a:gd name="connsiteX0" fmla="*/ 0 w 2332366"/>
                <a:gd name="connsiteY0" fmla="*/ 148105 h 1481052"/>
                <a:gd name="connsiteX1" fmla="*/ 148105 w 2332366"/>
                <a:gd name="connsiteY1" fmla="*/ 0 h 1481052"/>
                <a:gd name="connsiteX2" fmla="*/ 2184261 w 2332366"/>
                <a:gd name="connsiteY2" fmla="*/ 0 h 1481052"/>
                <a:gd name="connsiteX3" fmla="*/ 2332366 w 2332366"/>
                <a:gd name="connsiteY3" fmla="*/ 148105 h 1481052"/>
                <a:gd name="connsiteX4" fmla="*/ 2332366 w 2332366"/>
                <a:gd name="connsiteY4" fmla="*/ 1332947 h 1481052"/>
                <a:gd name="connsiteX5" fmla="*/ 2184261 w 2332366"/>
                <a:gd name="connsiteY5" fmla="*/ 1481052 h 1481052"/>
                <a:gd name="connsiteX6" fmla="*/ 148105 w 2332366"/>
                <a:gd name="connsiteY6" fmla="*/ 1481052 h 1481052"/>
                <a:gd name="connsiteX7" fmla="*/ 0 w 2332366"/>
                <a:gd name="connsiteY7" fmla="*/ 1332947 h 1481052"/>
                <a:gd name="connsiteX8" fmla="*/ 0 w 2332366"/>
                <a:gd name="connsiteY8" fmla="*/ 148105 h 148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2366" h="1481052">
                  <a:moveTo>
                    <a:pt x="0" y="148105"/>
                  </a:moveTo>
                  <a:cubicBezTo>
                    <a:pt x="0" y="66309"/>
                    <a:pt x="66309" y="0"/>
                    <a:pt x="148105" y="0"/>
                  </a:cubicBezTo>
                  <a:lnTo>
                    <a:pt x="2184261" y="0"/>
                  </a:lnTo>
                  <a:cubicBezTo>
                    <a:pt x="2266057" y="0"/>
                    <a:pt x="2332366" y="66309"/>
                    <a:pt x="2332366" y="148105"/>
                  </a:cubicBezTo>
                  <a:lnTo>
                    <a:pt x="2332366" y="1332947"/>
                  </a:lnTo>
                  <a:cubicBezTo>
                    <a:pt x="2332366" y="1414743"/>
                    <a:pt x="2266057" y="1481052"/>
                    <a:pt x="2184261" y="1481052"/>
                  </a:cubicBezTo>
                  <a:lnTo>
                    <a:pt x="148105" y="1481052"/>
                  </a:lnTo>
                  <a:cubicBezTo>
                    <a:pt x="66309" y="1481052"/>
                    <a:pt x="0" y="1414743"/>
                    <a:pt x="0" y="1332947"/>
                  </a:cubicBezTo>
                  <a:lnTo>
                    <a:pt x="0" y="148105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959" tIns="111959" rIns="111959" bIns="111959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تبدأ الخطة بأهداف (ذكية SMART) واضحة ومُحددة وقابلة للقياس والتحقيق وواقعية ومُحددة زمنيًا</a:t>
              </a:r>
              <a:endParaRPr lang="en-US" sz="24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A58D956-C761-6A6A-F784-4184829C0D84}"/>
              </a:ext>
            </a:extLst>
          </p:cNvPr>
          <p:cNvGrpSpPr/>
          <p:nvPr/>
        </p:nvGrpSpPr>
        <p:grpSpPr>
          <a:xfrm flipH="1">
            <a:off x="394093" y="2857619"/>
            <a:ext cx="2591150" cy="2538340"/>
            <a:chOff x="11949" y="3259618"/>
            <a:chExt cx="2591150" cy="168648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EADCAB9-7427-B192-D28A-A4A9ACC4D2B4}"/>
                </a:ext>
              </a:extLst>
            </p:cNvPr>
            <p:cNvSpPr/>
            <p:nvPr/>
          </p:nvSpPr>
          <p:spPr>
            <a:xfrm>
              <a:off x="11949" y="3259618"/>
              <a:ext cx="2332366" cy="1481052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A600C4E-5DCE-D6FC-09E8-04F6E7C87557}"/>
                </a:ext>
              </a:extLst>
            </p:cNvPr>
            <p:cNvSpPr/>
            <p:nvPr/>
          </p:nvSpPr>
          <p:spPr>
            <a:xfrm>
              <a:off x="270733" y="3465054"/>
              <a:ext cx="2332366" cy="1481052"/>
            </a:xfrm>
            <a:custGeom>
              <a:avLst/>
              <a:gdLst>
                <a:gd name="connsiteX0" fmla="*/ 0 w 2332366"/>
                <a:gd name="connsiteY0" fmla="*/ 148105 h 1481052"/>
                <a:gd name="connsiteX1" fmla="*/ 148105 w 2332366"/>
                <a:gd name="connsiteY1" fmla="*/ 0 h 1481052"/>
                <a:gd name="connsiteX2" fmla="*/ 2184261 w 2332366"/>
                <a:gd name="connsiteY2" fmla="*/ 0 h 1481052"/>
                <a:gd name="connsiteX3" fmla="*/ 2332366 w 2332366"/>
                <a:gd name="connsiteY3" fmla="*/ 148105 h 1481052"/>
                <a:gd name="connsiteX4" fmla="*/ 2332366 w 2332366"/>
                <a:gd name="connsiteY4" fmla="*/ 1332947 h 1481052"/>
                <a:gd name="connsiteX5" fmla="*/ 2184261 w 2332366"/>
                <a:gd name="connsiteY5" fmla="*/ 1481052 h 1481052"/>
                <a:gd name="connsiteX6" fmla="*/ 148105 w 2332366"/>
                <a:gd name="connsiteY6" fmla="*/ 1481052 h 1481052"/>
                <a:gd name="connsiteX7" fmla="*/ 0 w 2332366"/>
                <a:gd name="connsiteY7" fmla="*/ 1332947 h 1481052"/>
                <a:gd name="connsiteX8" fmla="*/ 0 w 2332366"/>
                <a:gd name="connsiteY8" fmla="*/ 148105 h 148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2366" h="1481052">
                  <a:moveTo>
                    <a:pt x="0" y="148105"/>
                  </a:moveTo>
                  <a:cubicBezTo>
                    <a:pt x="0" y="66309"/>
                    <a:pt x="66309" y="0"/>
                    <a:pt x="148105" y="0"/>
                  </a:cubicBezTo>
                  <a:lnTo>
                    <a:pt x="2184261" y="0"/>
                  </a:lnTo>
                  <a:cubicBezTo>
                    <a:pt x="2266057" y="0"/>
                    <a:pt x="2332366" y="66309"/>
                    <a:pt x="2332366" y="148105"/>
                  </a:cubicBezTo>
                  <a:lnTo>
                    <a:pt x="2332366" y="1332947"/>
                  </a:lnTo>
                  <a:cubicBezTo>
                    <a:pt x="2332366" y="1414743"/>
                    <a:pt x="2266057" y="1481052"/>
                    <a:pt x="2184261" y="1481052"/>
                  </a:cubicBezTo>
                  <a:lnTo>
                    <a:pt x="148105" y="1481052"/>
                  </a:lnTo>
                  <a:cubicBezTo>
                    <a:pt x="66309" y="1481052"/>
                    <a:pt x="0" y="1414743"/>
                    <a:pt x="0" y="1332947"/>
                  </a:cubicBezTo>
                  <a:lnTo>
                    <a:pt x="0" y="148105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1959" tIns="111959" rIns="111959" bIns="111959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لماذا يتعين أن تكون أهداف الشركة (ذكية SMART) مُحددة وقابلة للقياس والتحقيق وواقعية ومُحددة زمنيًا؟</a:t>
              </a:r>
              <a:endParaRPr lang="en-US" sz="24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1085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3000" kern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أ2 الأهداف (الذكية SMART) المُحددة والقابلة للقياس والتحقيق والواقعية والمُحددة زمنيًا للشركة في إحدى الخطط التشغيلية (2)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B1821-6193-23D6-0E7F-1FF710050644}"/>
              </a:ext>
            </a:extLst>
          </p:cNvPr>
          <p:cNvSpPr/>
          <p:nvPr/>
        </p:nvSpPr>
        <p:spPr>
          <a:xfrm>
            <a:off x="5862417" y="2494220"/>
            <a:ext cx="929654" cy="929654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Bank">
            <a:extLst>
              <a:ext uri="{FF2B5EF4-FFF2-40B4-BE49-F238E27FC236}">
                <a16:creationId xmlns:a16="http://schemas.microsoft.com/office/drawing/2014/main" id="{24A30203-AA64-B2FD-C7CE-BB4ECDA86EE1}"/>
              </a:ext>
            </a:extLst>
          </p:cNvPr>
          <p:cNvSpPr/>
          <p:nvPr/>
        </p:nvSpPr>
        <p:spPr>
          <a:xfrm>
            <a:off x="6061189" y="2692343"/>
            <a:ext cx="533408" cy="533408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557DE1C-330A-7036-3D05-11BA242B36F6}"/>
              </a:ext>
            </a:extLst>
          </p:cNvPr>
          <p:cNvSpPr/>
          <p:nvPr/>
        </p:nvSpPr>
        <p:spPr>
          <a:xfrm>
            <a:off x="5600717" y="3713439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التمويل 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D262AB-F4FB-FBF2-F011-56FFB095153B}"/>
              </a:ext>
            </a:extLst>
          </p:cNvPr>
          <p:cNvSpPr/>
          <p:nvPr/>
        </p:nvSpPr>
        <p:spPr>
          <a:xfrm>
            <a:off x="4107174" y="2494220"/>
            <a:ext cx="929654" cy="929654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angle 9" descr="Cloud Computing">
            <a:extLst>
              <a:ext uri="{FF2B5EF4-FFF2-40B4-BE49-F238E27FC236}">
                <a16:creationId xmlns:a16="http://schemas.microsoft.com/office/drawing/2014/main" id="{DC3C9301-2A8D-7036-98CF-47BC15005666}"/>
              </a:ext>
            </a:extLst>
          </p:cNvPr>
          <p:cNvSpPr/>
          <p:nvPr/>
        </p:nvSpPr>
        <p:spPr>
          <a:xfrm>
            <a:off x="4305297" y="2692343"/>
            <a:ext cx="533408" cy="533408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3439C1D-4321-5522-7249-573B89D93E9C}"/>
              </a:ext>
            </a:extLst>
          </p:cNvPr>
          <p:cNvSpPr/>
          <p:nvPr/>
        </p:nvSpPr>
        <p:spPr>
          <a:xfrm>
            <a:off x="3809990" y="3713439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التكنولوجيا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32C601-2C60-C34A-0A19-138DE554F803}"/>
              </a:ext>
            </a:extLst>
          </p:cNvPr>
          <p:cNvSpPr/>
          <p:nvPr/>
        </p:nvSpPr>
        <p:spPr>
          <a:xfrm>
            <a:off x="2316447" y="2494220"/>
            <a:ext cx="929654" cy="929654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 descr="Marketing">
            <a:extLst>
              <a:ext uri="{FF2B5EF4-FFF2-40B4-BE49-F238E27FC236}">
                <a16:creationId xmlns:a16="http://schemas.microsoft.com/office/drawing/2014/main" id="{A52A0AD8-0325-2C56-25B9-C8680F2D7AE8}"/>
              </a:ext>
            </a:extLst>
          </p:cNvPr>
          <p:cNvSpPr/>
          <p:nvPr/>
        </p:nvSpPr>
        <p:spPr>
          <a:xfrm>
            <a:off x="2514570" y="2692343"/>
            <a:ext cx="533408" cy="533408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F887BC1-91E9-4B13-39C2-D01B1BE1DA51}"/>
              </a:ext>
            </a:extLst>
          </p:cNvPr>
          <p:cNvSpPr/>
          <p:nvPr/>
        </p:nvSpPr>
        <p:spPr>
          <a:xfrm>
            <a:off x="2019262" y="3713439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التسويق 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3397C14-4AC5-7821-D327-D4B85871C62F}"/>
              </a:ext>
            </a:extLst>
          </p:cNvPr>
          <p:cNvSpPr/>
          <p:nvPr/>
        </p:nvSpPr>
        <p:spPr>
          <a:xfrm>
            <a:off x="5776517" y="4704054"/>
            <a:ext cx="929654" cy="929654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 descr="Upward trend">
            <a:extLst>
              <a:ext uri="{FF2B5EF4-FFF2-40B4-BE49-F238E27FC236}">
                <a16:creationId xmlns:a16="http://schemas.microsoft.com/office/drawing/2014/main" id="{F9A2F6C8-6D04-D133-CB61-7CC89FBC8E01}"/>
              </a:ext>
            </a:extLst>
          </p:cNvPr>
          <p:cNvSpPr/>
          <p:nvPr/>
        </p:nvSpPr>
        <p:spPr>
          <a:xfrm>
            <a:off x="5985196" y="4890777"/>
            <a:ext cx="533408" cy="533408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18BCEA9-9A98-14BA-37BB-6B5941E466C9}"/>
              </a:ext>
            </a:extLst>
          </p:cNvPr>
          <p:cNvSpPr/>
          <p:nvPr/>
        </p:nvSpPr>
        <p:spPr>
          <a:xfrm>
            <a:off x="5470169" y="5923273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المبيعات 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CFF8EB-AC4E-2EEA-00C5-D1A677EDEAF4}"/>
              </a:ext>
            </a:extLst>
          </p:cNvPr>
          <p:cNvSpPr/>
          <p:nvPr/>
        </p:nvSpPr>
        <p:spPr>
          <a:xfrm>
            <a:off x="4107174" y="4704054"/>
            <a:ext cx="929654" cy="929654"/>
          </a:xfrm>
          <a:prstGeom prst="ellipse">
            <a:avLst/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 descr="Group of People">
            <a:extLst>
              <a:ext uri="{FF2B5EF4-FFF2-40B4-BE49-F238E27FC236}">
                <a16:creationId xmlns:a16="http://schemas.microsoft.com/office/drawing/2014/main" id="{200D7253-6818-27C3-B947-BDA025F7CF34}"/>
              </a:ext>
            </a:extLst>
          </p:cNvPr>
          <p:cNvSpPr/>
          <p:nvPr/>
        </p:nvSpPr>
        <p:spPr>
          <a:xfrm>
            <a:off x="4287879" y="4884759"/>
            <a:ext cx="533408" cy="533408"/>
          </a:xfrm>
          <a:prstGeom prst="rect">
            <a:avLst/>
          </a:prstGeom>
          <a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B90B2E-EB73-9E3C-04F6-372539F5A289}"/>
              </a:ext>
            </a:extLst>
          </p:cNvPr>
          <p:cNvSpPr/>
          <p:nvPr/>
        </p:nvSpPr>
        <p:spPr>
          <a:xfrm>
            <a:off x="3809990" y="5923273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الموارد البشرية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EE6412-E21C-1420-5235-0E4BDD601E86}"/>
              </a:ext>
            </a:extLst>
          </p:cNvPr>
          <p:cNvSpPr/>
          <p:nvPr/>
        </p:nvSpPr>
        <p:spPr>
          <a:xfrm>
            <a:off x="2316447" y="4704054"/>
            <a:ext cx="929654" cy="929654"/>
          </a:xfrm>
          <a:prstGeom prst="ellipse">
            <a:avLst/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Rectangle 21" descr="Call center">
            <a:extLst>
              <a:ext uri="{FF2B5EF4-FFF2-40B4-BE49-F238E27FC236}">
                <a16:creationId xmlns:a16="http://schemas.microsoft.com/office/drawing/2014/main" id="{1A79D39D-4177-B88D-F657-6C85A539439E}"/>
              </a:ext>
            </a:extLst>
          </p:cNvPr>
          <p:cNvSpPr/>
          <p:nvPr/>
        </p:nvSpPr>
        <p:spPr>
          <a:xfrm>
            <a:off x="2514570" y="4902177"/>
            <a:ext cx="533408" cy="533408"/>
          </a:xfrm>
          <a:prstGeom prst="rect">
            <a:avLst/>
          </a:prstGeom>
          <a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5199C3E-C15E-EF9A-FD1E-1CF1A5BBAF3A}"/>
              </a:ext>
            </a:extLst>
          </p:cNvPr>
          <p:cNvSpPr/>
          <p:nvPr/>
        </p:nvSpPr>
        <p:spPr>
          <a:xfrm>
            <a:off x="2019262" y="5923273"/>
            <a:ext cx="1524023" cy="609609"/>
          </a:xfrm>
          <a:custGeom>
            <a:avLst/>
            <a:gdLst>
              <a:gd name="connsiteX0" fmla="*/ 0 w 1524023"/>
              <a:gd name="connsiteY0" fmla="*/ 0 h 609609"/>
              <a:gd name="connsiteX1" fmla="*/ 1524023 w 1524023"/>
              <a:gd name="connsiteY1" fmla="*/ 0 h 609609"/>
              <a:gd name="connsiteX2" fmla="*/ 1524023 w 1524023"/>
              <a:gd name="connsiteY2" fmla="*/ 609609 h 609609"/>
              <a:gd name="connsiteX3" fmla="*/ 0 w 1524023"/>
              <a:gd name="connsiteY3" fmla="*/ 609609 h 609609"/>
              <a:gd name="connsiteX4" fmla="*/ 0 w 1524023"/>
              <a:gd name="connsiteY4" fmla="*/ 0 h 60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23" h="609609">
                <a:moveTo>
                  <a:pt x="0" y="0"/>
                </a:moveTo>
                <a:lnTo>
                  <a:pt x="1524023" y="0"/>
                </a:lnTo>
                <a:lnTo>
                  <a:pt x="1524023" y="609609"/>
                </a:lnTo>
                <a:lnTo>
                  <a:pt x="0" y="6096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668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خدمة العملاء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86757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3000" kern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أ2 الأهداف (الذكية SMART) المُحددة والقابلة للقياس والتحقيق والواقعية والمُحددة زمنيًا للشركة في إحدى الخطط التشغيلية (3)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8523210-2A07-091F-9DDA-204ABF0B3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22401" y="2331089"/>
            <a:ext cx="60546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B738A5-E255-8F3C-AD6C-C12B383F6C9B}"/>
              </a:ext>
            </a:extLst>
          </p:cNvPr>
          <p:cNvGrpSpPr/>
          <p:nvPr/>
        </p:nvGrpSpPr>
        <p:grpSpPr>
          <a:xfrm flipH="1">
            <a:off x="5322781" y="3746501"/>
            <a:ext cx="3626749" cy="2417230"/>
            <a:chOff x="159634" y="3746501"/>
            <a:chExt cx="3626749" cy="241723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1FECBE8-5565-9ADB-7D4D-8C28555BEF5F}"/>
                </a:ext>
              </a:extLst>
            </p:cNvPr>
            <p:cNvSpPr/>
            <p:nvPr/>
          </p:nvSpPr>
          <p:spPr>
            <a:xfrm>
              <a:off x="159634" y="3746501"/>
              <a:ext cx="3264075" cy="207268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5C1FD5D-1184-ACFE-9AE0-9989A7B5559E}"/>
                </a:ext>
              </a:extLst>
            </p:cNvPr>
            <p:cNvSpPr/>
            <p:nvPr/>
          </p:nvSpPr>
          <p:spPr>
            <a:xfrm>
              <a:off x="522308" y="4091043"/>
              <a:ext cx="3264075" cy="2072688"/>
            </a:xfrm>
            <a:custGeom>
              <a:avLst/>
              <a:gdLst>
                <a:gd name="connsiteX0" fmla="*/ 0 w 3264075"/>
                <a:gd name="connsiteY0" fmla="*/ 207269 h 2072688"/>
                <a:gd name="connsiteX1" fmla="*/ 207269 w 3264075"/>
                <a:gd name="connsiteY1" fmla="*/ 0 h 2072688"/>
                <a:gd name="connsiteX2" fmla="*/ 3056806 w 3264075"/>
                <a:gd name="connsiteY2" fmla="*/ 0 h 2072688"/>
                <a:gd name="connsiteX3" fmla="*/ 3264075 w 3264075"/>
                <a:gd name="connsiteY3" fmla="*/ 207269 h 2072688"/>
                <a:gd name="connsiteX4" fmla="*/ 3264075 w 3264075"/>
                <a:gd name="connsiteY4" fmla="*/ 1865419 h 2072688"/>
                <a:gd name="connsiteX5" fmla="*/ 3056806 w 3264075"/>
                <a:gd name="connsiteY5" fmla="*/ 2072688 h 2072688"/>
                <a:gd name="connsiteX6" fmla="*/ 207269 w 3264075"/>
                <a:gd name="connsiteY6" fmla="*/ 2072688 h 2072688"/>
                <a:gd name="connsiteX7" fmla="*/ 0 w 3264075"/>
                <a:gd name="connsiteY7" fmla="*/ 1865419 h 2072688"/>
                <a:gd name="connsiteX8" fmla="*/ 0 w 3264075"/>
                <a:gd name="connsiteY8" fmla="*/ 207269 h 2072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64075" h="2072688">
                  <a:moveTo>
                    <a:pt x="0" y="207269"/>
                  </a:moveTo>
                  <a:cubicBezTo>
                    <a:pt x="0" y="92797"/>
                    <a:pt x="92797" y="0"/>
                    <a:pt x="207269" y="0"/>
                  </a:cubicBezTo>
                  <a:lnTo>
                    <a:pt x="3056806" y="0"/>
                  </a:lnTo>
                  <a:cubicBezTo>
                    <a:pt x="3171278" y="0"/>
                    <a:pt x="3264075" y="92797"/>
                    <a:pt x="3264075" y="207269"/>
                  </a:cubicBezTo>
                  <a:lnTo>
                    <a:pt x="3264075" y="1865419"/>
                  </a:lnTo>
                  <a:cubicBezTo>
                    <a:pt x="3264075" y="1979891"/>
                    <a:pt x="3171278" y="2072688"/>
                    <a:pt x="3056806" y="2072688"/>
                  </a:cubicBezTo>
                  <a:lnTo>
                    <a:pt x="207269" y="2072688"/>
                  </a:lnTo>
                  <a:cubicBezTo>
                    <a:pt x="92797" y="2072688"/>
                    <a:pt x="0" y="1979891"/>
                    <a:pt x="0" y="1865419"/>
                  </a:cubicBezTo>
                  <a:lnTo>
                    <a:pt x="0" y="207269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6907" tIns="136907" rIns="136907" bIns="136907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11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  <a:r>
                <a:rPr lang="ar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ينبغي أن</a:t>
              </a:r>
              <a:br>
                <a:rPr lang="en-GB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ترتبط الأهداف الموضوعة </a:t>
              </a:r>
              <a:br>
                <a:rPr lang="en-GB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الخطة التشغيلية بأهداف </a:t>
              </a:r>
              <a:br>
                <a:rPr lang="en-GB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الشركة ومقاصدها المُحددة </a:t>
              </a:r>
              <a:br>
                <a:rPr lang="en-GB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200" kern="1200" spc="4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داخل الشركة؟ </a:t>
              </a:r>
              <a:endParaRPr lang="en-US" sz="2200" kern="1200" spc="4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pic>
        <p:nvPicPr>
          <p:cNvPr id="4" name="Picture 3" descr="A group of people discussing something">
            <a:extLst>
              <a:ext uri="{FF2B5EF4-FFF2-40B4-BE49-F238E27FC236}">
                <a16:creationId xmlns:a16="http://schemas.microsoft.com/office/drawing/2014/main" id="{75A8787E-F493-B3B6-7C35-CE3B28517C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506" y="2597641"/>
            <a:ext cx="4314477" cy="287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418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3300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أ3 عملية الإنتاج في الخطة التشغيلية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04A43B9-123B-1FC5-096F-ADD005C2F93C}"/>
              </a:ext>
            </a:extLst>
          </p:cNvPr>
          <p:cNvSpPr/>
          <p:nvPr/>
        </p:nvSpPr>
        <p:spPr>
          <a:xfrm>
            <a:off x="2556491" y="2198338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91440" rIns="91440" bIns="91440" numCol="1" spcCol="1270" rtlCol="1" anchor="ctr" anchorCtr="0">
            <a:noAutofit/>
          </a:bodyPr>
          <a:lstStyle/>
          <a:p>
            <a:pPr marL="0" lvl="0" indent="0" algn="ctr" defTabSz="10668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الموردون</a:t>
            </a: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D92896E-627E-6106-9D60-8E5110394D41}"/>
              </a:ext>
            </a:extLst>
          </p:cNvPr>
          <p:cNvSpPr/>
          <p:nvPr/>
        </p:nvSpPr>
        <p:spPr>
          <a:xfrm>
            <a:off x="918948" y="2198338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BB44FDA-5C15-F540-DF31-7E8F2E421706}"/>
              </a:ext>
            </a:extLst>
          </p:cNvPr>
          <p:cNvSpPr/>
          <p:nvPr/>
        </p:nvSpPr>
        <p:spPr>
          <a:xfrm>
            <a:off x="2556491" y="3240411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التكنولوجيا والبرمجيات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A4C3BB-E9E7-6A8C-013D-5971CCE57753}"/>
              </a:ext>
            </a:extLst>
          </p:cNvPr>
          <p:cNvSpPr/>
          <p:nvPr/>
        </p:nvSpPr>
        <p:spPr>
          <a:xfrm>
            <a:off x="918948" y="3240411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التسويق </a:t>
            </a:r>
            <a:br>
              <a:rPr lang="en-GB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والمبيعات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0F9902-27D4-C0DF-686F-CE0E9EA24772}"/>
              </a:ext>
            </a:extLst>
          </p:cNvPr>
          <p:cNvSpPr/>
          <p:nvPr/>
        </p:nvSpPr>
        <p:spPr>
          <a:xfrm>
            <a:off x="2556491" y="4282484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97A9114-CEC9-6659-DD28-63EAF5B15306}"/>
              </a:ext>
            </a:extLst>
          </p:cNvPr>
          <p:cNvSpPr/>
          <p:nvPr/>
        </p:nvSpPr>
        <p:spPr>
          <a:xfrm>
            <a:off x="918948" y="4282484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الموقع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D867C7-B181-7F82-4EB9-6B89820083A0}"/>
              </a:ext>
            </a:extLst>
          </p:cNvPr>
          <p:cNvSpPr/>
          <p:nvPr/>
        </p:nvSpPr>
        <p:spPr>
          <a:xfrm>
            <a:off x="2556491" y="5324557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ساعات </a:t>
            </a:r>
            <a:br>
              <a:rPr lang="en-GB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العمل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16DC5D-0B2E-4A2E-B23E-0423ED55D853}"/>
              </a:ext>
            </a:extLst>
          </p:cNvPr>
          <p:cNvSpPr/>
          <p:nvPr/>
        </p:nvSpPr>
        <p:spPr>
          <a:xfrm>
            <a:off x="918948" y="5324557"/>
            <a:ext cx="1488675" cy="893205"/>
          </a:xfrm>
          <a:custGeom>
            <a:avLst/>
            <a:gdLst>
              <a:gd name="connsiteX0" fmla="*/ 0 w 1488675"/>
              <a:gd name="connsiteY0" fmla="*/ 0 h 893205"/>
              <a:gd name="connsiteX1" fmla="*/ 1488675 w 1488675"/>
              <a:gd name="connsiteY1" fmla="*/ 0 h 893205"/>
              <a:gd name="connsiteX2" fmla="*/ 1488675 w 1488675"/>
              <a:gd name="connsiteY2" fmla="*/ 893205 h 893205"/>
              <a:gd name="connsiteX3" fmla="*/ 0 w 1488675"/>
              <a:gd name="connsiteY3" fmla="*/ 893205 h 893205"/>
              <a:gd name="connsiteX4" fmla="*/ 0 w 1488675"/>
              <a:gd name="connsiteY4" fmla="*/ 0 h 893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8675" h="893205">
                <a:moveTo>
                  <a:pt x="0" y="0"/>
                </a:moveTo>
                <a:lnTo>
                  <a:pt x="1488675" y="0"/>
                </a:lnTo>
                <a:lnTo>
                  <a:pt x="1488675" y="893205"/>
                </a:lnTo>
                <a:lnTo>
                  <a:pt x="0" y="8932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9060" tIns="99060" rIns="99060" bIns="99060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الموظفين </a:t>
            </a:r>
            <a:br>
              <a:rPr lang="en-GB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ومهاراتهم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B77C35-88FD-8E35-7552-0394ED7E4389}"/>
              </a:ext>
            </a:extLst>
          </p:cNvPr>
          <p:cNvGrpSpPr/>
          <p:nvPr/>
        </p:nvGrpSpPr>
        <p:grpSpPr>
          <a:xfrm flipH="1">
            <a:off x="4888185" y="4003837"/>
            <a:ext cx="3596208" cy="2396873"/>
            <a:chOff x="659607" y="4003837"/>
            <a:chExt cx="3596208" cy="239687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803F4EA-1FF5-2174-A15F-30CB60E43AC6}"/>
                </a:ext>
              </a:extLst>
            </p:cNvPr>
            <p:cNvSpPr/>
            <p:nvPr/>
          </p:nvSpPr>
          <p:spPr>
            <a:xfrm>
              <a:off x="659607" y="4003837"/>
              <a:ext cx="3236588" cy="205523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F9B333-EC66-3292-6524-F92BD75F8FA1}"/>
                </a:ext>
              </a:extLst>
            </p:cNvPr>
            <p:cNvSpPr/>
            <p:nvPr/>
          </p:nvSpPr>
          <p:spPr>
            <a:xfrm>
              <a:off x="1019227" y="4345477"/>
              <a:ext cx="3236588" cy="2055233"/>
            </a:xfrm>
            <a:custGeom>
              <a:avLst/>
              <a:gdLst>
                <a:gd name="connsiteX0" fmla="*/ 0 w 3236588"/>
                <a:gd name="connsiteY0" fmla="*/ 205523 h 2055233"/>
                <a:gd name="connsiteX1" fmla="*/ 205523 w 3236588"/>
                <a:gd name="connsiteY1" fmla="*/ 0 h 2055233"/>
                <a:gd name="connsiteX2" fmla="*/ 3031065 w 3236588"/>
                <a:gd name="connsiteY2" fmla="*/ 0 h 2055233"/>
                <a:gd name="connsiteX3" fmla="*/ 3236588 w 3236588"/>
                <a:gd name="connsiteY3" fmla="*/ 205523 h 2055233"/>
                <a:gd name="connsiteX4" fmla="*/ 3236588 w 3236588"/>
                <a:gd name="connsiteY4" fmla="*/ 1849710 h 2055233"/>
                <a:gd name="connsiteX5" fmla="*/ 3031065 w 3236588"/>
                <a:gd name="connsiteY5" fmla="*/ 2055233 h 2055233"/>
                <a:gd name="connsiteX6" fmla="*/ 205523 w 3236588"/>
                <a:gd name="connsiteY6" fmla="*/ 2055233 h 2055233"/>
                <a:gd name="connsiteX7" fmla="*/ 0 w 3236588"/>
                <a:gd name="connsiteY7" fmla="*/ 1849710 h 2055233"/>
                <a:gd name="connsiteX8" fmla="*/ 0 w 3236588"/>
                <a:gd name="connsiteY8" fmla="*/ 205523 h 205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6588" h="2055233">
                  <a:moveTo>
                    <a:pt x="0" y="205523"/>
                  </a:moveTo>
                  <a:cubicBezTo>
                    <a:pt x="0" y="92016"/>
                    <a:pt x="92016" y="0"/>
                    <a:pt x="205523" y="0"/>
                  </a:cubicBezTo>
                  <a:lnTo>
                    <a:pt x="3031065" y="0"/>
                  </a:lnTo>
                  <a:cubicBezTo>
                    <a:pt x="3144572" y="0"/>
                    <a:pt x="3236588" y="92016"/>
                    <a:pt x="3236588" y="205523"/>
                  </a:cubicBezTo>
                  <a:lnTo>
                    <a:pt x="3236588" y="1849710"/>
                  </a:lnTo>
                  <a:cubicBezTo>
                    <a:pt x="3236588" y="1963217"/>
                    <a:pt x="3144572" y="2055233"/>
                    <a:pt x="3031065" y="2055233"/>
                  </a:cubicBezTo>
                  <a:lnTo>
                    <a:pt x="205523" y="2055233"/>
                  </a:lnTo>
                  <a:cubicBezTo>
                    <a:pt x="92016" y="2055233"/>
                    <a:pt x="0" y="1963217"/>
                    <a:pt x="0" y="1849710"/>
                  </a:cubicBezTo>
                  <a:lnTo>
                    <a:pt x="0" y="205523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9256" tIns="159256" rIns="159256" bIns="159256" numCol="1" spcCol="1270" rtlCol="1" anchor="ctr" anchorCtr="0">
              <a:noAutofit/>
            </a:bodyPr>
            <a:lstStyle/>
            <a:p>
              <a:pPr marL="0" lvl="0" indent="0" algn="ctr" defTabSz="1155700" rtl="1">
                <a:lnSpc>
                  <a:spcPct val="11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ماذا يمكن </a:t>
              </a:r>
              <a:br>
                <a:rPr lang="en-GB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أن يحدث لشركة متخصصة </a:t>
              </a:r>
              <a:br>
                <a:rPr lang="en-GB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البيع بالتجزئة إذا لم تأخذ </a:t>
              </a:r>
              <a:br>
                <a:rPr lang="en-GB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5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الاعتبار عملية الإنتاج؟ </a:t>
              </a:r>
              <a:endParaRPr lang="en-US" sz="25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A6D532-6185-3778-3916-58C4AA3BBB95}"/>
              </a:ext>
            </a:extLst>
          </p:cNvPr>
          <p:cNvSpPr txBox="1"/>
          <p:nvPr/>
        </p:nvSpPr>
        <p:spPr>
          <a:xfrm>
            <a:off x="4495800" y="2196001"/>
            <a:ext cx="3964632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3000">
                <a:latin typeface="Sakkal Majalla" panose="02000000000000000000" pitchFamily="2" charset="-78"/>
                <a:cs typeface="Sakkal Majalla" panose="02000000000000000000" pitchFamily="2" charset="-78"/>
              </a:rPr>
              <a:t>تتكون عملية الإنتاج من أجزاء عديدة.</a:t>
            </a:r>
          </a:p>
        </p:txBody>
      </p:sp>
    </p:spTree>
    <p:extLst>
      <p:ext uri="{BB962C8B-B14F-4D97-AF65-F5344CB8AC3E}">
        <p14:creationId xmlns:p14="http://schemas.microsoft.com/office/powerpoint/2010/main" val="21609545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57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lnSpcReduction="10000"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340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أ4 جداول زمنية في خطة تشغيلية (1)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8E61D44-0CA5-B05D-54CE-1358B83470DC}"/>
              </a:ext>
            </a:extLst>
          </p:cNvPr>
          <p:cNvSpPr/>
          <p:nvPr/>
        </p:nvSpPr>
        <p:spPr>
          <a:xfrm>
            <a:off x="3965334" y="2425908"/>
            <a:ext cx="4714220" cy="902980"/>
          </a:xfrm>
          <a:custGeom>
            <a:avLst/>
            <a:gdLst>
              <a:gd name="connsiteX0" fmla="*/ 0 w 4714220"/>
              <a:gd name="connsiteY0" fmla="*/ 90298 h 902980"/>
              <a:gd name="connsiteX1" fmla="*/ 90298 w 4714220"/>
              <a:gd name="connsiteY1" fmla="*/ 0 h 902980"/>
              <a:gd name="connsiteX2" fmla="*/ 4623922 w 4714220"/>
              <a:gd name="connsiteY2" fmla="*/ 0 h 902980"/>
              <a:gd name="connsiteX3" fmla="*/ 4714220 w 4714220"/>
              <a:gd name="connsiteY3" fmla="*/ 90298 h 902980"/>
              <a:gd name="connsiteX4" fmla="*/ 4714220 w 4714220"/>
              <a:gd name="connsiteY4" fmla="*/ 812682 h 902980"/>
              <a:gd name="connsiteX5" fmla="*/ 4623922 w 4714220"/>
              <a:gd name="connsiteY5" fmla="*/ 902980 h 902980"/>
              <a:gd name="connsiteX6" fmla="*/ 90298 w 4714220"/>
              <a:gd name="connsiteY6" fmla="*/ 902980 h 902980"/>
              <a:gd name="connsiteX7" fmla="*/ 0 w 4714220"/>
              <a:gd name="connsiteY7" fmla="*/ 812682 h 902980"/>
              <a:gd name="connsiteX8" fmla="*/ 0 w 4714220"/>
              <a:gd name="connsiteY8" fmla="*/ 90298 h 90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4220" h="902980">
                <a:moveTo>
                  <a:pt x="0" y="90298"/>
                </a:moveTo>
                <a:cubicBezTo>
                  <a:pt x="0" y="40428"/>
                  <a:pt x="40428" y="0"/>
                  <a:pt x="90298" y="0"/>
                </a:cubicBezTo>
                <a:lnTo>
                  <a:pt x="4623922" y="0"/>
                </a:lnTo>
                <a:cubicBezTo>
                  <a:pt x="4673792" y="0"/>
                  <a:pt x="4714220" y="40428"/>
                  <a:pt x="4714220" y="90298"/>
                </a:cubicBezTo>
                <a:lnTo>
                  <a:pt x="4714220" y="812682"/>
                </a:lnTo>
                <a:cubicBezTo>
                  <a:pt x="4714220" y="862552"/>
                  <a:pt x="4673792" y="902980"/>
                  <a:pt x="4623922" y="902980"/>
                </a:cubicBezTo>
                <a:lnTo>
                  <a:pt x="90298" y="902980"/>
                </a:lnTo>
                <a:cubicBezTo>
                  <a:pt x="40428" y="902980"/>
                  <a:pt x="0" y="862552"/>
                  <a:pt x="0" y="812682"/>
                </a:cubicBezTo>
                <a:lnTo>
                  <a:pt x="0" y="90298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0747" tIns="140747" rIns="137160" bIns="140747" numCol="1" spcCol="1270" rtlCol="1" anchor="ctr" anchorCtr="0">
            <a:noAutofit/>
          </a:bodyPr>
          <a:lstStyle/>
          <a:p>
            <a:pPr marL="0" lvl="0" indent="0" defTabSz="13335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مرحلة التصميم</a:t>
            </a: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826AFD-7F72-57E5-5377-61E1640D7CFA}"/>
              </a:ext>
            </a:extLst>
          </p:cNvPr>
          <p:cNvSpPr/>
          <p:nvPr/>
        </p:nvSpPr>
        <p:spPr>
          <a:xfrm>
            <a:off x="3570519" y="3493066"/>
            <a:ext cx="4714220" cy="902980"/>
          </a:xfrm>
          <a:custGeom>
            <a:avLst/>
            <a:gdLst>
              <a:gd name="connsiteX0" fmla="*/ 0 w 4714220"/>
              <a:gd name="connsiteY0" fmla="*/ 90298 h 902980"/>
              <a:gd name="connsiteX1" fmla="*/ 90298 w 4714220"/>
              <a:gd name="connsiteY1" fmla="*/ 0 h 902980"/>
              <a:gd name="connsiteX2" fmla="*/ 4623922 w 4714220"/>
              <a:gd name="connsiteY2" fmla="*/ 0 h 902980"/>
              <a:gd name="connsiteX3" fmla="*/ 4714220 w 4714220"/>
              <a:gd name="connsiteY3" fmla="*/ 90298 h 902980"/>
              <a:gd name="connsiteX4" fmla="*/ 4714220 w 4714220"/>
              <a:gd name="connsiteY4" fmla="*/ 812682 h 902980"/>
              <a:gd name="connsiteX5" fmla="*/ 4623922 w 4714220"/>
              <a:gd name="connsiteY5" fmla="*/ 902980 h 902980"/>
              <a:gd name="connsiteX6" fmla="*/ 90298 w 4714220"/>
              <a:gd name="connsiteY6" fmla="*/ 902980 h 902980"/>
              <a:gd name="connsiteX7" fmla="*/ 0 w 4714220"/>
              <a:gd name="connsiteY7" fmla="*/ 812682 h 902980"/>
              <a:gd name="connsiteX8" fmla="*/ 0 w 4714220"/>
              <a:gd name="connsiteY8" fmla="*/ 90298 h 90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4220" h="902980">
                <a:moveTo>
                  <a:pt x="0" y="90298"/>
                </a:moveTo>
                <a:cubicBezTo>
                  <a:pt x="0" y="40428"/>
                  <a:pt x="40428" y="0"/>
                  <a:pt x="90298" y="0"/>
                </a:cubicBezTo>
                <a:lnTo>
                  <a:pt x="4623922" y="0"/>
                </a:lnTo>
                <a:cubicBezTo>
                  <a:pt x="4673792" y="0"/>
                  <a:pt x="4714220" y="40428"/>
                  <a:pt x="4714220" y="90298"/>
                </a:cubicBezTo>
                <a:lnTo>
                  <a:pt x="4714220" y="812682"/>
                </a:lnTo>
                <a:cubicBezTo>
                  <a:pt x="4714220" y="862552"/>
                  <a:pt x="4673792" y="902980"/>
                  <a:pt x="4623922" y="902980"/>
                </a:cubicBezTo>
                <a:lnTo>
                  <a:pt x="90298" y="902980"/>
                </a:lnTo>
                <a:cubicBezTo>
                  <a:pt x="40428" y="902980"/>
                  <a:pt x="0" y="862552"/>
                  <a:pt x="0" y="812682"/>
                </a:cubicBezTo>
                <a:lnTo>
                  <a:pt x="0" y="90298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0747" tIns="140747" rIns="137160" bIns="140747" numCol="1" spcCol="1270" rtlCol="1" anchor="ctr" anchorCtr="0">
            <a:noAutofit/>
          </a:bodyPr>
          <a:lstStyle/>
          <a:p>
            <a:pPr marL="0" lvl="0" indent="0" defTabSz="13335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مرحلة النموذج الأولي للمنتج</a:t>
            </a: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2DA566-75AB-FE7F-7AF2-9C341AC7D64F}"/>
              </a:ext>
            </a:extLst>
          </p:cNvPr>
          <p:cNvSpPr/>
          <p:nvPr/>
        </p:nvSpPr>
        <p:spPr>
          <a:xfrm>
            <a:off x="3181595" y="4560225"/>
            <a:ext cx="4714220" cy="902980"/>
          </a:xfrm>
          <a:custGeom>
            <a:avLst/>
            <a:gdLst>
              <a:gd name="connsiteX0" fmla="*/ 0 w 4714220"/>
              <a:gd name="connsiteY0" fmla="*/ 90298 h 902980"/>
              <a:gd name="connsiteX1" fmla="*/ 90298 w 4714220"/>
              <a:gd name="connsiteY1" fmla="*/ 0 h 902980"/>
              <a:gd name="connsiteX2" fmla="*/ 4623922 w 4714220"/>
              <a:gd name="connsiteY2" fmla="*/ 0 h 902980"/>
              <a:gd name="connsiteX3" fmla="*/ 4714220 w 4714220"/>
              <a:gd name="connsiteY3" fmla="*/ 90298 h 902980"/>
              <a:gd name="connsiteX4" fmla="*/ 4714220 w 4714220"/>
              <a:gd name="connsiteY4" fmla="*/ 812682 h 902980"/>
              <a:gd name="connsiteX5" fmla="*/ 4623922 w 4714220"/>
              <a:gd name="connsiteY5" fmla="*/ 902980 h 902980"/>
              <a:gd name="connsiteX6" fmla="*/ 90298 w 4714220"/>
              <a:gd name="connsiteY6" fmla="*/ 902980 h 902980"/>
              <a:gd name="connsiteX7" fmla="*/ 0 w 4714220"/>
              <a:gd name="connsiteY7" fmla="*/ 812682 h 902980"/>
              <a:gd name="connsiteX8" fmla="*/ 0 w 4714220"/>
              <a:gd name="connsiteY8" fmla="*/ 90298 h 90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4220" h="902980">
                <a:moveTo>
                  <a:pt x="0" y="90298"/>
                </a:moveTo>
                <a:cubicBezTo>
                  <a:pt x="0" y="40428"/>
                  <a:pt x="40428" y="0"/>
                  <a:pt x="90298" y="0"/>
                </a:cubicBezTo>
                <a:lnTo>
                  <a:pt x="4623922" y="0"/>
                </a:lnTo>
                <a:cubicBezTo>
                  <a:pt x="4673792" y="0"/>
                  <a:pt x="4714220" y="40428"/>
                  <a:pt x="4714220" y="90298"/>
                </a:cubicBezTo>
                <a:lnTo>
                  <a:pt x="4714220" y="812682"/>
                </a:lnTo>
                <a:cubicBezTo>
                  <a:pt x="4714220" y="862552"/>
                  <a:pt x="4673792" y="902980"/>
                  <a:pt x="4623922" y="902980"/>
                </a:cubicBezTo>
                <a:lnTo>
                  <a:pt x="90298" y="902980"/>
                </a:lnTo>
                <a:cubicBezTo>
                  <a:pt x="40428" y="902980"/>
                  <a:pt x="0" y="862552"/>
                  <a:pt x="0" y="812682"/>
                </a:cubicBezTo>
                <a:lnTo>
                  <a:pt x="0" y="90298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0747" tIns="140747" rIns="137160" bIns="140747" numCol="1" spcCol="1270" rtlCol="1" anchor="ctr" anchorCtr="0">
            <a:noAutofit/>
          </a:bodyPr>
          <a:lstStyle/>
          <a:p>
            <a:pPr marL="0" lvl="0" indent="0" defTabSz="13335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الاختبار</a:t>
            </a: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EA1E8EA-AFAC-0610-BF70-7EEEC62D8C4A}"/>
              </a:ext>
            </a:extLst>
          </p:cNvPr>
          <p:cNvSpPr/>
          <p:nvPr/>
        </p:nvSpPr>
        <p:spPr>
          <a:xfrm>
            <a:off x="2786780" y="5627383"/>
            <a:ext cx="4714220" cy="902980"/>
          </a:xfrm>
          <a:custGeom>
            <a:avLst/>
            <a:gdLst>
              <a:gd name="connsiteX0" fmla="*/ 0 w 4714220"/>
              <a:gd name="connsiteY0" fmla="*/ 90298 h 902980"/>
              <a:gd name="connsiteX1" fmla="*/ 90298 w 4714220"/>
              <a:gd name="connsiteY1" fmla="*/ 0 h 902980"/>
              <a:gd name="connsiteX2" fmla="*/ 4623922 w 4714220"/>
              <a:gd name="connsiteY2" fmla="*/ 0 h 902980"/>
              <a:gd name="connsiteX3" fmla="*/ 4714220 w 4714220"/>
              <a:gd name="connsiteY3" fmla="*/ 90298 h 902980"/>
              <a:gd name="connsiteX4" fmla="*/ 4714220 w 4714220"/>
              <a:gd name="connsiteY4" fmla="*/ 812682 h 902980"/>
              <a:gd name="connsiteX5" fmla="*/ 4623922 w 4714220"/>
              <a:gd name="connsiteY5" fmla="*/ 902980 h 902980"/>
              <a:gd name="connsiteX6" fmla="*/ 90298 w 4714220"/>
              <a:gd name="connsiteY6" fmla="*/ 902980 h 902980"/>
              <a:gd name="connsiteX7" fmla="*/ 0 w 4714220"/>
              <a:gd name="connsiteY7" fmla="*/ 812682 h 902980"/>
              <a:gd name="connsiteX8" fmla="*/ 0 w 4714220"/>
              <a:gd name="connsiteY8" fmla="*/ 90298 h 90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14220" h="902980">
                <a:moveTo>
                  <a:pt x="0" y="90298"/>
                </a:moveTo>
                <a:cubicBezTo>
                  <a:pt x="0" y="40428"/>
                  <a:pt x="40428" y="0"/>
                  <a:pt x="90298" y="0"/>
                </a:cubicBezTo>
                <a:lnTo>
                  <a:pt x="4623922" y="0"/>
                </a:lnTo>
                <a:cubicBezTo>
                  <a:pt x="4673792" y="0"/>
                  <a:pt x="4714220" y="40428"/>
                  <a:pt x="4714220" y="90298"/>
                </a:cubicBezTo>
                <a:lnTo>
                  <a:pt x="4714220" y="812682"/>
                </a:lnTo>
                <a:cubicBezTo>
                  <a:pt x="4714220" y="862552"/>
                  <a:pt x="4673792" y="902980"/>
                  <a:pt x="4623922" y="902980"/>
                </a:cubicBezTo>
                <a:lnTo>
                  <a:pt x="90298" y="902980"/>
                </a:lnTo>
                <a:cubicBezTo>
                  <a:pt x="40428" y="902980"/>
                  <a:pt x="0" y="862552"/>
                  <a:pt x="0" y="812682"/>
                </a:cubicBezTo>
                <a:lnTo>
                  <a:pt x="0" y="90298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0747" tIns="140747" rIns="137160" bIns="140747" numCol="1" spcCol="1270" rtlCol="1" anchor="ctr" anchorCtr="0">
            <a:noAutofit/>
          </a:bodyPr>
          <a:lstStyle/>
          <a:p>
            <a:pPr marL="0" lvl="0" indent="0" defTabSz="13335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إطلاق المنتج / الخدمة</a:t>
            </a: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7E3D5AF-2AAF-F186-C93E-ABF0CB71ED53}"/>
              </a:ext>
            </a:extLst>
          </p:cNvPr>
          <p:cNvSpPr/>
          <p:nvPr/>
        </p:nvSpPr>
        <p:spPr>
          <a:xfrm>
            <a:off x="3965335" y="3117508"/>
            <a:ext cx="586937" cy="586937"/>
          </a:xfrm>
          <a:custGeom>
            <a:avLst/>
            <a:gdLst>
              <a:gd name="connsiteX0" fmla="*/ 0 w 586937"/>
              <a:gd name="connsiteY0" fmla="*/ 322815 h 586937"/>
              <a:gd name="connsiteX1" fmla="*/ 132061 w 586937"/>
              <a:gd name="connsiteY1" fmla="*/ 322815 h 586937"/>
              <a:gd name="connsiteX2" fmla="*/ 132061 w 586937"/>
              <a:gd name="connsiteY2" fmla="*/ 0 h 586937"/>
              <a:gd name="connsiteX3" fmla="*/ 454876 w 586937"/>
              <a:gd name="connsiteY3" fmla="*/ 0 h 586937"/>
              <a:gd name="connsiteX4" fmla="*/ 454876 w 586937"/>
              <a:gd name="connsiteY4" fmla="*/ 322815 h 586937"/>
              <a:gd name="connsiteX5" fmla="*/ 586937 w 586937"/>
              <a:gd name="connsiteY5" fmla="*/ 322815 h 586937"/>
              <a:gd name="connsiteX6" fmla="*/ 293469 w 586937"/>
              <a:gd name="connsiteY6" fmla="*/ 586937 h 586937"/>
              <a:gd name="connsiteX7" fmla="*/ 0 w 586937"/>
              <a:gd name="connsiteY7" fmla="*/ 322815 h 5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937" h="586937">
                <a:moveTo>
                  <a:pt x="0" y="322815"/>
                </a:moveTo>
                <a:lnTo>
                  <a:pt x="132061" y="322815"/>
                </a:lnTo>
                <a:lnTo>
                  <a:pt x="132061" y="0"/>
                </a:lnTo>
                <a:lnTo>
                  <a:pt x="454876" y="0"/>
                </a:lnTo>
                <a:lnTo>
                  <a:pt x="454876" y="322815"/>
                </a:lnTo>
                <a:lnTo>
                  <a:pt x="586937" y="322815"/>
                </a:lnTo>
                <a:lnTo>
                  <a:pt x="293469" y="586937"/>
                </a:lnTo>
                <a:lnTo>
                  <a:pt x="0" y="322815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5081" tIns="33020" rIns="165081" bIns="178287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B056823-D2E3-860C-0A76-0CB2511110ED}"/>
              </a:ext>
            </a:extLst>
          </p:cNvPr>
          <p:cNvSpPr/>
          <p:nvPr/>
        </p:nvSpPr>
        <p:spPr>
          <a:xfrm>
            <a:off x="3570519" y="4184667"/>
            <a:ext cx="586937" cy="586937"/>
          </a:xfrm>
          <a:custGeom>
            <a:avLst/>
            <a:gdLst>
              <a:gd name="connsiteX0" fmla="*/ 0 w 586937"/>
              <a:gd name="connsiteY0" fmla="*/ 322815 h 586937"/>
              <a:gd name="connsiteX1" fmla="*/ 132061 w 586937"/>
              <a:gd name="connsiteY1" fmla="*/ 322815 h 586937"/>
              <a:gd name="connsiteX2" fmla="*/ 132061 w 586937"/>
              <a:gd name="connsiteY2" fmla="*/ 0 h 586937"/>
              <a:gd name="connsiteX3" fmla="*/ 454876 w 586937"/>
              <a:gd name="connsiteY3" fmla="*/ 0 h 586937"/>
              <a:gd name="connsiteX4" fmla="*/ 454876 w 586937"/>
              <a:gd name="connsiteY4" fmla="*/ 322815 h 586937"/>
              <a:gd name="connsiteX5" fmla="*/ 586937 w 586937"/>
              <a:gd name="connsiteY5" fmla="*/ 322815 h 586937"/>
              <a:gd name="connsiteX6" fmla="*/ 293469 w 586937"/>
              <a:gd name="connsiteY6" fmla="*/ 586937 h 586937"/>
              <a:gd name="connsiteX7" fmla="*/ 0 w 586937"/>
              <a:gd name="connsiteY7" fmla="*/ 322815 h 5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937" h="586937">
                <a:moveTo>
                  <a:pt x="0" y="322815"/>
                </a:moveTo>
                <a:lnTo>
                  <a:pt x="132061" y="322815"/>
                </a:lnTo>
                <a:lnTo>
                  <a:pt x="132061" y="0"/>
                </a:lnTo>
                <a:lnTo>
                  <a:pt x="454876" y="0"/>
                </a:lnTo>
                <a:lnTo>
                  <a:pt x="454876" y="322815"/>
                </a:lnTo>
                <a:lnTo>
                  <a:pt x="586937" y="322815"/>
                </a:lnTo>
                <a:lnTo>
                  <a:pt x="293469" y="586937"/>
                </a:lnTo>
                <a:lnTo>
                  <a:pt x="0" y="322815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5081" tIns="33020" rIns="165081" bIns="178287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8C12670-AC9E-7C66-25A5-9E820E063703}"/>
              </a:ext>
            </a:extLst>
          </p:cNvPr>
          <p:cNvSpPr/>
          <p:nvPr/>
        </p:nvSpPr>
        <p:spPr>
          <a:xfrm>
            <a:off x="3181596" y="5251825"/>
            <a:ext cx="586937" cy="586937"/>
          </a:xfrm>
          <a:custGeom>
            <a:avLst/>
            <a:gdLst>
              <a:gd name="connsiteX0" fmla="*/ 0 w 586937"/>
              <a:gd name="connsiteY0" fmla="*/ 322815 h 586937"/>
              <a:gd name="connsiteX1" fmla="*/ 132061 w 586937"/>
              <a:gd name="connsiteY1" fmla="*/ 322815 h 586937"/>
              <a:gd name="connsiteX2" fmla="*/ 132061 w 586937"/>
              <a:gd name="connsiteY2" fmla="*/ 0 h 586937"/>
              <a:gd name="connsiteX3" fmla="*/ 454876 w 586937"/>
              <a:gd name="connsiteY3" fmla="*/ 0 h 586937"/>
              <a:gd name="connsiteX4" fmla="*/ 454876 w 586937"/>
              <a:gd name="connsiteY4" fmla="*/ 322815 h 586937"/>
              <a:gd name="connsiteX5" fmla="*/ 586937 w 586937"/>
              <a:gd name="connsiteY5" fmla="*/ 322815 h 586937"/>
              <a:gd name="connsiteX6" fmla="*/ 293469 w 586937"/>
              <a:gd name="connsiteY6" fmla="*/ 586937 h 586937"/>
              <a:gd name="connsiteX7" fmla="*/ 0 w 586937"/>
              <a:gd name="connsiteY7" fmla="*/ 322815 h 5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6937" h="586937">
                <a:moveTo>
                  <a:pt x="0" y="322815"/>
                </a:moveTo>
                <a:lnTo>
                  <a:pt x="132061" y="322815"/>
                </a:lnTo>
                <a:lnTo>
                  <a:pt x="132061" y="0"/>
                </a:lnTo>
                <a:lnTo>
                  <a:pt x="454876" y="0"/>
                </a:lnTo>
                <a:lnTo>
                  <a:pt x="454876" y="322815"/>
                </a:lnTo>
                <a:lnTo>
                  <a:pt x="586937" y="322815"/>
                </a:lnTo>
                <a:lnTo>
                  <a:pt x="293469" y="586937"/>
                </a:lnTo>
                <a:lnTo>
                  <a:pt x="0" y="322815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5081" tIns="33020" rIns="165081" bIns="178287" numCol="1" spcCol="1270" rtlCol="1" anchor="ctr" anchorCtr="0">
            <a:noAutofit/>
          </a:bodyPr>
          <a:lstStyle/>
          <a:p>
            <a:pPr marL="0" lvl="0" indent="0" algn="ctr" defTabSz="1155700" rtl="1">
              <a:spcBef>
                <a:spcPct val="0"/>
              </a:spcBef>
              <a:spcAft>
                <a:spcPct val="35000"/>
              </a:spcAft>
              <a:buNone/>
            </a:pPr>
            <a:endParaRPr lang="en-US" sz="2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45F0F-1BE1-F340-086A-92DE6C123AA9}"/>
              </a:ext>
            </a:extLst>
          </p:cNvPr>
          <p:cNvSpPr txBox="1"/>
          <p:nvPr/>
        </p:nvSpPr>
        <p:spPr>
          <a:xfrm>
            <a:off x="1835696" y="1779577"/>
            <a:ext cx="6552728" cy="6771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38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مراحل الإنتاج الرئيسية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BF3784-F280-1980-C682-571476C9FAFD}"/>
              </a:ext>
            </a:extLst>
          </p:cNvPr>
          <p:cNvGrpSpPr/>
          <p:nvPr/>
        </p:nvGrpSpPr>
        <p:grpSpPr>
          <a:xfrm flipH="1">
            <a:off x="161282" y="3032517"/>
            <a:ext cx="2808309" cy="1871739"/>
            <a:chOff x="6174409" y="3032517"/>
            <a:chExt cx="2808309" cy="187173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820836B-638A-FCBD-6C50-D9FCACA23F54}"/>
                </a:ext>
              </a:extLst>
            </p:cNvPr>
            <p:cNvSpPr/>
            <p:nvPr/>
          </p:nvSpPr>
          <p:spPr>
            <a:xfrm>
              <a:off x="6174409" y="3032517"/>
              <a:ext cx="2527479" cy="1604949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73AF2E5-A8A7-8A77-3BED-2553A132E187}"/>
                </a:ext>
              </a:extLst>
            </p:cNvPr>
            <p:cNvSpPr/>
            <p:nvPr/>
          </p:nvSpPr>
          <p:spPr>
            <a:xfrm>
              <a:off x="6455239" y="3299307"/>
              <a:ext cx="2527479" cy="1604949"/>
            </a:xfrm>
            <a:custGeom>
              <a:avLst/>
              <a:gdLst>
                <a:gd name="connsiteX0" fmla="*/ 0 w 2527479"/>
                <a:gd name="connsiteY0" fmla="*/ 160495 h 1604949"/>
                <a:gd name="connsiteX1" fmla="*/ 160495 w 2527479"/>
                <a:gd name="connsiteY1" fmla="*/ 0 h 1604949"/>
                <a:gd name="connsiteX2" fmla="*/ 2366984 w 2527479"/>
                <a:gd name="connsiteY2" fmla="*/ 0 h 1604949"/>
                <a:gd name="connsiteX3" fmla="*/ 2527479 w 2527479"/>
                <a:gd name="connsiteY3" fmla="*/ 160495 h 1604949"/>
                <a:gd name="connsiteX4" fmla="*/ 2527479 w 2527479"/>
                <a:gd name="connsiteY4" fmla="*/ 1444454 h 1604949"/>
                <a:gd name="connsiteX5" fmla="*/ 2366984 w 2527479"/>
                <a:gd name="connsiteY5" fmla="*/ 1604949 h 1604949"/>
                <a:gd name="connsiteX6" fmla="*/ 160495 w 2527479"/>
                <a:gd name="connsiteY6" fmla="*/ 1604949 h 1604949"/>
                <a:gd name="connsiteX7" fmla="*/ 0 w 2527479"/>
                <a:gd name="connsiteY7" fmla="*/ 1444454 h 1604949"/>
                <a:gd name="connsiteX8" fmla="*/ 0 w 2527479"/>
                <a:gd name="connsiteY8" fmla="*/ 160495 h 160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27479" h="1604949">
                  <a:moveTo>
                    <a:pt x="0" y="160495"/>
                  </a:moveTo>
                  <a:cubicBezTo>
                    <a:pt x="0" y="71856"/>
                    <a:pt x="71856" y="0"/>
                    <a:pt x="160495" y="0"/>
                  </a:cubicBezTo>
                  <a:lnTo>
                    <a:pt x="2366984" y="0"/>
                  </a:lnTo>
                  <a:cubicBezTo>
                    <a:pt x="2455623" y="0"/>
                    <a:pt x="2527479" y="71856"/>
                    <a:pt x="2527479" y="160495"/>
                  </a:cubicBezTo>
                  <a:lnTo>
                    <a:pt x="2527479" y="1444454"/>
                  </a:lnTo>
                  <a:cubicBezTo>
                    <a:pt x="2527479" y="1533093"/>
                    <a:pt x="2455623" y="1604949"/>
                    <a:pt x="2366984" y="1604949"/>
                  </a:cubicBezTo>
                  <a:lnTo>
                    <a:pt x="160495" y="1604949"/>
                  </a:lnTo>
                  <a:cubicBezTo>
                    <a:pt x="71856" y="1604949"/>
                    <a:pt x="0" y="1533093"/>
                    <a:pt x="0" y="1444454"/>
                  </a:cubicBezTo>
                  <a:lnTo>
                    <a:pt x="0" y="160495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17" tIns="127017" rIns="127017" bIns="127017" numCol="1" spcCol="1270" rtlCol="1" anchor="ctr" anchorCtr="0">
              <a:noAutofit/>
            </a:bodyPr>
            <a:lstStyle/>
            <a:p>
              <a:pPr marL="0" lvl="0" indent="0" algn="ctr" defTabSz="933450" rtl="1">
                <a:lnSpc>
                  <a:spcPct val="11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تخيل أنك </a:t>
              </a:r>
              <a:br>
                <a:rPr lang="en-GB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تخطط لتصنيع الشموع وبيعها. </a:t>
              </a:r>
              <a:br>
                <a:rPr lang="en-GB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ينبغي اختبارها قبل </a:t>
              </a:r>
              <a:br>
                <a:rPr lang="en-GB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طرحها للبيع؟</a:t>
              </a:r>
              <a:endParaRPr lang="en-US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48181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70385" y="1412776"/>
            <a:ext cx="8003231" cy="49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 rtl="1"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tx2"/>
                </a:solidFill>
                <a:effectLst/>
                <a:ea typeface="Arial" charset="0"/>
              </a:defRPr>
            </a:lvl1pPr>
            <a:lvl2pPr algn="ctr" rtl="1">
              <a:defRPr sz="4400">
                <a:solidFill>
                  <a:schemeClr val="tx2"/>
                </a:solidFill>
                <a:ea typeface="Arial" charset="0"/>
              </a:defRPr>
            </a:lvl2pPr>
            <a:lvl3pPr algn="ctr" rtl="1">
              <a:defRPr sz="4400">
                <a:solidFill>
                  <a:schemeClr val="tx2"/>
                </a:solidFill>
                <a:ea typeface="Arial" charset="0"/>
              </a:defRPr>
            </a:lvl3pPr>
            <a:lvl4pPr algn="ctr" rtl="1">
              <a:defRPr sz="4400">
                <a:solidFill>
                  <a:schemeClr val="tx2"/>
                </a:solidFill>
                <a:ea typeface="Arial" charset="0"/>
              </a:defRPr>
            </a:lvl4pPr>
            <a:lvl5pPr algn="ctr" rtl="1">
              <a:defRPr sz="4400">
                <a:solidFill>
                  <a:schemeClr val="tx2"/>
                </a:solidFill>
                <a:ea typeface="Arial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100000"/>
              </a:lnSpc>
            </a:pPr>
            <a:r>
              <a:rPr lang="ar" sz="34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جداول زمنية في خطة تشغيلية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60E69-DA57-7903-A57B-CDFE1C7C6E02}"/>
              </a:ext>
            </a:extLst>
          </p:cNvPr>
          <p:cNvSpPr txBox="1"/>
          <p:nvPr/>
        </p:nvSpPr>
        <p:spPr bwMode="auto">
          <a:xfrm>
            <a:off x="693911" y="2060849"/>
            <a:ext cx="7920880" cy="1044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 algn="ctr" rtl="1">
              <a:lnSpc>
                <a:spcPct val="120000"/>
              </a:lnSpc>
              <a:spcBef>
                <a:spcPct val="20000"/>
              </a:spcBef>
            </a:pPr>
            <a:r>
              <a:rPr lang="ar" sz="3200" b="1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مراحل السوق الرئيسية</a:t>
            </a:r>
          </a:p>
          <a:p>
            <a:pPr algn="ctr" rtl="1">
              <a:lnSpc>
                <a:spcPct val="120000"/>
              </a:lnSpc>
              <a:spcBef>
                <a:spcPct val="20000"/>
              </a:spcBef>
            </a:pPr>
            <a:endParaRPr lang="en-US" sz="3200" b="1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algn="ctr" rtl="1">
              <a:lnSpc>
                <a:spcPct val="120000"/>
              </a:lnSpc>
              <a:spcBef>
                <a:spcPct val="20000"/>
              </a:spcBef>
            </a:pPr>
            <a:r>
              <a:rPr lang="ar" sz="3200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قد تحدد الشركة أهدافًا لعدد معين من العملاء أو المبيعات</a:t>
            </a:r>
            <a:endParaRPr lang="en-US" sz="32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algn="ctr" rtl="1">
              <a:lnSpc>
                <a:spcPct val="120000"/>
              </a:lnSpc>
              <a:spcBef>
                <a:spcPct val="20000"/>
              </a:spcBef>
            </a:pPr>
            <a:endParaRPr lang="en-US" sz="32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BF8F5F0-4A2C-5567-1857-A70ED27CA997}"/>
              </a:ext>
            </a:extLst>
          </p:cNvPr>
          <p:cNvSpPr/>
          <p:nvPr/>
        </p:nvSpPr>
        <p:spPr>
          <a:xfrm>
            <a:off x="599930" y="3199835"/>
            <a:ext cx="4422034" cy="1511055"/>
          </a:xfrm>
          <a:custGeom>
            <a:avLst/>
            <a:gdLst>
              <a:gd name="connsiteX0" fmla="*/ 0 w 4422034"/>
              <a:gd name="connsiteY0" fmla="*/ 251848 h 1511055"/>
              <a:gd name="connsiteX1" fmla="*/ 251848 w 4422034"/>
              <a:gd name="connsiteY1" fmla="*/ 0 h 1511055"/>
              <a:gd name="connsiteX2" fmla="*/ 4170186 w 4422034"/>
              <a:gd name="connsiteY2" fmla="*/ 0 h 1511055"/>
              <a:gd name="connsiteX3" fmla="*/ 4422034 w 4422034"/>
              <a:gd name="connsiteY3" fmla="*/ 251848 h 1511055"/>
              <a:gd name="connsiteX4" fmla="*/ 4422034 w 4422034"/>
              <a:gd name="connsiteY4" fmla="*/ 1259207 h 1511055"/>
              <a:gd name="connsiteX5" fmla="*/ 4170186 w 4422034"/>
              <a:gd name="connsiteY5" fmla="*/ 1511055 h 1511055"/>
              <a:gd name="connsiteX6" fmla="*/ 251848 w 4422034"/>
              <a:gd name="connsiteY6" fmla="*/ 1511055 h 1511055"/>
              <a:gd name="connsiteX7" fmla="*/ 0 w 4422034"/>
              <a:gd name="connsiteY7" fmla="*/ 1259207 h 1511055"/>
              <a:gd name="connsiteX8" fmla="*/ 0 w 4422034"/>
              <a:gd name="connsiteY8" fmla="*/ 251848 h 1511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2034" h="1511055">
                <a:moveTo>
                  <a:pt x="0" y="251848"/>
                </a:moveTo>
                <a:cubicBezTo>
                  <a:pt x="0" y="112756"/>
                  <a:pt x="112756" y="0"/>
                  <a:pt x="251848" y="0"/>
                </a:cubicBezTo>
                <a:lnTo>
                  <a:pt x="4170186" y="0"/>
                </a:lnTo>
                <a:cubicBezTo>
                  <a:pt x="4309278" y="0"/>
                  <a:pt x="4422034" y="112756"/>
                  <a:pt x="4422034" y="251848"/>
                </a:cubicBezTo>
                <a:lnTo>
                  <a:pt x="4422034" y="1259207"/>
                </a:lnTo>
                <a:cubicBezTo>
                  <a:pt x="4422034" y="1398299"/>
                  <a:pt x="4309278" y="1511055"/>
                  <a:pt x="4170186" y="1511055"/>
                </a:cubicBezTo>
                <a:lnTo>
                  <a:pt x="251848" y="1511055"/>
                </a:lnTo>
                <a:cubicBezTo>
                  <a:pt x="112756" y="1511055"/>
                  <a:pt x="0" y="1398299"/>
                  <a:pt x="0" y="1259207"/>
                </a:cubicBezTo>
                <a:lnTo>
                  <a:pt x="0" y="251848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3794" tIns="313794" rIns="313794" bIns="313794" numCol="1" spcCol="1270" rtlCol="1" anchor="ctr" anchorCtr="0">
            <a:noAutofit/>
          </a:bodyPr>
          <a:lstStyle/>
          <a:p>
            <a:pPr marL="0" lvl="0" indent="0" algn="r" defTabSz="2800350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4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عدد العملاء</a:t>
            </a:r>
            <a:endParaRPr lang="en-US" sz="41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224C2D-A2A9-AF97-44A3-96B2081B7777}"/>
              </a:ext>
            </a:extLst>
          </p:cNvPr>
          <p:cNvSpPr/>
          <p:nvPr/>
        </p:nvSpPr>
        <p:spPr>
          <a:xfrm>
            <a:off x="599930" y="4892330"/>
            <a:ext cx="4422034" cy="1511055"/>
          </a:xfrm>
          <a:custGeom>
            <a:avLst/>
            <a:gdLst>
              <a:gd name="connsiteX0" fmla="*/ 0 w 4422034"/>
              <a:gd name="connsiteY0" fmla="*/ 251848 h 1511055"/>
              <a:gd name="connsiteX1" fmla="*/ 251848 w 4422034"/>
              <a:gd name="connsiteY1" fmla="*/ 0 h 1511055"/>
              <a:gd name="connsiteX2" fmla="*/ 4170186 w 4422034"/>
              <a:gd name="connsiteY2" fmla="*/ 0 h 1511055"/>
              <a:gd name="connsiteX3" fmla="*/ 4422034 w 4422034"/>
              <a:gd name="connsiteY3" fmla="*/ 251848 h 1511055"/>
              <a:gd name="connsiteX4" fmla="*/ 4422034 w 4422034"/>
              <a:gd name="connsiteY4" fmla="*/ 1259207 h 1511055"/>
              <a:gd name="connsiteX5" fmla="*/ 4170186 w 4422034"/>
              <a:gd name="connsiteY5" fmla="*/ 1511055 h 1511055"/>
              <a:gd name="connsiteX6" fmla="*/ 251848 w 4422034"/>
              <a:gd name="connsiteY6" fmla="*/ 1511055 h 1511055"/>
              <a:gd name="connsiteX7" fmla="*/ 0 w 4422034"/>
              <a:gd name="connsiteY7" fmla="*/ 1259207 h 1511055"/>
              <a:gd name="connsiteX8" fmla="*/ 0 w 4422034"/>
              <a:gd name="connsiteY8" fmla="*/ 251848 h 1511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2034" h="1511055">
                <a:moveTo>
                  <a:pt x="0" y="251848"/>
                </a:moveTo>
                <a:cubicBezTo>
                  <a:pt x="0" y="112756"/>
                  <a:pt x="112756" y="0"/>
                  <a:pt x="251848" y="0"/>
                </a:cubicBezTo>
                <a:lnTo>
                  <a:pt x="4170186" y="0"/>
                </a:lnTo>
                <a:cubicBezTo>
                  <a:pt x="4309278" y="0"/>
                  <a:pt x="4422034" y="112756"/>
                  <a:pt x="4422034" y="251848"/>
                </a:cubicBezTo>
                <a:lnTo>
                  <a:pt x="4422034" y="1259207"/>
                </a:lnTo>
                <a:cubicBezTo>
                  <a:pt x="4422034" y="1398299"/>
                  <a:pt x="4309278" y="1511055"/>
                  <a:pt x="4170186" y="1511055"/>
                </a:cubicBezTo>
                <a:lnTo>
                  <a:pt x="251848" y="1511055"/>
                </a:lnTo>
                <a:cubicBezTo>
                  <a:pt x="112756" y="1511055"/>
                  <a:pt x="0" y="1398299"/>
                  <a:pt x="0" y="1259207"/>
                </a:cubicBezTo>
                <a:lnTo>
                  <a:pt x="0" y="251848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3794" tIns="313794" rIns="313794" bIns="313794" numCol="1" spcCol="1270" rtlCol="1" anchor="ctr" anchorCtr="0">
            <a:noAutofit/>
          </a:bodyPr>
          <a:lstStyle/>
          <a:p>
            <a:pPr marL="0" lvl="0" indent="0" algn="r" defTabSz="2800350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41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عدد المبيعات</a:t>
            </a:r>
            <a:endParaRPr lang="en-US" sz="41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D75DD3-2EB8-EBEA-75D4-3F3A4DD011E4}"/>
              </a:ext>
            </a:extLst>
          </p:cNvPr>
          <p:cNvGrpSpPr/>
          <p:nvPr/>
        </p:nvGrpSpPr>
        <p:grpSpPr>
          <a:xfrm>
            <a:off x="5559081" y="3752932"/>
            <a:ext cx="3014671" cy="2097358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A20BAE-8F45-6CFF-DFF1-9A0AFB32D59D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DF3AEE-A016-91EE-B60F-3EBD9787159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45720" rtl="1">
                <a:lnSpc>
                  <a:spcPct val="110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45720" rtl="1">
                <a:lnSpc>
                  <a:spcPct val="110000"/>
                </a:lnSpc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أهمية أن تكون الشركة واقعية </a:t>
              </a:r>
              <a:br>
                <a:rPr lang="en-GB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عند تحديد مراحل السوق الرئيسية الخاصة بها؟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42723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70385" y="1412776"/>
            <a:ext cx="8003231" cy="49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 rtl="1"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tx2"/>
                </a:solidFill>
                <a:effectLst/>
                <a:ea typeface="Arial" charset="0"/>
              </a:defRPr>
            </a:lvl1pPr>
            <a:lvl2pPr algn="ctr" rtl="1">
              <a:defRPr sz="4400">
                <a:solidFill>
                  <a:schemeClr val="tx2"/>
                </a:solidFill>
                <a:ea typeface="Arial" charset="0"/>
              </a:defRPr>
            </a:lvl2pPr>
            <a:lvl3pPr algn="ctr" rtl="1">
              <a:defRPr sz="4400">
                <a:solidFill>
                  <a:schemeClr val="tx2"/>
                </a:solidFill>
                <a:ea typeface="Arial" charset="0"/>
              </a:defRPr>
            </a:lvl3pPr>
            <a:lvl4pPr algn="ctr" rtl="1">
              <a:defRPr sz="4400">
                <a:solidFill>
                  <a:schemeClr val="tx2"/>
                </a:solidFill>
                <a:ea typeface="Arial" charset="0"/>
              </a:defRPr>
            </a:lvl4pPr>
            <a:lvl5pPr algn="ctr" rtl="1">
              <a:defRPr sz="4400">
                <a:solidFill>
                  <a:schemeClr val="tx2"/>
                </a:solidFill>
                <a:ea typeface="Arial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100000"/>
              </a:lnSpc>
            </a:pPr>
            <a:r>
              <a:rPr lang="ar" sz="34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جداول زمنية في خطة تشغيلية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60E69-DA57-7903-A57B-CDFE1C7C6E02}"/>
              </a:ext>
            </a:extLst>
          </p:cNvPr>
          <p:cNvSpPr txBox="1"/>
          <p:nvPr/>
        </p:nvSpPr>
        <p:spPr bwMode="auto">
          <a:xfrm>
            <a:off x="611560" y="2121280"/>
            <a:ext cx="7920880" cy="1212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algn="ctr" rtl="1">
              <a:spcBef>
                <a:spcPct val="20000"/>
              </a:spcBef>
            </a:pPr>
            <a:r>
              <a:rPr lang="ar" sz="2200" b="1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المراحل الرئيسية المالية</a:t>
            </a:r>
          </a:p>
          <a:p>
            <a:pPr algn="ctr" rtl="1">
              <a:spcBef>
                <a:spcPct val="20000"/>
              </a:spcBef>
            </a:pPr>
            <a:endParaRPr lang="en-US" sz="14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algn="ctr" rtl="1">
              <a:spcBef>
                <a:spcPct val="20000"/>
              </a:spcBef>
            </a:pPr>
            <a:r>
              <a:rPr lang="ar" sz="2200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قد تحدد الشركة أهدافًا للحصول على قدر معين من الإيرادات أو الأرباح</a:t>
            </a:r>
            <a:endParaRPr lang="en-US" sz="22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3121DAE-6CE9-4891-35C3-3B668D64AC4B}"/>
              </a:ext>
            </a:extLst>
          </p:cNvPr>
          <p:cNvSpPr/>
          <p:nvPr/>
        </p:nvSpPr>
        <p:spPr>
          <a:xfrm>
            <a:off x="599930" y="3752932"/>
            <a:ext cx="4422034" cy="966598"/>
          </a:xfrm>
          <a:custGeom>
            <a:avLst/>
            <a:gdLst>
              <a:gd name="connsiteX0" fmla="*/ 0 w 4422034"/>
              <a:gd name="connsiteY0" fmla="*/ 227862 h 1367144"/>
              <a:gd name="connsiteX1" fmla="*/ 227862 w 4422034"/>
              <a:gd name="connsiteY1" fmla="*/ 0 h 1367144"/>
              <a:gd name="connsiteX2" fmla="*/ 4194172 w 4422034"/>
              <a:gd name="connsiteY2" fmla="*/ 0 h 1367144"/>
              <a:gd name="connsiteX3" fmla="*/ 4422034 w 4422034"/>
              <a:gd name="connsiteY3" fmla="*/ 227862 h 1367144"/>
              <a:gd name="connsiteX4" fmla="*/ 4422034 w 4422034"/>
              <a:gd name="connsiteY4" fmla="*/ 1139282 h 1367144"/>
              <a:gd name="connsiteX5" fmla="*/ 4194172 w 4422034"/>
              <a:gd name="connsiteY5" fmla="*/ 1367144 h 1367144"/>
              <a:gd name="connsiteX6" fmla="*/ 227862 w 4422034"/>
              <a:gd name="connsiteY6" fmla="*/ 1367144 h 1367144"/>
              <a:gd name="connsiteX7" fmla="*/ 0 w 4422034"/>
              <a:gd name="connsiteY7" fmla="*/ 1139282 h 1367144"/>
              <a:gd name="connsiteX8" fmla="*/ 0 w 4422034"/>
              <a:gd name="connsiteY8" fmla="*/ 227862 h 13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2034" h="1367144">
                <a:moveTo>
                  <a:pt x="0" y="227862"/>
                </a:moveTo>
                <a:cubicBezTo>
                  <a:pt x="0" y="102017"/>
                  <a:pt x="102017" y="0"/>
                  <a:pt x="227862" y="0"/>
                </a:cubicBezTo>
                <a:lnTo>
                  <a:pt x="4194172" y="0"/>
                </a:lnTo>
                <a:cubicBezTo>
                  <a:pt x="4320017" y="0"/>
                  <a:pt x="4422034" y="102017"/>
                  <a:pt x="4422034" y="227862"/>
                </a:cubicBezTo>
                <a:lnTo>
                  <a:pt x="4422034" y="1139282"/>
                </a:lnTo>
                <a:cubicBezTo>
                  <a:pt x="4422034" y="1265127"/>
                  <a:pt x="4320017" y="1367144"/>
                  <a:pt x="4194172" y="1367144"/>
                </a:cubicBezTo>
                <a:lnTo>
                  <a:pt x="227862" y="1367144"/>
                </a:lnTo>
                <a:cubicBezTo>
                  <a:pt x="102017" y="1367144"/>
                  <a:pt x="0" y="1265127"/>
                  <a:pt x="0" y="1139282"/>
                </a:cubicBezTo>
                <a:lnTo>
                  <a:pt x="0" y="22786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3908" tIns="283908" rIns="283908" bIns="283908" numCol="1" spcCol="1270" rtlCol="1" anchor="ctr" anchorCtr="0">
            <a:noAutofit/>
          </a:bodyPr>
          <a:lstStyle/>
          <a:p>
            <a:pPr marL="0" lvl="0" indent="0" algn="r" defTabSz="25336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44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الإيرادات</a:t>
            </a:r>
            <a:endParaRPr lang="en-US" sz="44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E0ED6D3-AF69-D546-7638-FF6A82439DE5}"/>
              </a:ext>
            </a:extLst>
          </p:cNvPr>
          <p:cNvSpPr/>
          <p:nvPr/>
        </p:nvSpPr>
        <p:spPr>
          <a:xfrm>
            <a:off x="599930" y="4883691"/>
            <a:ext cx="4422034" cy="966598"/>
          </a:xfrm>
          <a:custGeom>
            <a:avLst/>
            <a:gdLst>
              <a:gd name="connsiteX0" fmla="*/ 0 w 4422034"/>
              <a:gd name="connsiteY0" fmla="*/ 227862 h 1367144"/>
              <a:gd name="connsiteX1" fmla="*/ 227862 w 4422034"/>
              <a:gd name="connsiteY1" fmla="*/ 0 h 1367144"/>
              <a:gd name="connsiteX2" fmla="*/ 4194172 w 4422034"/>
              <a:gd name="connsiteY2" fmla="*/ 0 h 1367144"/>
              <a:gd name="connsiteX3" fmla="*/ 4422034 w 4422034"/>
              <a:gd name="connsiteY3" fmla="*/ 227862 h 1367144"/>
              <a:gd name="connsiteX4" fmla="*/ 4422034 w 4422034"/>
              <a:gd name="connsiteY4" fmla="*/ 1139282 h 1367144"/>
              <a:gd name="connsiteX5" fmla="*/ 4194172 w 4422034"/>
              <a:gd name="connsiteY5" fmla="*/ 1367144 h 1367144"/>
              <a:gd name="connsiteX6" fmla="*/ 227862 w 4422034"/>
              <a:gd name="connsiteY6" fmla="*/ 1367144 h 1367144"/>
              <a:gd name="connsiteX7" fmla="*/ 0 w 4422034"/>
              <a:gd name="connsiteY7" fmla="*/ 1139282 h 1367144"/>
              <a:gd name="connsiteX8" fmla="*/ 0 w 4422034"/>
              <a:gd name="connsiteY8" fmla="*/ 227862 h 13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22034" h="1367144">
                <a:moveTo>
                  <a:pt x="0" y="227862"/>
                </a:moveTo>
                <a:cubicBezTo>
                  <a:pt x="0" y="102017"/>
                  <a:pt x="102017" y="0"/>
                  <a:pt x="227862" y="0"/>
                </a:cubicBezTo>
                <a:lnTo>
                  <a:pt x="4194172" y="0"/>
                </a:lnTo>
                <a:cubicBezTo>
                  <a:pt x="4320017" y="0"/>
                  <a:pt x="4422034" y="102017"/>
                  <a:pt x="4422034" y="227862"/>
                </a:cubicBezTo>
                <a:lnTo>
                  <a:pt x="4422034" y="1139282"/>
                </a:lnTo>
                <a:cubicBezTo>
                  <a:pt x="4422034" y="1265127"/>
                  <a:pt x="4320017" y="1367144"/>
                  <a:pt x="4194172" y="1367144"/>
                </a:cubicBezTo>
                <a:lnTo>
                  <a:pt x="227862" y="1367144"/>
                </a:lnTo>
                <a:cubicBezTo>
                  <a:pt x="102017" y="1367144"/>
                  <a:pt x="0" y="1265127"/>
                  <a:pt x="0" y="1139282"/>
                </a:cubicBezTo>
                <a:lnTo>
                  <a:pt x="0" y="227862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3908" tIns="283908" rIns="283908" bIns="283908" numCol="1" spcCol="1270" rtlCol="1" anchor="ctr" anchorCtr="0">
            <a:noAutofit/>
          </a:bodyPr>
          <a:lstStyle/>
          <a:p>
            <a:pPr marL="0" lvl="0" indent="0" algn="r" defTabSz="25336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44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الربح</a:t>
            </a:r>
            <a:endParaRPr lang="en-US" sz="44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D75DD3-2EB8-EBEA-75D4-3F3A4DD011E4}"/>
              </a:ext>
            </a:extLst>
          </p:cNvPr>
          <p:cNvGrpSpPr/>
          <p:nvPr/>
        </p:nvGrpSpPr>
        <p:grpSpPr>
          <a:xfrm>
            <a:off x="5559081" y="3752932"/>
            <a:ext cx="3014671" cy="2097358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A20BAE-8F45-6CFF-DFF1-9A0AFB32D59D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DF3AEE-A016-91EE-B60F-3EBD9787159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45720" rtl="1">
                <a:lnSpc>
                  <a:spcPct val="110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45720" rtl="1">
                <a:lnSpc>
                  <a:spcPct val="110000"/>
                </a:lnSpc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لمَ قد لا تحقق الشركة ربحًا في </a:t>
              </a:r>
              <a:br>
                <a:rPr lang="en-GB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بداية تأسيسها؟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2276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70385" y="1334395"/>
            <a:ext cx="8003231" cy="49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 rtl="1">
              <a:lnSpc>
                <a:spcPct val="90000"/>
              </a:lnSpc>
              <a:spcAft>
                <a:spcPts val="600"/>
              </a:spcAft>
              <a:defRPr sz="2000">
                <a:solidFill>
                  <a:schemeClr val="tx2"/>
                </a:solidFill>
                <a:effectLst/>
                <a:ea typeface="Arial" charset="0"/>
              </a:defRPr>
            </a:lvl1pPr>
            <a:lvl2pPr algn="ctr" rtl="1">
              <a:defRPr sz="4400">
                <a:solidFill>
                  <a:schemeClr val="tx2"/>
                </a:solidFill>
                <a:ea typeface="Arial" charset="0"/>
              </a:defRPr>
            </a:lvl2pPr>
            <a:lvl3pPr algn="ctr" rtl="1">
              <a:defRPr sz="4400">
                <a:solidFill>
                  <a:schemeClr val="tx2"/>
                </a:solidFill>
                <a:ea typeface="Arial" charset="0"/>
              </a:defRPr>
            </a:lvl3pPr>
            <a:lvl4pPr algn="ctr" rtl="1">
              <a:defRPr sz="4400">
                <a:solidFill>
                  <a:schemeClr val="tx2"/>
                </a:solidFill>
                <a:ea typeface="Arial" charset="0"/>
              </a:defRPr>
            </a:lvl4pPr>
            <a:lvl5pPr algn="ctr" rtl="1">
              <a:defRPr sz="4400">
                <a:solidFill>
                  <a:schemeClr val="tx2"/>
                </a:solidFill>
                <a:ea typeface="Arial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34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أ4 جداول زمنية في خطة تشغيلية (4)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60E69-DA57-7903-A57B-CDFE1C7C6E02}"/>
              </a:ext>
            </a:extLst>
          </p:cNvPr>
          <p:cNvSpPr txBox="1"/>
          <p:nvPr/>
        </p:nvSpPr>
        <p:spPr bwMode="auto">
          <a:xfrm>
            <a:off x="667746" y="1818612"/>
            <a:ext cx="7920880" cy="12121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  <a:spcBef>
                <a:spcPct val="20000"/>
              </a:spcBef>
            </a:pPr>
            <a:r>
              <a:rPr lang="ar" sz="2900" b="1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مخططات جانت</a:t>
            </a:r>
            <a:endParaRPr lang="en-US" sz="29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algn="ctr" rtl="1">
              <a:lnSpc>
                <a:spcPct val="90000"/>
              </a:lnSpc>
              <a:spcBef>
                <a:spcPts val="400"/>
              </a:spcBef>
            </a:pPr>
            <a:r>
              <a:rPr lang="ar" sz="2900">
                <a:solidFill>
                  <a:srgbClr val="7030A0"/>
                </a:solidFill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تستخدم بعض الشركات مخططات جانت باعتبارها وسيلة لتخطيط الأهداف، والأولويات، والمراحل الرئيسية </a:t>
            </a:r>
            <a:endParaRPr lang="en-US" sz="2900">
              <a:solidFill>
                <a:srgbClr val="7030A0"/>
              </a:solidFill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F132A08-9239-97D8-177C-A616A94B29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8952105"/>
              </p:ext>
            </p:extLst>
          </p:nvPr>
        </p:nvGraphicFramePr>
        <p:xfrm>
          <a:off x="287525" y="3187824"/>
          <a:ext cx="8568952" cy="24333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862815">
                  <a:extLst>
                    <a:ext uri="{9D8B030D-6E8A-4147-A177-3AD203B41FA5}">
                      <a16:colId xmlns:a16="http://schemas.microsoft.com/office/drawing/2014/main" val="3341854073"/>
                    </a:ext>
                  </a:extLst>
                </a:gridCol>
                <a:gridCol w="1117689">
                  <a:extLst>
                    <a:ext uri="{9D8B030D-6E8A-4147-A177-3AD203B41FA5}">
                      <a16:colId xmlns:a16="http://schemas.microsoft.com/office/drawing/2014/main" val="1970462414"/>
                    </a:ext>
                  </a:extLst>
                </a:gridCol>
                <a:gridCol w="1266714">
                  <a:extLst>
                    <a:ext uri="{9D8B030D-6E8A-4147-A177-3AD203B41FA5}">
                      <a16:colId xmlns:a16="http://schemas.microsoft.com/office/drawing/2014/main" val="3525251962"/>
                    </a:ext>
                  </a:extLst>
                </a:gridCol>
                <a:gridCol w="1117689">
                  <a:extLst>
                    <a:ext uri="{9D8B030D-6E8A-4147-A177-3AD203B41FA5}">
                      <a16:colId xmlns:a16="http://schemas.microsoft.com/office/drawing/2014/main" val="3881108143"/>
                    </a:ext>
                  </a:extLst>
                </a:gridCol>
                <a:gridCol w="1117689">
                  <a:extLst>
                    <a:ext uri="{9D8B030D-6E8A-4147-A177-3AD203B41FA5}">
                      <a16:colId xmlns:a16="http://schemas.microsoft.com/office/drawing/2014/main" val="3716556977"/>
                    </a:ext>
                  </a:extLst>
                </a:gridCol>
                <a:gridCol w="1043176">
                  <a:extLst>
                    <a:ext uri="{9D8B030D-6E8A-4147-A177-3AD203B41FA5}">
                      <a16:colId xmlns:a16="http://schemas.microsoft.com/office/drawing/2014/main" val="3073789401"/>
                    </a:ext>
                  </a:extLst>
                </a:gridCol>
                <a:gridCol w="1043180">
                  <a:extLst>
                    <a:ext uri="{9D8B030D-6E8A-4147-A177-3AD203B41FA5}">
                      <a16:colId xmlns:a16="http://schemas.microsoft.com/office/drawing/2014/main" val="4162358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1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2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3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4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5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الأسبوع 6</a:t>
                      </a:r>
                    </a:p>
                  </a:txBody>
                  <a:tcPr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0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تحديد ما سيُباع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1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تصميم المواد التسويقية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5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طلب الإمدادات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74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توزيع الملصقات / النشرات الإعلانية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2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1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إنتاج المنتجات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7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5037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ب - الموضوعات</a:t>
            </a:r>
            <a:endParaRPr lang="en-GB" altLang="en-US" sz="36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33FDE71-6849-9126-F0BA-6F9435B04B1A}"/>
              </a:ext>
            </a:extLst>
          </p:cNvPr>
          <p:cNvSpPr/>
          <p:nvPr/>
        </p:nvSpPr>
        <p:spPr>
          <a:xfrm>
            <a:off x="4716179" y="2197618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1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52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730" tIns="125730" rIns="125730" bIns="125730" numCol="1" spcCol="1270" rtlCol="1" anchor="ctr" anchorCtr="0">
            <a:noAutofit/>
          </a:bodyPr>
          <a:lstStyle/>
          <a:p>
            <a:pPr marL="0" lvl="0" indent="0" algn="ctr" defTabSz="14668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خلال فترة التداول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73D72D2-95ED-DEAB-3577-E901DCA845D9}"/>
              </a:ext>
            </a:extLst>
          </p:cNvPr>
          <p:cNvSpPr/>
          <p:nvPr/>
        </p:nvSpPr>
        <p:spPr>
          <a:xfrm>
            <a:off x="1299779" y="2197618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730" tIns="125730" rIns="125730" bIns="125730" numCol="1" spcCol="1270" rtlCol="1" anchor="ctr" anchorCtr="0">
            <a:noAutofit/>
          </a:bodyPr>
          <a:lstStyle/>
          <a:p>
            <a:pPr marL="0" lvl="0" indent="0" algn="ctr" defTabSz="14668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ب2 مهارات البيع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وتقنياته خلال فترة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التداول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1327EF7-7720-A07D-5015-0C74D0506B33}"/>
              </a:ext>
            </a:extLst>
          </p:cNvPr>
          <p:cNvSpPr/>
          <p:nvPr/>
        </p:nvSpPr>
        <p:spPr>
          <a:xfrm>
            <a:off x="4716179" y="4371691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730" tIns="125730" rIns="125730" bIns="125730" numCol="1" spcCol="1270" rtlCol="1" anchor="ctr" anchorCtr="0">
            <a:noAutofit/>
          </a:bodyPr>
          <a:lstStyle/>
          <a:p>
            <a:pPr marL="0" lvl="0" indent="0" algn="ctr" defTabSz="14668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ب3 مهارات الاهتمام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بالعملاء خلال فترة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التداول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986D6A-0005-62E1-39E6-ADAF92FCE96F}"/>
              </a:ext>
            </a:extLst>
          </p:cNvPr>
          <p:cNvSpPr/>
          <p:nvPr/>
        </p:nvSpPr>
        <p:spPr>
          <a:xfrm>
            <a:off x="1299779" y="4371691"/>
            <a:ext cx="3105818" cy="1863490"/>
          </a:xfrm>
          <a:custGeom>
            <a:avLst/>
            <a:gdLst>
              <a:gd name="connsiteX0" fmla="*/ 0 w 3105818"/>
              <a:gd name="connsiteY0" fmla="*/ 0 h 1863490"/>
              <a:gd name="connsiteX1" fmla="*/ 3105818 w 3105818"/>
              <a:gd name="connsiteY1" fmla="*/ 0 h 1863490"/>
              <a:gd name="connsiteX2" fmla="*/ 3105818 w 3105818"/>
              <a:gd name="connsiteY2" fmla="*/ 1863490 h 1863490"/>
              <a:gd name="connsiteX3" fmla="*/ 0 w 3105818"/>
              <a:gd name="connsiteY3" fmla="*/ 1863490 h 1863490"/>
              <a:gd name="connsiteX4" fmla="*/ 0 w 3105818"/>
              <a:gd name="connsiteY4" fmla="*/ 0 h 186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5818" h="1863490">
                <a:moveTo>
                  <a:pt x="0" y="0"/>
                </a:moveTo>
                <a:lnTo>
                  <a:pt x="3105818" y="0"/>
                </a:lnTo>
                <a:lnTo>
                  <a:pt x="3105818" y="1863490"/>
                </a:lnTo>
                <a:lnTo>
                  <a:pt x="0" y="186349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730" tIns="125730" rIns="125730" bIns="125730" numCol="1" spcCol="1270" rtlCol="1" anchor="ctr" anchorCtr="0">
            <a:noAutofit/>
          </a:bodyPr>
          <a:lstStyle/>
          <a:p>
            <a:pPr marL="0" lvl="0" indent="0" algn="ctr" defTabSz="14668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ب4 إجراءات التعامل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 الشؤون المالية خلال </a:t>
            </a:r>
            <a:br>
              <a:rPr lang="en-GB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7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فترة التداول</a:t>
            </a:r>
          </a:p>
        </p:txBody>
      </p:sp>
    </p:spTree>
    <p:extLst>
      <p:ext uri="{BB962C8B-B14F-4D97-AF65-F5344CB8AC3E}">
        <p14:creationId xmlns:p14="http://schemas.microsoft.com/office/powerpoint/2010/main" val="9434218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5" y="1195200"/>
            <a:ext cx="3141986" cy="108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>
              <a:lnSpc>
                <a:spcPct val="110000"/>
              </a:lnSpc>
            </a:pPr>
            <a:r>
              <a:rPr lang="ar" sz="2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(1)</a:t>
            </a: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CBAD16E4-0D6D-392C-85A6-036FFC73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5" y="2576258"/>
            <a:ext cx="3286003" cy="3589046"/>
          </a:xfrm>
        </p:spPr>
        <p:txBody>
          <a:bodyPr rtlCol="1"/>
          <a:lstStyle/>
          <a:p>
            <a:pPr rtl="1">
              <a:lnSpc>
                <a:spcPct val="110000"/>
              </a:lnSpc>
            </a:pPr>
            <a:r>
              <a:rPr lang="ar" sz="2200"/>
              <a:t>لتتمكن من إدارة شركة صغيرة بنجاح، ستحتاج أولًا إلى التفكير في: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/>
              <a:t>ما ستبيعه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/>
              <a:t>مكان البيع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/>
              <a:t>المعلومات التي يحتاج العملاء إليها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/>
              <a:t>كيفية الترويج لما ستبيعه</a:t>
            </a:r>
          </a:p>
          <a:p>
            <a:pPr marL="342900" indent="-34290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2200"/>
              <a:t>ما ستفرض عليه رسومًا</a:t>
            </a:r>
            <a:r>
              <a:rPr lang="ar" sz="2200">
                <a:effectLst/>
              </a:rPr>
              <a:t>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45BEE18-7DB4-CBBA-DB81-D548AA8EA727}"/>
              </a:ext>
            </a:extLst>
          </p:cNvPr>
          <p:cNvSpPr/>
          <p:nvPr/>
        </p:nvSpPr>
        <p:spPr>
          <a:xfrm>
            <a:off x="457201" y="1964913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المنتج أو الخدمة</a:t>
            </a:r>
            <a:endParaRPr lang="en-US" sz="20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340BC81-7C6B-F883-56FA-66BB1FCE067C}"/>
              </a:ext>
            </a:extLst>
          </p:cNvPr>
          <p:cNvSpPr/>
          <p:nvPr/>
        </p:nvSpPr>
        <p:spPr>
          <a:xfrm>
            <a:off x="457201" y="2629091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إعداد الموقع</a:t>
            </a: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59D6DD2-AECD-7231-DBEF-20AAB2EA1BFE}"/>
              </a:ext>
            </a:extLst>
          </p:cNvPr>
          <p:cNvSpPr/>
          <p:nvPr/>
        </p:nvSpPr>
        <p:spPr>
          <a:xfrm>
            <a:off x="457201" y="3327581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إنتاج المواقع الإلكترونية والتجارة الإلكترونية</a:t>
            </a:r>
            <a:endParaRPr lang="en-US" sz="20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9C0F29C-1135-554C-9E27-3997C8876544}"/>
              </a:ext>
            </a:extLst>
          </p:cNvPr>
          <p:cNvSpPr/>
          <p:nvPr/>
        </p:nvSpPr>
        <p:spPr>
          <a:xfrm>
            <a:off x="457201" y="4026071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إنتاج معلومات المنتج وعرضها</a:t>
            </a: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B9F6C2-3001-DF7B-602A-32424E3B7DE6}"/>
              </a:ext>
            </a:extLst>
          </p:cNvPr>
          <p:cNvSpPr/>
          <p:nvPr/>
        </p:nvSpPr>
        <p:spPr>
          <a:xfrm>
            <a:off x="457201" y="4724561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إنتاج المواد الترويجية وعرضها</a:t>
            </a:r>
            <a:endParaRPr lang="en-US" sz="20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11F794-6A56-2B89-D9BC-AF9367041ADD}"/>
              </a:ext>
            </a:extLst>
          </p:cNvPr>
          <p:cNvSpPr/>
          <p:nvPr/>
        </p:nvSpPr>
        <p:spPr>
          <a:xfrm>
            <a:off x="457201" y="5423051"/>
            <a:ext cx="5111751" cy="623610"/>
          </a:xfrm>
          <a:custGeom>
            <a:avLst/>
            <a:gdLst>
              <a:gd name="connsiteX0" fmla="*/ 0 w 5111751"/>
              <a:gd name="connsiteY0" fmla="*/ 103937 h 623610"/>
              <a:gd name="connsiteX1" fmla="*/ 103937 w 5111751"/>
              <a:gd name="connsiteY1" fmla="*/ 0 h 623610"/>
              <a:gd name="connsiteX2" fmla="*/ 5007814 w 5111751"/>
              <a:gd name="connsiteY2" fmla="*/ 0 h 623610"/>
              <a:gd name="connsiteX3" fmla="*/ 5111751 w 5111751"/>
              <a:gd name="connsiteY3" fmla="*/ 103937 h 623610"/>
              <a:gd name="connsiteX4" fmla="*/ 5111751 w 5111751"/>
              <a:gd name="connsiteY4" fmla="*/ 519673 h 623610"/>
              <a:gd name="connsiteX5" fmla="*/ 5007814 w 5111751"/>
              <a:gd name="connsiteY5" fmla="*/ 623610 h 623610"/>
              <a:gd name="connsiteX6" fmla="*/ 103937 w 5111751"/>
              <a:gd name="connsiteY6" fmla="*/ 623610 h 623610"/>
              <a:gd name="connsiteX7" fmla="*/ 0 w 5111751"/>
              <a:gd name="connsiteY7" fmla="*/ 519673 h 623610"/>
              <a:gd name="connsiteX8" fmla="*/ 0 w 5111751"/>
              <a:gd name="connsiteY8" fmla="*/ 103937 h 62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1751" h="623610">
                <a:moveTo>
                  <a:pt x="0" y="103937"/>
                </a:moveTo>
                <a:cubicBezTo>
                  <a:pt x="0" y="46534"/>
                  <a:pt x="46534" y="0"/>
                  <a:pt x="103937" y="0"/>
                </a:cubicBezTo>
                <a:lnTo>
                  <a:pt x="5007814" y="0"/>
                </a:lnTo>
                <a:cubicBezTo>
                  <a:pt x="5065217" y="0"/>
                  <a:pt x="5111751" y="46534"/>
                  <a:pt x="5111751" y="103937"/>
                </a:cubicBezTo>
                <a:lnTo>
                  <a:pt x="5111751" y="519673"/>
                </a:lnTo>
                <a:cubicBezTo>
                  <a:pt x="5111751" y="577076"/>
                  <a:pt x="5065217" y="623610"/>
                  <a:pt x="5007814" y="623610"/>
                </a:cubicBezTo>
                <a:lnTo>
                  <a:pt x="103937" y="623610"/>
                </a:lnTo>
                <a:cubicBezTo>
                  <a:pt x="46534" y="623610"/>
                  <a:pt x="0" y="577076"/>
                  <a:pt x="0" y="519673"/>
                </a:cubicBezTo>
                <a:lnTo>
                  <a:pt x="0" y="10393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9502" tIns="129502" rIns="129502" bIns="129502" numCol="1" spcCol="1270" rtlCol="1" anchor="ctr" anchorCtr="0">
            <a:noAutofit/>
          </a:bodyPr>
          <a:lstStyle/>
          <a:p>
            <a:pPr marL="0" lvl="0" indent="0" algn="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الأسعار وعرضها.</a:t>
            </a:r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03" y="1078187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0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(2)</a:t>
            </a:r>
            <a:endParaRPr lang="en-GB" sz="30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D112F9-C9EF-12B3-BD0B-A01518C0A32D}"/>
              </a:ext>
            </a:extLst>
          </p:cNvPr>
          <p:cNvSpPr/>
          <p:nvPr/>
        </p:nvSpPr>
        <p:spPr>
          <a:xfrm>
            <a:off x="4649203" y="2691488"/>
            <a:ext cx="3816424" cy="1216800"/>
          </a:xfrm>
          <a:custGeom>
            <a:avLst/>
            <a:gdLst>
              <a:gd name="connsiteX0" fmla="*/ 0 w 3816424"/>
              <a:gd name="connsiteY0" fmla="*/ 202804 h 1216800"/>
              <a:gd name="connsiteX1" fmla="*/ 202804 w 3816424"/>
              <a:gd name="connsiteY1" fmla="*/ 0 h 1216800"/>
              <a:gd name="connsiteX2" fmla="*/ 3613620 w 3816424"/>
              <a:gd name="connsiteY2" fmla="*/ 0 h 1216800"/>
              <a:gd name="connsiteX3" fmla="*/ 3816424 w 3816424"/>
              <a:gd name="connsiteY3" fmla="*/ 202804 h 1216800"/>
              <a:gd name="connsiteX4" fmla="*/ 3816424 w 3816424"/>
              <a:gd name="connsiteY4" fmla="*/ 1013996 h 1216800"/>
              <a:gd name="connsiteX5" fmla="*/ 3613620 w 3816424"/>
              <a:gd name="connsiteY5" fmla="*/ 1216800 h 1216800"/>
              <a:gd name="connsiteX6" fmla="*/ 202804 w 3816424"/>
              <a:gd name="connsiteY6" fmla="*/ 1216800 h 1216800"/>
              <a:gd name="connsiteX7" fmla="*/ 0 w 3816424"/>
              <a:gd name="connsiteY7" fmla="*/ 1013996 h 1216800"/>
              <a:gd name="connsiteX8" fmla="*/ 0 w 3816424"/>
              <a:gd name="connsiteY8" fmla="*/ 202804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424" h="1216800">
                <a:moveTo>
                  <a:pt x="0" y="202804"/>
                </a:moveTo>
                <a:cubicBezTo>
                  <a:pt x="0" y="90798"/>
                  <a:pt x="90798" y="0"/>
                  <a:pt x="202804" y="0"/>
                </a:cubicBezTo>
                <a:lnTo>
                  <a:pt x="3613620" y="0"/>
                </a:lnTo>
                <a:cubicBezTo>
                  <a:pt x="3725626" y="0"/>
                  <a:pt x="3816424" y="90798"/>
                  <a:pt x="3816424" y="202804"/>
                </a:cubicBezTo>
                <a:lnTo>
                  <a:pt x="3816424" y="1013996"/>
                </a:lnTo>
                <a:cubicBezTo>
                  <a:pt x="3816424" y="1126002"/>
                  <a:pt x="3725626" y="1216800"/>
                  <a:pt x="3613620" y="1216800"/>
                </a:cubicBezTo>
                <a:lnTo>
                  <a:pt x="202804" y="1216800"/>
                </a:lnTo>
                <a:cubicBezTo>
                  <a:pt x="90798" y="1216800"/>
                  <a:pt x="0" y="1126002"/>
                  <a:pt x="0" y="1013996"/>
                </a:cubicBezTo>
                <a:lnTo>
                  <a:pt x="0" y="2028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39" tIns="150839" rIns="150839" bIns="150839" numCol="1" spcCol="1270" rtlCol="1" anchor="ctr" anchorCtr="0">
            <a:noAutofit/>
          </a:bodyPr>
          <a:lstStyle/>
          <a:p>
            <a:pPr marL="0" lvl="0" indent="0" algn="r" defTabSz="10668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هو المنتج/الخدمة وهل هو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جاهز للبيع؟ </a:t>
            </a:r>
            <a:endParaRPr lang="en-US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6B7E9EE-C3C7-D8C9-A51B-7FB211407A0C}"/>
              </a:ext>
            </a:extLst>
          </p:cNvPr>
          <p:cNvSpPr/>
          <p:nvPr/>
        </p:nvSpPr>
        <p:spPr>
          <a:xfrm>
            <a:off x="4649203" y="4008399"/>
            <a:ext cx="3816424" cy="1216800"/>
          </a:xfrm>
          <a:custGeom>
            <a:avLst/>
            <a:gdLst>
              <a:gd name="connsiteX0" fmla="*/ 0 w 3816424"/>
              <a:gd name="connsiteY0" fmla="*/ 202804 h 1216800"/>
              <a:gd name="connsiteX1" fmla="*/ 202804 w 3816424"/>
              <a:gd name="connsiteY1" fmla="*/ 0 h 1216800"/>
              <a:gd name="connsiteX2" fmla="*/ 3613620 w 3816424"/>
              <a:gd name="connsiteY2" fmla="*/ 0 h 1216800"/>
              <a:gd name="connsiteX3" fmla="*/ 3816424 w 3816424"/>
              <a:gd name="connsiteY3" fmla="*/ 202804 h 1216800"/>
              <a:gd name="connsiteX4" fmla="*/ 3816424 w 3816424"/>
              <a:gd name="connsiteY4" fmla="*/ 1013996 h 1216800"/>
              <a:gd name="connsiteX5" fmla="*/ 3613620 w 3816424"/>
              <a:gd name="connsiteY5" fmla="*/ 1216800 h 1216800"/>
              <a:gd name="connsiteX6" fmla="*/ 202804 w 3816424"/>
              <a:gd name="connsiteY6" fmla="*/ 1216800 h 1216800"/>
              <a:gd name="connsiteX7" fmla="*/ 0 w 3816424"/>
              <a:gd name="connsiteY7" fmla="*/ 1013996 h 1216800"/>
              <a:gd name="connsiteX8" fmla="*/ 0 w 3816424"/>
              <a:gd name="connsiteY8" fmla="*/ 202804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424" h="1216800">
                <a:moveTo>
                  <a:pt x="0" y="202804"/>
                </a:moveTo>
                <a:cubicBezTo>
                  <a:pt x="0" y="90798"/>
                  <a:pt x="90798" y="0"/>
                  <a:pt x="202804" y="0"/>
                </a:cubicBezTo>
                <a:lnTo>
                  <a:pt x="3613620" y="0"/>
                </a:lnTo>
                <a:cubicBezTo>
                  <a:pt x="3725626" y="0"/>
                  <a:pt x="3816424" y="90798"/>
                  <a:pt x="3816424" y="202804"/>
                </a:cubicBezTo>
                <a:lnTo>
                  <a:pt x="3816424" y="1013996"/>
                </a:lnTo>
                <a:cubicBezTo>
                  <a:pt x="3816424" y="1126002"/>
                  <a:pt x="3725626" y="1216800"/>
                  <a:pt x="3613620" y="1216800"/>
                </a:cubicBezTo>
                <a:lnTo>
                  <a:pt x="202804" y="1216800"/>
                </a:lnTo>
                <a:cubicBezTo>
                  <a:pt x="90798" y="1216800"/>
                  <a:pt x="0" y="1126002"/>
                  <a:pt x="0" y="1013996"/>
                </a:cubicBezTo>
                <a:lnTo>
                  <a:pt x="0" y="2028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39" tIns="150839" rIns="150839" bIns="150839" numCol="1" spcCol="1270" rtlCol="1" anchor="ctr" anchorCtr="0">
            <a:noAutofit/>
          </a:bodyPr>
          <a:lstStyle/>
          <a:p>
            <a:pPr marL="0" lvl="0" indent="0" algn="r" defTabSz="10668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أحتاج إلى تحضير معلومات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للعملاء حول المنتجات أو الخدمات؟ </a:t>
            </a:r>
            <a:endParaRPr lang="en-US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558639B-E5FF-C0D6-601A-A68ECEAA8FE0}"/>
              </a:ext>
            </a:extLst>
          </p:cNvPr>
          <p:cNvSpPr/>
          <p:nvPr/>
        </p:nvSpPr>
        <p:spPr>
          <a:xfrm>
            <a:off x="737523" y="2691488"/>
            <a:ext cx="3816424" cy="1216800"/>
          </a:xfrm>
          <a:custGeom>
            <a:avLst/>
            <a:gdLst>
              <a:gd name="connsiteX0" fmla="*/ 0 w 3816424"/>
              <a:gd name="connsiteY0" fmla="*/ 202804 h 1216800"/>
              <a:gd name="connsiteX1" fmla="*/ 202804 w 3816424"/>
              <a:gd name="connsiteY1" fmla="*/ 0 h 1216800"/>
              <a:gd name="connsiteX2" fmla="*/ 3613620 w 3816424"/>
              <a:gd name="connsiteY2" fmla="*/ 0 h 1216800"/>
              <a:gd name="connsiteX3" fmla="*/ 3816424 w 3816424"/>
              <a:gd name="connsiteY3" fmla="*/ 202804 h 1216800"/>
              <a:gd name="connsiteX4" fmla="*/ 3816424 w 3816424"/>
              <a:gd name="connsiteY4" fmla="*/ 1013996 h 1216800"/>
              <a:gd name="connsiteX5" fmla="*/ 3613620 w 3816424"/>
              <a:gd name="connsiteY5" fmla="*/ 1216800 h 1216800"/>
              <a:gd name="connsiteX6" fmla="*/ 202804 w 3816424"/>
              <a:gd name="connsiteY6" fmla="*/ 1216800 h 1216800"/>
              <a:gd name="connsiteX7" fmla="*/ 0 w 3816424"/>
              <a:gd name="connsiteY7" fmla="*/ 1013996 h 1216800"/>
              <a:gd name="connsiteX8" fmla="*/ 0 w 3816424"/>
              <a:gd name="connsiteY8" fmla="*/ 202804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424" h="1216800">
                <a:moveTo>
                  <a:pt x="0" y="202804"/>
                </a:moveTo>
                <a:cubicBezTo>
                  <a:pt x="0" y="90798"/>
                  <a:pt x="90798" y="0"/>
                  <a:pt x="202804" y="0"/>
                </a:cubicBezTo>
                <a:lnTo>
                  <a:pt x="3613620" y="0"/>
                </a:lnTo>
                <a:cubicBezTo>
                  <a:pt x="3725626" y="0"/>
                  <a:pt x="3816424" y="90798"/>
                  <a:pt x="3816424" y="202804"/>
                </a:cubicBezTo>
                <a:lnTo>
                  <a:pt x="3816424" y="1013996"/>
                </a:lnTo>
                <a:cubicBezTo>
                  <a:pt x="3816424" y="1126002"/>
                  <a:pt x="3725626" y="1216800"/>
                  <a:pt x="3613620" y="1216800"/>
                </a:cubicBezTo>
                <a:lnTo>
                  <a:pt x="202804" y="1216800"/>
                </a:lnTo>
                <a:cubicBezTo>
                  <a:pt x="90798" y="1216800"/>
                  <a:pt x="0" y="1126002"/>
                  <a:pt x="0" y="1013996"/>
                </a:cubicBezTo>
                <a:lnTo>
                  <a:pt x="0" y="2028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39" tIns="150839" rIns="150839" bIns="150839" numCol="1" spcCol="1270" rtlCol="1" anchor="ctr" anchorCtr="0">
            <a:noAutofit/>
          </a:bodyPr>
          <a:lstStyle/>
          <a:p>
            <a:pPr marL="0" lvl="0" indent="0" algn="r" defTabSz="10668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سأحظى بما يكفي من المنتجات لبيعها خلال فترة التداول؟</a:t>
            </a:r>
            <a:endParaRPr lang="en-US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91106A-E31A-7F81-D1F9-290256B743A5}"/>
              </a:ext>
            </a:extLst>
          </p:cNvPr>
          <p:cNvSpPr/>
          <p:nvPr/>
        </p:nvSpPr>
        <p:spPr>
          <a:xfrm>
            <a:off x="737523" y="4008399"/>
            <a:ext cx="3816424" cy="1216800"/>
          </a:xfrm>
          <a:custGeom>
            <a:avLst/>
            <a:gdLst>
              <a:gd name="connsiteX0" fmla="*/ 0 w 3816424"/>
              <a:gd name="connsiteY0" fmla="*/ 202804 h 1216800"/>
              <a:gd name="connsiteX1" fmla="*/ 202804 w 3816424"/>
              <a:gd name="connsiteY1" fmla="*/ 0 h 1216800"/>
              <a:gd name="connsiteX2" fmla="*/ 3613620 w 3816424"/>
              <a:gd name="connsiteY2" fmla="*/ 0 h 1216800"/>
              <a:gd name="connsiteX3" fmla="*/ 3816424 w 3816424"/>
              <a:gd name="connsiteY3" fmla="*/ 202804 h 1216800"/>
              <a:gd name="connsiteX4" fmla="*/ 3816424 w 3816424"/>
              <a:gd name="connsiteY4" fmla="*/ 1013996 h 1216800"/>
              <a:gd name="connsiteX5" fmla="*/ 3613620 w 3816424"/>
              <a:gd name="connsiteY5" fmla="*/ 1216800 h 1216800"/>
              <a:gd name="connsiteX6" fmla="*/ 202804 w 3816424"/>
              <a:gd name="connsiteY6" fmla="*/ 1216800 h 1216800"/>
              <a:gd name="connsiteX7" fmla="*/ 0 w 3816424"/>
              <a:gd name="connsiteY7" fmla="*/ 1013996 h 1216800"/>
              <a:gd name="connsiteX8" fmla="*/ 0 w 3816424"/>
              <a:gd name="connsiteY8" fmla="*/ 202804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424" h="1216800">
                <a:moveTo>
                  <a:pt x="0" y="202804"/>
                </a:moveTo>
                <a:cubicBezTo>
                  <a:pt x="0" y="90798"/>
                  <a:pt x="90798" y="0"/>
                  <a:pt x="202804" y="0"/>
                </a:cubicBezTo>
                <a:lnTo>
                  <a:pt x="3613620" y="0"/>
                </a:lnTo>
                <a:cubicBezTo>
                  <a:pt x="3725626" y="0"/>
                  <a:pt x="3816424" y="90798"/>
                  <a:pt x="3816424" y="202804"/>
                </a:cubicBezTo>
                <a:lnTo>
                  <a:pt x="3816424" y="1013996"/>
                </a:lnTo>
                <a:cubicBezTo>
                  <a:pt x="3816424" y="1126002"/>
                  <a:pt x="3725626" y="1216800"/>
                  <a:pt x="3613620" y="1216800"/>
                </a:cubicBezTo>
                <a:lnTo>
                  <a:pt x="202804" y="1216800"/>
                </a:lnTo>
                <a:cubicBezTo>
                  <a:pt x="90798" y="1216800"/>
                  <a:pt x="0" y="1126002"/>
                  <a:pt x="0" y="1013996"/>
                </a:cubicBezTo>
                <a:lnTo>
                  <a:pt x="0" y="202804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39" tIns="150839" rIns="150839" bIns="150839" numCol="1" spcCol="1270" rtlCol="1" anchor="ctr" anchorCtr="0">
            <a:noAutofit/>
          </a:bodyPr>
          <a:lstStyle/>
          <a:p>
            <a:pPr marL="0" lvl="0" indent="0" algn="r" defTabSz="10668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يمكنني تغليف المنتج أو الخدمة لجذب الناس للشراء؟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28D0B6-EF6C-A365-1C35-73F5B5B48DBB}"/>
              </a:ext>
            </a:extLst>
          </p:cNvPr>
          <p:cNvGrpSpPr/>
          <p:nvPr/>
        </p:nvGrpSpPr>
        <p:grpSpPr>
          <a:xfrm>
            <a:off x="2830113" y="1784665"/>
            <a:ext cx="3638180" cy="715052"/>
            <a:chOff x="0" y="141693"/>
            <a:chExt cx="5111751" cy="71505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1329E93-E050-8D0E-6D52-8A748B4075BF}"/>
                </a:ext>
              </a:extLst>
            </p:cNvPr>
            <p:cNvSpPr/>
            <p:nvPr/>
          </p:nvSpPr>
          <p:spPr>
            <a:xfrm>
              <a:off x="0" y="141693"/>
              <a:ext cx="5111751" cy="715052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553A9608-CE78-7DC0-05E1-A9DB36E5206E}"/>
                </a:ext>
              </a:extLst>
            </p:cNvPr>
            <p:cNvSpPr txBox="1"/>
            <p:nvPr/>
          </p:nvSpPr>
          <p:spPr>
            <a:xfrm>
              <a:off x="34906" y="176599"/>
              <a:ext cx="5041939" cy="645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إعداد المنتج أو الخدمة</a:t>
              </a:r>
              <a:endParaRPr lang="en-US" sz="2000" b="1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09244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5" y="1146022"/>
            <a:ext cx="893199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/>
            <a:r>
              <a:rPr lang="ar" sz="26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(3)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7A208C-C928-E6C7-BE53-3C4B0D1B743F}"/>
              </a:ext>
            </a:extLst>
          </p:cNvPr>
          <p:cNvGrpSpPr/>
          <p:nvPr/>
        </p:nvGrpSpPr>
        <p:grpSpPr>
          <a:xfrm>
            <a:off x="1256842" y="4330185"/>
            <a:ext cx="2952328" cy="1542991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338B6B-3969-4C4F-02A0-B7884635844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marL="45720" rtl="1">
                <a:spcBef>
                  <a:spcPts val="0"/>
                </a:spcBef>
              </a:pPr>
              <a:endParaRPr lang="en-GB" sz="20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EEBBD-FFCE-4FA9-DEC5-751529B4ACA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45720" rtl="1">
                <a:spcBef>
                  <a:spcPts val="0"/>
                </a:spcBef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45720" rtl="1">
                <a:spcBef>
                  <a:spcPts val="0"/>
                </a:spcBef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أهمية طريقة عرض بضائعك؟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2690EBA-A70F-F07D-311A-1475ABC96756}"/>
              </a:ext>
            </a:extLst>
          </p:cNvPr>
          <p:cNvGrpSpPr/>
          <p:nvPr/>
        </p:nvGrpSpPr>
        <p:grpSpPr>
          <a:xfrm>
            <a:off x="3098252" y="1816363"/>
            <a:ext cx="2947497" cy="715052"/>
            <a:chOff x="0" y="884831"/>
            <a:chExt cx="5111751" cy="71505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20BA12C-C4C9-0AC7-D38B-F8ABF55CF197}"/>
                </a:ext>
              </a:extLst>
            </p:cNvPr>
            <p:cNvSpPr/>
            <p:nvPr/>
          </p:nvSpPr>
          <p:spPr>
            <a:xfrm>
              <a:off x="0" y="884831"/>
              <a:ext cx="5111751" cy="71505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CBB3079-FA46-BB78-3B4B-AD8A46BAF5C3}"/>
                </a:ext>
              </a:extLst>
            </p:cNvPr>
            <p:cNvSpPr txBox="1"/>
            <p:nvPr/>
          </p:nvSpPr>
          <p:spPr>
            <a:xfrm>
              <a:off x="34906" y="919737"/>
              <a:ext cx="5041939" cy="645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إعداد الموقع</a:t>
              </a:r>
              <a:endParaRPr lang="en-US" sz="20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42E34C99-7D17-B501-6DE9-4CCAAA897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91680" y="31128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85BB53-9703-B30C-17F1-9F4635972D88}"/>
              </a:ext>
            </a:extLst>
          </p:cNvPr>
          <p:cNvSpPr/>
          <p:nvPr/>
        </p:nvSpPr>
        <p:spPr>
          <a:xfrm flipH="1">
            <a:off x="6516611" y="3067291"/>
            <a:ext cx="2294340" cy="917736"/>
          </a:xfrm>
          <a:custGeom>
            <a:avLst/>
            <a:gdLst>
              <a:gd name="connsiteX0" fmla="*/ 0 w 2294340"/>
              <a:gd name="connsiteY0" fmla="*/ 0 h 917736"/>
              <a:gd name="connsiteX1" fmla="*/ 1835472 w 2294340"/>
              <a:gd name="connsiteY1" fmla="*/ 0 h 917736"/>
              <a:gd name="connsiteX2" fmla="*/ 2294340 w 2294340"/>
              <a:gd name="connsiteY2" fmla="*/ 458868 h 917736"/>
              <a:gd name="connsiteX3" fmla="*/ 1835472 w 2294340"/>
              <a:gd name="connsiteY3" fmla="*/ 917736 h 917736"/>
              <a:gd name="connsiteX4" fmla="*/ 0 w 2294340"/>
              <a:gd name="connsiteY4" fmla="*/ 917736 h 917736"/>
              <a:gd name="connsiteX5" fmla="*/ 458868 w 2294340"/>
              <a:gd name="connsiteY5" fmla="*/ 458868 h 917736"/>
              <a:gd name="connsiteX6" fmla="*/ 0 w 2294340"/>
              <a:gd name="connsiteY6" fmla="*/ 0 h 91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4340" h="917736">
                <a:moveTo>
                  <a:pt x="0" y="0"/>
                </a:moveTo>
                <a:lnTo>
                  <a:pt x="1835472" y="0"/>
                </a:lnTo>
                <a:lnTo>
                  <a:pt x="2294340" y="458868"/>
                </a:lnTo>
                <a:lnTo>
                  <a:pt x="1835472" y="917736"/>
                </a:lnTo>
                <a:lnTo>
                  <a:pt x="0" y="917736"/>
                </a:lnTo>
                <a:lnTo>
                  <a:pt x="458868" y="4588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4875" tIns="18669" rIns="477537" bIns="18669" numCol="1" spcCol="1270" rtlCol="1" anchor="ctr" anchorCtr="0">
            <a:noAutofit/>
          </a:bodyPr>
          <a:lstStyle/>
          <a:p>
            <a:pPr marL="0" lvl="0" indent="0" algn="ctr" defTabSz="6223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حدد </a:t>
            </a:r>
            <a:br>
              <a:rPr lang="en-GB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الموقع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64AC732-528F-24AD-1AD5-35A274265F69}"/>
              </a:ext>
            </a:extLst>
          </p:cNvPr>
          <p:cNvSpPr/>
          <p:nvPr/>
        </p:nvSpPr>
        <p:spPr>
          <a:xfrm flipH="1">
            <a:off x="4451704" y="3067291"/>
            <a:ext cx="2294340" cy="917736"/>
          </a:xfrm>
          <a:custGeom>
            <a:avLst/>
            <a:gdLst>
              <a:gd name="connsiteX0" fmla="*/ 0 w 2294340"/>
              <a:gd name="connsiteY0" fmla="*/ 0 h 917736"/>
              <a:gd name="connsiteX1" fmla="*/ 1835472 w 2294340"/>
              <a:gd name="connsiteY1" fmla="*/ 0 h 917736"/>
              <a:gd name="connsiteX2" fmla="*/ 2294340 w 2294340"/>
              <a:gd name="connsiteY2" fmla="*/ 458868 h 917736"/>
              <a:gd name="connsiteX3" fmla="*/ 1835472 w 2294340"/>
              <a:gd name="connsiteY3" fmla="*/ 917736 h 917736"/>
              <a:gd name="connsiteX4" fmla="*/ 0 w 2294340"/>
              <a:gd name="connsiteY4" fmla="*/ 917736 h 917736"/>
              <a:gd name="connsiteX5" fmla="*/ 458868 w 2294340"/>
              <a:gd name="connsiteY5" fmla="*/ 458868 h 917736"/>
              <a:gd name="connsiteX6" fmla="*/ 0 w 2294340"/>
              <a:gd name="connsiteY6" fmla="*/ 0 h 91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4340" h="917736">
                <a:moveTo>
                  <a:pt x="0" y="0"/>
                </a:moveTo>
                <a:lnTo>
                  <a:pt x="1835472" y="0"/>
                </a:lnTo>
                <a:lnTo>
                  <a:pt x="2294340" y="458868"/>
                </a:lnTo>
                <a:lnTo>
                  <a:pt x="1835472" y="917736"/>
                </a:lnTo>
                <a:lnTo>
                  <a:pt x="0" y="917736"/>
                </a:lnTo>
                <a:lnTo>
                  <a:pt x="458868" y="4588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4875" tIns="18669" rIns="477537" bIns="18669" numCol="1" spcCol="1270" rtlCol="1" anchor="ctr" anchorCtr="0">
            <a:noAutofit/>
          </a:bodyPr>
          <a:lstStyle/>
          <a:p>
            <a:pPr marL="0" lvl="0" indent="0" algn="ctr" defTabSz="6223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خطِّط الرسم التوضيحي </a:t>
            </a:r>
            <a:br>
              <a:rPr lang="en-GB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والموارد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4D9D6B5-72EC-478C-B08A-3D0ED6C53978}"/>
              </a:ext>
            </a:extLst>
          </p:cNvPr>
          <p:cNvSpPr/>
          <p:nvPr/>
        </p:nvSpPr>
        <p:spPr>
          <a:xfrm flipH="1">
            <a:off x="2386798" y="3067291"/>
            <a:ext cx="2294340" cy="917736"/>
          </a:xfrm>
          <a:custGeom>
            <a:avLst/>
            <a:gdLst>
              <a:gd name="connsiteX0" fmla="*/ 0 w 2294340"/>
              <a:gd name="connsiteY0" fmla="*/ 0 h 917736"/>
              <a:gd name="connsiteX1" fmla="*/ 1835472 w 2294340"/>
              <a:gd name="connsiteY1" fmla="*/ 0 h 917736"/>
              <a:gd name="connsiteX2" fmla="*/ 2294340 w 2294340"/>
              <a:gd name="connsiteY2" fmla="*/ 458868 h 917736"/>
              <a:gd name="connsiteX3" fmla="*/ 1835472 w 2294340"/>
              <a:gd name="connsiteY3" fmla="*/ 917736 h 917736"/>
              <a:gd name="connsiteX4" fmla="*/ 0 w 2294340"/>
              <a:gd name="connsiteY4" fmla="*/ 917736 h 917736"/>
              <a:gd name="connsiteX5" fmla="*/ 458868 w 2294340"/>
              <a:gd name="connsiteY5" fmla="*/ 458868 h 917736"/>
              <a:gd name="connsiteX6" fmla="*/ 0 w 2294340"/>
              <a:gd name="connsiteY6" fmla="*/ 0 h 91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4340" h="917736">
                <a:moveTo>
                  <a:pt x="0" y="0"/>
                </a:moveTo>
                <a:lnTo>
                  <a:pt x="1835472" y="0"/>
                </a:lnTo>
                <a:lnTo>
                  <a:pt x="2294340" y="458868"/>
                </a:lnTo>
                <a:lnTo>
                  <a:pt x="1835472" y="917736"/>
                </a:lnTo>
                <a:lnTo>
                  <a:pt x="0" y="917736"/>
                </a:lnTo>
                <a:lnTo>
                  <a:pt x="458868" y="4588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4875" tIns="18669" rIns="477537" bIns="18669" numCol="1" spcCol="1270" rtlCol="1" anchor="ctr" anchorCtr="0">
            <a:noAutofit/>
          </a:bodyPr>
          <a:lstStyle/>
          <a:p>
            <a:pPr marL="0" lvl="0" indent="0" algn="ctr" defTabSz="6223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الإعداد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3C558E-DDC7-BCC9-27D3-1268EACA2693}"/>
              </a:ext>
            </a:extLst>
          </p:cNvPr>
          <p:cNvSpPr/>
          <p:nvPr/>
        </p:nvSpPr>
        <p:spPr>
          <a:xfrm flipH="1">
            <a:off x="321891" y="3067291"/>
            <a:ext cx="2294340" cy="917736"/>
          </a:xfrm>
          <a:custGeom>
            <a:avLst/>
            <a:gdLst>
              <a:gd name="connsiteX0" fmla="*/ 0 w 2294340"/>
              <a:gd name="connsiteY0" fmla="*/ 0 h 917736"/>
              <a:gd name="connsiteX1" fmla="*/ 1835472 w 2294340"/>
              <a:gd name="connsiteY1" fmla="*/ 0 h 917736"/>
              <a:gd name="connsiteX2" fmla="*/ 2294340 w 2294340"/>
              <a:gd name="connsiteY2" fmla="*/ 458868 h 917736"/>
              <a:gd name="connsiteX3" fmla="*/ 1835472 w 2294340"/>
              <a:gd name="connsiteY3" fmla="*/ 917736 h 917736"/>
              <a:gd name="connsiteX4" fmla="*/ 0 w 2294340"/>
              <a:gd name="connsiteY4" fmla="*/ 917736 h 917736"/>
              <a:gd name="connsiteX5" fmla="*/ 458868 w 2294340"/>
              <a:gd name="connsiteY5" fmla="*/ 458868 h 917736"/>
              <a:gd name="connsiteX6" fmla="*/ 0 w 2294340"/>
              <a:gd name="connsiteY6" fmla="*/ 0 h 917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94340" h="917736">
                <a:moveTo>
                  <a:pt x="0" y="0"/>
                </a:moveTo>
                <a:lnTo>
                  <a:pt x="1835472" y="0"/>
                </a:lnTo>
                <a:lnTo>
                  <a:pt x="2294340" y="458868"/>
                </a:lnTo>
                <a:lnTo>
                  <a:pt x="1835472" y="917736"/>
                </a:lnTo>
                <a:lnTo>
                  <a:pt x="0" y="917736"/>
                </a:lnTo>
                <a:lnTo>
                  <a:pt x="458868" y="4588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4875" tIns="18669" rIns="477537" bIns="18669" numCol="1" spcCol="1270" rtlCol="1" anchor="ctr" anchorCtr="0">
            <a:noAutofit/>
          </a:bodyPr>
          <a:lstStyle/>
          <a:p>
            <a:pPr marL="0" lvl="0" indent="0" algn="ctr" defTabSz="6223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المراجعة </a:t>
            </a:r>
            <a:br>
              <a:rPr lang="en-GB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والتعديل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835B64-4464-21B8-22C4-511BDFF36D6A}"/>
              </a:ext>
            </a:extLst>
          </p:cNvPr>
          <p:cNvGrpSpPr/>
          <p:nvPr/>
        </p:nvGrpSpPr>
        <p:grpSpPr>
          <a:xfrm>
            <a:off x="5148064" y="4330186"/>
            <a:ext cx="2952328" cy="1542991"/>
            <a:chOff x="0" y="353532"/>
            <a:chExt cx="2564804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BCF052-C841-6808-A41E-5341B1278A6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marL="45720" rtl="1">
                <a:spcBef>
                  <a:spcPts val="0"/>
                </a:spcBef>
              </a:pPr>
              <a:endParaRPr lang="en-GB" sz="20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196880-D095-78E3-B765-D31BCBD935F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45720" rtl="1">
                <a:spcBef>
                  <a:spcPts val="0"/>
                </a:spcBef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45720" rtl="1">
                <a:spcBef>
                  <a:spcPts val="0"/>
                </a:spcBef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أهمية مكان بيع بضائعك؟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99398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694" y="1083713"/>
            <a:ext cx="8864219" cy="50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/>
            <a:r>
              <a:rPr lang="ar" sz="26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(4)</a:t>
            </a:r>
            <a:endParaRPr lang="en-GB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7A208C-C928-E6C7-BE53-3C4B0D1B743F}"/>
              </a:ext>
            </a:extLst>
          </p:cNvPr>
          <p:cNvGrpSpPr/>
          <p:nvPr/>
        </p:nvGrpSpPr>
        <p:grpSpPr>
          <a:xfrm>
            <a:off x="415242" y="3526451"/>
            <a:ext cx="3379544" cy="2247836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338B6B-3969-4C4F-02A0-B7884635844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>
                <a:lnSpc>
                  <a:spcPct val="114000"/>
                </a:lnSpc>
              </a:pPr>
              <a:endParaRPr lang="en-GB" sz="20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EEBBD-FFCE-4FA9-DEC5-751529B4ACA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27432" rtl="1">
                <a:lnSpc>
                  <a:spcPct val="114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27432" rtl="1">
                <a:lnSpc>
                  <a:spcPct val="114000"/>
                </a:lnSpc>
              </a:pPr>
              <a:r>
                <a:rPr lang="ar" sz="20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ينبغي على الشركات أن تستغرق الوقت الكافي لتصميم منصاتها ومواقعها الإلكترونية للتجارة الإلكترونية وإعدادها، واختبارها، وإطلاقها؟</a:t>
              </a:r>
              <a:endParaRPr lang="en-US" sz="20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F95FDB-52D6-87CF-C4C7-96B933EB3A69}"/>
              </a:ext>
            </a:extLst>
          </p:cNvPr>
          <p:cNvGrpSpPr/>
          <p:nvPr/>
        </p:nvGrpSpPr>
        <p:grpSpPr>
          <a:xfrm>
            <a:off x="1676081" y="1741447"/>
            <a:ext cx="4536504" cy="715052"/>
            <a:chOff x="0" y="1651724"/>
            <a:chExt cx="5111751" cy="71505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2E72049-18EB-3AE6-7E9F-3A982201EE8B}"/>
                </a:ext>
              </a:extLst>
            </p:cNvPr>
            <p:cNvSpPr/>
            <p:nvPr/>
          </p:nvSpPr>
          <p:spPr>
            <a:xfrm>
              <a:off x="0" y="1651724"/>
              <a:ext cx="5111751" cy="715052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A1DB5D5-98E7-31CA-67CF-975BD37A8822}"/>
                </a:ext>
              </a:extLst>
            </p:cNvPr>
            <p:cNvSpPr txBox="1"/>
            <p:nvPr/>
          </p:nvSpPr>
          <p:spPr>
            <a:xfrm>
              <a:off x="34906" y="1686630"/>
              <a:ext cx="5041939" cy="645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إنتاج المواقع الإلكترونية والتجارة الإلكترونية</a:t>
              </a:r>
              <a:endParaRPr lang="en-US" sz="20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CE0D24D-95DC-CE70-13E8-5BF8DB06F235}"/>
              </a:ext>
            </a:extLst>
          </p:cNvPr>
          <p:cNvGrpSpPr/>
          <p:nvPr/>
        </p:nvGrpSpPr>
        <p:grpSpPr>
          <a:xfrm>
            <a:off x="3995936" y="2608625"/>
            <a:ext cx="4747696" cy="3522210"/>
            <a:chOff x="842578" y="2105"/>
            <a:chExt cx="3105818" cy="186349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502906-30E9-5E20-206D-A1F59F94F892}"/>
                </a:ext>
              </a:extLst>
            </p:cNvPr>
            <p:cNvSpPr/>
            <p:nvPr/>
          </p:nvSpPr>
          <p:spPr>
            <a:xfrm>
              <a:off x="842578" y="2105"/>
              <a:ext cx="3105818" cy="1863490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hueOff val="0"/>
                    <a:satOff val="0"/>
                    <a:lumOff val="0"/>
                    <a:alphaOff val="0"/>
                    <a:shade val="51000"/>
                    <a:satMod val="130000"/>
                  </a:schemeClr>
                </a:gs>
                <a:gs pos="52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2">
                    <a:lumMod val="20000"/>
                    <a:lumOff val="80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D792EC-A242-E65F-C809-8D168E871471}"/>
                </a:ext>
              </a:extLst>
            </p:cNvPr>
            <p:cNvSpPr txBox="1"/>
            <p:nvPr/>
          </p:nvSpPr>
          <p:spPr>
            <a:xfrm>
              <a:off x="842578" y="2105"/>
              <a:ext cx="3105818" cy="18634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rtlCol="1" anchor="ctr" anchorCtr="0">
              <a:noAutofit/>
            </a:bodyPr>
            <a:lstStyle/>
            <a:p>
              <a:pPr marL="27432" rtl="1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ar" sz="2600" kern="1200" spc="4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تقوم الشركة بما يلي:</a:t>
              </a:r>
            </a:p>
            <a:p>
              <a:pPr marL="342900" indent="-342900" rtl="1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ar" sz="2600" kern="1200" spc="4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المتاجرة عبر الإنترنت وفي الموقع الفعلي</a:t>
              </a:r>
            </a:p>
            <a:p>
              <a:pPr marL="342900" indent="-342900" rtl="1">
                <a:lnSpc>
                  <a:spcPct val="114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ar" sz="2600" kern="1200" spc="4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المتاجرة عبر الإنترنت فقط من خلال </a:t>
              </a:r>
              <a:br>
                <a:rPr lang="en-GB" sz="2600" kern="1200" spc="4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600" kern="1200" spc="4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موقعهم الإلكتروني ومنصة التجارة الإلكترونية</a:t>
              </a:r>
              <a:endParaRPr lang="en-GB" sz="2600" kern="1200" spc="4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15065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195200"/>
            <a:ext cx="8363271" cy="50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24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(5)</a:t>
            </a:r>
            <a:endParaRPr lang="en-GB" sz="2000" b="1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A26B44-8A36-30CA-CD13-066F80CCB1CC}"/>
              </a:ext>
            </a:extLst>
          </p:cNvPr>
          <p:cNvGrpSpPr/>
          <p:nvPr/>
        </p:nvGrpSpPr>
        <p:grpSpPr>
          <a:xfrm>
            <a:off x="457201" y="1934879"/>
            <a:ext cx="5111751" cy="4422377"/>
            <a:chOff x="457201" y="1934879"/>
            <a:chExt cx="5111751" cy="474929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27D937-C910-2615-925A-38E276383763}"/>
                </a:ext>
              </a:extLst>
            </p:cNvPr>
            <p:cNvSpPr/>
            <p:nvPr/>
          </p:nvSpPr>
          <p:spPr>
            <a:xfrm>
              <a:off x="457201" y="193487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تحديد المنتج/الخدمة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74C4CC9-5B52-3C02-4EF1-7E2C8713B595}"/>
                </a:ext>
              </a:extLst>
            </p:cNvPr>
            <p:cNvSpPr/>
            <p:nvPr/>
          </p:nvSpPr>
          <p:spPr>
            <a:xfrm>
              <a:off x="457201" y="274082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اسم/شعار العلامة التجارية 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DDC5AD8-DA92-A78D-F7DB-9F659A2EADC9}"/>
                </a:ext>
              </a:extLst>
            </p:cNvPr>
            <p:cNvSpPr/>
            <p:nvPr/>
          </p:nvSpPr>
          <p:spPr>
            <a:xfrm>
              <a:off x="457201" y="354677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السعر 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F7771D-D64F-994A-0D09-61B8B2DFEE68}"/>
                </a:ext>
              </a:extLst>
            </p:cNvPr>
            <p:cNvSpPr/>
            <p:nvPr/>
          </p:nvSpPr>
          <p:spPr>
            <a:xfrm>
              <a:off x="457201" y="435272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المكونات أو العناصر 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1BA4A8-C91D-44BF-0D0D-4F617CAFF782}"/>
                </a:ext>
              </a:extLst>
            </p:cNvPr>
            <p:cNvSpPr/>
            <p:nvPr/>
          </p:nvSpPr>
          <p:spPr>
            <a:xfrm>
              <a:off x="457201" y="515867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النكهة أو اللون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22E42EC-164A-589C-1677-4DCD4C1007F9}"/>
                </a:ext>
              </a:extLst>
            </p:cNvPr>
            <p:cNvSpPr/>
            <p:nvPr/>
          </p:nvSpPr>
          <p:spPr>
            <a:xfrm>
              <a:off x="457201" y="5964629"/>
              <a:ext cx="5111751" cy="719549"/>
            </a:xfrm>
            <a:custGeom>
              <a:avLst/>
              <a:gdLst>
                <a:gd name="connsiteX0" fmla="*/ 0 w 5111751"/>
                <a:gd name="connsiteY0" fmla="*/ 119927 h 719549"/>
                <a:gd name="connsiteX1" fmla="*/ 119927 w 5111751"/>
                <a:gd name="connsiteY1" fmla="*/ 0 h 719549"/>
                <a:gd name="connsiteX2" fmla="*/ 4991824 w 5111751"/>
                <a:gd name="connsiteY2" fmla="*/ 0 h 719549"/>
                <a:gd name="connsiteX3" fmla="*/ 5111751 w 5111751"/>
                <a:gd name="connsiteY3" fmla="*/ 119927 h 719549"/>
                <a:gd name="connsiteX4" fmla="*/ 5111751 w 5111751"/>
                <a:gd name="connsiteY4" fmla="*/ 599622 h 719549"/>
                <a:gd name="connsiteX5" fmla="*/ 4991824 w 5111751"/>
                <a:gd name="connsiteY5" fmla="*/ 719549 h 719549"/>
                <a:gd name="connsiteX6" fmla="*/ 119927 w 5111751"/>
                <a:gd name="connsiteY6" fmla="*/ 719549 h 719549"/>
                <a:gd name="connsiteX7" fmla="*/ 0 w 5111751"/>
                <a:gd name="connsiteY7" fmla="*/ 599622 h 719549"/>
                <a:gd name="connsiteX8" fmla="*/ 0 w 5111751"/>
                <a:gd name="connsiteY8" fmla="*/ 119927 h 719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1751" h="719549">
                  <a:moveTo>
                    <a:pt x="0" y="119927"/>
                  </a:moveTo>
                  <a:cubicBezTo>
                    <a:pt x="0" y="53693"/>
                    <a:pt x="53693" y="0"/>
                    <a:pt x="119927" y="0"/>
                  </a:cubicBezTo>
                  <a:lnTo>
                    <a:pt x="4991824" y="0"/>
                  </a:lnTo>
                  <a:cubicBezTo>
                    <a:pt x="5058058" y="0"/>
                    <a:pt x="5111751" y="53693"/>
                    <a:pt x="5111751" y="119927"/>
                  </a:cubicBezTo>
                  <a:lnTo>
                    <a:pt x="5111751" y="599622"/>
                  </a:lnTo>
                  <a:cubicBezTo>
                    <a:pt x="5111751" y="665856"/>
                    <a:pt x="5058058" y="719549"/>
                    <a:pt x="4991824" y="719549"/>
                  </a:cubicBezTo>
                  <a:lnTo>
                    <a:pt x="119927" y="719549"/>
                  </a:lnTo>
                  <a:cubicBezTo>
                    <a:pt x="53693" y="719549"/>
                    <a:pt x="0" y="665856"/>
                    <a:pt x="0" y="599622"/>
                  </a:cubicBezTo>
                  <a:lnTo>
                    <a:pt x="0" y="119927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9425" tIns="149425" rIns="149425" bIns="149425" numCol="1" spcCol="1270" rtlCol="1" anchor="ctr" anchorCtr="0">
              <a:noAutofit/>
            </a:bodyPr>
            <a:lstStyle/>
            <a:p>
              <a:pPr marL="0" lvl="0" indent="0" algn="r" defTabSz="13335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7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معلومات الصحة والسلامة </a:t>
              </a:r>
              <a:endParaRPr lang="en-US" sz="27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40469373-B67D-9BB0-5B26-16940CBC578E}"/>
              </a:ext>
            </a:extLst>
          </p:cNvPr>
          <p:cNvSpPr txBox="1"/>
          <p:nvPr/>
        </p:nvSpPr>
        <p:spPr>
          <a:xfrm>
            <a:off x="5763479" y="2391882"/>
            <a:ext cx="3125080" cy="1215211"/>
          </a:xfrm>
          <a:prstGeom prst="rect">
            <a:avLst/>
          </a:prstGeom>
          <a:solidFill>
            <a:schemeClr val="accent5">
              <a:lumMod val="90000"/>
            </a:schemeClr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8580" tIns="68580" rIns="68580" bIns="68580" numCol="1" spcCol="1270" rtlCol="1" anchor="ctr" anchorCtr="0">
            <a:noAutofit/>
          </a:bodyPr>
          <a:lstStyle/>
          <a:p>
            <a:pPr marL="27432" lvl="0" indent="0" defTabSz="8001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إنتاج معلومات المنتج وعرضها</a:t>
            </a:r>
            <a:endParaRPr lang="en-US" sz="20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09210B-54C2-575E-2C17-1F3FCDDF14C7}"/>
              </a:ext>
            </a:extLst>
          </p:cNvPr>
          <p:cNvGrpSpPr/>
          <p:nvPr/>
        </p:nvGrpSpPr>
        <p:grpSpPr>
          <a:xfrm>
            <a:off x="5849855" y="4298167"/>
            <a:ext cx="2952328" cy="1542991"/>
            <a:chOff x="0" y="353532"/>
            <a:chExt cx="2564804" cy="153888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AB8264-B340-DE93-9922-B3C0C02F9B8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 sz="20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CCA6B7-6CE9-45D6-A912-4FCAF526C8FD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27432" rtl="1">
                <a:lnSpc>
                  <a:spcPct val="114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27432" rtl="1">
                <a:lnSpc>
                  <a:spcPct val="114000"/>
                </a:lnSpc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قد يحتاج العملاء إلى معرفة المكونات الموجودة في منتجاتك؟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6AB572A-B66E-5FBB-250D-ADF4A9FDFBD4}"/>
              </a:ext>
            </a:extLst>
          </p:cNvPr>
          <p:cNvSpPr txBox="1"/>
          <p:nvPr/>
        </p:nvSpPr>
        <p:spPr>
          <a:xfrm>
            <a:off x="6876256" y="6453336"/>
            <a:ext cx="2016224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900">
                <a:latin typeface="Sakkal Majalla" panose="02000000000000000000" pitchFamily="2" charset="-78"/>
                <a:cs typeface="Sakkal Majalla" panose="02000000000000000000" pitchFamily="2" charset="-78"/>
              </a:rPr>
              <a:t>A103000360277</a:t>
            </a:r>
          </a:p>
        </p:txBody>
      </p:sp>
    </p:spTree>
    <p:extLst>
      <p:ext uri="{BB962C8B-B14F-4D97-AF65-F5344CB8AC3E}">
        <p14:creationId xmlns:p14="http://schemas.microsoft.com/office/powerpoint/2010/main" val="29594241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" y="1085154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0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(6)</a:t>
            </a:r>
            <a:endParaRPr lang="en-GB" sz="3000" b="1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FB9B2-D334-3779-40ED-00CC302F7C0E}"/>
              </a:ext>
            </a:extLst>
          </p:cNvPr>
          <p:cNvGrpSpPr/>
          <p:nvPr/>
        </p:nvGrpSpPr>
        <p:grpSpPr>
          <a:xfrm>
            <a:off x="6096000" y="3326879"/>
            <a:ext cx="2673532" cy="1656183"/>
            <a:chOff x="0" y="353532"/>
            <a:chExt cx="2564804" cy="13937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03C8F1-89FE-2322-A57C-EBB4D99B5DA7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marL="27432"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21DF40-F467-5505-0A48-88CA67F28E7F}"/>
                </a:ext>
              </a:extLst>
            </p:cNvPr>
            <p:cNvSpPr txBox="1"/>
            <p:nvPr/>
          </p:nvSpPr>
          <p:spPr>
            <a:xfrm>
              <a:off x="0" y="353532"/>
              <a:ext cx="2564804" cy="1248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27432" rtl="1">
                <a:lnSpc>
                  <a:spcPct val="114000"/>
                </a:lnSpc>
              </a:pPr>
              <a:r>
                <a:rPr lang="ar" b="1" spc="3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marL="27432" rtl="1">
                <a:lnSpc>
                  <a:spcPct val="114000"/>
                </a:lnSpc>
              </a:pPr>
              <a:r>
                <a:rPr lang="ar" spc="3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عليك أن تطلب من شخص </a:t>
              </a:r>
              <a:br>
                <a:rPr lang="en-GB" spc="3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pc="3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مراجعة المواد الخاصة بك قبل الطباعة؟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E0159BA-6B3E-414D-3DBF-15209CBAF654}"/>
              </a:ext>
            </a:extLst>
          </p:cNvPr>
          <p:cNvGrpSpPr/>
          <p:nvPr/>
        </p:nvGrpSpPr>
        <p:grpSpPr>
          <a:xfrm>
            <a:off x="2051720" y="3585774"/>
            <a:ext cx="1800200" cy="1138395"/>
            <a:chOff x="0" y="3185510"/>
            <a:chExt cx="3993555" cy="715052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EEEE2B8-6FBB-DBAC-0A76-F320C28A1420}"/>
                </a:ext>
              </a:extLst>
            </p:cNvPr>
            <p:cNvSpPr/>
            <p:nvPr/>
          </p:nvSpPr>
          <p:spPr>
            <a:xfrm>
              <a:off x="0" y="3185510"/>
              <a:ext cx="3993555" cy="715052"/>
            </a:xfrm>
            <a:prstGeom prst="roundRect">
              <a:avLst/>
            </a:prstGeom>
            <a:solidFill>
              <a:schemeClr val="accent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3F5639E3-0DE2-9701-D1F8-F393E1877F07}"/>
                </a:ext>
              </a:extLst>
            </p:cNvPr>
            <p:cNvSpPr txBox="1"/>
            <p:nvPr/>
          </p:nvSpPr>
          <p:spPr>
            <a:xfrm>
              <a:off x="34906" y="3220416"/>
              <a:ext cx="3958649" cy="645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إنتاج المواد الترويجية وعرضها</a:t>
              </a:r>
              <a:endParaRPr lang="en-US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D3CE6AA-6FDE-7174-D024-AE5412DC4A0A}"/>
              </a:ext>
            </a:extLst>
          </p:cNvPr>
          <p:cNvGrpSpPr/>
          <p:nvPr/>
        </p:nvGrpSpPr>
        <p:grpSpPr>
          <a:xfrm flipH="1">
            <a:off x="601176" y="1893412"/>
            <a:ext cx="4685553" cy="4523114"/>
            <a:chOff x="601176" y="1893412"/>
            <a:chExt cx="4685553" cy="452311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D4CD43-51FB-3BBE-350F-70850DBD07B7}"/>
                </a:ext>
              </a:extLst>
            </p:cNvPr>
            <p:cNvSpPr/>
            <p:nvPr/>
          </p:nvSpPr>
          <p:spPr>
            <a:xfrm>
              <a:off x="2260640" y="1893412"/>
              <a:ext cx="1366624" cy="1366624"/>
            </a:xfrm>
            <a:custGeom>
              <a:avLst/>
              <a:gdLst>
                <a:gd name="connsiteX0" fmla="*/ 0 w 1366624"/>
                <a:gd name="connsiteY0" fmla="*/ 683312 h 1366624"/>
                <a:gd name="connsiteX1" fmla="*/ 683312 w 1366624"/>
                <a:gd name="connsiteY1" fmla="*/ 0 h 1366624"/>
                <a:gd name="connsiteX2" fmla="*/ 1366624 w 1366624"/>
                <a:gd name="connsiteY2" fmla="*/ 683312 h 1366624"/>
                <a:gd name="connsiteX3" fmla="*/ 683312 w 1366624"/>
                <a:gd name="connsiteY3" fmla="*/ 1366624 h 1366624"/>
                <a:gd name="connsiteX4" fmla="*/ 0 w 1366624"/>
                <a:gd name="connsiteY4" fmla="*/ 683312 h 136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624" h="1366624">
                  <a:moveTo>
                    <a:pt x="0" y="683312"/>
                  </a:moveTo>
                  <a:cubicBezTo>
                    <a:pt x="0" y="305929"/>
                    <a:pt x="305929" y="0"/>
                    <a:pt x="683312" y="0"/>
                  </a:cubicBezTo>
                  <a:cubicBezTo>
                    <a:pt x="1060695" y="0"/>
                    <a:pt x="1366624" y="305929"/>
                    <a:pt x="1366624" y="683312"/>
                  </a:cubicBezTo>
                  <a:cubicBezTo>
                    <a:pt x="1366624" y="1060695"/>
                    <a:pt x="1060695" y="1366624"/>
                    <a:pt x="683312" y="1366624"/>
                  </a:cubicBezTo>
                  <a:cubicBezTo>
                    <a:pt x="305929" y="1366624"/>
                    <a:pt x="0" y="1060695"/>
                    <a:pt x="0" y="683312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7917" tIns="217917" rIns="217917" bIns="217917" numCol="1" spcCol="1270" rtlCol="1" anchor="ctr" anchorCtr="0">
              <a:noAutofit/>
            </a:bodyPr>
            <a:lstStyle/>
            <a:p>
              <a:pPr marL="0" lvl="0" indent="0" algn="ct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التعبئة والتغليف للمنتجات والخدمات المادية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60BAF4E-C77B-94CC-B9A2-C827E1D5E2DF}"/>
                </a:ext>
              </a:extLst>
            </p:cNvPr>
            <p:cNvSpPr/>
            <p:nvPr/>
          </p:nvSpPr>
          <p:spPr>
            <a:xfrm rot="2160000">
              <a:off x="3583962" y="2942906"/>
              <a:ext cx="362830" cy="461235"/>
            </a:xfrm>
            <a:custGeom>
              <a:avLst/>
              <a:gdLst>
                <a:gd name="connsiteX0" fmla="*/ 0 w 362830"/>
                <a:gd name="connsiteY0" fmla="*/ 92247 h 461235"/>
                <a:gd name="connsiteX1" fmla="*/ 181415 w 362830"/>
                <a:gd name="connsiteY1" fmla="*/ 92247 h 461235"/>
                <a:gd name="connsiteX2" fmla="*/ 181415 w 362830"/>
                <a:gd name="connsiteY2" fmla="*/ 0 h 461235"/>
                <a:gd name="connsiteX3" fmla="*/ 362830 w 362830"/>
                <a:gd name="connsiteY3" fmla="*/ 230618 h 461235"/>
                <a:gd name="connsiteX4" fmla="*/ 181415 w 362830"/>
                <a:gd name="connsiteY4" fmla="*/ 461235 h 461235"/>
                <a:gd name="connsiteX5" fmla="*/ 181415 w 362830"/>
                <a:gd name="connsiteY5" fmla="*/ 368988 h 461235"/>
                <a:gd name="connsiteX6" fmla="*/ 0 w 362830"/>
                <a:gd name="connsiteY6" fmla="*/ 368988 h 461235"/>
                <a:gd name="connsiteX7" fmla="*/ 0 w 362830"/>
                <a:gd name="connsiteY7" fmla="*/ 92247 h 46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30" h="461235">
                  <a:moveTo>
                    <a:pt x="0" y="92247"/>
                  </a:moveTo>
                  <a:lnTo>
                    <a:pt x="181415" y="92247"/>
                  </a:lnTo>
                  <a:lnTo>
                    <a:pt x="181415" y="0"/>
                  </a:lnTo>
                  <a:lnTo>
                    <a:pt x="362830" y="230618"/>
                  </a:lnTo>
                  <a:lnTo>
                    <a:pt x="181415" y="461235"/>
                  </a:lnTo>
                  <a:lnTo>
                    <a:pt x="181415" y="368988"/>
                  </a:lnTo>
                  <a:lnTo>
                    <a:pt x="0" y="368988"/>
                  </a:lnTo>
                  <a:lnTo>
                    <a:pt x="0" y="92247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92246" rIns="108848" bIns="92247" numCol="1" spcCol="1270" rtlCol="1" anchor="ctr" anchorCtr="0">
              <a:noAutofit/>
            </a:bodyPr>
            <a:lstStyle/>
            <a:p>
              <a:pPr marL="0" lvl="0" indent="0" algn="ctr" defTabSz="533400" rtl="1"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0D736E7-4A45-1329-65EC-CABA13E70FF9}"/>
                </a:ext>
              </a:extLst>
            </p:cNvPr>
            <p:cNvSpPr/>
            <p:nvPr/>
          </p:nvSpPr>
          <p:spPr>
            <a:xfrm>
              <a:off x="3920105" y="3099084"/>
              <a:ext cx="1366624" cy="1366624"/>
            </a:xfrm>
            <a:custGeom>
              <a:avLst/>
              <a:gdLst>
                <a:gd name="connsiteX0" fmla="*/ 0 w 1366624"/>
                <a:gd name="connsiteY0" fmla="*/ 683312 h 1366624"/>
                <a:gd name="connsiteX1" fmla="*/ 683312 w 1366624"/>
                <a:gd name="connsiteY1" fmla="*/ 0 h 1366624"/>
                <a:gd name="connsiteX2" fmla="*/ 1366624 w 1366624"/>
                <a:gd name="connsiteY2" fmla="*/ 683312 h 1366624"/>
                <a:gd name="connsiteX3" fmla="*/ 683312 w 1366624"/>
                <a:gd name="connsiteY3" fmla="*/ 1366624 h 1366624"/>
                <a:gd name="connsiteX4" fmla="*/ 0 w 1366624"/>
                <a:gd name="connsiteY4" fmla="*/ 683312 h 136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624" h="1366624">
                  <a:moveTo>
                    <a:pt x="0" y="683312"/>
                  </a:moveTo>
                  <a:cubicBezTo>
                    <a:pt x="0" y="305929"/>
                    <a:pt x="305929" y="0"/>
                    <a:pt x="683312" y="0"/>
                  </a:cubicBezTo>
                  <a:cubicBezTo>
                    <a:pt x="1060695" y="0"/>
                    <a:pt x="1366624" y="305929"/>
                    <a:pt x="1366624" y="683312"/>
                  </a:cubicBezTo>
                  <a:cubicBezTo>
                    <a:pt x="1366624" y="1060695"/>
                    <a:pt x="1060695" y="1366624"/>
                    <a:pt x="683312" y="1366624"/>
                  </a:cubicBezTo>
                  <a:cubicBezTo>
                    <a:pt x="305929" y="1366624"/>
                    <a:pt x="0" y="1060695"/>
                    <a:pt x="0" y="683312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7917" tIns="217917" rIns="217917" bIns="217917" numCol="1" spcCol="1270" rtlCol="1" anchor="ctr" anchorCtr="0">
              <a:noAutofit/>
            </a:bodyPr>
            <a:lstStyle/>
            <a:p>
              <a:pPr marL="0" lvl="0" indent="0" algn="ct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بطاقات الشركة - الرقمية والمطبوعة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694414D-2B6C-8C53-F87B-64E8AF94207A}"/>
                </a:ext>
              </a:extLst>
            </p:cNvPr>
            <p:cNvSpPr/>
            <p:nvPr/>
          </p:nvSpPr>
          <p:spPr>
            <a:xfrm rot="17280000">
              <a:off x="4108245" y="4517420"/>
              <a:ext cx="362830" cy="461236"/>
            </a:xfrm>
            <a:custGeom>
              <a:avLst/>
              <a:gdLst>
                <a:gd name="connsiteX0" fmla="*/ 0 w 362830"/>
                <a:gd name="connsiteY0" fmla="*/ 92247 h 461235"/>
                <a:gd name="connsiteX1" fmla="*/ 181415 w 362830"/>
                <a:gd name="connsiteY1" fmla="*/ 92247 h 461235"/>
                <a:gd name="connsiteX2" fmla="*/ 181415 w 362830"/>
                <a:gd name="connsiteY2" fmla="*/ 0 h 461235"/>
                <a:gd name="connsiteX3" fmla="*/ 362830 w 362830"/>
                <a:gd name="connsiteY3" fmla="*/ 230618 h 461235"/>
                <a:gd name="connsiteX4" fmla="*/ 181415 w 362830"/>
                <a:gd name="connsiteY4" fmla="*/ 461235 h 461235"/>
                <a:gd name="connsiteX5" fmla="*/ 181415 w 362830"/>
                <a:gd name="connsiteY5" fmla="*/ 368988 h 461235"/>
                <a:gd name="connsiteX6" fmla="*/ 0 w 362830"/>
                <a:gd name="connsiteY6" fmla="*/ 368988 h 461235"/>
                <a:gd name="connsiteX7" fmla="*/ 0 w 362830"/>
                <a:gd name="connsiteY7" fmla="*/ 92247 h 46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30" h="461235">
                  <a:moveTo>
                    <a:pt x="362830" y="368988"/>
                  </a:moveTo>
                  <a:lnTo>
                    <a:pt x="181415" y="368988"/>
                  </a:lnTo>
                  <a:lnTo>
                    <a:pt x="181415" y="461235"/>
                  </a:lnTo>
                  <a:lnTo>
                    <a:pt x="0" y="230617"/>
                  </a:lnTo>
                  <a:lnTo>
                    <a:pt x="181415" y="0"/>
                  </a:lnTo>
                  <a:lnTo>
                    <a:pt x="181415" y="92247"/>
                  </a:lnTo>
                  <a:lnTo>
                    <a:pt x="362830" y="92247"/>
                  </a:lnTo>
                  <a:lnTo>
                    <a:pt x="362830" y="368988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8848" tIns="92247" rIns="0" bIns="92247" numCol="1" spcCol="1270" rtlCol="1" anchor="ctr" anchorCtr="0">
              <a:noAutofit/>
            </a:bodyPr>
            <a:lstStyle/>
            <a:p>
              <a:pPr marL="0" lvl="0" indent="0" algn="ctr" defTabSz="533400" rtl="1"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EB0E79-1C4E-7B2A-2098-55778F04A9AB}"/>
                </a:ext>
              </a:extLst>
            </p:cNvPr>
            <p:cNvSpPr/>
            <p:nvPr/>
          </p:nvSpPr>
          <p:spPr>
            <a:xfrm>
              <a:off x="3286246" y="5049902"/>
              <a:ext cx="1366624" cy="1366624"/>
            </a:xfrm>
            <a:custGeom>
              <a:avLst/>
              <a:gdLst>
                <a:gd name="connsiteX0" fmla="*/ 0 w 1366624"/>
                <a:gd name="connsiteY0" fmla="*/ 683312 h 1366624"/>
                <a:gd name="connsiteX1" fmla="*/ 683312 w 1366624"/>
                <a:gd name="connsiteY1" fmla="*/ 0 h 1366624"/>
                <a:gd name="connsiteX2" fmla="*/ 1366624 w 1366624"/>
                <a:gd name="connsiteY2" fmla="*/ 683312 h 1366624"/>
                <a:gd name="connsiteX3" fmla="*/ 683312 w 1366624"/>
                <a:gd name="connsiteY3" fmla="*/ 1366624 h 1366624"/>
                <a:gd name="connsiteX4" fmla="*/ 0 w 1366624"/>
                <a:gd name="connsiteY4" fmla="*/ 683312 h 136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624" h="1366624">
                  <a:moveTo>
                    <a:pt x="0" y="683312"/>
                  </a:moveTo>
                  <a:cubicBezTo>
                    <a:pt x="0" y="305929"/>
                    <a:pt x="305929" y="0"/>
                    <a:pt x="683312" y="0"/>
                  </a:cubicBezTo>
                  <a:cubicBezTo>
                    <a:pt x="1060695" y="0"/>
                    <a:pt x="1366624" y="305929"/>
                    <a:pt x="1366624" y="683312"/>
                  </a:cubicBezTo>
                  <a:cubicBezTo>
                    <a:pt x="1366624" y="1060695"/>
                    <a:pt x="1060695" y="1366624"/>
                    <a:pt x="683312" y="1366624"/>
                  </a:cubicBezTo>
                  <a:cubicBezTo>
                    <a:pt x="305929" y="1366624"/>
                    <a:pt x="0" y="1060695"/>
                    <a:pt x="0" y="683312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7917" tIns="217917" rIns="217917" bIns="217917" numCol="1" spcCol="1270" rtlCol="1" anchor="ctr" anchorCtr="0">
              <a:noAutofit/>
            </a:bodyPr>
            <a:lstStyle/>
            <a:p>
              <a:pPr marL="0" lvl="0" indent="0" algn="ct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الملصقات والنشرات الإعلانية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ADF122-6C41-2644-25E5-2F169A14841E}"/>
                </a:ext>
              </a:extLst>
            </p:cNvPr>
            <p:cNvSpPr/>
            <p:nvPr/>
          </p:nvSpPr>
          <p:spPr>
            <a:xfrm rot="21600000">
              <a:off x="2772806" y="5502595"/>
              <a:ext cx="362831" cy="461236"/>
            </a:xfrm>
            <a:custGeom>
              <a:avLst/>
              <a:gdLst>
                <a:gd name="connsiteX0" fmla="*/ 0 w 362830"/>
                <a:gd name="connsiteY0" fmla="*/ 92247 h 461235"/>
                <a:gd name="connsiteX1" fmla="*/ 181415 w 362830"/>
                <a:gd name="connsiteY1" fmla="*/ 92247 h 461235"/>
                <a:gd name="connsiteX2" fmla="*/ 181415 w 362830"/>
                <a:gd name="connsiteY2" fmla="*/ 0 h 461235"/>
                <a:gd name="connsiteX3" fmla="*/ 362830 w 362830"/>
                <a:gd name="connsiteY3" fmla="*/ 230618 h 461235"/>
                <a:gd name="connsiteX4" fmla="*/ 181415 w 362830"/>
                <a:gd name="connsiteY4" fmla="*/ 461235 h 461235"/>
                <a:gd name="connsiteX5" fmla="*/ 181415 w 362830"/>
                <a:gd name="connsiteY5" fmla="*/ 368988 h 461235"/>
                <a:gd name="connsiteX6" fmla="*/ 0 w 362830"/>
                <a:gd name="connsiteY6" fmla="*/ 368988 h 461235"/>
                <a:gd name="connsiteX7" fmla="*/ 0 w 362830"/>
                <a:gd name="connsiteY7" fmla="*/ 92247 h 46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30" h="461235">
                  <a:moveTo>
                    <a:pt x="362830" y="368988"/>
                  </a:moveTo>
                  <a:lnTo>
                    <a:pt x="181415" y="368988"/>
                  </a:lnTo>
                  <a:lnTo>
                    <a:pt x="181415" y="461235"/>
                  </a:lnTo>
                  <a:lnTo>
                    <a:pt x="0" y="230617"/>
                  </a:lnTo>
                  <a:lnTo>
                    <a:pt x="181415" y="0"/>
                  </a:lnTo>
                  <a:lnTo>
                    <a:pt x="181415" y="92247"/>
                  </a:lnTo>
                  <a:lnTo>
                    <a:pt x="362830" y="92247"/>
                  </a:lnTo>
                  <a:lnTo>
                    <a:pt x="362830" y="368988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8849" tIns="92248" rIns="1" bIns="92247" numCol="1" spcCol="1270" rtlCol="1" anchor="ctr" anchorCtr="0">
              <a:noAutofit/>
            </a:bodyPr>
            <a:lstStyle/>
            <a:p>
              <a:pPr marL="0" lvl="0" indent="0" algn="ctr" defTabSz="533400" rtl="1"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2B131FD-B4B5-4702-2A16-574EE3132A58}"/>
                </a:ext>
              </a:extLst>
            </p:cNvPr>
            <p:cNvSpPr/>
            <p:nvPr/>
          </p:nvSpPr>
          <p:spPr>
            <a:xfrm>
              <a:off x="1235035" y="5049902"/>
              <a:ext cx="1366624" cy="1366624"/>
            </a:xfrm>
            <a:custGeom>
              <a:avLst/>
              <a:gdLst>
                <a:gd name="connsiteX0" fmla="*/ 0 w 1366624"/>
                <a:gd name="connsiteY0" fmla="*/ 683312 h 1366624"/>
                <a:gd name="connsiteX1" fmla="*/ 683312 w 1366624"/>
                <a:gd name="connsiteY1" fmla="*/ 0 h 1366624"/>
                <a:gd name="connsiteX2" fmla="*/ 1366624 w 1366624"/>
                <a:gd name="connsiteY2" fmla="*/ 683312 h 1366624"/>
                <a:gd name="connsiteX3" fmla="*/ 683312 w 1366624"/>
                <a:gd name="connsiteY3" fmla="*/ 1366624 h 1366624"/>
                <a:gd name="connsiteX4" fmla="*/ 0 w 1366624"/>
                <a:gd name="connsiteY4" fmla="*/ 683312 h 136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624" h="1366624">
                  <a:moveTo>
                    <a:pt x="0" y="683312"/>
                  </a:moveTo>
                  <a:cubicBezTo>
                    <a:pt x="0" y="305929"/>
                    <a:pt x="305929" y="0"/>
                    <a:pt x="683312" y="0"/>
                  </a:cubicBezTo>
                  <a:cubicBezTo>
                    <a:pt x="1060695" y="0"/>
                    <a:pt x="1366624" y="305929"/>
                    <a:pt x="1366624" y="683312"/>
                  </a:cubicBezTo>
                  <a:cubicBezTo>
                    <a:pt x="1366624" y="1060695"/>
                    <a:pt x="1060695" y="1366624"/>
                    <a:pt x="683312" y="1366624"/>
                  </a:cubicBezTo>
                  <a:cubicBezTo>
                    <a:pt x="305929" y="1366624"/>
                    <a:pt x="0" y="1060695"/>
                    <a:pt x="0" y="683312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7917" tIns="217917" rIns="217917" bIns="217917" numCol="1" spcCol="1270" rtlCol="1" anchor="ctr" anchorCtr="0">
              <a:noAutofit/>
            </a:bodyPr>
            <a:lstStyle/>
            <a:p>
              <a:pPr marL="0" lvl="0" indent="0" algn="ct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الملصقات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0C965E-86EE-9140-9207-7BA9AD9F213A}"/>
                </a:ext>
              </a:extLst>
            </p:cNvPr>
            <p:cNvSpPr/>
            <p:nvPr/>
          </p:nvSpPr>
          <p:spPr>
            <a:xfrm rot="25920000">
              <a:off x="1423175" y="4536952"/>
              <a:ext cx="362831" cy="461236"/>
            </a:xfrm>
            <a:custGeom>
              <a:avLst/>
              <a:gdLst>
                <a:gd name="connsiteX0" fmla="*/ 0 w 362830"/>
                <a:gd name="connsiteY0" fmla="*/ 92247 h 461235"/>
                <a:gd name="connsiteX1" fmla="*/ 181415 w 362830"/>
                <a:gd name="connsiteY1" fmla="*/ 92247 h 461235"/>
                <a:gd name="connsiteX2" fmla="*/ 181415 w 362830"/>
                <a:gd name="connsiteY2" fmla="*/ 0 h 461235"/>
                <a:gd name="connsiteX3" fmla="*/ 362830 w 362830"/>
                <a:gd name="connsiteY3" fmla="*/ 230618 h 461235"/>
                <a:gd name="connsiteX4" fmla="*/ 181415 w 362830"/>
                <a:gd name="connsiteY4" fmla="*/ 461235 h 461235"/>
                <a:gd name="connsiteX5" fmla="*/ 181415 w 362830"/>
                <a:gd name="connsiteY5" fmla="*/ 368988 h 461235"/>
                <a:gd name="connsiteX6" fmla="*/ 0 w 362830"/>
                <a:gd name="connsiteY6" fmla="*/ 368988 h 461235"/>
                <a:gd name="connsiteX7" fmla="*/ 0 w 362830"/>
                <a:gd name="connsiteY7" fmla="*/ 92247 h 46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30" h="461235">
                  <a:moveTo>
                    <a:pt x="362830" y="368988"/>
                  </a:moveTo>
                  <a:lnTo>
                    <a:pt x="181415" y="368988"/>
                  </a:lnTo>
                  <a:lnTo>
                    <a:pt x="181415" y="461235"/>
                  </a:lnTo>
                  <a:lnTo>
                    <a:pt x="0" y="230617"/>
                  </a:lnTo>
                  <a:lnTo>
                    <a:pt x="181415" y="0"/>
                  </a:lnTo>
                  <a:lnTo>
                    <a:pt x="181415" y="92247"/>
                  </a:lnTo>
                  <a:lnTo>
                    <a:pt x="362830" y="92247"/>
                  </a:lnTo>
                  <a:lnTo>
                    <a:pt x="362830" y="368988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8849" tIns="92247" rIns="0" bIns="92247" numCol="1" spcCol="1270" rtlCol="1" anchor="ctr" anchorCtr="0">
              <a:noAutofit/>
            </a:bodyPr>
            <a:lstStyle/>
            <a:p>
              <a:pPr marL="0" lvl="0" indent="0" algn="ctr" defTabSz="533400" rtl="1"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83F408D-8802-BFB1-E81A-F852E3D1A83A}"/>
                </a:ext>
              </a:extLst>
            </p:cNvPr>
            <p:cNvSpPr/>
            <p:nvPr/>
          </p:nvSpPr>
          <p:spPr>
            <a:xfrm>
              <a:off x="601176" y="3099084"/>
              <a:ext cx="1366624" cy="1366624"/>
            </a:xfrm>
            <a:custGeom>
              <a:avLst/>
              <a:gdLst>
                <a:gd name="connsiteX0" fmla="*/ 0 w 1366624"/>
                <a:gd name="connsiteY0" fmla="*/ 683312 h 1366624"/>
                <a:gd name="connsiteX1" fmla="*/ 683312 w 1366624"/>
                <a:gd name="connsiteY1" fmla="*/ 0 h 1366624"/>
                <a:gd name="connsiteX2" fmla="*/ 1366624 w 1366624"/>
                <a:gd name="connsiteY2" fmla="*/ 683312 h 1366624"/>
                <a:gd name="connsiteX3" fmla="*/ 683312 w 1366624"/>
                <a:gd name="connsiteY3" fmla="*/ 1366624 h 1366624"/>
                <a:gd name="connsiteX4" fmla="*/ 0 w 1366624"/>
                <a:gd name="connsiteY4" fmla="*/ 683312 h 1366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624" h="1366624">
                  <a:moveTo>
                    <a:pt x="0" y="683312"/>
                  </a:moveTo>
                  <a:cubicBezTo>
                    <a:pt x="0" y="305929"/>
                    <a:pt x="305929" y="0"/>
                    <a:pt x="683312" y="0"/>
                  </a:cubicBezTo>
                  <a:cubicBezTo>
                    <a:pt x="1060695" y="0"/>
                    <a:pt x="1366624" y="305929"/>
                    <a:pt x="1366624" y="683312"/>
                  </a:cubicBezTo>
                  <a:cubicBezTo>
                    <a:pt x="1366624" y="1060695"/>
                    <a:pt x="1060695" y="1366624"/>
                    <a:pt x="683312" y="1366624"/>
                  </a:cubicBezTo>
                  <a:cubicBezTo>
                    <a:pt x="305929" y="1366624"/>
                    <a:pt x="0" y="1060695"/>
                    <a:pt x="0" y="683312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7917" tIns="217917" rIns="217917" bIns="217917" numCol="1" spcCol="1270" rtlCol="1" anchor="ctr" anchorCtr="0">
              <a:noAutofit/>
            </a:bodyPr>
            <a:lstStyle/>
            <a:p>
              <a:pPr marL="0" lvl="0" indent="0" algn="ct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البضائع الترويجية مثل: الزجاجات، </a:t>
              </a:r>
              <a:br>
                <a:rPr lang="en-GB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أو الأقلام، </a:t>
              </a:r>
              <a:br>
                <a:rPr lang="en-GB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13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أو الحقائب 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E146FF-55E8-DA8A-C675-D9DC09AA3AB6}"/>
                </a:ext>
              </a:extLst>
            </p:cNvPr>
            <p:cNvSpPr/>
            <p:nvPr/>
          </p:nvSpPr>
          <p:spPr>
            <a:xfrm rot="19440000">
              <a:off x="1924497" y="2954978"/>
              <a:ext cx="362830" cy="461235"/>
            </a:xfrm>
            <a:custGeom>
              <a:avLst/>
              <a:gdLst>
                <a:gd name="connsiteX0" fmla="*/ 0 w 362830"/>
                <a:gd name="connsiteY0" fmla="*/ 92247 h 461235"/>
                <a:gd name="connsiteX1" fmla="*/ 181415 w 362830"/>
                <a:gd name="connsiteY1" fmla="*/ 92247 h 461235"/>
                <a:gd name="connsiteX2" fmla="*/ 181415 w 362830"/>
                <a:gd name="connsiteY2" fmla="*/ 0 h 461235"/>
                <a:gd name="connsiteX3" fmla="*/ 362830 w 362830"/>
                <a:gd name="connsiteY3" fmla="*/ 230618 h 461235"/>
                <a:gd name="connsiteX4" fmla="*/ 181415 w 362830"/>
                <a:gd name="connsiteY4" fmla="*/ 461235 h 461235"/>
                <a:gd name="connsiteX5" fmla="*/ 181415 w 362830"/>
                <a:gd name="connsiteY5" fmla="*/ 368988 h 461235"/>
                <a:gd name="connsiteX6" fmla="*/ 0 w 362830"/>
                <a:gd name="connsiteY6" fmla="*/ 368988 h 461235"/>
                <a:gd name="connsiteX7" fmla="*/ 0 w 362830"/>
                <a:gd name="connsiteY7" fmla="*/ 92247 h 46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830" h="461235">
                  <a:moveTo>
                    <a:pt x="0" y="92247"/>
                  </a:moveTo>
                  <a:lnTo>
                    <a:pt x="181415" y="92247"/>
                  </a:lnTo>
                  <a:lnTo>
                    <a:pt x="181415" y="0"/>
                  </a:lnTo>
                  <a:lnTo>
                    <a:pt x="362830" y="230618"/>
                  </a:lnTo>
                  <a:lnTo>
                    <a:pt x="181415" y="461235"/>
                  </a:lnTo>
                  <a:lnTo>
                    <a:pt x="181415" y="368988"/>
                  </a:lnTo>
                  <a:lnTo>
                    <a:pt x="0" y="368988"/>
                  </a:lnTo>
                  <a:lnTo>
                    <a:pt x="0" y="92247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92246" rIns="108849" bIns="92247" numCol="1" spcCol="1270" rtlCol="1" anchor="ctr" anchorCtr="0">
              <a:noAutofit/>
            </a:bodyPr>
            <a:lstStyle/>
            <a:p>
              <a:pPr marL="0" lvl="0" indent="0" algn="ctr" defTabSz="533400" rtl="1"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13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4555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001" y="1128087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0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(7)</a:t>
            </a:r>
            <a:endParaRPr lang="en-GB" sz="3000" b="1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4EF212-663F-3238-8C61-8547C087B85B}"/>
              </a:ext>
            </a:extLst>
          </p:cNvPr>
          <p:cNvSpPr/>
          <p:nvPr/>
        </p:nvSpPr>
        <p:spPr>
          <a:xfrm>
            <a:off x="4753932" y="1908768"/>
            <a:ext cx="3106680" cy="715052"/>
          </a:xfrm>
          <a:prstGeom prst="roundRect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3C21F907-C9B4-1C6F-DB34-462DE44100B3}"/>
              </a:ext>
            </a:extLst>
          </p:cNvPr>
          <p:cNvSpPr txBox="1"/>
          <p:nvPr/>
        </p:nvSpPr>
        <p:spPr>
          <a:xfrm>
            <a:off x="4775146" y="1943674"/>
            <a:ext cx="3064252" cy="64524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8580" tIns="68580" rIns="68580" bIns="68580" numCol="1" spcCol="1270" rtlCol="1" anchor="ctr" anchorCtr="0">
            <a:noAutofit/>
          </a:bodyPr>
          <a:lstStyle/>
          <a:p>
            <a:pPr marL="0" lvl="0" indent="0" algn="ctr" defTabSz="80010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الأسعار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FA8326-D083-FF61-4C1D-7F9C26EDB34F}"/>
              </a:ext>
            </a:extLst>
          </p:cNvPr>
          <p:cNvGrpSpPr/>
          <p:nvPr/>
        </p:nvGrpSpPr>
        <p:grpSpPr>
          <a:xfrm>
            <a:off x="3866455" y="2810196"/>
            <a:ext cx="4881636" cy="2949681"/>
            <a:chOff x="395909" y="3106292"/>
            <a:chExt cx="4881636" cy="294968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D8F69A7-C7DF-C5DC-5AB1-E6445602E369}"/>
                </a:ext>
              </a:extLst>
            </p:cNvPr>
            <p:cNvSpPr/>
            <p:nvPr/>
          </p:nvSpPr>
          <p:spPr>
            <a:xfrm>
              <a:off x="2208502" y="4799522"/>
              <a:ext cx="1256451" cy="1256451"/>
            </a:xfrm>
            <a:custGeom>
              <a:avLst/>
              <a:gdLst>
                <a:gd name="connsiteX0" fmla="*/ 0 w 1256451"/>
                <a:gd name="connsiteY0" fmla="*/ 628226 h 1256451"/>
                <a:gd name="connsiteX1" fmla="*/ 628226 w 1256451"/>
                <a:gd name="connsiteY1" fmla="*/ 0 h 1256451"/>
                <a:gd name="connsiteX2" fmla="*/ 1256452 w 1256451"/>
                <a:gd name="connsiteY2" fmla="*/ 628226 h 1256451"/>
                <a:gd name="connsiteX3" fmla="*/ 628226 w 1256451"/>
                <a:gd name="connsiteY3" fmla="*/ 1256452 h 1256451"/>
                <a:gd name="connsiteX4" fmla="*/ 0 w 1256451"/>
                <a:gd name="connsiteY4" fmla="*/ 628226 h 125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451" h="1256451">
                  <a:moveTo>
                    <a:pt x="0" y="628226"/>
                  </a:moveTo>
                  <a:cubicBezTo>
                    <a:pt x="0" y="281266"/>
                    <a:pt x="281266" y="0"/>
                    <a:pt x="628226" y="0"/>
                  </a:cubicBezTo>
                  <a:cubicBezTo>
                    <a:pt x="975186" y="0"/>
                    <a:pt x="1256452" y="281266"/>
                    <a:pt x="1256452" y="628226"/>
                  </a:cubicBezTo>
                  <a:cubicBezTo>
                    <a:pt x="1256452" y="975186"/>
                    <a:pt x="975186" y="1256452"/>
                    <a:pt x="628226" y="1256452"/>
                  </a:cubicBezTo>
                  <a:cubicBezTo>
                    <a:pt x="281266" y="1256452"/>
                    <a:pt x="0" y="975186"/>
                    <a:pt x="0" y="62822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4798" tIns="194798" rIns="194798" bIns="194798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b="1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استراتيجيات التسعير</a:t>
              </a:r>
            </a:p>
          </p:txBody>
        </p:sp>
        <p:sp>
          <p:nvSpPr>
            <p:cNvPr id="5" name="Arrow: Left 4">
              <a:extLst>
                <a:ext uri="{FF2B5EF4-FFF2-40B4-BE49-F238E27FC236}">
                  <a16:creationId xmlns:a16="http://schemas.microsoft.com/office/drawing/2014/main" id="{DF2F61A0-3585-4A45-2739-DA55D21EB167}"/>
                </a:ext>
              </a:extLst>
            </p:cNvPr>
            <p:cNvSpPr/>
            <p:nvPr/>
          </p:nvSpPr>
          <p:spPr>
            <a:xfrm rot="10800000">
              <a:off x="992724" y="5248703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3D0C5FB-BE8C-85A6-BE64-8C4AE93516C6}"/>
                </a:ext>
              </a:extLst>
            </p:cNvPr>
            <p:cNvSpPr/>
            <p:nvPr/>
          </p:nvSpPr>
          <p:spPr>
            <a:xfrm>
              <a:off x="395909" y="4950296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543" tIns="56543" rIns="56543" bIns="56543" numCol="1" spcCol="1270" rtlCol="1" anchor="ctr" anchorCtr="0">
              <a:noAutofit/>
            </a:bodyPr>
            <a:lstStyle/>
            <a:p>
              <a:pPr marL="0" lvl="0" indent="0" algn="ctr" defTabSz="6667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كشط الأسعار (تحديد سعر عالٍ للمنتج ثم تخفيضه تدريجيًا)</a:t>
              </a:r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A10EDBF9-F92F-CEAA-F8FB-844E590685C1}"/>
                </a:ext>
              </a:extLst>
            </p:cNvPr>
            <p:cNvSpPr/>
            <p:nvPr/>
          </p:nvSpPr>
          <p:spPr>
            <a:xfrm rot="13500000">
              <a:off x="1364566" y="4350997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7814-244E-7B3F-CD81-1DE09F5FC13B}"/>
                </a:ext>
              </a:extLst>
            </p:cNvPr>
            <p:cNvSpPr/>
            <p:nvPr/>
          </p:nvSpPr>
          <p:spPr>
            <a:xfrm>
              <a:off x="936006" y="3646388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543" tIns="56543" rIns="56543" bIns="56543" numCol="1" spcCol="1270" rtlCol="1" anchor="ctr" anchorCtr="0">
              <a:noAutofit/>
            </a:bodyPr>
            <a:lstStyle/>
            <a:p>
              <a:pPr marL="0" lvl="0" indent="0" algn="ctr" defTabSz="6667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التكلفة الإضافية</a:t>
              </a:r>
            </a:p>
          </p:txBody>
        </p:sp>
        <p:sp>
          <p:nvSpPr>
            <p:cNvPr id="9" name="Arrow: Left 8">
              <a:extLst>
                <a:ext uri="{FF2B5EF4-FFF2-40B4-BE49-F238E27FC236}">
                  <a16:creationId xmlns:a16="http://schemas.microsoft.com/office/drawing/2014/main" id="{D919EB49-54C8-4B8D-FC6E-A806161845E4}"/>
                </a:ext>
              </a:extLst>
            </p:cNvPr>
            <p:cNvSpPr/>
            <p:nvPr/>
          </p:nvSpPr>
          <p:spPr>
            <a:xfrm rot="16200000">
              <a:off x="2262272" y="3979155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26FA0B7-7B4E-11A5-5DFD-46BEFA132EF8}"/>
                </a:ext>
              </a:extLst>
            </p:cNvPr>
            <p:cNvSpPr/>
            <p:nvPr/>
          </p:nvSpPr>
          <p:spPr>
            <a:xfrm>
              <a:off x="2239913" y="3106292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543" tIns="56543" rIns="56543" bIns="56543" numCol="1" spcCol="1270" rtlCol="1" anchor="ctr" anchorCtr="0">
              <a:noAutofit/>
            </a:bodyPr>
            <a:lstStyle/>
            <a:p>
              <a:pPr marL="0" lvl="0" indent="0" algn="ctr" defTabSz="6667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التنافسية</a:t>
              </a:r>
            </a:p>
          </p:txBody>
        </p: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4FFAE4E7-5CEA-7D9F-C90D-69775810D01E}"/>
                </a:ext>
              </a:extLst>
            </p:cNvPr>
            <p:cNvSpPr/>
            <p:nvPr/>
          </p:nvSpPr>
          <p:spPr>
            <a:xfrm rot="18900000">
              <a:off x="3159979" y="4350997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191CF1-B63D-CDAE-8070-2C74A23DF6A6}"/>
                </a:ext>
              </a:extLst>
            </p:cNvPr>
            <p:cNvSpPr/>
            <p:nvPr/>
          </p:nvSpPr>
          <p:spPr>
            <a:xfrm>
              <a:off x="3543821" y="3646388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543" tIns="56543" rIns="56543" bIns="56543" numCol="1" spcCol="1270" rtlCol="1" anchor="ctr" anchorCtr="0">
              <a:noAutofit/>
            </a:bodyPr>
            <a:lstStyle/>
            <a:p>
              <a:pPr marL="0" lvl="0" indent="0" algn="ctr" defTabSz="6667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العوامل النفسية</a:t>
              </a:r>
            </a:p>
          </p:txBody>
        </p:sp>
        <p:sp>
          <p:nvSpPr>
            <p:cNvPr id="20" name="Arrow: Left 19">
              <a:extLst>
                <a:ext uri="{FF2B5EF4-FFF2-40B4-BE49-F238E27FC236}">
                  <a16:creationId xmlns:a16="http://schemas.microsoft.com/office/drawing/2014/main" id="{3BE4CE63-C3E0-4933-5C5A-038C3BE2B7F2}"/>
                </a:ext>
              </a:extLst>
            </p:cNvPr>
            <p:cNvSpPr/>
            <p:nvPr/>
          </p:nvSpPr>
          <p:spPr>
            <a:xfrm>
              <a:off x="3531821" y="5248703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0DEAD5B-DBF9-427A-9D05-46ACDB964FA6}"/>
                </a:ext>
              </a:extLst>
            </p:cNvPr>
            <p:cNvSpPr/>
            <p:nvPr/>
          </p:nvSpPr>
          <p:spPr>
            <a:xfrm>
              <a:off x="4083917" y="4950296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6543" tIns="56543" rIns="56543" bIns="56543" numCol="1" spcCol="1270" rtlCol="1" anchor="ctr" anchorCtr="0">
              <a:noAutofit/>
            </a:bodyPr>
            <a:lstStyle/>
            <a:p>
              <a:pPr marL="0" lvl="0" indent="0" algn="ctr" defTabSz="6667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4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التفاضلية</a:t>
              </a:r>
              <a:r>
                <a:rPr lang="ar" sz="14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A351163-BF36-F0DC-BA85-E86F586634EF}"/>
              </a:ext>
            </a:extLst>
          </p:cNvPr>
          <p:cNvSpPr/>
          <p:nvPr/>
        </p:nvSpPr>
        <p:spPr>
          <a:xfrm>
            <a:off x="248571" y="2944061"/>
            <a:ext cx="3387324" cy="2007208"/>
          </a:xfrm>
          <a:prstGeom prst="rect">
            <a:avLst/>
          </a:pr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1"/>
          <a:lstStyle/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EE488-5CE7-8A66-6758-FDB74809FDD4}"/>
              </a:ext>
            </a:extLst>
          </p:cNvPr>
          <p:cNvSpPr txBox="1"/>
          <p:nvPr/>
        </p:nvSpPr>
        <p:spPr>
          <a:xfrm>
            <a:off x="248572" y="3164722"/>
            <a:ext cx="3387324" cy="185261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marL="27432" rtl="1">
              <a:lnSpc>
                <a:spcPct val="114000"/>
              </a:lnSpc>
            </a:pPr>
            <a:r>
              <a:rPr lang="ar" b="1" spc="2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أسئلة للمناقشة: </a:t>
            </a:r>
          </a:p>
          <a:p>
            <a:pPr marL="27432" rtl="1">
              <a:lnSpc>
                <a:spcPct val="114000"/>
              </a:lnSpc>
            </a:pPr>
            <a:r>
              <a:rPr lang="ar" spc="2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لماذا قد ترغب الشركة في البحث عن موقع الشركة، والتركيبة السكانية المحلية وأسعار المنافسين قبل تحديد استراتيجيتها للتسعير؟</a:t>
            </a:r>
          </a:p>
          <a:p>
            <a:pPr marL="27432" rtl="1">
              <a:lnSpc>
                <a:spcPct val="114000"/>
              </a:lnSpc>
            </a:pPr>
            <a:endParaRPr lang="en-US" spc="2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195772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4233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0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ب1 بيع المنتج أو الخدمة خلال فترة التداول (8)</a:t>
            </a:r>
            <a:endParaRPr lang="en-GB" sz="3000" b="1">
              <a:solidFill>
                <a:schemeClr val="tx2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7D77E-93EE-8A28-D815-A01590477871}"/>
              </a:ext>
            </a:extLst>
          </p:cNvPr>
          <p:cNvGrpSpPr/>
          <p:nvPr/>
        </p:nvGrpSpPr>
        <p:grpSpPr>
          <a:xfrm>
            <a:off x="1555293" y="1933539"/>
            <a:ext cx="2242584" cy="715052"/>
            <a:chOff x="0" y="3952403"/>
            <a:chExt cx="5111751" cy="715052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24EF212-663F-3238-8C61-8547C087B85B}"/>
                </a:ext>
              </a:extLst>
            </p:cNvPr>
            <p:cNvSpPr/>
            <p:nvPr/>
          </p:nvSpPr>
          <p:spPr>
            <a:xfrm>
              <a:off x="0" y="3952403"/>
              <a:ext cx="5111751" cy="71505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3C21F907-C9B4-1C6F-DB34-462DE44100B3}"/>
                </a:ext>
              </a:extLst>
            </p:cNvPr>
            <p:cNvSpPr txBox="1"/>
            <p:nvPr/>
          </p:nvSpPr>
          <p:spPr>
            <a:xfrm>
              <a:off x="34906" y="3987309"/>
              <a:ext cx="5041939" cy="645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عرض الأسعار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A77820-969B-9BA3-3506-283CCCD74DF1}"/>
              </a:ext>
            </a:extLst>
          </p:cNvPr>
          <p:cNvGrpSpPr/>
          <p:nvPr/>
        </p:nvGrpSpPr>
        <p:grpSpPr>
          <a:xfrm>
            <a:off x="235766" y="3051168"/>
            <a:ext cx="4881636" cy="2949681"/>
            <a:chOff x="148676" y="3347266"/>
            <a:chExt cx="4881636" cy="294968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CCAC330-7330-0AC3-F1E6-A64305DCE631}"/>
                </a:ext>
              </a:extLst>
            </p:cNvPr>
            <p:cNvSpPr/>
            <p:nvPr/>
          </p:nvSpPr>
          <p:spPr>
            <a:xfrm>
              <a:off x="1961269" y="5040496"/>
              <a:ext cx="1256451" cy="1256451"/>
            </a:xfrm>
            <a:custGeom>
              <a:avLst/>
              <a:gdLst>
                <a:gd name="connsiteX0" fmla="*/ 0 w 1256451"/>
                <a:gd name="connsiteY0" fmla="*/ 628226 h 1256451"/>
                <a:gd name="connsiteX1" fmla="*/ 628226 w 1256451"/>
                <a:gd name="connsiteY1" fmla="*/ 0 h 1256451"/>
                <a:gd name="connsiteX2" fmla="*/ 1256452 w 1256451"/>
                <a:gd name="connsiteY2" fmla="*/ 628226 h 1256451"/>
                <a:gd name="connsiteX3" fmla="*/ 628226 w 1256451"/>
                <a:gd name="connsiteY3" fmla="*/ 1256452 h 1256451"/>
                <a:gd name="connsiteX4" fmla="*/ 0 w 1256451"/>
                <a:gd name="connsiteY4" fmla="*/ 628226 h 1256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451" h="1256451">
                  <a:moveTo>
                    <a:pt x="0" y="628226"/>
                  </a:moveTo>
                  <a:cubicBezTo>
                    <a:pt x="0" y="281266"/>
                    <a:pt x="281266" y="0"/>
                    <a:pt x="628226" y="0"/>
                  </a:cubicBezTo>
                  <a:cubicBezTo>
                    <a:pt x="975186" y="0"/>
                    <a:pt x="1256452" y="281266"/>
                    <a:pt x="1256452" y="628226"/>
                  </a:cubicBezTo>
                  <a:cubicBezTo>
                    <a:pt x="1256452" y="975186"/>
                    <a:pt x="975186" y="1256452"/>
                    <a:pt x="628226" y="1256452"/>
                  </a:cubicBezTo>
                  <a:cubicBezTo>
                    <a:pt x="281266" y="1256452"/>
                    <a:pt x="0" y="975186"/>
                    <a:pt x="0" y="628226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4163" tIns="194163" rIns="194163" bIns="194163" numCol="1" spcCol="1270" rtlCol="1" anchor="ctr" anchorCtr="0">
              <a:noAutofit/>
            </a:bodyPr>
            <a:lstStyle/>
            <a:p>
              <a:pPr marL="0" lvl="0" indent="0" algn="ctr" defTabSz="7112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التسعير في الموقع الفعلي</a:t>
              </a:r>
            </a:p>
          </p:txBody>
        </p:sp>
        <p:sp>
          <p:nvSpPr>
            <p:cNvPr id="5" name="Arrow: Left 4">
              <a:extLst>
                <a:ext uri="{FF2B5EF4-FFF2-40B4-BE49-F238E27FC236}">
                  <a16:creationId xmlns:a16="http://schemas.microsoft.com/office/drawing/2014/main" id="{10FF1974-AF84-6207-523D-227D237C423D}"/>
                </a:ext>
              </a:extLst>
            </p:cNvPr>
            <p:cNvSpPr/>
            <p:nvPr/>
          </p:nvSpPr>
          <p:spPr>
            <a:xfrm rot="10800000">
              <a:off x="745491" y="5489677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EA83A90-A713-1A12-8515-39B08C43AF0F}"/>
                </a:ext>
              </a:extLst>
            </p:cNvPr>
            <p:cNvSpPr/>
            <p:nvPr/>
          </p:nvSpPr>
          <p:spPr>
            <a:xfrm>
              <a:off x="148676" y="5191270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353" tIns="60353" rIns="60353" bIns="60353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التذاكر</a:t>
              </a:r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628F11AF-062A-DC5C-79FE-ECD8C6776DD6}"/>
                </a:ext>
              </a:extLst>
            </p:cNvPr>
            <p:cNvSpPr/>
            <p:nvPr/>
          </p:nvSpPr>
          <p:spPr>
            <a:xfrm rot="13500000">
              <a:off x="1117333" y="4591971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8BE2601-03D9-783E-DBE0-0D150C51306D}"/>
                </a:ext>
              </a:extLst>
            </p:cNvPr>
            <p:cNvSpPr/>
            <p:nvPr/>
          </p:nvSpPr>
          <p:spPr>
            <a:xfrm>
              <a:off x="688773" y="3887362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353" tIns="60353" rIns="60353" bIns="60353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الملصقات</a:t>
              </a:r>
            </a:p>
          </p:txBody>
        </p:sp>
        <p:sp>
          <p:nvSpPr>
            <p:cNvPr id="9" name="Arrow: Left 8">
              <a:extLst>
                <a:ext uri="{FF2B5EF4-FFF2-40B4-BE49-F238E27FC236}">
                  <a16:creationId xmlns:a16="http://schemas.microsoft.com/office/drawing/2014/main" id="{1755CB1D-CFA5-44C8-0C60-DC7FCBEA982E}"/>
                </a:ext>
              </a:extLst>
            </p:cNvPr>
            <p:cNvSpPr/>
            <p:nvPr/>
          </p:nvSpPr>
          <p:spPr>
            <a:xfrm rot="16200000">
              <a:off x="2015039" y="4220129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77DECF-2EFF-3F14-9865-294E5470B52D}"/>
                </a:ext>
              </a:extLst>
            </p:cNvPr>
            <p:cNvSpPr/>
            <p:nvPr/>
          </p:nvSpPr>
          <p:spPr>
            <a:xfrm>
              <a:off x="1992680" y="3347266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353" tIns="60353" rIns="60353" bIns="60353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بطاقات الأسعار</a:t>
              </a:r>
            </a:p>
          </p:txBody>
        </p:sp>
        <p:sp>
          <p:nvSpPr>
            <p:cNvPr id="15" name="Arrow: Left 14">
              <a:extLst>
                <a:ext uri="{FF2B5EF4-FFF2-40B4-BE49-F238E27FC236}">
                  <a16:creationId xmlns:a16="http://schemas.microsoft.com/office/drawing/2014/main" id="{9DD8B56B-5B42-A9E8-841B-0F9EE751F737}"/>
                </a:ext>
              </a:extLst>
            </p:cNvPr>
            <p:cNvSpPr/>
            <p:nvPr/>
          </p:nvSpPr>
          <p:spPr>
            <a:xfrm rot="18900000">
              <a:off x="2912746" y="4591971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1D2A2A-485B-97F5-81AD-46CA73A516DD}"/>
                </a:ext>
              </a:extLst>
            </p:cNvPr>
            <p:cNvSpPr/>
            <p:nvPr/>
          </p:nvSpPr>
          <p:spPr>
            <a:xfrm>
              <a:off x="3296588" y="3887362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353" tIns="60353" rIns="60353" bIns="60353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ملصقات الإعلانات</a:t>
              </a:r>
            </a:p>
          </p:txBody>
        </p:sp>
        <p:sp>
          <p:nvSpPr>
            <p:cNvPr id="20" name="Arrow: Left 19">
              <a:extLst>
                <a:ext uri="{FF2B5EF4-FFF2-40B4-BE49-F238E27FC236}">
                  <a16:creationId xmlns:a16="http://schemas.microsoft.com/office/drawing/2014/main" id="{4B243389-52E1-2B6B-4085-8DC268753A8B}"/>
                </a:ext>
              </a:extLst>
            </p:cNvPr>
            <p:cNvSpPr/>
            <p:nvPr/>
          </p:nvSpPr>
          <p:spPr>
            <a:xfrm>
              <a:off x="3284588" y="5489677"/>
              <a:ext cx="1148910" cy="358088"/>
            </a:xfrm>
            <a:prstGeom prst="leftArrow">
              <a:avLst>
                <a:gd name="adj1" fmla="val 60000"/>
                <a:gd name="adj2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7B6975-6B62-6BDB-D4A1-2060520F6D0B}"/>
                </a:ext>
              </a:extLst>
            </p:cNvPr>
            <p:cNvSpPr/>
            <p:nvPr/>
          </p:nvSpPr>
          <p:spPr>
            <a:xfrm>
              <a:off x="3836684" y="5191270"/>
              <a:ext cx="1193628" cy="954902"/>
            </a:xfrm>
            <a:custGeom>
              <a:avLst/>
              <a:gdLst>
                <a:gd name="connsiteX0" fmla="*/ 0 w 1193628"/>
                <a:gd name="connsiteY0" fmla="*/ 95490 h 954902"/>
                <a:gd name="connsiteX1" fmla="*/ 95490 w 1193628"/>
                <a:gd name="connsiteY1" fmla="*/ 0 h 954902"/>
                <a:gd name="connsiteX2" fmla="*/ 1098138 w 1193628"/>
                <a:gd name="connsiteY2" fmla="*/ 0 h 954902"/>
                <a:gd name="connsiteX3" fmla="*/ 1193628 w 1193628"/>
                <a:gd name="connsiteY3" fmla="*/ 95490 h 954902"/>
                <a:gd name="connsiteX4" fmla="*/ 1193628 w 1193628"/>
                <a:gd name="connsiteY4" fmla="*/ 859412 h 954902"/>
                <a:gd name="connsiteX5" fmla="*/ 1098138 w 1193628"/>
                <a:gd name="connsiteY5" fmla="*/ 954902 h 954902"/>
                <a:gd name="connsiteX6" fmla="*/ 95490 w 1193628"/>
                <a:gd name="connsiteY6" fmla="*/ 954902 h 954902"/>
                <a:gd name="connsiteX7" fmla="*/ 0 w 1193628"/>
                <a:gd name="connsiteY7" fmla="*/ 859412 h 954902"/>
                <a:gd name="connsiteX8" fmla="*/ 0 w 1193628"/>
                <a:gd name="connsiteY8" fmla="*/ 95490 h 95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3628" h="954902">
                  <a:moveTo>
                    <a:pt x="0" y="95490"/>
                  </a:moveTo>
                  <a:cubicBezTo>
                    <a:pt x="0" y="42752"/>
                    <a:pt x="42752" y="0"/>
                    <a:pt x="95490" y="0"/>
                  </a:cubicBezTo>
                  <a:lnTo>
                    <a:pt x="1098138" y="0"/>
                  </a:lnTo>
                  <a:cubicBezTo>
                    <a:pt x="1150876" y="0"/>
                    <a:pt x="1193628" y="42752"/>
                    <a:pt x="1193628" y="95490"/>
                  </a:cubicBezTo>
                  <a:lnTo>
                    <a:pt x="1193628" y="859412"/>
                  </a:lnTo>
                  <a:cubicBezTo>
                    <a:pt x="1193628" y="912150"/>
                    <a:pt x="1150876" y="954902"/>
                    <a:pt x="1098138" y="954902"/>
                  </a:cubicBezTo>
                  <a:lnTo>
                    <a:pt x="95490" y="954902"/>
                  </a:lnTo>
                  <a:cubicBezTo>
                    <a:pt x="42752" y="954902"/>
                    <a:pt x="0" y="912150"/>
                    <a:pt x="0" y="859412"/>
                  </a:cubicBezTo>
                  <a:lnTo>
                    <a:pt x="0" y="9549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0353" tIns="60353" rIns="60353" bIns="60353" numCol="1" spcCol="1270" rtlCol="1" anchor="ctr" anchorCtr="0">
              <a:noAutofit/>
            </a:bodyPr>
            <a:lstStyle/>
            <a:p>
              <a:pPr marL="0" lvl="0" indent="0" algn="ctr" defTabSz="75565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kern="12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شرائح البيانات ولافتات الأرفف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057C91-0A42-2CEA-9E65-1FB5D250357B}"/>
              </a:ext>
            </a:extLst>
          </p:cNvPr>
          <p:cNvGrpSpPr/>
          <p:nvPr/>
        </p:nvGrpSpPr>
        <p:grpSpPr>
          <a:xfrm>
            <a:off x="5643154" y="2648591"/>
            <a:ext cx="3177383" cy="2007208"/>
            <a:chOff x="-1" y="353532"/>
            <a:chExt cx="2564805" cy="139378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A351163-BF36-F0DC-BA85-E86F586634EF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78EE488-5CE7-8A66-6758-FDB74809FDD4}"/>
                </a:ext>
              </a:extLst>
            </p:cNvPr>
            <p:cNvSpPr txBox="1"/>
            <p:nvPr/>
          </p:nvSpPr>
          <p:spPr>
            <a:xfrm>
              <a:off x="-1" y="398961"/>
              <a:ext cx="2564804" cy="12864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marL="27432" rtl="1">
                <a:lnSpc>
                  <a:spcPct val="114000"/>
                </a:lnSpc>
              </a:pPr>
              <a:r>
                <a:rPr lang="ar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  <a:endParaRPr lang="ar" b="1" spc="2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27432" rtl="1">
                <a:lnSpc>
                  <a:spcPct val="114000"/>
                </a:lnSpc>
              </a:pPr>
              <a:r>
                <a:rPr lang="ar" spc="2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فكر في بعض الشركات التي تعرفها. </a:t>
              </a:r>
              <a:br>
                <a:rPr lang="en-GB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تختلف طريقة عرض كلٌ منها لأسعارها؟ ولماذا؟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1510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D2BC-1FC4-C513-A0CA-3EDE745A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400">
                <a:solidFill>
                  <a:srgbClr val="7030A0"/>
                </a:solidFill>
              </a:rPr>
              <a:t>ب1 بيع المنتج أو الخدمة خلال فترة التداول (9)</a:t>
            </a:r>
            <a:endParaRPr lang="en-US" sz="34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150004-C248-21FE-0354-049F2463D175}"/>
              </a:ext>
            </a:extLst>
          </p:cNvPr>
          <p:cNvGrpSpPr/>
          <p:nvPr/>
        </p:nvGrpSpPr>
        <p:grpSpPr>
          <a:xfrm flipH="1">
            <a:off x="5259648" y="3581141"/>
            <a:ext cx="3596208" cy="2396873"/>
            <a:chOff x="288144" y="3859821"/>
            <a:chExt cx="3596208" cy="239687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BE5EEBE-6924-3E6C-1EBA-7E441FA292A2}"/>
                </a:ext>
              </a:extLst>
            </p:cNvPr>
            <p:cNvSpPr/>
            <p:nvPr/>
          </p:nvSpPr>
          <p:spPr>
            <a:xfrm>
              <a:off x="288144" y="3859821"/>
              <a:ext cx="3236588" cy="205523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01BA541-CD0D-BCBC-215D-BA4A567B6254}"/>
                </a:ext>
              </a:extLst>
            </p:cNvPr>
            <p:cNvSpPr/>
            <p:nvPr/>
          </p:nvSpPr>
          <p:spPr>
            <a:xfrm>
              <a:off x="647764" y="4201461"/>
              <a:ext cx="3236588" cy="2055233"/>
            </a:xfrm>
            <a:custGeom>
              <a:avLst/>
              <a:gdLst>
                <a:gd name="connsiteX0" fmla="*/ 0 w 3236588"/>
                <a:gd name="connsiteY0" fmla="*/ 205523 h 2055233"/>
                <a:gd name="connsiteX1" fmla="*/ 205523 w 3236588"/>
                <a:gd name="connsiteY1" fmla="*/ 0 h 2055233"/>
                <a:gd name="connsiteX2" fmla="*/ 3031065 w 3236588"/>
                <a:gd name="connsiteY2" fmla="*/ 0 h 2055233"/>
                <a:gd name="connsiteX3" fmla="*/ 3236588 w 3236588"/>
                <a:gd name="connsiteY3" fmla="*/ 205523 h 2055233"/>
                <a:gd name="connsiteX4" fmla="*/ 3236588 w 3236588"/>
                <a:gd name="connsiteY4" fmla="*/ 1849710 h 2055233"/>
                <a:gd name="connsiteX5" fmla="*/ 3031065 w 3236588"/>
                <a:gd name="connsiteY5" fmla="*/ 2055233 h 2055233"/>
                <a:gd name="connsiteX6" fmla="*/ 205523 w 3236588"/>
                <a:gd name="connsiteY6" fmla="*/ 2055233 h 2055233"/>
                <a:gd name="connsiteX7" fmla="*/ 0 w 3236588"/>
                <a:gd name="connsiteY7" fmla="*/ 1849710 h 2055233"/>
                <a:gd name="connsiteX8" fmla="*/ 0 w 3236588"/>
                <a:gd name="connsiteY8" fmla="*/ 205523 h 205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6588" h="2055233">
                  <a:moveTo>
                    <a:pt x="0" y="205523"/>
                  </a:moveTo>
                  <a:cubicBezTo>
                    <a:pt x="0" y="92016"/>
                    <a:pt x="92016" y="0"/>
                    <a:pt x="205523" y="0"/>
                  </a:cubicBezTo>
                  <a:lnTo>
                    <a:pt x="3031065" y="0"/>
                  </a:lnTo>
                  <a:cubicBezTo>
                    <a:pt x="3144572" y="0"/>
                    <a:pt x="3236588" y="92016"/>
                    <a:pt x="3236588" y="205523"/>
                  </a:cubicBezTo>
                  <a:lnTo>
                    <a:pt x="3236588" y="1849710"/>
                  </a:lnTo>
                  <a:cubicBezTo>
                    <a:pt x="3236588" y="1963217"/>
                    <a:pt x="3144572" y="2055233"/>
                    <a:pt x="3031065" y="2055233"/>
                  </a:cubicBezTo>
                  <a:lnTo>
                    <a:pt x="205523" y="2055233"/>
                  </a:lnTo>
                  <a:cubicBezTo>
                    <a:pt x="92016" y="2055233"/>
                    <a:pt x="0" y="1963217"/>
                    <a:pt x="0" y="1849710"/>
                  </a:cubicBezTo>
                  <a:lnTo>
                    <a:pt x="0" y="205523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306" tIns="178306" rIns="178306" bIns="178306" numCol="1" spcCol="1270" rtlCol="1" anchor="ctr" anchorCtr="0">
              <a:noAutofit/>
            </a:bodyPr>
            <a:lstStyle/>
            <a:p>
              <a:pPr marL="0" lvl="0" indent="0" algn="ctr" defTabSz="1377950" rtl="1">
                <a:lnSpc>
                  <a:spcPct val="114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  <a:br>
                <a:rPr lang="en-GB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هي أفضل الطرق </a:t>
              </a:r>
              <a:br>
                <a:rPr lang="en-GB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  <a:t>لحث العملاء على الشراء </a:t>
              </a:r>
              <a:br>
                <a:rPr lang="en-GB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 sz="2300" kern="1200" spc="40">
                  <a:latin typeface="Sakkal Majalla" panose="02000000000000000000" pitchFamily="2" charset="-78"/>
                  <a:cs typeface="Sakkal Majalla" panose="02000000000000000000" pitchFamily="2" charset="-78"/>
                </a:rPr>
                <a:t>من شركة صغيرة؟ </a:t>
              </a:r>
              <a:endParaRPr lang="en-US" sz="2300" kern="1200" spc="4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pic>
        <p:nvPicPr>
          <p:cNvPr id="4" name="Picture 3" descr="A couple of people looking at shoes">
            <a:extLst>
              <a:ext uri="{FF2B5EF4-FFF2-40B4-BE49-F238E27FC236}">
                <a16:creationId xmlns:a16="http://schemas.microsoft.com/office/drawing/2014/main" id="{E95829EF-571E-E2FE-FF0B-52F9001832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024" y="2439347"/>
            <a:ext cx="4137621" cy="275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9573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81DF-8FD1-276C-CB99-51F54A1D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8190"/>
            <a:ext cx="8229600" cy="433600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/>
            <a:r>
              <a:rPr lang="ar" sz="2200">
                <a:solidFill>
                  <a:srgbClr val="7030A0"/>
                </a:solidFill>
                <a:effectLst/>
              </a:rPr>
              <a:t>ب2</a:t>
            </a:r>
            <a:r>
              <a:rPr lang="en" sz="2200" b="1">
                <a:solidFill>
                  <a:srgbClr val="7030A0"/>
                </a:solidFill>
                <a:effectLst/>
              </a:rPr>
              <a:t> </a:t>
            </a:r>
            <a:r>
              <a:rPr lang="en" sz="2200">
                <a:solidFill>
                  <a:srgbClr val="7030A0"/>
                </a:solidFill>
                <a:effectLst/>
              </a:rPr>
              <a:t>مهارات البيع وتقنياته خلال فترة التداول- مهارات البيع (1)</a:t>
            </a:r>
            <a:endParaRPr lang="en-US" sz="2200">
              <a:solidFill>
                <a:srgbClr val="7030A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668E11-9F3B-9DF8-462E-33BAC594F3CB}"/>
              </a:ext>
            </a:extLst>
          </p:cNvPr>
          <p:cNvGrpSpPr/>
          <p:nvPr/>
        </p:nvGrpSpPr>
        <p:grpSpPr>
          <a:xfrm>
            <a:off x="6663626" y="1777386"/>
            <a:ext cx="1475437" cy="1475437"/>
            <a:chOff x="6663626" y="1767204"/>
            <a:chExt cx="1475437" cy="1475437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AE977D1-D598-320A-C68E-BE9E8493B2F4}"/>
                </a:ext>
              </a:extLst>
            </p:cNvPr>
            <p:cNvSpPr/>
            <p:nvPr/>
          </p:nvSpPr>
          <p:spPr>
            <a:xfrm>
              <a:off x="6663626" y="1767204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Rectangle 17" descr="Tick with solid fill">
              <a:extLst>
                <a:ext uri="{FF2B5EF4-FFF2-40B4-BE49-F238E27FC236}">
                  <a16:creationId xmlns:a16="http://schemas.microsoft.com/office/drawing/2014/main" id="{8B877DFA-AD61-AAF1-221A-ECC5B198276E}"/>
                </a:ext>
              </a:extLst>
            </p:cNvPr>
            <p:cNvSpPr/>
            <p:nvPr/>
          </p:nvSpPr>
          <p:spPr>
            <a:xfrm>
              <a:off x="6978064" y="2081641"/>
              <a:ext cx="846562" cy="846562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86D363B-B34D-69C2-F28D-3062472E3CE5}"/>
              </a:ext>
            </a:extLst>
          </p:cNvPr>
          <p:cNvSpPr/>
          <p:nvPr/>
        </p:nvSpPr>
        <p:spPr>
          <a:xfrm>
            <a:off x="6626945" y="3453501"/>
            <a:ext cx="1833488" cy="188603"/>
          </a:xfrm>
          <a:custGeom>
            <a:avLst/>
            <a:gdLst>
              <a:gd name="connsiteX0" fmla="*/ 0 w 1833488"/>
              <a:gd name="connsiteY0" fmla="*/ 0 h 188603"/>
              <a:gd name="connsiteX1" fmla="*/ 1833488 w 1833488"/>
              <a:gd name="connsiteY1" fmla="*/ 0 h 188603"/>
              <a:gd name="connsiteX2" fmla="*/ 1833488 w 1833488"/>
              <a:gd name="connsiteY2" fmla="*/ 188603 h 188603"/>
              <a:gd name="connsiteX3" fmla="*/ 0 w 1833488"/>
              <a:gd name="connsiteY3" fmla="*/ 188603 h 188603"/>
              <a:gd name="connsiteX4" fmla="*/ 0 w 1833488"/>
              <a:gd name="connsiteY4" fmla="*/ 0 h 188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3488" h="188603">
                <a:moveTo>
                  <a:pt x="0" y="0"/>
                </a:moveTo>
                <a:lnTo>
                  <a:pt x="1833488" y="0"/>
                </a:lnTo>
                <a:lnTo>
                  <a:pt x="1833488" y="188603"/>
                </a:lnTo>
                <a:lnTo>
                  <a:pt x="0" y="1886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 rtl="0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الثقة والموقف الإيجابي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C364BDC-4E95-E26E-37F2-352570E27415}"/>
              </a:ext>
            </a:extLst>
          </p:cNvPr>
          <p:cNvGrpSpPr/>
          <p:nvPr/>
        </p:nvGrpSpPr>
        <p:grpSpPr>
          <a:xfrm>
            <a:off x="3821595" y="1777386"/>
            <a:ext cx="1475437" cy="1475437"/>
            <a:chOff x="3821595" y="1546480"/>
            <a:chExt cx="1475437" cy="147543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835D37-AF05-41D9-6203-59960084511F}"/>
                </a:ext>
              </a:extLst>
            </p:cNvPr>
            <p:cNvSpPr/>
            <p:nvPr/>
          </p:nvSpPr>
          <p:spPr>
            <a:xfrm>
              <a:off x="3821595" y="1546480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 20" descr="Tick with solid fill">
              <a:extLst>
                <a:ext uri="{FF2B5EF4-FFF2-40B4-BE49-F238E27FC236}">
                  <a16:creationId xmlns:a16="http://schemas.microsoft.com/office/drawing/2014/main" id="{74CBF766-3327-1A60-C674-4C4C738FAC02}"/>
                </a:ext>
              </a:extLst>
            </p:cNvPr>
            <p:cNvSpPr/>
            <p:nvPr/>
          </p:nvSpPr>
          <p:spPr>
            <a:xfrm>
              <a:off x="4136032" y="1860918"/>
              <a:ext cx="846562" cy="846562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563825-AEBA-D614-2E61-FFF5DD39C88F}"/>
              </a:ext>
            </a:extLst>
          </p:cNvPr>
          <p:cNvSpPr/>
          <p:nvPr/>
        </p:nvSpPr>
        <p:spPr>
          <a:xfrm>
            <a:off x="3362636" y="3453501"/>
            <a:ext cx="2418750" cy="720000"/>
          </a:xfrm>
          <a:custGeom>
            <a:avLst/>
            <a:gdLst>
              <a:gd name="connsiteX0" fmla="*/ 0 w 2418750"/>
              <a:gd name="connsiteY0" fmla="*/ 0 h 720000"/>
              <a:gd name="connsiteX1" fmla="*/ 2418750 w 2418750"/>
              <a:gd name="connsiteY1" fmla="*/ 0 h 720000"/>
              <a:gd name="connsiteX2" fmla="*/ 2418750 w 2418750"/>
              <a:gd name="connsiteY2" fmla="*/ 720000 h 720000"/>
              <a:gd name="connsiteX3" fmla="*/ 0 w 2418750"/>
              <a:gd name="connsiteY3" fmla="*/ 720000 h 720000"/>
              <a:gd name="connsiteX4" fmla="*/ 0 w 2418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8750" h="720000">
                <a:moveTo>
                  <a:pt x="0" y="0"/>
                </a:moveTo>
                <a:lnTo>
                  <a:pt x="2418750" y="0"/>
                </a:lnTo>
                <a:lnTo>
                  <a:pt x="2418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 rtl="0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المرونة والثقة عند التواصل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88C573-D044-8305-CC49-BDA8B72EACA7}"/>
              </a:ext>
            </a:extLst>
          </p:cNvPr>
          <p:cNvGrpSpPr/>
          <p:nvPr/>
        </p:nvGrpSpPr>
        <p:grpSpPr>
          <a:xfrm>
            <a:off x="979563" y="1777386"/>
            <a:ext cx="1475437" cy="1475437"/>
            <a:chOff x="979563" y="1546480"/>
            <a:chExt cx="1475437" cy="147543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9E0EE7F-EAD0-459B-47C2-6E28A508F8A0}"/>
                </a:ext>
              </a:extLst>
            </p:cNvPr>
            <p:cNvSpPr/>
            <p:nvPr/>
          </p:nvSpPr>
          <p:spPr>
            <a:xfrm>
              <a:off x="979563" y="1546480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ectangle 23" descr="Mop and bucket">
              <a:extLst>
                <a:ext uri="{FF2B5EF4-FFF2-40B4-BE49-F238E27FC236}">
                  <a16:creationId xmlns:a16="http://schemas.microsoft.com/office/drawing/2014/main" id="{E22624BE-C12C-D5C0-DF5C-A55600A78F93}"/>
                </a:ext>
              </a:extLst>
            </p:cNvPr>
            <p:cNvSpPr/>
            <p:nvPr/>
          </p:nvSpPr>
          <p:spPr>
            <a:xfrm>
              <a:off x="1294001" y="1860918"/>
              <a:ext cx="846562" cy="846562"/>
            </a:xfrm>
            <a:prstGeom prst="rect">
              <a:avLst/>
            </a:prstGeom>
            <a:blipFill rotWithShape="1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07745C-6921-2342-19F2-AC50FA5ED5EB}"/>
              </a:ext>
            </a:extLst>
          </p:cNvPr>
          <p:cNvSpPr/>
          <p:nvPr/>
        </p:nvSpPr>
        <p:spPr>
          <a:xfrm>
            <a:off x="462337" y="3453501"/>
            <a:ext cx="2418750" cy="720000"/>
          </a:xfrm>
          <a:custGeom>
            <a:avLst/>
            <a:gdLst>
              <a:gd name="connsiteX0" fmla="*/ 0 w 2418750"/>
              <a:gd name="connsiteY0" fmla="*/ 0 h 720000"/>
              <a:gd name="connsiteX1" fmla="*/ 2418750 w 2418750"/>
              <a:gd name="connsiteY1" fmla="*/ 0 h 720000"/>
              <a:gd name="connsiteX2" fmla="*/ 2418750 w 2418750"/>
              <a:gd name="connsiteY2" fmla="*/ 720000 h 720000"/>
              <a:gd name="connsiteX3" fmla="*/ 0 w 2418750"/>
              <a:gd name="connsiteY3" fmla="*/ 720000 h 720000"/>
              <a:gd name="connsiteX4" fmla="*/ 0 w 2418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8750" h="720000">
                <a:moveTo>
                  <a:pt x="0" y="0"/>
                </a:moveTo>
                <a:lnTo>
                  <a:pt x="2418750" y="0"/>
                </a:lnTo>
                <a:lnTo>
                  <a:pt x="2418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 rtl="0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الاستماع الفعَّال والفهم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0B2BEF-D74A-57BD-D63D-B2AA50F9212E}"/>
              </a:ext>
            </a:extLst>
          </p:cNvPr>
          <p:cNvGrpSpPr/>
          <p:nvPr/>
        </p:nvGrpSpPr>
        <p:grpSpPr>
          <a:xfrm>
            <a:off x="6646384" y="4167728"/>
            <a:ext cx="1475437" cy="1475437"/>
            <a:chOff x="6646384" y="4167728"/>
            <a:chExt cx="1475437" cy="147543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29430AB-50BF-B3BA-0CCE-35CFD2753C67}"/>
                </a:ext>
              </a:extLst>
            </p:cNvPr>
            <p:cNvSpPr/>
            <p:nvPr/>
          </p:nvSpPr>
          <p:spPr>
            <a:xfrm>
              <a:off x="6646384" y="4167728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ectangle 6" descr="Tick with solid fill">
              <a:extLst>
                <a:ext uri="{FF2B5EF4-FFF2-40B4-BE49-F238E27FC236}">
                  <a16:creationId xmlns:a16="http://schemas.microsoft.com/office/drawing/2014/main" id="{C8AE809C-8936-F5A6-1644-7DB9D3EBF10D}"/>
                </a:ext>
              </a:extLst>
            </p:cNvPr>
            <p:cNvSpPr/>
            <p:nvPr/>
          </p:nvSpPr>
          <p:spPr>
            <a:xfrm>
              <a:off x="6960822" y="4482165"/>
              <a:ext cx="846562" cy="846562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13412A1-AFB2-E86A-258D-BC345E1B027B}"/>
              </a:ext>
            </a:extLst>
          </p:cNvPr>
          <p:cNvSpPr/>
          <p:nvPr/>
        </p:nvSpPr>
        <p:spPr>
          <a:xfrm>
            <a:off x="6174727" y="5881053"/>
            <a:ext cx="2418750" cy="720000"/>
          </a:xfrm>
          <a:custGeom>
            <a:avLst/>
            <a:gdLst>
              <a:gd name="connsiteX0" fmla="*/ 0 w 2418750"/>
              <a:gd name="connsiteY0" fmla="*/ 0 h 720000"/>
              <a:gd name="connsiteX1" fmla="*/ 2418750 w 2418750"/>
              <a:gd name="connsiteY1" fmla="*/ 0 h 720000"/>
              <a:gd name="connsiteX2" fmla="*/ 2418750 w 2418750"/>
              <a:gd name="connsiteY2" fmla="*/ 720000 h 720000"/>
              <a:gd name="connsiteX3" fmla="*/ 0 w 2418750"/>
              <a:gd name="connsiteY3" fmla="*/ 720000 h 720000"/>
              <a:gd name="connsiteX4" fmla="*/ 0 w 2418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8750" h="720000">
                <a:moveTo>
                  <a:pt x="0" y="0"/>
                </a:moveTo>
                <a:lnTo>
                  <a:pt x="2418750" y="0"/>
                </a:lnTo>
                <a:lnTo>
                  <a:pt x="2418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22350" rtl="1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إقامة العلاقات والاستفادة </a:t>
            </a:r>
            <a:br>
              <a:rPr lang="en-GB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من شخصيتك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B0DFC8-6D06-4445-1ADA-A831C83515E1}"/>
              </a:ext>
            </a:extLst>
          </p:cNvPr>
          <p:cNvGrpSpPr/>
          <p:nvPr/>
        </p:nvGrpSpPr>
        <p:grpSpPr>
          <a:xfrm>
            <a:off x="3804353" y="4167728"/>
            <a:ext cx="1475437" cy="1475437"/>
            <a:chOff x="3804353" y="4167728"/>
            <a:chExt cx="1475437" cy="147543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C4550EB-6920-9A3F-AB89-1723B336512B}"/>
                </a:ext>
              </a:extLst>
            </p:cNvPr>
            <p:cNvSpPr/>
            <p:nvPr/>
          </p:nvSpPr>
          <p:spPr>
            <a:xfrm>
              <a:off x="3804353" y="4167728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ectangle 9" descr="Tick with solid fill">
              <a:extLst>
                <a:ext uri="{FF2B5EF4-FFF2-40B4-BE49-F238E27FC236}">
                  <a16:creationId xmlns:a16="http://schemas.microsoft.com/office/drawing/2014/main" id="{76396717-C2E7-E0DF-DE93-2AD2DE7F1DD2}"/>
                </a:ext>
              </a:extLst>
            </p:cNvPr>
            <p:cNvSpPr/>
            <p:nvPr/>
          </p:nvSpPr>
          <p:spPr>
            <a:xfrm>
              <a:off x="4118790" y="4482165"/>
              <a:ext cx="846562" cy="846562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079F0D-92E8-5431-2B41-9B7440A500B3}"/>
              </a:ext>
            </a:extLst>
          </p:cNvPr>
          <p:cNvSpPr/>
          <p:nvPr/>
        </p:nvSpPr>
        <p:spPr>
          <a:xfrm>
            <a:off x="3332696" y="5881053"/>
            <a:ext cx="2418750" cy="720000"/>
          </a:xfrm>
          <a:custGeom>
            <a:avLst/>
            <a:gdLst>
              <a:gd name="connsiteX0" fmla="*/ 0 w 2418750"/>
              <a:gd name="connsiteY0" fmla="*/ 0 h 720000"/>
              <a:gd name="connsiteX1" fmla="*/ 2418750 w 2418750"/>
              <a:gd name="connsiteY1" fmla="*/ 0 h 720000"/>
              <a:gd name="connsiteX2" fmla="*/ 2418750 w 2418750"/>
              <a:gd name="connsiteY2" fmla="*/ 720000 h 720000"/>
              <a:gd name="connsiteX3" fmla="*/ 0 w 2418750"/>
              <a:gd name="connsiteY3" fmla="*/ 720000 h 720000"/>
              <a:gd name="connsiteX4" fmla="*/ 0 w 2418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8750" h="720000">
                <a:moveTo>
                  <a:pt x="0" y="0"/>
                </a:moveTo>
                <a:lnTo>
                  <a:pt x="2418750" y="0"/>
                </a:lnTo>
                <a:lnTo>
                  <a:pt x="2418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22350" rtl="1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روح المبادرة وتحسين الأداء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1BB382-FD2A-18F1-6F52-8036D21527E6}"/>
              </a:ext>
            </a:extLst>
          </p:cNvPr>
          <p:cNvGrpSpPr/>
          <p:nvPr/>
        </p:nvGrpSpPr>
        <p:grpSpPr>
          <a:xfrm>
            <a:off x="962321" y="4167728"/>
            <a:ext cx="1475437" cy="1475437"/>
            <a:chOff x="962321" y="4167728"/>
            <a:chExt cx="1475437" cy="147543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DCDAC7-1381-7B56-A39F-30884AF4167C}"/>
                </a:ext>
              </a:extLst>
            </p:cNvPr>
            <p:cNvSpPr/>
            <p:nvPr/>
          </p:nvSpPr>
          <p:spPr>
            <a:xfrm>
              <a:off x="962321" y="4167728"/>
              <a:ext cx="1475437" cy="1475437"/>
            </a:xfrm>
            <a:prstGeom prst="ellipse">
              <a:avLst/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Rectangle 13" descr="Mop and bucket">
              <a:extLst>
                <a:ext uri="{FF2B5EF4-FFF2-40B4-BE49-F238E27FC236}">
                  <a16:creationId xmlns:a16="http://schemas.microsoft.com/office/drawing/2014/main" id="{40AD9A0B-A2E8-4C01-5A42-4E4586F1F2FE}"/>
                </a:ext>
              </a:extLst>
            </p:cNvPr>
            <p:cNvSpPr/>
            <p:nvPr/>
          </p:nvSpPr>
          <p:spPr>
            <a:xfrm>
              <a:off x="1276759" y="4482165"/>
              <a:ext cx="846562" cy="846562"/>
            </a:xfrm>
            <a:prstGeom prst="rect">
              <a:avLst/>
            </a:prstGeom>
            <a:blipFill rotWithShape="1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142CE0D-B0F1-60BA-813D-E92F68E0F26B}"/>
              </a:ext>
            </a:extLst>
          </p:cNvPr>
          <p:cNvSpPr/>
          <p:nvPr/>
        </p:nvSpPr>
        <p:spPr>
          <a:xfrm>
            <a:off x="490665" y="5881053"/>
            <a:ext cx="2418750" cy="720000"/>
          </a:xfrm>
          <a:custGeom>
            <a:avLst/>
            <a:gdLst>
              <a:gd name="connsiteX0" fmla="*/ 0 w 2418750"/>
              <a:gd name="connsiteY0" fmla="*/ 0 h 720000"/>
              <a:gd name="connsiteX1" fmla="*/ 2418750 w 2418750"/>
              <a:gd name="connsiteY1" fmla="*/ 0 h 720000"/>
              <a:gd name="connsiteX2" fmla="*/ 2418750 w 2418750"/>
              <a:gd name="connsiteY2" fmla="*/ 720000 h 720000"/>
              <a:gd name="connsiteX3" fmla="*/ 0 w 2418750"/>
              <a:gd name="connsiteY3" fmla="*/ 720000 h 720000"/>
              <a:gd name="connsiteX4" fmla="*/ 0 w 2418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8750" h="720000">
                <a:moveTo>
                  <a:pt x="0" y="0"/>
                </a:moveTo>
                <a:lnTo>
                  <a:pt x="2418750" y="0"/>
                </a:lnTo>
                <a:lnTo>
                  <a:pt x="2418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1022350" rtl="1"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المعرفة والإلمام بمنتجاتك </a:t>
            </a:r>
            <a:br>
              <a:rPr lang="en-GB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والمنتجات المنافِسة</a:t>
            </a:r>
          </a:p>
        </p:txBody>
      </p:sp>
    </p:spTree>
    <p:extLst>
      <p:ext uri="{BB962C8B-B14F-4D97-AF65-F5344CB8AC3E}">
        <p14:creationId xmlns:p14="http://schemas.microsoft.com/office/powerpoint/2010/main" val="6123985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1369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114000"/>
              </a:lnSpc>
              <a:spcAft>
                <a:spcPts val="600"/>
              </a:spcAft>
            </a:pPr>
            <a:r>
              <a:rPr lang="ar" sz="2200" b="1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ب2</a:t>
            </a:r>
            <a:r>
              <a:rPr lang="en" sz="2200" b="1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مهارات البيع وتقنياته خلال فترة التداول (1)</a:t>
            </a:r>
          </a:p>
          <a:p>
            <a:pPr rtl="1">
              <a:lnSpc>
                <a:spcPct val="114000"/>
              </a:lnSpc>
              <a:spcAft>
                <a:spcPts val="600"/>
              </a:spcAft>
            </a:pPr>
            <a:r>
              <a:rPr lang="ar" sz="2200" b="1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تقنيات البيع</a:t>
            </a:r>
            <a:endParaRPr lang="en-GB" sz="2200" b="1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9E46FCA4-EFDC-CB50-03C6-5D398C457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6769" y="2708920"/>
            <a:ext cx="3008313" cy="2697164"/>
          </a:xfrm>
        </p:spPr>
        <p:txBody>
          <a:bodyPr rtlCol="1"/>
          <a:lstStyle/>
          <a:p>
            <a:pPr rtl="1">
              <a:lnSpc>
                <a:spcPct val="114000"/>
              </a:lnSpc>
            </a:pPr>
            <a:r>
              <a:rPr lang="ar" sz="2000">
                <a:ea typeface="Times New Roman" panose="02020603050405020304" pitchFamily="18" charset="0"/>
              </a:rPr>
              <a:t>تُشرِك تقنيات البيع العملاء </a:t>
            </a:r>
            <a:r>
              <a:rPr lang="ar" sz="2000">
                <a:effectLst/>
                <a:ea typeface="Times New Roman" panose="02020603050405020304" pitchFamily="18" charset="0"/>
              </a:rPr>
              <a:t>وتشجِّعهم على الشراء</a:t>
            </a:r>
          </a:p>
          <a:p>
            <a:pPr rtl="1">
              <a:lnSpc>
                <a:spcPct val="114000"/>
              </a:lnSpc>
            </a:pPr>
            <a:r>
              <a:rPr lang="ar" sz="2000">
                <a:effectLst/>
                <a:ea typeface="Times New Roman" panose="02020603050405020304" pitchFamily="18" charset="0"/>
              </a:rPr>
              <a:t>تشكِّل تقنية البيع وسيلة للتواصل </a:t>
            </a:r>
            <a:br>
              <a:rPr lang="en-GB" sz="2000">
                <a:effectLst/>
                <a:ea typeface="Times New Roman" panose="02020603050405020304" pitchFamily="18" charset="0"/>
              </a:rPr>
            </a:br>
            <a:r>
              <a:rPr lang="ar" sz="2000">
                <a:effectLst/>
                <a:ea typeface="Times New Roman" panose="02020603050405020304" pitchFamily="18" charset="0"/>
              </a:rPr>
              <a:t>مع العميل والتفاعل معه لتحسين </a:t>
            </a:r>
            <a:br>
              <a:rPr lang="en-GB" sz="2000">
                <a:effectLst/>
                <a:ea typeface="Times New Roman" panose="02020603050405020304" pitchFamily="18" charset="0"/>
              </a:rPr>
            </a:br>
            <a:r>
              <a:rPr lang="ar" sz="2000">
                <a:effectLst/>
                <a:ea typeface="Times New Roman" panose="02020603050405020304" pitchFamily="18" charset="0"/>
              </a:rPr>
              <a:t>فرصة إتمام عمليات البيع. </a:t>
            </a:r>
          </a:p>
          <a:p>
            <a:pPr rtl="1">
              <a:lnSpc>
                <a:spcPct val="114000"/>
              </a:lnSpc>
            </a:pPr>
            <a:endParaRPr lang="en-US" sz="20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5A97A4-A499-433F-5161-1651006468C4}"/>
              </a:ext>
            </a:extLst>
          </p:cNvPr>
          <p:cNvSpPr/>
          <p:nvPr/>
        </p:nvSpPr>
        <p:spPr>
          <a:xfrm>
            <a:off x="457199" y="1972827"/>
            <a:ext cx="5111751" cy="123137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Help">
            <a:extLst>
              <a:ext uri="{FF2B5EF4-FFF2-40B4-BE49-F238E27FC236}">
                <a16:creationId xmlns:a16="http://schemas.microsoft.com/office/drawing/2014/main" id="{95D307C9-65E3-5B09-47D1-2FF25B45A923}"/>
              </a:ext>
            </a:extLst>
          </p:cNvPr>
          <p:cNvSpPr/>
          <p:nvPr/>
        </p:nvSpPr>
        <p:spPr>
          <a:xfrm>
            <a:off x="4345086" y="2208753"/>
            <a:ext cx="789590" cy="789590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4105ECA-7D4A-5009-1242-4977592FE6A6}"/>
              </a:ext>
            </a:extLst>
          </p:cNvPr>
          <p:cNvSpPr/>
          <p:nvPr/>
        </p:nvSpPr>
        <p:spPr>
          <a:xfrm>
            <a:off x="457200" y="1972827"/>
            <a:ext cx="3453611" cy="1231370"/>
          </a:xfrm>
          <a:custGeom>
            <a:avLst/>
            <a:gdLst>
              <a:gd name="connsiteX0" fmla="*/ 0 w 3453611"/>
              <a:gd name="connsiteY0" fmla="*/ 0 h 1435618"/>
              <a:gd name="connsiteX1" fmla="*/ 3453611 w 3453611"/>
              <a:gd name="connsiteY1" fmla="*/ 0 h 1435618"/>
              <a:gd name="connsiteX2" fmla="*/ 3453611 w 3453611"/>
              <a:gd name="connsiteY2" fmla="*/ 1435618 h 1435618"/>
              <a:gd name="connsiteX3" fmla="*/ 0 w 3453611"/>
              <a:gd name="connsiteY3" fmla="*/ 1435618 h 1435618"/>
              <a:gd name="connsiteX4" fmla="*/ 0 w 3453611"/>
              <a:gd name="connsiteY4" fmla="*/ 0 h 143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611" h="1435618">
                <a:moveTo>
                  <a:pt x="0" y="0"/>
                </a:moveTo>
                <a:lnTo>
                  <a:pt x="3453611" y="0"/>
                </a:lnTo>
                <a:lnTo>
                  <a:pt x="3453611" y="1435618"/>
                </a:lnTo>
                <a:lnTo>
                  <a:pt x="0" y="143561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1936" tIns="151936" rIns="151936" bIns="151936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14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طرح الأسئلة الصحيحة وإتاحة الفرصة </a:t>
            </a:r>
            <a:br>
              <a:rPr lang="en-GB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للمشتري للرد</a:t>
            </a:r>
            <a:endParaRPr lang="en-US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45C944-03E8-927C-ED68-700DA235A7AD}"/>
              </a:ext>
            </a:extLst>
          </p:cNvPr>
          <p:cNvSpPr/>
          <p:nvPr/>
        </p:nvSpPr>
        <p:spPr>
          <a:xfrm>
            <a:off x="457199" y="3593173"/>
            <a:ext cx="5111751" cy="123137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Kiosk">
            <a:extLst>
              <a:ext uri="{FF2B5EF4-FFF2-40B4-BE49-F238E27FC236}">
                <a16:creationId xmlns:a16="http://schemas.microsoft.com/office/drawing/2014/main" id="{6D6EBC29-A81F-20BF-297E-AE9B9C2EDB56}"/>
              </a:ext>
            </a:extLst>
          </p:cNvPr>
          <p:cNvSpPr/>
          <p:nvPr/>
        </p:nvSpPr>
        <p:spPr>
          <a:xfrm>
            <a:off x="4345086" y="3814063"/>
            <a:ext cx="789590" cy="789590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EEA4D27-685A-4BB7-4E89-1191FBC9EFD3}"/>
              </a:ext>
            </a:extLst>
          </p:cNvPr>
          <p:cNvSpPr/>
          <p:nvPr/>
        </p:nvSpPr>
        <p:spPr>
          <a:xfrm>
            <a:off x="457200" y="3593173"/>
            <a:ext cx="3453611" cy="1231370"/>
          </a:xfrm>
          <a:custGeom>
            <a:avLst/>
            <a:gdLst>
              <a:gd name="connsiteX0" fmla="*/ 0 w 3453611"/>
              <a:gd name="connsiteY0" fmla="*/ 0 h 1435618"/>
              <a:gd name="connsiteX1" fmla="*/ 3453611 w 3453611"/>
              <a:gd name="connsiteY1" fmla="*/ 0 h 1435618"/>
              <a:gd name="connsiteX2" fmla="*/ 3453611 w 3453611"/>
              <a:gd name="connsiteY2" fmla="*/ 1435618 h 1435618"/>
              <a:gd name="connsiteX3" fmla="*/ 0 w 3453611"/>
              <a:gd name="connsiteY3" fmla="*/ 1435618 h 1435618"/>
              <a:gd name="connsiteX4" fmla="*/ 0 w 3453611"/>
              <a:gd name="connsiteY4" fmla="*/ 0 h 1435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3611" h="1435618">
                <a:moveTo>
                  <a:pt x="0" y="0"/>
                </a:moveTo>
                <a:lnTo>
                  <a:pt x="3453611" y="0"/>
                </a:lnTo>
                <a:lnTo>
                  <a:pt x="3453611" y="1435618"/>
                </a:lnTo>
                <a:lnTo>
                  <a:pt x="0" y="143561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51936" tIns="151936" rIns="151936" bIns="151936" numCol="1" spcCol="1270" rtlCol="1" anchor="ctr" anchorCtr="0">
            <a:noAutofit/>
          </a:bodyPr>
          <a:lstStyle/>
          <a:p>
            <a:pPr marL="0" lvl="0" indent="0" algn="r" defTabSz="933450" rtl="1">
              <a:lnSpc>
                <a:spcPct val="114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التأثير بشكل إيجابي على المشترين بالمعلومات </a:t>
            </a:r>
            <a:br>
              <a:rPr lang="en-GB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ذات الصلة بشان ما يمكنهم أو لا يمكنهم توقعه </a:t>
            </a:r>
            <a:br>
              <a:rPr lang="en-GB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المنتج/الخدمة.</a:t>
            </a:r>
            <a:endParaRPr lang="en-US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5E5E71-CFF7-4BCC-CCBF-5DD156BB7802}"/>
              </a:ext>
            </a:extLst>
          </p:cNvPr>
          <p:cNvGrpSpPr/>
          <p:nvPr/>
        </p:nvGrpSpPr>
        <p:grpSpPr>
          <a:xfrm>
            <a:off x="5795049" y="4879954"/>
            <a:ext cx="2891752" cy="1296144"/>
            <a:chOff x="0" y="353532"/>
            <a:chExt cx="2564804" cy="13937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751646-7CC7-012F-AEC7-98E04A941F9C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57C222-FB04-EC4D-00CF-9AE88DABCA3F}"/>
                </a:ext>
              </a:extLst>
            </p:cNvPr>
            <p:cNvSpPr txBox="1"/>
            <p:nvPr/>
          </p:nvSpPr>
          <p:spPr>
            <a:xfrm>
              <a:off x="0" y="409722"/>
              <a:ext cx="2564804" cy="1248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>
                <a:lnSpc>
                  <a:spcPct val="110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rtl="1">
                <a:lnSpc>
                  <a:spcPct val="110000"/>
                </a:lnSpc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الطريقة التي ينبغي أن تلقي بها التحية على عملائك؟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87469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5A7487-0EA7-33E0-A4EC-6F442A5451D4}"/>
              </a:ext>
            </a:extLst>
          </p:cNvPr>
          <p:cNvSpPr txBox="1">
            <a:spLocks/>
          </p:cNvSpPr>
          <p:nvPr/>
        </p:nvSpPr>
        <p:spPr bwMode="auto">
          <a:xfrm>
            <a:off x="5889206" y="1195200"/>
            <a:ext cx="279759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2000" b="1" kern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ب3</a:t>
            </a:r>
            <a:r>
              <a:rPr lang="en" sz="2000" b="1" kern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مهارات الاهتمام بالعملاء خلال فترة التداول (1)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1FA529-17AD-21BE-473A-581818CB61CC}"/>
              </a:ext>
            </a:extLst>
          </p:cNvPr>
          <p:cNvSpPr txBox="1">
            <a:spLocks/>
          </p:cNvSpPr>
          <p:nvPr/>
        </p:nvSpPr>
        <p:spPr bwMode="auto">
          <a:xfrm>
            <a:off x="5917332" y="2243877"/>
            <a:ext cx="2769469" cy="2052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lnSpc>
                <a:spcPct val="110000"/>
              </a:lnSpc>
              <a:buNone/>
            </a:pPr>
            <a:r>
              <a:rPr lang="ar" sz="2000" kern="0">
                <a:latin typeface="Sakkal Majalla" panose="02000000000000000000" pitchFamily="2" charset="-78"/>
                <a:cs typeface="Sakkal Majalla" panose="02000000000000000000" pitchFamily="2" charset="-78"/>
              </a:rPr>
              <a:t>يتمحور الاهتمام بالعملاء حول التأكُّد من أن الشركة تعامل </a:t>
            </a:r>
            <a:br>
              <a:rPr lang="en-GB" sz="2000" kern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عملائها باحترام ولطف، </a:t>
            </a:r>
            <a:br>
              <a:rPr lang="en-GB" sz="20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kern="0" spc="30">
                <a:latin typeface="Sakkal Majalla" panose="02000000000000000000" pitchFamily="2" charset="-78"/>
                <a:cs typeface="Sakkal Majalla" panose="02000000000000000000" pitchFamily="2" charset="-78"/>
              </a:rPr>
              <a:t>وأنها تقيم تواصلًا معهم.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B8CA40-4C84-4197-CFBA-30CF180994F3}"/>
              </a:ext>
            </a:extLst>
          </p:cNvPr>
          <p:cNvSpPr/>
          <p:nvPr/>
        </p:nvSpPr>
        <p:spPr>
          <a:xfrm>
            <a:off x="457199" y="1195201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Smiling face outline with solid fill">
            <a:extLst>
              <a:ext uri="{FF2B5EF4-FFF2-40B4-BE49-F238E27FC236}">
                <a16:creationId xmlns:a16="http://schemas.microsoft.com/office/drawing/2014/main" id="{8F9AE83A-900E-88F1-8FED-085D67CB839A}"/>
              </a:ext>
            </a:extLst>
          </p:cNvPr>
          <p:cNvSpPr/>
          <p:nvPr/>
        </p:nvSpPr>
        <p:spPr>
          <a:xfrm flipH="1">
            <a:off x="4932040" y="1280308"/>
            <a:ext cx="511951" cy="492508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2000" b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F39C30-1D3B-9251-ED1F-3624374694B9}"/>
              </a:ext>
            </a:extLst>
          </p:cNvPr>
          <p:cNvSpPr/>
          <p:nvPr/>
        </p:nvSpPr>
        <p:spPr>
          <a:xfrm>
            <a:off x="457200" y="1196749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التواصل بشكل مناسب مع العملاء</a:t>
            </a:r>
            <a:endParaRPr lang="en-US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7D81F4-71C1-489D-756C-3013EC1C4736}"/>
              </a:ext>
            </a:extLst>
          </p:cNvPr>
          <p:cNvSpPr/>
          <p:nvPr/>
        </p:nvSpPr>
        <p:spPr>
          <a:xfrm>
            <a:off x="457199" y="2021283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Headphones">
            <a:extLst>
              <a:ext uri="{FF2B5EF4-FFF2-40B4-BE49-F238E27FC236}">
                <a16:creationId xmlns:a16="http://schemas.microsoft.com/office/drawing/2014/main" id="{10859013-94FC-22BA-FA80-2F88C1663A9E}"/>
              </a:ext>
            </a:extLst>
          </p:cNvPr>
          <p:cNvSpPr/>
          <p:nvPr/>
        </p:nvSpPr>
        <p:spPr>
          <a:xfrm>
            <a:off x="5006618" y="2169699"/>
            <a:ext cx="362795" cy="362795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20F082-C8D7-6F1E-2B6F-B32F02F191F7}"/>
              </a:ext>
            </a:extLst>
          </p:cNvPr>
          <p:cNvSpPr/>
          <p:nvPr/>
        </p:nvSpPr>
        <p:spPr>
          <a:xfrm>
            <a:off x="457200" y="2021283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الاستماع للعملاء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823AA3-CB1F-BD82-B82E-53A3C215E48A}"/>
              </a:ext>
            </a:extLst>
          </p:cNvPr>
          <p:cNvSpPr/>
          <p:nvPr/>
        </p:nvSpPr>
        <p:spPr>
          <a:xfrm>
            <a:off x="457199" y="2845817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Rectangle 16" descr="Help">
            <a:extLst>
              <a:ext uri="{FF2B5EF4-FFF2-40B4-BE49-F238E27FC236}">
                <a16:creationId xmlns:a16="http://schemas.microsoft.com/office/drawing/2014/main" id="{48C387F7-5121-B65A-5869-66A165489458}"/>
              </a:ext>
            </a:extLst>
          </p:cNvPr>
          <p:cNvSpPr/>
          <p:nvPr/>
        </p:nvSpPr>
        <p:spPr>
          <a:xfrm>
            <a:off x="5006618" y="2994233"/>
            <a:ext cx="362795" cy="362795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1DBC9F5-7FEA-3CBD-645B-8CF804CAEE85}"/>
              </a:ext>
            </a:extLst>
          </p:cNvPr>
          <p:cNvSpPr/>
          <p:nvPr/>
        </p:nvSpPr>
        <p:spPr>
          <a:xfrm>
            <a:off x="457200" y="2845817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الإجابة على أسئلة العملاء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049152-AC2A-1A12-89E3-AFA504DCC713}"/>
              </a:ext>
            </a:extLst>
          </p:cNvPr>
          <p:cNvSpPr/>
          <p:nvPr/>
        </p:nvSpPr>
        <p:spPr>
          <a:xfrm>
            <a:off x="457199" y="3670351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Rectangle 19" descr="Handshake">
            <a:extLst>
              <a:ext uri="{FF2B5EF4-FFF2-40B4-BE49-F238E27FC236}">
                <a16:creationId xmlns:a16="http://schemas.microsoft.com/office/drawing/2014/main" id="{A0B80718-7D17-3249-2101-16F2B99A08F5}"/>
              </a:ext>
            </a:extLst>
          </p:cNvPr>
          <p:cNvSpPr/>
          <p:nvPr/>
        </p:nvSpPr>
        <p:spPr>
          <a:xfrm>
            <a:off x="5006618" y="3818768"/>
            <a:ext cx="362795" cy="362795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47B85C-EB9D-384B-46AE-3007871404AE}"/>
              </a:ext>
            </a:extLst>
          </p:cNvPr>
          <p:cNvSpPr/>
          <p:nvPr/>
        </p:nvSpPr>
        <p:spPr>
          <a:xfrm>
            <a:off x="457200" y="3670351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إظهار الود والتعاون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6B6C43-DFEB-2CE8-6621-4D7EBF6F5D89}"/>
              </a:ext>
            </a:extLst>
          </p:cNvPr>
          <p:cNvSpPr/>
          <p:nvPr/>
        </p:nvSpPr>
        <p:spPr>
          <a:xfrm>
            <a:off x="457199" y="4494886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Rectangle 22" descr="Thumbs up sign outline">
            <a:extLst>
              <a:ext uri="{FF2B5EF4-FFF2-40B4-BE49-F238E27FC236}">
                <a16:creationId xmlns:a16="http://schemas.microsoft.com/office/drawing/2014/main" id="{A5E52941-90BC-C49C-6EE6-9205CB0B4471}"/>
              </a:ext>
            </a:extLst>
          </p:cNvPr>
          <p:cNvSpPr/>
          <p:nvPr/>
        </p:nvSpPr>
        <p:spPr>
          <a:xfrm>
            <a:off x="5006618" y="4643302"/>
            <a:ext cx="362795" cy="362795"/>
          </a:xfrm>
          <a:prstGeom prst="rect">
            <a:avLst/>
          </a:prstGeom>
          <a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2E6CDCA-89A0-9931-FEAC-A2693BE1727E}"/>
              </a:ext>
            </a:extLst>
          </p:cNvPr>
          <p:cNvSpPr/>
          <p:nvPr/>
        </p:nvSpPr>
        <p:spPr>
          <a:xfrm>
            <a:off x="457200" y="4494886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حل مشكلات العملاء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79524F2-93FA-4E43-2ED1-BC232D8CD152}"/>
              </a:ext>
            </a:extLst>
          </p:cNvPr>
          <p:cNvSpPr/>
          <p:nvPr/>
        </p:nvSpPr>
        <p:spPr>
          <a:xfrm>
            <a:off x="457199" y="5319420"/>
            <a:ext cx="5111751" cy="65962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Rectangle 25" descr="Chat">
            <a:extLst>
              <a:ext uri="{FF2B5EF4-FFF2-40B4-BE49-F238E27FC236}">
                <a16:creationId xmlns:a16="http://schemas.microsoft.com/office/drawing/2014/main" id="{BA6E22EF-6FA4-6615-DCDB-AF6704588AE2}"/>
              </a:ext>
            </a:extLst>
          </p:cNvPr>
          <p:cNvSpPr/>
          <p:nvPr/>
        </p:nvSpPr>
        <p:spPr>
          <a:xfrm>
            <a:off x="5006618" y="5467836"/>
            <a:ext cx="362795" cy="362795"/>
          </a:xfrm>
          <a:prstGeom prst="rect">
            <a:avLst/>
          </a:prstGeom>
          <a:blipFill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3AB6F2A-D16E-64E5-9F96-1A9788F4A834}"/>
              </a:ext>
            </a:extLst>
          </p:cNvPr>
          <p:cNvSpPr/>
          <p:nvPr/>
        </p:nvSpPr>
        <p:spPr>
          <a:xfrm>
            <a:off x="457200" y="5319420"/>
            <a:ext cx="4349881" cy="659627"/>
          </a:xfrm>
          <a:custGeom>
            <a:avLst/>
            <a:gdLst>
              <a:gd name="connsiteX0" fmla="*/ 0 w 4349881"/>
              <a:gd name="connsiteY0" fmla="*/ 0 h 659627"/>
              <a:gd name="connsiteX1" fmla="*/ 4349881 w 4349881"/>
              <a:gd name="connsiteY1" fmla="*/ 0 h 659627"/>
              <a:gd name="connsiteX2" fmla="*/ 4349881 w 4349881"/>
              <a:gd name="connsiteY2" fmla="*/ 659627 h 659627"/>
              <a:gd name="connsiteX3" fmla="*/ 0 w 4349881"/>
              <a:gd name="connsiteY3" fmla="*/ 659627 h 659627"/>
              <a:gd name="connsiteX4" fmla="*/ 0 w 4349881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9881" h="659627">
                <a:moveTo>
                  <a:pt x="0" y="0"/>
                </a:moveTo>
                <a:lnTo>
                  <a:pt x="4349881" y="0"/>
                </a:lnTo>
                <a:lnTo>
                  <a:pt x="4349881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الاستجابة لتقييمات العملاء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580EAB-FE59-3065-441F-801FBD17AAA7}"/>
              </a:ext>
            </a:extLst>
          </p:cNvPr>
          <p:cNvGrpSpPr/>
          <p:nvPr/>
        </p:nvGrpSpPr>
        <p:grpSpPr>
          <a:xfrm>
            <a:off x="5876342" y="4616245"/>
            <a:ext cx="3021175" cy="1716061"/>
            <a:chOff x="-10505" y="354962"/>
            <a:chExt cx="2466851" cy="15034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FFE266-68A8-BC81-8577-0DF4B6E71844}"/>
                </a:ext>
              </a:extLst>
            </p:cNvPr>
            <p:cNvSpPr/>
            <p:nvPr/>
          </p:nvSpPr>
          <p:spPr>
            <a:xfrm>
              <a:off x="-1" y="354962"/>
              <a:ext cx="2456347" cy="1503460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>
                <a:lnSpc>
                  <a:spcPct val="110000"/>
                </a:lnSpc>
              </a:pPr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B2631-D209-F018-D4AF-2928E92030FA}"/>
                </a:ext>
              </a:extLst>
            </p:cNvPr>
            <p:cNvSpPr txBox="1"/>
            <p:nvPr/>
          </p:nvSpPr>
          <p:spPr>
            <a:xfrm>
              <a:off x="-10505" y="354962"/>
              <a:ext cx="2452630" cy="1503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>
                <a:lnSpc>
                  <a:spcPct val="110000"/>
                </a:lnSpc>
              </a:pPr>
              <a:r>
                <a:rPr lang="ar" sz="2000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rtl="1">
                <a:lnSpc>
                  <a:spcPct val="110000"/>
                </a:lnSpc>
              </a:pPr>
              <a:r>
                <a:rPr lang="ar" sz="200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تعرضت لنوع من ضعف الاهتمام بالعملاء؟ متى وأين؟ ما الشعور الذي انتابك؟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235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81DF-8FD1-276C-CB99-51F54A1D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231588"/>
            <a:ext cx="8568952" cy="386164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" sz="2200" b="1" kern="0">
                <a:solidFill>
                  <a:srgbClr val="7030A0"/>
                </a:solidFill>
              </a:rPr>
              <a:t>ب3</a:t>
            </a:r>
            <a:r>
              <a:rPr lang="en" sz="2200" b="1" kern="0">
                <a:solidFill>
                  <a:srgbClr val="7030A0"/>
                </a:solidFill>
              </a:rPr>
              <a:t> مهارات الاهتمام بالعملاء خلال فترة التداول (2)</a:t>
            </a:r>
            <a:endParaRPr lang="en-US" sz="2200">
              <a:solidFill>
                <a:srgbClr val="7030A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1968C06-9E2A-3E97-EA36-486936ACC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7908" y="5217668"/>
            <a:ext cx="7028184" cy="1156989"/>
          </a:xfr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  <a:lin ang="16200000" scaled="0"/>
          </a:gradFill>
        </p:spPr>
        <p:txBody>
          <a:bodyPr rtlCol="1"/>
          <a:lstStyle/>
          <a:p>
            <a:pPr rtl="1"/>
            <a:r>
              <a:rPr lang="ar" sz="2600"/>
              <a:t>أسئلة للمناقشة: ما الفرق الذي يمكن أن تُحدثه مهارات الاهتمام بالعملاء الجيدة في نجاح الشركات؟ </a:t>
            </a:r>
          </a:p>
        </p:txBody>
      </p:sp>
      <p:pic>
        <p:nvPicPr>
          <p:cNvPr id="6" name="Picture 5" descr="A person holding a dress">
            <a:extLst>
              <a:ext uri="{FF2B5EF4-FFF2-40B4-BE49-F238E27FC236}">
                <a16:creationId xmlns:a16="http://schemas.microsoft.com/office/drawing/2014/main" id="{4AA49ACE-5B51-CE96-6F7D-81F327F661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6701" y="1825467"/>
            <a:ext cx="4810598" cy="320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16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78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110000"/>
              </a:lnSpc>
              <a:spcAft>
                <a:spcPts val="600"/>
              </a:spcAft>
            </a:pPr>
            <a:r>
              <a:rPr lang="ar" sz="16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ب4 إجراءات التعامل مع الشؤون المالية </a:t>
            </a:r>
            <a:br>
              <a:rPr lang="en-GB" sz="16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خلال فترة التداول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7E789F05-5490-C043-521B-A14A81AC17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65371" y="2204864"/>
            <a:ext cx="2855101" cy="3993307"/>
          </a:xfrm>
        </p:spPr>
        <p:txBody>
          <a:bodyPr rtlCol="1"/>
          <a:lstStyle/>
          <a:p>
            <a:pPr rtl="1">
              <a:lnSpc>
                <a:spcPct val="110000"/>
              </a:lnSpc>
            </a:pPr>
            <a:r>
              <a:rPr lang="ar" sz="1800" spc="30">
                <a:effectLst/>
                <a:ea typeface="Times New Roman" panose="02020603050405020304" pitchFamily="18" charset="0"/>
              </a:rPr>
              <a:t>يجب أن تتبع الشركة القوانين في تجارتها. 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1800" spc="30">
                <a:ea typeface="Times New Roman" panose="02020603050405020304" pitchFamily="18" charset="0"/>
              </a:rPr>
              <a:t>تختلف </a:t>
            </a:r>
            <a:r>
              <a:rPr lang="ar" sz="1800" spc="30">
                <a:effectLst/>
                <a:ea typeface="Times New Roman" panose="02020603050405020304" pitchFamily="18" charset="0"/>
              </a:rPr>
              <a:t>اللوائح حسب الموقع، ونوع المنتج أو الخدمة وقيمة المنتجات </a:t>
            </a:r>
            <a:br>
              <a:rPr lang="en-GB" sz="1800" spc="30">
                <a:effectLst/>
                <a:ea typeface="Times New Roman" panose="02020603050405020304" pitchFamily="18" charset="0"/>
              </a:rPr>
            </a:br>
            <a:r>
              <a:rPr lang="ar" sz="1800" spc="30">
                <a:effectLst/>
                <a:ea typeface="Times New Roman" panose="02020603050405020304" pitchFamily="18" charset="0"/>
              </a:rPr>
              <a:t>أو الخدمات</a:t>
            </a:r>
          </a:p>
          <a:p>
            <a:pPr marL="285750" indent="-285750" rt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ar" sz="1800" spc="30">
                <a:ea typeface="Times New Roman" panose="02020603050405020304" pitchFamily="18" charset="0"/>
              </a:rPr>
              <a:t>يتعين </a:t>
            </a:r>
            <a:r>
              <a:rPr lang="ar" sz="1800" spc="30">
                <a:effectLst/>
                <a:ea typeface="Times New Roman" panose="02020603050405020304" pitchFamily="18" charset="0"/>
              </a:rPr>
              <a:t>أن تتبع جميع الشركات الإجراءات واللوائح الأساسية </a:t>
            </a:r>
            <a:br>
              <a:rPr lang="en-GB" sz="1800" spc="30">
                <a:effectLst/>
                <a:ea typeface="Times New Roman" panose="02020603050405020304" pitchFamily="18" charset="0"/>
              </a:rPr>
            </a:br>
            <a:r>
              <a:rPr lang="ar" sz="1800" spc="30">
                <a:effectLst/>
                <a:ea typeface="Times New Roman" panose="02020603050405020304" pitchFamily="18" charset="0"/>
              </a:rPr>
              <a:t>للالتزام بالقانون والتأكد من أن التجارة قانونية.</a:t>
            </a:r>
            <a:endParaRPr lang="en-US" sz="1800" spc="3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294D05-3154-A3AB-A385-14E3F09D92F8}"/>
              </a:ext>
            </a:extLst>
          </p:cNvPr>
          <p:cNvSpPr/>
          <p:nvPr/>
        </p:nvSpPr>
        <p:spPr>
          <a:xfrm>
            <a:off x="457199" y="1197187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Document">
            <a:extLst>
              <a:ext uri="{FF2B5EF4-FFF2-40B4-BE49-F238E27FC236}">
                <a16:creationId xmlns:a16="http://schemas.microsoft.com/office/drawing/2014/main" id="{4F4F22DA-04ED-DAD9-275E-481DF79E6D67}"/>
              </a:ext>
            </a:extLst>
          </p:cNvPr>
          <p:cNvSpPr/>
          <p:nvPr/>
        </p:nvSpPr>
        <p:spPr>
          <a:xfrm>
            <a:off x="4710811" y="1423675"/>
            <a:ext cx="553638" cy="553638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74C41A1-EC20-EC0E-8261-FF2FA37E6E0E}"/>
              </a:ext>
            </a:extLst>
          </p:cNvPr>
          <p:cNvSpPr/>
          <p:nvPr/>
        </p:nvSpPr>
        <p:spPr>
          <a:xfrm>
            <a:off x="457200" y="1197187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حفظ السجلات للالتزام بالقانون</a:t>
            </a: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E54D3E-A2E9-02C9-0251-C64028EA2F7A}"/>
              </a:ext>
            </a:extLst>
          </p:cNvPr>
          <p:cNvSpPr/>
          <p:nvPr/>
        </p:nvSpPr>
        <p:spPr>
          <a:xfrm>
            <a:off x="457199" y="2455456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Money">
            <a:extLst>
              <a:ext uri="{FF2B5EF4-FFF2-40B4-BE49-F238E27FC236}">
                <a16:creationId xmlns:a16="http://schemas.microsoft.com/office/drawing/2014/main" id="{674FF697-982D-03A5-A867-3021A0C848AE}"/>
              </a:ext>
            </a:extLst>
          </p:cNvPr>
          <p:cNvSpPr/>
          <p:nvPr/>
        </p:nvSpPr>
        <p:spPr>
          <a:xfrm>
            <a:off x="4710811" y="2681944"/>
            <a:ext cx="553638" cy="553638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12A7A65-80EE-2EAF-84D3-289B2C08656E}"/>
              </a:ext>
            </a:extLst>
          </p:cNvPr>
          <p:cNvSpPr/>
          <p:nvPr/>
        </p:nvSpPr>
        <p:spPr>
          <a:xfrm>
            <a:off x="457200" y="245545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الحفاظ على أمان الدخل</a:t>
            </a: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FBF2A38-D7F0-DC8A-F4E2-4021800CD410}"/>
              </a:ext>
            </a:extLst>
          </p:cNvPr>
          <p:cNvSpPr/>
          <p:nvPr/>
        </p:nvSpPr>
        <p:spPr>
          <a:xfrm>
            <a:off x="457199" y="3713725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Business Growth">
            <a:extLst>
              <a:ext uri="{FF2B5EF4-FFF2-40B4-BE49-F238E27FC236}">
                <a16:creationId xmlns:a16="http://schemas.microsoft.com/office/drawing/2014/main" id="{8AE558E8-0B58-9944-9E07-F0ED686A24E2}"/>
              </a:ext>
            </a:extLst>
          </p:cNvPr>
          <p:cNvSpPr/>
          <p:nvPr/>
        </p:nvSpPr>
        <p:spPr>
          <a:xfrm>
            <a:off x="4710811" y="3940213"/>
            <a:ext cx="553638" cy="553638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9A1F97-E1A3-5DDF-0377-B37020869B21}"/>
              </a:ext>
            </a:extLst>
          </p:cNvPr>
          <p:cNvSpPr/>
          <p:nvPr/>
        </p:nvSpPr>
        <p:spPr>
          <a:xfrm>
            <a:off x="457200" y="3713725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زيادة فرص تحقيق الربح</a:t>
            </a: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4F823E-45D6-E373-5FE4-DA5EECBFAB50}"/>
              </a:ext>
            </a:extLst>
          </p:cNvPr>
          <p:cNvSpPr/>
          <p:nvPr/>
        </p:nvSpPr>
        <p:spPr>
          <a:xfrm>
            <a:off x="457199" y="4971994"/>
            <a:ext cx="5111751" cy="1006615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Calculator">
            <a:extLst>
              <a:ext uri="{FF2B5EF4-FFF2-40B4-BE49-F238E27FC236}">
                <a16:creationId xmlns:a16="http://schemas.microsoft.com/office/drawing/2014/main" id="{0A1C2D58-54B2-4AAA-FB07-B460E022A688}"/>
              </a:ext>
            </a:extLst>
          </p:cNvPr>
          <p:cNvSpPr/>
          <p:nvPr/>
        </p:nvSpPr>
        <p:spPr>
          <a:xfrm>
            <a:off x="4710811" y="5198483"/>
            <a:ext cx="553638" cy="553638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8866C45-882A-523C-5925-A6E6852203CD}"/>
              </a:ext>
            </a:extLst>
          </p:cNvPr>
          <p:cNvSpPr/>
          <p:nvPr/>
        </p:nvSpPr>
        <p:spPr>
          <a:xfrm>
            <a:off x="457200" y="4971994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4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الحسابات الدقيقة والسجلات المالية</a:t>
            </a: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87830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6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ج - الموضوعات</a:t>
            </a:r>
            <a:endParaRPr lang="en-GB" altLang="en-US" sz="3600" b="1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D480F2-5F41-59B5-4E8D-16F6459BF2A5}"/>
              </a:ext>
            </a:extLst>
          </p:cNvPr>
          <p:cNvSpPr/>
          <p:nvPr/>
        </p:nvSpPr>
        <p:spPr>
          <a:xfrm>
            <a:off x="6099771" y="2549277"/>
            <a:ext cx="2564804" cy="1538882"/>
          </a:xfrm>
          <a:custGeom>
            <a:avLst/>
            <a:gdLst>
              <a:gd name="connsiteX0" fmla="*/ 0 w 2564804"/>
              <a:gd name="connsiteY0" fmla="*/ 0 h 1538882"/>
              <a:gd name="connsiteX1" fmla="*/ 2564804 w 2564804"/>
              <a:gd name="connsiteY1" fmla="*/ 0 h 1538882"/>
              <a:gd name="connsiteX2" fmla="*/ 2564804 w 2564804"/>
              <a:gd name="connsiteY2" fmla="*/ 1538882 h 1538882"/>
              <a:gd name="connsiteX3" fmla="*/ 0 w 2564804"/>
              <a:gd name="connsiteY3" fmla="*/ 1538882 h 1538882"/>
              <a:gd name="connsiteX4" fmla="*/ 0 w 2564804"/>
              <a:gd name="connsiteY4" fmla="*/ 0 h 153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1538882">
                <a:moveTo>
                  <a:pt x="0" y="0"/>
                </a:moveTo>
                <a:lnTo>
                  <a:pt x="2564804" y="0"/>
                </a:lnTo>
                <a:lnTo>
                  <a:pt x="2564804" y="1538882"/>
                </a:lnTo>
                <a:lnTo>
                  <a:pt x="0" y="153888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rtlCol="1" anchor="ctr" anchorCtr="0">
            <a:noAutofit/>
          </a:bodyPr>
          <a:lstStyle/>
          <a:p>
            <a:pPr marL="0" lvl="0" indent="0" algn="ctr" defTabSz="14224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ج1 الأنشطة الأساسية وتأثيرها على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النجاح</a:t>
            </a:r>
            <a:endParaRPr lang="en-US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0A103C-0A72-6197-1752-E0C50AC3D347}"/>
              </a:ext>
            </a:extLst>
          </p:cNvPr>
          <p:cNvSpPr/>
          <p:nvPr/>
        </p:nvSpPr>
        <p:spPr>
          <a:xfrm>
            <a:off x="3278486" y="2549277"/>
            <a:ext cx="2564804" cy="1538882"/>
          </a:xfrm>
          <a:custGeom>
            <a:avLst/>
            <a:gdLst>
              <a:gd name="connsiteX0" fmla="*/ 0 w 2564804"/>
              <a:gd name="connsiteY0" fmla="*/ 0 h 1538882"/>
              <a:gd name="connsiteX1" fmla="*/ 2564804 w 2564804"/>
              <a:gd name="connsiteY1" fmla="*/ 0 h 1538882"/>
              <a:gd name="connsiteX2" fmla="*/ 2564804 w 2564804"/>
              <a:gd name="connsiteY2" fmla="*/ 1538882 h 1538882"/>
              <a:gd name="connsiteX3" fmla="*/ 0 w 2564804"/>
              <a:gd name="connsiteY3" fmla="*/ 1538882 h 1538882"/>
              <a:gd name="connsiteX4" fmla="*/ 0 w 2564804"/>
              <a:gd name="connsiteY4" fmla="*/ 0 h 153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1538882">
                <a:moveTo>
                  <a:pt x="0" y="0"/>
                </a:moveTo>
                <a:lnTo>
                  <a:pt x="2564804" y="0"/>
                </a:lnTo>
                <a:lnTo>
                  <a:pt x="2564804" y="1538882"/>
                </a:lnTo>
                <a:lnTo>
                  <a:pt x="0" y="153888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rtlCol="1" anchor="ctr" anchorCtr="0">
            <a:noAutofit/>
          </a:bodyPr>
          <a:lstStyle/>
          <a:p>
            <a:pPr marL="0" lvl="0" indent="0" algn="ctr" defTabSz="14224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ج2 كفاءة الشركة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وتأثيرها على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النجاح</a:t>
            </a:r>
            <a:endParaRPr lang="en-US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A448449-128B-8FEF-7FF2-98145C868C80}"/>
              </a:ext>
            </a:extLst>
          </p:cNvPr>
          <p:cNvSpPr/>
          <p:nvPr/>
        </p:nvSpPr>
        <p:spPr>
          <a:xfrm>
            <a:off x="457201" y="2549277"/>
            <a:ext cx="2564804" cy="1538882"/>
          </a:xfrm>
          <a:custGeom>
            <a:avLst/>
            <a:gdLst>
              <a:gd name="connsiteX0" fmla="*/ 0 w 2564804"/>
              <a:gd name="connsiteY0" fmla="*/ 0 h 1538882"/>
              <a:gd name="connsiteX1" fmla="*/ 2564804 w 2564804"/>
              <a:gd name="connsiteY1" fmla="*/ 0 h 1538882"/>
              <a:gd name="connsiteX2" fmla="*/ 2564804 w 2564804"/>
              <a:gd name="connsiteY2" fmla="*/ 1538882 h 1538882"/>
              <a:gd name="connsiteX3" fmla="*/ 0 w 2564804"/>
              <a:gd name="connsiteY3" fmla="*/ 1538882 h 1538882"/>
              <a:gd name="connsiteX4" fmla="*/ 0 w 2564804"/>
              <a:gd name="connsiteY4" fmla="*/ 0 h 153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1538882">
                <a:moveTo>
                  <a:pt x="0" y="0"/>
                </a:moveTo>
                <a:lnTo>
                  <a:pt x="2564804" y="0"/>
                </a:lnTo>
                <a:lnTo>
                  <a:pt x="2564804" y="1538882"/>
                </a:lnTo>
                <a:lnTo>
                  <a:pt x="0" y="153888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1">
                  <a:hueOff val="0"/>
                  <a:satOff val="0"/>
                  <a:lumOff val="0"/>
                  <a:alphaOff val="0"/>
                  <a:shade val="51000"/>
                  <a:satMod val="130000"/>
                </a:schemeClr>
              </a:gs>
              <a:gs pos="52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rtlCol="1" anchor="ctr" anchorCtr="0">
            <a:noAutofit/>
          </a:bodyPr>
          <a:lstStyle/>
          <a:p>
            <a:pPr marL="0" lvl="0" indent="0" algn="ctr" defTabSz="14224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ج3 </a:t>
            </a:r>
            <a:r>
              <a:rPr lang="ar" sz="2600" kern="1200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المراجعة المالية وتأثيرها على </a:t>
            </a:r>
            <a:br>
              <a:rPr lang="en-GB" sz="2600" kern="1200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النجاح</a:t>
            </a:r>
            <a:endParaRPr lang="en-GB" sz="2600" kern="12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4889BB-134A-57C9-9D7D-360071DA6286}"/>
              </a:ext>
            </a:extLst>
          </p:cNvPr>
          <p:cNvSpPr/>
          <p:nvPr/>
        </p:nvSpPr>
        <p:spPr>
          <a:xfrm>
            <a:off x="4689129" y="4344640"/>
            <a:ext cx="2564804" cy="1538882"/>
          </a:xfrm>
          <a:custGeom>
            <a:avLst/>
            <a:gdLst>
              <a:gd name="connsiteX0" fmla="*/ 0 w 2564804"/>
              <a:gd name="connsiteY0" fmla="*/ 0 h 1538882"/>
              <a:gd name="connsiteX1" fmla="*/ 2564804 w 2564804"/>
              <a:gd name="connsiteY1" fmla="*/ 0 h 1538882"/>
              <a:gd name="connsiteX2" fmla="*/ 2564804 w 2564804"/>
              <a:gd name="connsiteY2" fmla="*/ 1538882 h 1538882"/>
              <a:gd name="connsiteX3" fmla="*/ 0 w 2564804"/>
              <a:gd name="connsiteY3" fmla="*/ 1538882 h 1538882"/>
              <a:gd name="connsiteX4" fmla="*/ 0 w 2564804"/>
              <a:gd name="connsiteY4" fmla="*/ 0 h 153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1538882">
                <a:moveTo>
                  <a:pt x="0" y="0"/>
                </a:moveTo>
                <a:lnTo>
                  <a:pt x="2564804" y="0"/>
                </a:lnTo>
                <a:lnTo>
                  <a:pt x="2564804" y="1538882"/>
                </a:lnTo>
                <a:lnTo>
                  <a:pt x="0" y="153888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rtlCol="1" anchor="ctr" anchorCtr="0">
            <a:noAutofit/>
          </a:bodyPr>
          <a:lstStyle/>
          <a:p>
            <a:pPr marL="0" lvl="0" indent="0" algn="ctr" defTabSz="14224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ج4 تحليل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المنافسين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69E78F5-8B9D-C7DE-2437-83962EC6A3CC}"/>
              </a:ext>
            </a:extLst>
          </p:cNvPr>
          <p:cNvSpPr/>
          <p:nvPr/>
        </p:nvSpPr>
        <p:spPr>
          <a:xfrm>
            <a:off x="1867844" y="4344640"/>
            <a:ext cx="2564804" cy="1538882"/>
          </a:xfrm>
          <a:custGeom>
            <a:avLst/>
            <a:gdLst>
              <a:gd name="connsiteX0" fmla="*/ 0 w 2564804"/>
              <a:gd name="connsiteY0" fmla="*/ 0 h 1538882"/>
              <a:gd name="connsiteX1" fmla="*/ 2564804 w 2564804"/>
              <a:gd name="connsiteY1" fmla="*/ 0 h 1538882"/>
              <a:gd name="connsiteX2" fmla="*/ 2564804 w 2564804"/>
              <a:gd name="connsiteY2" fmla="*/ 1538882 h 1538882"/>
              <a:gd name="connsiteX3" fmla="*/ 0 w 2564804"/>
              <a:gd name="connsiteY3" fmla="*/ 1538882 h 1538882"/>
              <a:gd name="connsiteX4" fmla="*/ 0 w 2564804"/>
              <a:gd name="connsiteY4" fmla="*/ 0 h 1538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4804" h="1538882">
                <a:moveTo>
                  <a:pt x="0" y="0"/>
                </a:moveTo>
                <a:lnTo>
                  <a:pt x="2564804" y="0"/>
                </a:lnTo>
                <a:lnTo>
                  <a:pt x="2564804" y="1538882"/>
                </a:lnTo>
                <a:lnTo>
                  <a:pt x="0" y="1538882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chemeClr val="accent6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rtlCol="1" anchor="ctr" anchorCtr="0">
            <a:noAutofit/>
          </a:bodyPr>
          <a:lstStyle/>
          <a:p>
            <a:pPr marL="0" lvl="0" indent="0" algn="ctr" defTabSz="14224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ج5 إعادة تحديد </a:t>
            </a:r>
            <a:br>
              <a:rPr lang="en-GB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 kern="12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الشركة</a:t>
            </a:r>
          </a:p>
        </p:txBody>
      </p:sp>
    </p:spTree>
    <p:extLst>
      <p:ext uri="{BB962C8B-B14F-4D97-AF65-F5344CB8AC3E}">
        <p14:creationId xmlns:p14="http://schemas.microsoft.com/office/powerpoint/2010/main" val="10046089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/>
            <a:r>
              <a:rPr lang="ar" sz="210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ج1 الأنشطة الأساسية وتأثيرها على النجاح (1)</a:t>
            </a:r>
            <a:endParaRPr lang="en-US" sz="210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31" name="Text Placeholder 2">
            <a:extLst>
              <a:ext uri="{FF2B5EF4-FFF2-40B4-BE49-F238E27FC236}">
                <a16:creationId xmlns:a16="http://schemas.microsoft.com/office/drawing/2014/main" id="{5041AEC5-9881-2EC0-76FF-AD6EC7DF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6" y="2132858"/>
            <a:ext cx="3008313" cy="2664296"/>
          </a:xfrm>
        </p:spPr>
        <p:txBody>
          <a:bodyPr rtlCol="1"/>
          <a:lstStyle/>
          <a:p>
            <a:pPr rtl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</a:pPr>
            <a:r>
              <a:rPr lang="ar" sz="2000" b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تؤثر طريقة أداء المنتج أو الخدمة على نجاح الأعمال. </a:t>
            </a:r>
          </a:p>
          <a:p>
            <a:pPr rtl="1">
              <a:lnSpc>
                <a:spcPct val="110000"/>
              </a:lnSpc>
              <a:spcBef>
                <a:spcPts val="1800"/>
              </a:spcBef>
              <a:spcAft>
                <a:spcPts val="600"/>
              </a:spcAft>
            </a:pPr>
            <a:r>
              <a:rPr lang="ar" sz="2000" b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ستأخذ الشركة بعين الاعتبار الأنشطة الأساسية التي ساهمت في نجاحها، أو في حال كانت التجارة ضعيفة، </a:t>
            </a:r>
            <a:r>
              <a:rPr lang="ar" sz="2000">
                <a:solidFill>
                  <a:srgbClr val="000000"/>
                </a:solidFill>
                <a:ea typeface="Times New Roman" panose="02020603050405020304" pitchFamily="18" charset="0"/>
              </a:rPr>
              <a:t>فقد تُهيِّء بعض الأنشطة </a:t>
            </a:r>
            <a:r>
              <a:rPr lang="ar" sz="2000" b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وتغيرها.</a:t>
            </a:r>
            <a:endParaRPr lang="en-GB" sz="2000" b="1">
              <a:solidFill>
                <a:srgbClr val="1F4E79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20E4D5-ADBC-3472-C80F-2A9853C91ACD}"/>
              </a:ext>
            </a:extLst>
          </p:cNvPr>
          <p:cNvSpPr/>
          <p:nvPr/>
        </p:nvSpPr>
        <p:spPr>
          <a:xfrm>
            <a:off x="452265" y="1359558"/>
            <a:ext cx="5111751" cy="933712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Shopping cart">
            <a:extLst>
              <a:ext uri="{FF2B5EF4-FFF2-40B4-BE49-F238E27FC236}">
                <a16:creationId xmlns:a16="http://schemas.microsoft.com/office/drawing/2014/main" id="{7B695607-1658-E319-4E89-48CB8AE9B804}"/>
              </a:ext>
            </a:extLst>
          </p:cNvPr>
          <p:cNvSpPr/>
          <p:nvPr/>
        </p:nvSpPr>
        <p:spPr>
          <a:xfrm>
            <a:off x="4768026" y="1569643"/>
            <a:ext cx="513542" cy="513542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ECEE061-819E-2053-577F-9BA395DD4EAF}"/>
              </a:ext>
            </a:extLst>
          </p:cNvPr>
          <p:cNvSpPr/>
          <p:nvPr/>
        </p:nvSpPr>
        <p:spPr>
          <a:xfrm>
            <a:off x="452266" y="1359558"/>
            <a:ext cx="4033312" cy="933712"/>
          </a:xfrm>
          <a:custGeom>
            <a:avLst/>
            <a:gdLst>
              <a:gd name="connsiteX0" fmla="*/ 0 w 4033312"/>
              <a:gd name="connsiteY0" fmla="*/ 0 h 933712"/>
              <a:gd name="connsiteX1" fmla="*/ 4033312 w 4033312"/>
              <a:gd name="connsiteY1" fmla="*/ 0 h 933712"/>
              <a:gd name="connsiteX2" fmla="*/ 4033312 w 4033312"/>
              <a:gd name="connsiteY2" fmla="*/ 933712 h 933712"/>
              <a:gd name="connsiteX3" fmla="*/ 0 w 4033312"/>
              <a:gd name="connsiteY3" fmla="*/ 933712 h 933712"/>
              <a:gd name="connsiteX4" fmla="*/ 0 w 4033312"/>
              <a:gd name="connsiteY4" fmla="*/ 0 h 93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3312" h="933712">
                <a:moveTo>
                  <a:pt x="0" y="0"/>
                </a:moveTo>
                <a:lnTo>
                  <a:pt x="4033312" y="0"/>
                </a:lnTo>
                <a:lnTo>
                  <a:pt x="4033312" y="933712"/>
                </a:lnTo>
                <a:lnTo>
                  <a:pt x="0" y="9337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8818" tIns="98818" rIns="98818" bIns="98818" numCol="1" spcCol="1270" rtlCol="1" anchor="ctr" anchorCtr="0">
            <a:noAutofit/>
          </a:bodyPr>
          <a:lstStyle/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تأثير المنتجات/الخدمات: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DAA4FC-E454-AE64-D114-5D86C4CBC2B4}"/>
              </a:ext>
            </a:extLst>
          </p:cNvPr>
          <p:cNvSpPr/>
          <p:nvPr/>
        </p:nvSpPr>
        <p:spPr>
          <a:xfrm>
            <a:off x="452265" y="2526699"/>
            <a:ext cx="5111751" cy="933712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Smiling face outline with solid fill">
            <a:extLst>
              <a:ext uri="{FF2B5EF4-FFF2-40B4-BE49-F238E27FC236}">
                <a16:creationId xmlns:a16="http://schemas.microsoft.com/office/drawing/2014/main" id="{88DCB561-524B-30FA-3672-344B174B2FCE}"/>
              </a:ext>
            </a:extLst>
          </p:cNvPr>
          <p:cNvSpPr/>
          <p:nvPr/>
        </p:nvSpPr>
        <p:spPr>
          <a:xfrm>
            <a:off x="4768026" y="2736784"/>
            <a:ext cx="513542" cy="513542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5E74EF-DD1F-FFC1-0D41-35C3308419E1}"/>
              </a:ext>
            </a:extLst>
          </p:cNvPr>
          <p:cNvSpPr/>
          <p:nvPr/>
        </p:nvSpPr>
        <p:spPr>
          <a:xfrm>
            <a:off x="452266" y="2526699"/>
            <a:ext cx="4033312" cy="933712"/>
          </a:xfrm>
          <a:custGeom>
            <a:avLst/>
            <a:gdLst>
              <a:gd name="connsiteX0" fmla="*/ 0 w 4033312"/>
              <a:gd name="connsiteY0" fmla="*/ 0 h 933712"/>
              <a:gd name="connsiteX1" fmla="*/ 4033312 w 4033312"/>
              <a:gd name="connsiteY1" fmla="*/ 0 h 933712"/>
              <a:gd name="connsiteX2" fmla="*/ 4033312 w 4033312"/>
              <a:gd name="connsiteY2" fmla="*/ 933712 h 933712"/>
              <a:gd name="connsiteX3" fmla="*/ 0 w 4033312"/>
              <a:gd name="connsiteY3" fmla="*/ 933712 h 933712"/>
              <a:gd name="connsiteX4" fmla="*/ 0 w 4033312"/>
              <a:gd name="connsiteY4" fmla="*/ 0 h 93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3312" h="933712">
                <a:moveTo>
                  <a:pt x="0" y="0"/>
                </a:moveTo>
                <a:lnTo>
                  <a:pt x="4033312" y="0"/>
                </a:lnTo>
                <a:lnTo>
                  <a:pt x="4033312" y="933712"/>
                </a:lnTo>
                <a:lnTo>
                  <a:pt x="0" y="9337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8818" tIns="98818" rIns="98818" bIns="98818" numCol="1" spcCol="1270" rtlCol="1" anchor="ctr" anchorCtr="0">
            <a:noAutofit/>
          </a:bodyPr>
          <a:lstStyle/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هل كانت فعَّالة في تلبية احتياجات العملاء؟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0124DD-E519-DC33-6791-DE2A22976E2B}"/>
              </a:ext>
            </a:extLst>
          </p:cNvPr>
          <p:cNvSpPr/>
          <p:nvPr/>
        </p:nvSpPr>
        <p:spPr>
          <a:xfrm>
            <a:off x="452265" y="3693840"/>
            <a:ext cx="5111751" cy="933712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Dollar">
            <a:extLst>
              <a:ext uri="{FF2B5EF4-FFF2-40B4-BE49-F238E27FC236}">
                <a16:creationId xmlns:a16="http://schemas.microsoft.com/office/drawing/2014/main" id="{D912F030-7832-D6E0-B6AE-DCD20AD979F9}"/>
              </a:ext>
            </a:extLst>
          </p:cNvPr>
          <p:cNvSpPr/>
          <p:nvPr/>
        </p:nvSpPr>
        <p:spPr>
          <a:xfrm>
            <a:off x="4768026" y="3903925"/>
            <a:ext cx="513542" cy="513542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C639B43-E6DC-395D-E994-A3DA92467A83}"/>
              </a:ext>
            </a:extLst>
          </p:cNvPr>
          <p:cNvSpPr/>
          <p:nvPr/>
        </p:nvSpPr>
        <p:spPr>
          <a:xfrm>
            <a:off x="452266" y="3693840"/>
            <a:ext cx="4033312" cy="933712"/>
          </a:xfrm>
          <a:custGeom>
            <a:avLst/>
            <a:gdLst>
              <a:gd name="connsiteX0" fmla="*/ 0 w 4033312"/>
              <a:gd name="connsiteY0" fmla="*/ 0 h 933712"/>
              <a:gd name="connsiteX1" fmla="*/ 4033312 w 4033312"/>
              <a:gd name="connsiteY1" fmla="*/ 0 h 933712"/>
              <a:gd name="connsiteX2" fmla="*/ 4033312 w 4033312"/>
              <a:gd name="connsiteY2" fmla="*/ 933712 h 933712"/>
              <a:gd name="connsiteX3" fmla="*/ 0 w 4033312"/>
              <a:gd name="connsiteY3" fmla="*/ 933712 h 933712"/>
              <a:gd name="connsiteX4" fmla="*/ 0 w 4033312"/>
              <a:gd name="connsiteY4" fmla="*/ 0 h 93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3312" h="933712">
                <a:moveTo>
                  <a:pt x="0" y="0"/>
                </a:moveTo>
                <a:lnTo>
                  <a:pt x="4033312" y="0"/>
                </a:lnTo>
                <a:lnTo>
                  <a:pt x="4033312" y="933712"/>
                </a:lnTo>
                <a:lnTo>
                  <a:pt x="0" y="9337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8818" tIns="98818" rIns="98818" bIns="98818" numCol="1" spcCol="1270" rtlCol="1" anchor="ctr" anchorCtr="0">
            <a:noAutofit/>
          </a:bodyPr>
          <a:lstStyle/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أي منها كان لها تأثير جيد أو غير مُوفَّق وفقًا للمبيعات وهوامش الربح؟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851528-D28F-30FB-A080-92679D380327}"/>
              </a:ext>
            </a:extLst>
          </p:cNvPr>
          <p:cNvSpPr/>
          <p:nvPr/>
        </p:nvSpPr>
        <p:spPr>
          <a:xfrm>
            <a:off x="452265" y="4860981"/>
            <a:ext cx="5111751" cy="1277907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Rectangle 16" descr="Question Mark with solid fill">
            <a:extLst>
              <a:ext uri="{FF2B5EF4-FFF2-40B4-BE49-F238E27FC236}">
                <a16:creationId xmlns:a16="http://schemas.microsoft.com/office/drawing/2014/main" id="{88C38024-66C8-4C25-CA6F-A77486C3ADBC}"/>
              </a:ext>
            </a:extLst>
          </p:cNvPr>
          <p:cNvSpPr/>
          <p:nvPr/>
        </p:nvSpPr>
        <p:spPr>
          <a:xfrm>
            <a:off x="4768026" y="5243164"/>
            <a:ext cx="513542" cy="513542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6C6510-3765-D41A-1B62-585C49ECAF2F}"/>
              </a:ext>
            </a:extLst>
          </p:cNvPr>
          <p:cNvSpPr/>
          <p:nvPr/>
        </p:nvSpPr>
        <p:spPr>
          <a:xfrm>
            <a:off x="452266" y="5033078"/>
            <a:ext cx="4033312" cy="933712"/>
          </a:xfrm>
          <a:custGeom>
            <a:avLst/>
            <a:gdLst>
              <a:gd name="connsiteX0" fmla="*/ 0 w 4033312"/>
              <a:gd name="connsiteY0" fmla="*/ 0 h 933712"/>
              <a:gd name="connsiteX1" fmla="*/ 4033312 w 4033312"/>
              <a:gd name="connsiteY1" fmla="*/ 0 h 933712"/>
              <a:gd name="connsiteX2" fmla="*/ 4033312 w 4033312"/>
              <a:gd name="connsiteY2" fmla="*/ 933712 h 933712"/>
              <a:gd name="connsiteX3" fmla="*/ 0 w 4033312"/>
              <a:gd name="connsiteY3" fmla="*/ 933712 h 933712"/>
              <a:gd name="connsiteX4" fmla="*/ 0 w 4033312"/>
              <a:gd name="connsiteY4" fmla="*/ 0 h 933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3312" h="933712">
                <a:moveTo>
                  <a:pt x="0" y="0"/>
                </a:moveTo>
                <a:lnTo>
                  <a:pt x="4033312" y="0"/>
                </a:lnTo>
                <a:lnTo>
                  <a:pt x="4033312" y="933712"/>
                </a:lnTo>
                <a:lnTo>
                  <a:pt x="0" y="9337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8818" tIns="98818" rIns="98818" bIns="98818" numCol="1" spcCol="1270" rtlCol="1" anchor="ctr" anchorCtr="0">
            <a:noAutofit/>
          </a:bodyPr>
          <a:lstStyle/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هل واجهت مشكلات في المنتجات أو الخدمات مثل: التسعير، </a:t>
            </a:r>
            <a:br>
              <a:rPr lang="en-GB" sz="16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أو التسويق، أو المبيعات، أو خدمة ما بعد البيع، أو التصميم، </a:t>
            </a:r>
            <a:br>
              <a:rPr lang="en-GB" sz="16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أو التعبئة والتغليف؟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158DD8-EC26-8AA9-24EC-3699114CCB99}"/>
              </a:ext>
            </a:extLst>
          </p:cNvPr>
          <p:cNvGrpSpPr/>
          <p:nvPr/>
        </p:nvGrpSpPr>
        <p:grpSpPr>
          <a:xfrm flipH="1">
            <a:off x="6012156" y="4797154"/>
            <a:ext cx="2789111" cy="1594937"/>
            <a:chOff x="0" y="-33630"/>
            <a:chExt cx="2490798" cy="17809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9BFA26-9EF2-B8D5-D546-BE7D285F1352}"/>
                </a:ext>
              </a:extLst>
            </p:cNvPr>
            <p:cNvSpPr/>
            <p:nvPr/>
          </p:nvSpPr>
          <p:spPr>
            <a:xfrm>
              <a:off x="0" y="-33630"/>
              <a:ext cx="2490798" cy="178094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7C372ED-1412-4EEB-24FE-C095C6E0AD9C}"/>
                </a:ext>
              </a:extLst>
            </p:cNvPr>
            <p:cNvSpPr txBox="1"/>
            <p:nvPr/>
          </p:nvSpPr>
          <p:spPr>
            <a:xfrm>
              <a:off x="46400" y="82704"/>
              <a:ext cx="2261954" cy="15584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>
                <a:lnSpc>
                  <a:spcPct val="110000"/>
                </a:lnSpc>
              </a:pPr>
              <a:r>
                <a:rPr lang="ar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rtl="1">
                <a:lnSpc>
                  <a:spcPct val="110000"/>
                </a:lnSpc>
              </a:pPr>
              <a:r>
                <a:rPr lang="ar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يمكنك التفكير في بعض المنتجات </a:t>
              </a:r>
              <a:r>
                <a:rPr lang="ar" spc="3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التي سُحبت من البيع لأنها لم تعد رائجة؟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66279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>
              <a:lnSpc>
                <a:spcPct val="90000"/>
              </a:lnSpc>
              <a:spcAft>
                <a:spcPts val="600"/>
              </a:spcAft>
            </a:pPr>
            <a:r>
              <a:rPr lang="ar" sz="3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ج1 الأنشطة الأساسية وتأثيرها على النجاح (2)</a:t>
            </a:r>
            <a:endParaRPr lang="en-US" sz="300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5" name="Content Placeholder 2">
            <a:extLst>
              <a:ext uri="{FF2B5EF4-FFF2-40B4-BE49-F238E27FC236}">
                <a16:creationId xmlns:a16="http://schemas.microsoft.com/office/drawing/2014/main" id="{F4509E1B-4D1D-F641-99EB-25A41C2F6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1306" y="2629601"/>
            <a:ext cx="2375494" cy="3033199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4000"/>
              </a:lnSpc>
              <a:buNone/>
            </a:pPr>
            <a:r>
              <a:rPr lang="ar" sz="2200"/>
              <a:t>ستراجع الشركة:</a:t>
            </a:r>
          </a:p>
          <a:p>
            <a:pPr rtl="1">
              <a:lnSpc>
                <a:spcPct val="114000"/>
              </a:lnSpc>
            </a:pPr>
            <a:r>
              <a:rPr lang="ar" sz="2200" b="1"/>
              <a:t>تكاليفها</a:t>
            </a:r>
            <a:r>
              <a:rPr lang="ar" sz="2200">
                <a:effectLst/>
              </a:rPr>
              <a:t> لمعرفة ما إذا كان بإمكانها الادخار</a:t>
            </a:r>
          </a:p>
          <a:p>
            <a:pPr rtl="1">
              <a:lnSpc>
                <a:spcPct val="114000"/>
              </a:lnSpc>
            </a:pPr>
            <a:r>
              <a:rPr lang="ar" sz="2200" b="1"/>
              <a:t>عملياتها</a:t>
            </a:r>
            <a:r>
              <a:rPr lang="ar" sz="2200">
                <a:effectLst/>
              </a:rPr>
              <a:t> لمعرفة ما إذا كان بإمكانها العمل بكفاءة أكبر</a:t>
            </a:r>
          </a:p>
        </p:txBody>
      </p:sp>
      <p:sp>
        <p:nvSpPr>
          <p:cNvPr id="4" name="Rectangle 3" descr="Money">
            <a:extLst>
              <a:ext uri="{FF2B5EF4-FFF2-40B4-BE49-F238E27FC236}">
                <a16:creationId xmlns:a16="http://schemas.microsoft.com/office/drawing/2014/main" id="{B74E3D12-2128-D1E1-CB7F-7CA33D41C8D2}"/>
              </a:ext>
            </a:extLst>
          </p:cNvPr>
          <p:cNvSpPr/>
          <p:nvPr/>
        </p:nvSpPr>
        <p:spPr>
          <a:xfrm>
            <a:off x="4889775" y="2334028"/>
            <a:ext cx="749882" cy="749882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2848FD8-B739-BAAC-038D-02F19C8991AA}"/>
              </a:ext>
            </a:extLst>
          </p:cNvPr>
          <p:cNvSpPr/>
          <p:nvPr/>
        </p:nvSpPr>
        <p:spPr>
          <a:xfrm>
            <a:off x="4431513" y="3343470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 5" descr="Coins">
            <a:extLst>
              <a:ext uri="{FF2B5EF4-FFF2-40B4-BE49-F238E27FC236}">
                <a16:creationId xmlns:a16="http://schemas.microsoft.com/office/drawing/2014/main" id="{CF24E636-4F58-1188-1FB0-E1B1E86D53ED}"/>
              </a:ext>
            </a:extLst>
          </p:cNvPr>
          <p:cNvSpPr/>
          <p:nvPr/>
        </p:nvSpPr>
        <p:spPr>
          <a:xfrm>
            <a:off x="2931748" y="2334028"/>
            <a:ext cx="749882" cy="749882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72DAD78-614E-9EB2-45CD-C19C9BF8B1D4}"/>
              </a:ext>
            </a:extLst>
          </p:cNvPr>
          <p:cNvSpPr/>
          <p:nvPr/>
        </p:nvSpPr>
        <p:spPr>
          <a:xfrm>
            <a:off x="2473486" y="3343470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تكاليفها بما يشمل التكاليف المباشرة، </a:t>
            </a:r>
            <a:br>
              <a:rPr lang="en-GB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والنفقات العامة والأصول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Rectangle 7" descr="Excavator">
            <a:extLst>
              <a:ext uri="{FF2B5EF4-FFF2-40B4-BE49-F238E27FC236}">
                <a16:creationId xmlns:a16="http://schemas.microsoft.com/office/drawing/2014/main" id="{A4CCA30B-53AD-2066-B636-59AE9D924EAE}"/>
              </a:ext>
            </a:extLst>
          </p:cNvPr>
          <p:cNvSpPr/>
          <p:nvPr/>
        </p:nvSpPr>
        <p:spPr>
          <a:xfrm>
            <a:off x="973721" y="2334028"/>
            <a:ext cx="749882" cy="749882"/>
          </a:xfrm>
          <a:prstGeom prst="rect">
            <a:avLst/>
          </a:prstGeom>
          <a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AEF417-C674-03B1-F491-7949BFDB763F}"/>
              </a:ext>
            </a:extLst>
          </p:cNvPr>
          <p:cNvSpPr/>
          <p:nvPr/>
        </p:nvSpPr>
        <p:spPr>
          <a:xfrm>
            <a:off x="515458" y="3343470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مراعاة المواد/المعدات الجديدة التي قد تخفِّض التكاليف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 9" descr="Hierarchy">
            <a:extLst>
              <a:ext uri="{FF2B5EF4-FFF2-40B4-BE49-F238E27FC236}">
                <a16:creationId xmlns:a16="http://schemas.microsoft.com/office/drawing/2014/main" id="{5B84210E-84D5-9F18-0AC7-D1CC8D6E1993}"/>
              </a:ext>
            </a:extLst>
          </p:cNvPr>
          <p:cNvSpPr/>
          <p:nvPr/>
        </p:nvSpPr>
        <p:spPr>
          <a:xfrm>
            <a:off x="4889775" y="4426634"/>
            <a:ext cx="749882" cy="749882"/>
          </a:xfrm>
          <a:prstGeom prst="rect">
            <a:avLst/>
          </a:prstGeom>
          <a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9D3E70-47D6-AC72-880F-22BD8ECB0ED9}"/>
              </a:ext>
            </a:extLst>
          </p:cNvPr>
          <p:cNvSpPr/>
          <p:nvPr/>
        </p:nvSpPr>
        <p:spPr>
          <a:xfrm>
            <a:off x="4431513" y="5436076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العمليات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 11" descr="Computer">
            <a:extLst>
              <a:ext uri="{FF2B5EF4-FFF2-40B4-BE49-F238E27FC236}">
                <a16:creationId xmlns:a16="http://schemas.microsoft.com/office/drawing/2014/main" id="{A2B862AE-B6A5-0EFE-E9D8-6EDC73171F3B}"/>
              </a:ext>
            </a:extLst>
          </p:cNvPr>
          <p:cNvSpPr/>
          <p:nvPr/>
        </p:nvSpPr>
        <p:spPr>
          <a:xfrm>
            <a:off x="2931748" y="4426634"/>
            <a:ext cx="749882" cy="749882"/>
          </a:xfrm>
          <a:prstGeom prst="rect">
            <a:avLst/>
          </a:prstGeom>
          <a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01754B-E44E-BE55-FF10-7FE7802815D9}"/>
              </a:ext>
            </a:extLst>
          </p:cNvPr>
          <p:cNvSpPr/>
          <p:nvPr/>
        </p:nvSpPr>
        <p:spPr>
          <a:xfrm>
            <a:off x="2473486" y="5436076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البحث عن طرق</a:t>
            </a:r>
            <a:br>
              <a:rPr lang="en-GB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تشغيل مختلفة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Rectangle 13" descr="Handshake">
            <a:extLst>
              <a:ext uri="{FF2B5EF4-FFF2-40B4-BE49-F238E27FC236}">
                <a16:creationId xmlns:a16="http://schemas.microsoft.com/office/drawing/2014/main" id="{AD270768-B57E-01D2-E84C-13603FAEFBBE}"/>
              </a:ext>
            </a:extLst>
          </p:cNvPr>
          <p:cNvSpPr/>
          <p:nvPr/>
        </p:nvSpPr>
        <p:spPr>
          <a:xfrm>
            <a:off x="973721" y="4426634"/>
            <a:ext cx="749882" cy="749882"/>
          </a:xfrm>
          <a:prstGeom prst="rect">
            <a:avLst/>
          </a:prstGeom>
          <a:blipFill>
            <a:blip r:embed="rId1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F44D922-3F92-E16A-74A9-3EB35131C298}"/>
              </a:ext>
            </a:extLst>
          </p:cNvPr>
          <p:cNvSpPr/>
          <p:nvPr/>
        </p:nvSpPr>
        <p:spPr>
          <a:xfrm>
            <a:off x="515458" y="5436076"/>
            <a:ext cx="1666406" cy="666562"/>
          </a:xfrm>
          <a:custGeom>
            <a:avLst/>
            <a:gdLst>
              <a:gd name="connsiteX0" fmla="*/ 0 w 1666406"/>
              <a:gd name="connsiteY0" fmla="*/ 0 h 666562"/>
              <a:gd name="connsiteX1" fmla="*/ 1666406 w 1666406"/>
              <a:gd name="connsiteY1" fmla="*/ 0 h 666562"/>
              <a:gd name="connsiteX2" fmla="*/ 1666406 w 1666406"/>
              <a:gd name="connsiteY2" fmla="*/ 666562 h 666562"/>
              <a:gd name="connsiteX3" fmla="*/ 0 w 1666406"/>
              <a:gd name="connsiteY3" fmla="*/ 666562 h 666562"/>
              <a:gd name="connsiteX4" fmla="*/ 0 w 1666406"/>
              <a:gd name="connsiteY4" fmla="*/ 0 h 66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406" h="666562">
                <a:moveTo>
                  <a:pt x="0" y="0"/>
                </a:moveTo>
                <a:lnTo>
                  <a:pt x="1666406" y="0"/>
                </a:lnTo>
                <a:lnTo>
                  <a:pt x="1666406" y="666562"/>
                </a:lnTo>
                <a:lnTo>
                  <a:pt x="0" y="6665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1" anchor="t" anchorCtr="0">
            <a:noAutofit/>
          </a:bodyPr>
          <a:lstStyle/>
          <a:p>
            <a:pPr marL="0" lvl="0" indent="0" algn="ctr" defTabSz="62230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البحث عن طرق للتفاوض على </a:t>
            </a:r>
            <a:r>
              <a:rPr lang="ar" sz="16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صفقات أفضل </a:t>
            </a:r>
            <a:br>
              <a:rPr lang="en-GB" sz="16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6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 الموردين</a:t>
            </a:r>
            <a:r>
              <a:rPr lang="ar" sz="16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  <a:endParaRPr lang="en-US" sz="16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97372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17BF-16C7-8C47-6548-118BD02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96" y="1096281"/>
            <a:ext cx="8206609" cy="433600"/>
          </a:xfrm>
        </p:spPr>
        <p:txBody>
          <a:bodyPr wrap="square" rtlCol="1" anchor="b">
            <a:normAutofit/>
          </a:bodyPr>
          <a:lstStyle/>
          <a:p>
            <a:pPr algn="ctr" rtl="0"/>
            <a:r>
              <a:rPr lang="ar" sz="2200">
                <a:solidFill>
                  <a:srgbClr val="7030A0"/>
                </a:solidFill>
                <a:effectLst/>
              </a:rPr>
              <a:t>ج2 كفاءة الشركة وتأثيرها على النجاح</a:t>
            </a:r>
            <a:endParaRPr lang="en-US" sz="2200">
              <a:solidFill>
                <a:srgbClr val="7030A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34B05F-28F6-0639-9973-CCEF9F9AEC5A}"/>
              </a:ext>
            </a:extLst>
          </p:cNvPr>
          <p:cNvGrpSpPr/>
          <p:nvPr/>
        </p:nvGrpSpPr>
        <p:grpSpPr>
          <a:xfrm>
            <a:off x="683569" y="1847047"/>
            <a:ext cx="6048671" cy="4550192"/>
            <a:chOff x="683569" y="1847047"/>
            <a:chExt cx="6048671" cy="4550192"/>
          </a:xfrm>
        </p:grpSpPr>
        <p:sp>
          <p:nvSpPr>
            <p:cNvPr id="10" name="Straight Connector 9">
              <a:extLst>
                <a:ext uri="{FF2B5EF4-FFF2-40B4-BE49-F238E27FC236}">
                  <a16:creationId xmlns:a16="http://schemas.microsoft.com/office/drawing/2014/main" id="{3FD5B314-6722-18D0-792F-E4F9706DBB46}"/>
                </a:ext>
              </a:extLst>
            </p:cNvPr>
            <p:cNvSpPr/>
            <p:nvPr/>
          </p:nvSpPr>
          <p:spPr>
            <a:xfrm>
              <a:off x="683569" y="1847047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11A65CC-4F4C-0FC3-7B6A-7DD34A5E14D6}"/>
                </a:ext>
              </a:extLst>
            </p:cNvPr>
            <p:cNvSpPr/>
            <p:nvPr/>
          </p:nvSpPr>
          <p:spPr>
            <a:xfrm>
              <a:off x="683569" y="1847047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الموقع</a:t>
              </a: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  <a:endParaRPr lang="en-US" sz="1600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Straight Connector 11">
              <a:extLst>
                <a:ext uri="{FF2B5EF4-FFF2-40B4-BE49-F238E27FC236}">
                  <a16:creationId xmlns:a16="http://schemas.microsoft.com/office/drawing/2014/main" id="{62EDAA5D-CB02-AEC0-8E01-62B2AC4F4826}"/>
                </a:ext>
              </a:extLst>
            </p:cNvPr>
            <p:cNvSpPr/>
            <p:nvPr/>
          </p:nvSpPr>
          <p:spPr>
            <a:xfrm>
              <a:off x="683569" y="2226230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D636888-736B-0E8D-CF5E-D5321ABB5A7C}"/>
                </a:ext>
              </a:extLst>
            </p:cNvPr>
            <p:cNvSpPr/>
            <p:nvPr/>
          </p:nvSpPr>
          <p:spPr>
            <a:xfrm>
              <a:off x="683569" y="2226230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يوجد أي مزايا و/أو عيوب للموقع الحالي؟</a:t>
              </a:r>
            </a:p>
          </p:txBody>
        </p:sp>
        <p:sp>
          <p:nvSpPr>
            <p:cNvPr id="14" name="Straight Connector 13">
              <a:extLst>
                <a:ext uri="{FF2B5EF4-FFF2-40B4-BE49-F238E27FC236}">
                  <a16:creationId xmlns:a16="http://schemas.microsoft.com/office/drawing/2014/main" id="{E4BF1873-77D3-2261-4F92-7A134700A082}"/>
                </a:ext>
              </a:extLst>
            </p:cNvPr>
            <p:cNvSpPr/>
            <p:nvPr/>
          </p:nvSpPr>
          <p:spPr>
            <a:xfrm>
              <a:off x="683569" y="2605413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EDA8DE-80A4-0139-09F2-09922F1403E3}"/>
                </a:ext>
              </a:extLst>
            </p:cNvPr>
            <p:cNvSpPr/>
            <p:nvPr/>
          </p:nvSpPr>
          <p:spPr>
            <a:xfrm>
              <a:off x="683569" y="2605413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التوجيه</a:t>
              </a: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</a:p>
          </p:txBody>
        </p:sp>
        <p:sp>
          <p:nvSpPr>
            <p:cNvPr id="16" name="Straight Connector 15">
              <a:extLst>
                <a:ext uri="{FF2B5EF4-FFF2-40B4-BE49-F238E27FC236}">
                  <a16:creationId xmlns:a16="http://schemas.microsoft.com/office/drawing/2014/main" id="{FF97E055-9AE0-4BFD-E4E6-0CDEBD2F665C}"/>
                </a:ext>
              </a:extLst>
            </p:cNvPr>
            <p:cNvSpPr/>
            <p:nvPr/>
          </p:nvSpPr>
          <p:spPr>
            <a:xfrm>
              <a:off x="683569" y="2984595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21C776-6253-DB62-8EA6-9C8197667F82}"/>
                </a:ext>
              </a:extLst>
            </p:cNvPr>
            <p:cNvSpPr/>
            <p:nvPr/>
          </p:nvSpPr>
          <p:spPr>
            <a:xfrm>
              <a:off x="683569" y="2984595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يمكن للشركة أن تزدهر، أم عليها التراجع؟</a:t>
              </a:r>
            </a:p>
          </p:txBody>
        </p:sp>
        <p:sp>
          <p:nvSpPr>
            <p:cNvPr id="18" name="Straight Connector 17">
              <a:extLst>
                <a:ext uri="{FF2B5EF4-FFF2-40B4-BE49-F238E27FC236}">
                  <a16:creationId xmlns:a16="http://schemas.microsoft.com/office/drawing/2014/main" id="{F7A1BC80-C277-5786-4BEB-93525656F8A1}"/>
                </a:ext>
              </a:extLst>
            </p:cNvPr>
            <p:cNvSpPr/>
            <p:nvPr/>
          </p:nvSpPr>
          <p:spPr>
            <a:xfrm>
              <a:off x="683569" y="3363778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B1CE494-B00B-1D3F-D6A9-55E6E0966371}"/>
                </a:ext>
              </a:extLst>
            </p:cNvPr>
            <p:cNvSpPr/>
            <p:nvPr/>
          </p:nvSpPr>
          <p:spPr>
            <a:xfrm>
              <a:off x="683569" y="3363778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يتوفر تمويل مستقبلي؟</a:t>
              </a:r>
            </a:p>
          </p:txBody>
        </p:sp>
        <p:sp>
          <p:nvSpPr>
            <p:cNvPr id="20" name="Straight Connector 19">
              <a:extLst>
                <a:ext uri="{FF2B5EF4-FFF2-40B4-BE49-F238E27FC236}">
                  <a16:creationId xmlns:a16="http://schemas.microsoft.com/office/drawing/2014/main" id="{EF822DF5-CFC8-3B85-DA0A-80F92AB37924}"/>
                </a:ext>
              </a:extLst>
            </p:cNvPr>
            <p:cNvSpPr/>
            <p:nvPr/>
          </p:nvSpPr>
          <p:spPr>
            <a:xfrm>
              <a:off x="683569" y="3742961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70442EA-4B60-36BD-39CD-79036596D9D5}"/>
                </a:ext>
              </a:extLst>
            </p:cNvPr>
            <p:cNvSpPr/>
            <p:nvPr/>
          </p:nvSpPr>
          <p:spPr>
            <a:xfrm>
              <a:off x="683569" y="3742961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المعدات والتكنولوجيا:</a:t>
              </a:r>
            </a:p>
          </p:txBody>
        </p:sp>
        <p:sp>
          <p:nvSpPr>
            <p:cNvPr id="22" name="Straight Connector 21">
              <a:extLst>
                <a:ext uri="{FF2B5EF4-FFF2-40B4-BE49-F238E27FC236}">
                  <a16:creationId xmlns:a16="http://schemas.microsoft.com/office/drawing/2014/main" id="{84C317C6-CFDE-86BC-D1B7-CC362692F2D8}"/>
                </a:ext>
              </a:extLst>
            </p:cNvPr>
            <p:cNvSpPr/>
            <p:nvPr/>
          </p:nvSpPr>
          <p:spPr>
            <a:xfrm>
              <a:off x="683569" y="4122144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F3F6422-3FC2-1F0B-0D81-D7C1B1A6642F}"/>
                </a:ext>
              </a:extLst>
            </p:cNvPr>
            <p:cNvSpPr/>
            <p:nvPr/>
          </p:nvSpPr>
          <p:spPr>
            <a:xfrm>
              <a:off x="683569" y="4122144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تتوفر أي تحسينات محتملة أو إجراءات لتوفير التكاليف؟</a:t>
              </a:r>
            </a:p>
          </p:txBody>
        </p:sp>
        <p:sp>
          <p:nvSpPr>
            <p:cNvPr id="24" name="Straight Connector 23">
              <a:extLst>
                <a:ext uri="{FF2B5EF4-FFF2-40B4-BE49-F238E27FC236}">
                  <a16:creationId xmlns:a16="http://schemas.microsoft.com/office/drawing/2014/main" id="{C1084115-E8B7-C3C5-D38F-534D9C5F0393}"/>
                </a:ext>
              </a:extLst>
            </p:cNvPr>
            <p:cNvSpPr/>
            <p:nvPr/>
          </p:nvSpPr>
          <p:spPr>
            <a:xfrm>
              <a:off x="683569" y="4501326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2C86C11-DEB0-536D-EC17-7A7F3BB6B082}"/>
                </a:ext>
              </a:extLst>
            </p:cNvPr>
            <p:cNvSpPr/>
            <p:nvPr/>
          </p:nvSpPr>
          <p:spPr>
            <a:xfrm>
              <a:off x="683569" y="4501326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بالإمكان استخدام التكنولوجيا للسماح بعمل أكثر مرونة؟</a:t>
              </a:r>
            </a:p>
          </p:txBody>
        </p:sp>
        <p:sp>
          <p:nvSpPr>
            <p:cNvPr id="26" name="Straight Connector 25">
              <a:extLst>
                <a:ext uri="{FF2B5EF4-FFF2-40B4-BE49-F238E27FC236}">
                  <a16:creationId xmlns:a16="http://schemas.microsoft.com/office/drawing/2014/main" id="{C13B7CAA-B0FC-6F99-1484-7A2DB16F9F1C}"/>
                </a:ext>
              </a:extLst>
            </p:cNvPr>
            <p:cNvSpPr/>
            <p:nvPr/>
          </p:nvSpPr>
          <p:spPr>
            <a:xfrm>
              <a:off x="683569" y="4880509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BBD798-6E34-4605-3F11-A1E2EBA980A2}"/>
                </a:ext>
              </a:extLst>
            </p:cNvPr>
            <p:cNvSpPr/>
            <p:nvPr/>
          </p:nvSpPr>
          <p:spPr>
            <a:xfrm>
              <a:off x="683569" y="4880509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الموظفون</a:t>
              </a: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</a:p>
          </p:txBody>
        </p:sp>
        <p:sp>
          <p:nvSpPr>
            <p:cNvPr id="28" name="Straight Connector 27">
              <a:extLst>
                <a:ext uri="{FF2B5EF4-FFF2-40B4-BE49-F238E27FC236}">
                  <a16:creationId xmlns:a16="http://schemas.microsoft.com/office/drawing/2014/main" id="{369EFC69-74B9-9000-D8A6-7417CF63880B}"/>
                </a:ext>
              </a:extLst>
            </p:cNvPr>
            <p:cNvSpPr/>
            <p:nvPr/>
          </p:nvSpPr>
          <p:spPr>
            <a:xfrm>
              <a:off x="683569" y="5259692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0AC60C-536B-FF8F-7F1D-2778CBAF0970}"/>
                </a:ext>
              </a:extLst>
            </p:cNvPr>
            <p:cNvSpPr/>
            <p:nvPr/>
          </p:nvSpPr>
          <p:spPr>
            <a:xfrm>
              <a:off x="683569" y="5259692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عُيِّن الموظفون المناسبون للمساعدة على تحقيق الأهداف؟</a:t>
              </a:r>
            </a:p>
          </p:txBody>
        </p:sp>
        <p:sp>
          <p:nvSpPr>
            <p:cNvPr id="30" name="Straight Connector 29">
              <a:extLst>
                <a:ext uri="{FF2B5EF4-FFF2-40B4-BE49-F238E27FC236}">
                  <a16:creationId xmlns:a16="http://schemas.microsoft.com/office/drawing/2014/main" id="{BBADCDB0-66D8-1F8B-4456-C5DCFF980218}"/>
                </a:ext>
              </a:extLst>
            </p:cNvPr>
            <p:cNvSpPr/>
            <p:nvPr/>
          </p:nvSpPr>
          <p:spPr>
            <a:xfrm>
              <a:off x="683569" y="5638874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68E49B-49B0-D916-0C6E-58489D6F5640}"/>
                </a:ext>
              </a:extLst>
            </p:cNvPr>
            <p:cNvSpPr/>
            <p:nvPr/>
          </p:nvSpPr>
          <p:spPr>
            <a:xfrm>
              <a:off x="683569" y="5638874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يوجد أي فجوات في المهارات، واحتياجات للتدريب والتطوير؟</a:t>
              </a:r>
            </a:p>
          </p:txBody>
        </p:sp>
        <p:sp>
          <p:nvSpPr>
            <p:cNvPr id="32" name="Straight Connector 31">
              <a:extLst>
                <a:ext uri="{FF2B5EF4-FFF2-40B4-BE49-F238E27FC236}">
                  <a16:creationId xmlns:a16="http://schemas.microsoft.com/office/drawing/2014/main" id="{206993FF-7193-C6BD-240D-4C265B4EADA6}"/>
                </a:ext>
              </a:extLst>
            </p:cNvPr>
            <p:cNvSpPr/>
            <p:nvPr/>
          </p:nvSpPr>
          <p:spPr>
            <a:xfrm>
              <a:off x="683569" y="6018057"/>
              <a:ext cx="6048671" cy="0"/>
            </a:xfrm>
            <a:prstGeom prst="line">
              <a:avLst/>
            </a:prstGeom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3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8C084D-9028-5432-E5CE-5EBFA22DBE23}"/>
                </a:ext>
              </a:extLst>
            </p:cNvPr>
            <p:cNvSpPr/>
            <p:nvPr/>
          </p:nvSpPr>
          <p:spPr>
            <a:xfrm>
              <a:off x="683569" y="6018057"/>
              <a:ext cx="6048671" cy="379182"/>
            </a:xfrm>
            <a:custGeom>
              <a:avLst/>
              <a:gdLst>
                <a:gd name="connsiteX0" fmla="*/ 0 w 6048671"/>
                <a:gd name="connsiteY0" fmla="*/ 0 h 379182"/>
                <a:gd name="connsiteX1" fmla="*/ 6048671 w 6048671"/>
                <a:gd name="connsiteY1" fmla="*/ 0 h 379182"/>
                <a:gd name="connsiteX2" fmla="*/ 6048671 w 6048671"/>
                <a:gd name="connsiteY2" fmla="*/ 379182 h 379182"/>
                <a:gd name="connsiteX3" fmla="*/ 0 w 6048671"/>
                <a:gd name="connsiteY3" fmla="*/ 379182 h 379182"/>
                <a:gd name="connsiteX4" fmla="*/ 0 w 6048671"/>
                <a:gd name="connsiteY4" fmla="*/ 0 h 37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8671" h="379182">
                  <a:moveTo>
                    <a:pt x="0" y="0"/>
                  </a:moveTo>
                  <a:lnTo>
                    <a:pt x="6048671" y="0"/>
                  </a:lnTo>
                  <a:lnTo>
                    <a:pt x="6048671" y="379182"/>
                  </a:lnTo>
                  <a:lnTo>
                    <a:pt x="0" y="37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rtlCol="1" anchor="t" anchorCtr="0">
              <a:noAutofit/>
            </a:bodyPr>
            <a:lstStyle/>
            <a:p>
              <a:pPr marL="0" lvl="0" indent="0" algn="r" defTabSz="6223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o هل الموظفون متحمسون ومنتجون؟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50DD9B-5106-C22D-D5B4-251679138B1C}"/>
              </a:ext>
            </a:extLst>
          </p:cNvPr>
          <p:cNvGrpSpPr/>
          <p:nvPr/>
        </p:nvGrpSpPr>
        <p:grpSpPr>
          <a:xfrm>
            <a:off x="7102664" y="4234637"/>
            <a:ext cx="1861823" cy="2016224"/>
            <a:chOff x="-39615" y="353532"/>
            <a:chExt cx="2822762" cy="15388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C8177B-FE75-D503-BE80-656A3EBD937D}"/>
                </a:ext>
              </a:extLst>
            </p:cNvPr>
            <p:cNvSpPr/>
            <p:nvPr/>
          </p:nvSpPr>
          <p:spPr>
            <a:xfrm>
              <a:off x="-2" y="353532"/>
              <a:ext cx="2783149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algn="r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A9D776-1FA6-6D51-0DAE-FD0DD24F095C}"/>
                </a:ext>
              </a:extLst>
            </p:cNvPr>
            <p:cNvSpPr txBox="1"/>
            <p:nvPr/>
          </p:nvSpPr>
          <p:spPr>
            <a:xfrm>
              <a:off x="-39615" y="353532"/>
              <a:ext cx="2783149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algn="r">
                <a:lnSpc>
                  <a:spcPct val="114000"/>
                </a:lnSpc>
              </a:pPr>
              <a:r>
                <a:rPr lang="ar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algn="r">
                <a:lnSpc>
                  <a:spcPct val="114000"/>
                </a:lnSpc>
              </a:pPr>
              <a:r>
                <a:rPr lang="ar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يمكنك ذِكر شركة تغيرت نحو الأفضل؟ وكيف حققت هذا التغيير؟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402481-CD29-31E7-6F2F-9266A21C5856}"/>
              </a:ext>
            </a:extLst>
          </p:cNvPr>
          <p:cNvSpPr txBox="1"/>
          <p:nvPr/>
        </p:nvSpPr>
        <p:spPr>
          <a:xfrm>
            <a:off x="7128792" y="1844824"/>
            <a:ext cx="1835695" cy="212365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>
              <a:lnSpc>
                <a:spcPct val="110000"/>
              </a:lnSpc>
            </a:pPr>
            <a:r>
              <a:rPr lang="ar" sz="2000" b="0" i="0" u="none" strike="noStrike">
                <a:solidFill>
                  <a:srgbClr val="4D5156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يمكن تعريف مصطلح "الكفاءة" بأنه </a:t>
            </a:r>
            <a:r>
              <a:rPr lang="ar" sz="2000" b="0" i="0" u="none" strike="noStrike">
                <a:solidFill>
                  <a:srgbClr val="040C28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تحقيق هدف نهائي بالقليل من الهدر، </a:t>
            </a:r>
            <a:br>
              <a:rPr lang="en-GB" sz="2000" b="0" i="0" u="none" strike="noStrike">
                <a:solidFill>
                  <a:srgbClr val="040C28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0" i="0" u="none" strike="noStrike">
                <a:solidFill>
                  <a:srgbClr val="040C28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أو الجهد، أو الطاقة </a:t>
            </a:r>
            <a:br>
              <a:rPr lang="en-GB" sz="2000" b="0" i="0" u="none" strike="noStrike">
                <a:solidFill>
                  <a:srgbClr val="040C28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0" i="0" u="none" strike="noStrike">
                <a:solidFill>
                  <a:srgbClr val="040C28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أو دون أي من ذلك</a:t>
            </a:r>
            <a:endParaRPr 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343277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" sz="21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ج3 المراجعة المالية وتأثيرها </a:t>
            </a:r>
            <a:br>
              <a:rPr lang="en-GB" sz="21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100" b="1">
                <a:solidFill>
                  <a:schemeClr val="tx2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على النجاح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431317E9-BC68-1394-754D-7EF664A5B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8836" y="2386052"/>
            <a:ext cx="2808312" cy="2016223"/>
          </a:xfrm>
        </p:spPr>
        <p:txBody>
          <a:bodyPr rtlCol="1"/>
          <a:lstStyle/>
          <a:p>
            <a:pPr rtl="1">
              <a:lnSpc>
                <a:spcPct val="105000"/>
              </a:lnSpc>
            </a:pPr>
            <a:r>
              <a:rPr lang="ar" sz="2000" spc="30"/>
              <a:t>يمكن للشركة استخدام القوائم المالية التالية المُستمدة من السجلات المالية:</a:t>
            </a:r>
          </a:p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000" spc="30"/>
              <a:t>توقعات التدفقات النقدية وقائمتها</a:t>
            </a:r>
          </a:p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000" spc="30"/>
              <a:t>الميزانية العمومية:</a:t>
            </a:r>
          </a:p>
          <a:p>
            <a:pPr marL="285750" indent="-285750" rtl="1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ar" sz="2000" spc="30"/>
              <a:t>قائمة الدخل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5DB39E-6EE1-CD21-4F2C-BEC74EDC7DCB}"/>
              </a:ext>
            </a:extLst>
          </p:cNvPr>
          <p:cNvSpPr/>
          <p:nvPr/>
        </p:nvSpPr>
        <p:spPr>
          <a:xfrm>
            <a:off x="457199" y="1198939"/>
            <a:ext cx="5111751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Rectangle 4" descr="Dollar">
            <a:extLst>
              <a:ext uri="{FF2B5EF4-FFF2-40B4-BE49-F238E27FC236}">
                <a16:creationId xmlns:a16="http://schemas.microsoft.com/office/drawing/2014/main" id="{2EF88EDD-35CE-9797-3858-CC025F17C831}"/>
              </a:ext>
            </a:extLst>
          </p:cNvPr>
          <p:cNvSpPr/>
          <p:nvPr/>
        </p:nvSpPr>
        <p:spPr>
          <a:xfrm>
            <a:off x="4890089" y="1378111"/>
            <a:ext cx="437975" cy="437975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82618CE-D2C6-1DEE-A1FA-B380A86D1BD4}"/>
              </a:ext>
            </a:extLst>
          </p:cNvPr>
          <p:cNvSpPr/>
          <p:nvPr/>
        </p:nvSpPr>
        <p:spPr>
          <a:xfrm>
            <a:off x="457200" y="1198939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7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استخدام السجلات المالية لشرح نجاح الشركة الصغيرة أو إخفاقها خلال فترة التداول:</a:t>
            </a:r>
            <a:endParaRPr lang="en-US" sz="1700" b="1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CB9710-179F-8EF1-9D24-DC6235A95CCD}"/>
              </a:ext>
            </a:extLst>
          </p:cNvPr>
          <p:cNvSpPr/>
          <p:nvPr/>
        </p:nvSpPr>
        <p:spPr>
          <a:xfrm>
            <a:off x="457199" y="2194339"/>
            <a:ext cx="5111751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Rectangle 7" descr="Euro">
            <a:extLst>
              <a:ext uri="{FF2B5EF4-FFF2-40B4-BE49-F238E27FC236}">
                <a16:creationId xmlns:a16="http://schemas.microsoft.com/office/drawing/2014/main" id="{22458E27-6C37-0013-B912-31E9AE73A000}"/>
              </a:ext>
            </a:extLst>
          </p:cNvPr>
          <p:cNvSpPr/>
          <p:nvPr/>
        </p:nvSpPr>
        <p:spPr>
          <a:xfrm>
            <a:off x="4890089" y="2373511"/>
            <a:ext cx="437975" cy="437975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A1CCD00-53CB-BA34-C3BC-0F39739D9D2F}"/>
              </a:ext>
            </a:extLst>
          </p:cNvPr>
          <p:cNvSpPr/>
          <p:nvPr/>
        </p:nvSpPr>
        <p:spPr>
          <a:xfrm>
            <a:off x="457200" y="2194339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o هل كانت تكاليف الإعداد والتشغيل مبالغ في تقديرها/منخفضة القيمة/مُقدرة بدقة؟</a:t>
            </a:r>
            <a:endParaRPr lang="en-US" sz="17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987F13-351F-680F-A66F-98488E299718}"/>
              </a:ext>
            </a:extLst>
          </p:cNvPr>
          <p:cNvSpPr/>
          <p:nvPr/>
        </p:nvSpPr>
        <p:spPr>
          <a:xfrm>
            <a:off x="457199" y="3189738"/>
            <a:ext cx="5111751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Money">
            <a:extLst>
              <a:ext uri="{FF2B5EF4-FFF2-40B4-BE49-F238E27FC236}">
                <a16:creationId xmlns:a16="http://schemas.microsoft.com/office/drawing/2014/main" id="{605516DE-AF30-0B4B-2248-51B514949F8F}"/>
              </a:ext>
            </a:extLst>
          </p:cNvPr>
          <p:cNvSpPr/>
          <p:nvPr/>
        </p:nvSpPr>
        <p:spPr>
          <a:xfrm>
            <a:off x="4890089" y="3368910"/>
            <a:ext cx="437975" cy="437975"/>
          </a:xfrm>
          <a:prstGeom prst="rect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D4C197A-2B20-994F-5F4B-6D3D7625790A}"/>
              </a:ext>
            </a:extLst>
          </p:cNvPr>
          <p:cNvSpPr/>
          <p:nvPr/>
        </p:nvSpPr>
        <p:spPr>
          <a:xfrm>
            <a:off x="457200" y="3189738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o هل كان للشركة سيولة – كيف كانت التدفقات النقدية ورأس المال العامل؟</a:t>
            </a:r>
            <a:endParaRPr lang="en-US" sz="17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474108-4A53-8A3F-456A-8D505AFD2777}"/>
              </a:ext>
            </a:extLst>
          </p:cNvPr>
          <p:cNvSpPr/>
          <p:nvPr/>
        </p:nvSpPr>
        <p:spPr>
          <a:xfrm>
            <a:off x="457199" y="4185138"/>
            <a:ext cx="5111751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Rectangle 16" descr="Kiosk">
            <a:extLst>
              <a:ext uri="{FF2B5EF4-FFF2-40B4-BE49-F238E27FC236}">
                <a16:creationId xmlns:a16="http://schemas.microsoft.com/office/drawing/2014/main" id="{73EE3537-290B-049A-B7F3-5F83D8EF1DDB}"/>
              </a:ext>
            </a:extLst>
          </p:cNvPr>
          <p:cNvSpPr/>
          <p:nvPr/>
        </p:nvSpPr>
        <p:spPr>
          <a:xfrm>
            <a:off x="4890089" y="4364310"/>
            <a:ext cx="437975" cy="437975"/>
          </a:xfrm>
          <a:prstGeom prst="rect">
            <a:avLst/>
          </a:pr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DB498FD-ED5D-6BB2-D068-6099A87F3C92}"/>
              </a:ext>
            </a:extLst>
          </p:cNvPr>
          <p:cNvSpPr/>
          <p:nvPr/>
        </p:nvSpPr>
        <p:spPr>
          <a:xfrm>
            <a:off x="457200" y="4185138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7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o هل كان عدد السلع المُنتجة أو الخدمات المقدمة يتجاوز، </a:t>
            </a:r>
            <a:br>
              <a:rPr lang="en-GB" sz="17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700" kern="1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أو يستوفي، أو لا يلبي طلب العملاء؟</a:t>
            </a:r>
            <a:endParaRPr lang="en-US" sz="1700" kern="1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31AC220-2453-C3B3-7046-178B53D9C8C2}"/>
              </a:ext>
            </a:extLst>
          </p:cNvPr>
          <p:cNvSpPr/>
          <p:nvPr/>
        </p:nvSpPr>
        <p:spPr>
          <a:xfrm>
            <a:off x="457199" y="5180537"/>
            <a:ext cx="5111751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0" name="Rectangle 19" descr="Gold bars">
            <a:extLst>
              <a:ext uri="{FF2B5EF4-FFF2-40B4-BE49-F238E27FC236}">
                <a16:creationId xmlns:a16="http://schemas.microsoft.com/office/drawing/2014/main" id="{A041DD55-FA13-6418-4046-6F352242CB59}"/>
              </a:ext>
            </a:extLst>
          </p:cNvPr>
          <p:cNvSpPr/>
          <p:nvPr/>
        </p:nvSpPr>
        <p:spPr>
          <a:xfrm>
            <a:off x="4890089" y="5359709"/>
            <a:ext cx="437975" cy="437975"/>
          </a:xfrm>
          <a:prstGeom prst="rect">
            <a:avLst/>
          </a:prstGeom>
          <a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BC518A-0310-4F8C-18F3-28C0DC68B9B0}"/>
              </a:ext>
            </a:extLst>
          </p:cNvPr>
          <p:cNvSpPr/>
          <p:nvPr/>
        </p:nvSpPr>
        <p:spPr>
          <a:xfrm>
            <a:off x="457200" y="5180537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7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o هل حُقق أم لم يُحقق ربح خلال فترة التداول؟</a:t>
            </a:r>
            <a:endParaRPr lang="en-US" sz="17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F48B88-BB80-FB01-F205-C1D8443DAADC}"/>
              </a:ext>
            </a:extLst>
          </p:cNvPr>
          <p:cNvGrpSpPr/>
          <p:nvPr/>
        </p:nvGrpSpPr>
        <p:grpSpPr>
          <a:xfrm flipH="1">
            <a:off x="5830556" y="5153670"/>
            <a:ext cx="2926589" cy="1258074"/>
            <a:chOff x="0" y="208433"/>
            <a:chExt cx="2595701" cy="15388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8BB6F6-2C8B-B57D-E7BF-2997FDADC43B}"/>
                </a:ext>
              </a:extLst>
            </p:cNvPr>
            <p:cNvSpPr/>
            <p:nvPr/>
          </p:nvSpPr>
          <p:spPr>
            <a:xfrm>
              <a:off x="0" y="208433"/>
              <a:ext cx="2490798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3673E5-512F-0290-FDEE-9598ECA0E680}"/>
                </a:ext>
              </a:extLst>
            </p:cNvPr>
            <p:cNvSpPr txBox="1"/>
            <p:nvPr/>
          </p:nvSpPr>
          <p:spPr>
            <a:xfrm>
              <a:off x="30897" y="208433"/>
              <a:ext cx="2564804" cy="13937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>
                <a:lnSpc>
                  <a:spcPct val="114000"/>
                </a:lnSpc>
              </a:pPr>
              <a:r>
                <a:rPr lang="ar" b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أسئلة للمناقشة: </a:t>
              </a:r>
            </a:p>
            <a:p>
              <a:pPr rtl="1">
                <a:lnSpc>
                  <a:spcPct val="114000"/>
                </a:lnSpc>
              </a:pPr>
              <a:r>
                <a:rPr lang="ar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ماذا قد يحدث للشؤون المالية للشركة </a:t>
              </a:r>
              <a:br>
                <a:rPr lang="en-GB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</a:br>
              <a:r>
                <a:rPr lang="ar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إذا لم تحتفظ بالسجلات المالية؟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0275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E3F6-A7AE-6444-EE03-56B2763B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2159" y="1227993"/>
            <a:ext cx="3008313" cy="504056"/>
          </a:xfrm>
        </p:spPr>
        <p:txBody>
          <a:bodyPr wrap="square" rtlCol="1" anchor="b">
            <a:normAutofit/>
          </a:bodyPr>
          <a:lstStyle/>
          <a:p>
            <a:pPr rtl="1"/>
            <a:r>
              <a:rPr lang="ar" sz="2200">
                <a:solidFill>
                  <a:srgbClr val="7030A0"/>
                </a:solidFill>
                <a:effectLst/>
              </a:rPr>
              <a:t>ج4 تحليل المنافسين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BDA28C-EF6B-1E69-9E73-554647633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51929" y="2100775"/>
            <a:ext cx="2626306" cy="1767158"/>
          </a:xfrm>
        </p:spPr>
        <p:txBody>
          <a:bodyPr rtlCol="1"/>
          <a:lstStyle/>
          <a:p>
            <a:pPr rtl="1">
              <a:lnSpc>
                <a:spcPct val="114000"/>
              </a:lnSpc>
            </a:pPr>
            <a:r>
              <a:rPr lang="ar" sz="2000"/>
              <a:t>من المهم أن تعرف الشركة منافسوها وماذا يفعلون.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72BB2A-6B46-8960-AA68-5385DCBE2175}"/>
              </a:ext>
            </a:extLst>
          </p:cNvPr>
          <p:cNvSpPr/>
          <p:nvPr/>
        </p:nvSpPr>
        <p:spPr>
          <a:xfrm>
            <a:off x="291664" y="2369117"/>
            <a:ext cx="5372204" cy="1512633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Rectangle 10" descr="Head with Gears">
            <a:extLst>
              <a:ext uri="{FF2B5EF4-FFF2-40B4-BE49-F238E27FC236}">
                <a16:creationId xmlns:a16="http://schemas.microsoft.com/office/drawing/2014/main" id="{4F1B7194-B83D-B04C-EE2D-BED4B1FB10ED}"/>
              </a:ext>
            </a:extLst>
          </p:cNvPr>
          <p:cNvSpPr/>
          <p:nvPr/>
        </p:nvSpPr>
        <p:spPr>
          <a:xfrm>
            <a:off x="4374349" y="2709459"/>
            <a:ext cx="831948" cy="83194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BB383E-EF77-44FD-E190-44AA12221BE9}"/>
              </a:ext>
            </a:extLst>
          </p:cNvPr>
          <p:cNvSpPr/>
          <p:nvPr/>
        </p:nvSpPr>
        <p:spPr>
          <a:xfrm>
            <a:off x="291665" y="2369117"/>
            <a:ext cx="3625112" cy="1512633"/>
          </a:xfrm>
          <a:custGeom>
            <a:avLst/>
            <a:gdLst>
              <a:gd name="connsiteX0" fmla="*/ 0 w 3625112"/>
              <a:gd name="connsiteY0" fmla="*/ 0 h 1512633"/>
              <a:gd name="connsiteX1" fmla="*/ 3625112 w 3625112"/>
              <a:gd name="connsiteY1" fmla="*/ 0 h 1512633"/>
              <a:gd name="connsiteX2" fmla="*/ 3625112 w 3625112"/>
              <a:gd name="connsiteY2" fmla="*/ 1512633 h 1512633"/>
              <a:gd name="connsiteX3" fmla="*/ 0 w 3625112"/>
              <a:gd name="connsiteY3" fmla="*/ 1512633 h 1512633"/>
              <a:gd name="connsiteX4" fmla="*/ 0 w 3625112"/>
              <a:gd name="connsiteY4" fmla="*/ 0 h 151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5112" h="1512633">
                <a:moveTo>
                  <a:pt x="0" y="0"/>
                </a:moveTo>
                <a:lnTo>
                  <a:pt x="3625112" y="0"/>
                </a:lnTo>
                <a:lnTo>
                  <a:pt x="3625112" y="1512633"/>
                </a:lnTo>
                <a:lnTo>
                  <a:pt x="0" y="1512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087" tIns="160087" rIns="160087" bIns="160087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المنافسين على دخولك السوق</a:t>
            </a:r>
            <a:endParaRPr lang="en-US" sz="2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2F917E-B429-7CD1-8419-7831002DC10C}"/>
              </a:ext>
            </a:extLst>
          </p:cNvPr>
          <p:cNvSpPr/>
          <p:nvPr/>
        </p:nvSpPr>
        <p:spPr>
          <a:xfrm>
            <a:off x="291664" y="4259908"/>
            <a:ext cx="5372204" cy="1512633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Rectangle 13" descr="Market">
            <a:extLst>
              <a:ext uri="{FF2B5EF4-FFF2-40B4-BE49-F238E27FC236}">
                <a16:creationId xmlns:a16="http://schemas.microsoft.com/office/drawing/2014/main" id="{586AB3C7-D12A-77EE-1073-153CDE3FE0BF}"/>
              </a:ext>
            </a:extLst>
          </p:cNvPr>
          <p:cNvSpPr/>
          <p:nvPr/>
        </p:nvSpPr>
        <p:spPr>
          <a:xfrm>
            <a:off x="4374349" y="4600251"/>
            <a:ext cx="831948" cy="831948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8B56C2-95DA-5368-08E5-31221E4A38E1}"/>
              </a:ext>
            </a:extLst>
          </p:cNvPr>
          <p:cNvSpPr/>
          <p:nvPr/>
        </p:nvSpPr>
        <p:spPr>
          <a:xfrm>
            <a:off x="291665" y="4259908"/>
            <a:ext cx="3625112" cy="1512633"/>
          </a:xfrm>
          <a:custGeom>
            <a:avLst/>
            <a:gdLst>
              <a:gd name="connsiteX0" fmla="*/ 0 w 3625112"/>
              <a:gd name="connsiteY0" fmla="*/ 0 h 1512633"/>
              <a:gd name="connsiteX1" fmla="*/ 3625112 w 3625112"/>
              <a:gd name="connsiteY1" fmla="*/ 0 h 1512633"/>
              <a:gd name="connsiteX2" fmla="*/ 3625112 w 3625112"/>
              <a:gd name="connsiteY2" fmla="*/ 1512633 h 1512633"/>
              <a:gd name="connsiteX3" fmla="*/ 0 w 3625112"/>
              <a:gd name="connsiteY3" fmla="*/ 1512633 h 1512633"/>
              <a:gd name="connsiteX4" fmla="*/ 0 w 3625112"/>
              <a:gd name="connsiteY4" fmla="*/ 0 h 151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5112" h="1512633">
                <a:moveTo>
                  <a:pt x="0" y="0"/>
                </a:moveTo>
                <a:lnTo>
                  <a:pt x="3625112" y="0"/>
                </a:lnTo>
                <a:lnTo>
                  <a:pt x="3625112" y="1512633"/>
                </a:lnTo>
                <a:lnTo>
                  <a:pt x="0" y="151263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0087" tIns="160087" rIns="160087" bIns="160087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1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أي تغييرات مطلوبة للمنتج أو السعر نتيجةً لنشاط المنافسين</a:t>
            </a:r>
            <a:endParaRPr lang="en-US" sz="21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38686E-6AE9-941E-6E32-A9E8AA4550D0}"/>
              </a:ext>
            </a:extLst>
          </p:cNvPr>
          <p:cNvSpPr/>
          <p:nvPr/>
        </p:nvSpPr>
        <p:spPr>
          <a:xfrm>
            <a:off x="5951929" y="4067598"/>
            <a:ext cx="2626306" cy="1747117"/>
          </a:xfrm>
          <a:prstGeom prst="rect">
            <a:avLst/>
          </a:pr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1"/>
          <a:lstStyle/>
          <a:p>
            <a:pPr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A8D74-1E51-B6DA-6DCA-430A44AB65D2}"/>
              </a:ext>
            </a:extLst>
          </p:cNvPr>
          <p:cNvSpPr txBox="1"/>
          <p:nvPr/>
        </p:nvSpPr>
        <p:spPr>
          <a:xfrm>
            <a:off x="5996980" y="4128561"/>
            <a:ext cx="2555127" cy="1571861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rtl="1">
              <a:lnSpc>
                <a:spcPct val="110000"/>
              </a:lnSpc>
            </a:pPr>
            <a:r>
              <a:rPr lang="ar" b="1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أسئلة للمناقشة: </a:t>
            </a:r>
          </a:p>
          <a:p>
            <a:pPr rtl="1">
              <a:lnSpc>
                <a:spcPct val="110000"/>
              </a:lnSpc>
            </a:pPr>
            <a:r>
              <a:rPr lang="ar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أن يكون رد فعل الشركة إذا بدأ أحد المنافسين في بيع نفس المنتج لكن بسعر أقل؟</a:t>
            </a:r>
          </a:p>
        </p:txBody>
      </p:sp>
    </p:spTree>
    <p:extLst>
      <p:ext uri="{BB962C8B-B14F-4D97-AF65-F5344CB8AC3E}">
        <p14:creationId xmlns:p14="http://schemas.microsoft.com/office/powerpoint/2010/main" val="1134782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E3F6-A7AE-6444-EE03-56B2763B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1327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4300">
                <a:solidFill>
                  <a:srgbClr val="7030A0"/>
                </a:solidFill>
                <a:effectLst/>
              </a:rPr>
              <a:t>ج5 إعادة تحديد أهداف الشركة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0B1C70-8B4B-388E-EE2F-83EEEC6A1D8A}"/>
              </a:ext>
            </a:extLst>
          </p:cNvPr>
          <p:cNvSpPr/>
          <p:nvPr/>
        </p:nvSpPr>
        <p:spPr>
          <a:xfrm>
            <a:off x="6411674" y="3401546"/>
            <a:ext cx="2308324" cy="1465785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7F290E-BA78-3091-8948-5B2151B7540E}"/>
              </a:ext>
            </a:extLst>
          </p:cNvPr>
          <p:cNvSpPr/>
          <p:nvPr/>
        </p:nvSpPr>
        <p:spPr>
          <a:xfrm>
            <a:off x="6155194" y="3645203"/>
            <a:ext cx="2308324" cy="1465785"/>
          </a:xfrm>
          <a:custGeom>
            <a:avLst/>
            <a:gdLst>
              <a:gd name="connsiteX0" fmla="*/ 0 w 2308324"/>
              <a:gd name="connsiteY0" fmla="*/ 146579 h 1465785"/>
              <a:gd name="connsiteX1" fmla="*/ 146579 w 2308324"/>
              <a:gd name="connsiteY1" fmla="*/ 0 h 1465785"/>
              <a:gd name="connsiteX2" fmla="*/ 2161746 w 2308324"/>
              <a:gd name="connsiteY2" fmla="*/ 0 h 1465785"/>
              <a:gd name="connsiteX3" fmla="*/ 2308325 w 2308324"/>
              <a:gd name="connsiteY3" fmla="*/ 146579 h 1465785"/>
              <a:gd name="connsiteX4" fmla="*/ 2308324 w 2308324"/>
              <a:gd name="connsiteY4" fmla="*/ 1319207 h 1465785"/>
              <a:gd name="connsiteX5" fmla="*/ 2161745 w 2308324"/>
              <a:gd name="connsiteY5" fmla="*/ 1465786 h 1465785"/>
              <a:gd name="connsiteX6" fmla="*/ 146579 w 2308324"/>
              <a:gd name="connsiteY6" fmla="*/ 1465785 h 1465785"/>
              <a:gd name="connsiteX7" fmla="*/ 0 w 2308324"/>
              <a:gd name="connsiteY7" fmla="*/ 1319206 h 1465785"/>
              <a:gd name="connsiteX8" fmla="*/ 0 w 2308324"/>
              <a:gd name="connsiteY8" fmla="*/ 146579 h 14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8324" h="1465785">
                <a:moveTo>
                  <a:pt x="0" y="146579"/>
                </a:moveTo>
                <a:cubicBezTo>
                  <a:pt x="0" y="65626"/>
                  <a:pt x="65626" y="0"/>
                  <a:pt x="146579" y="0"/>
                </a:cubicBezTo>
                <a:lnTo>
                  <a:pt x="2161746" y="0"/>
                </a:lnTo>
                <a:cubicBezTo>
                  <a:pt x="2242699" y="0"/>
                  <a:pt x="2308325" y="65626"/>
                  <a:pt x="2308325" y="146579"/>
                </a:cubicBezTo>
                <a:cubicBezTo>
                  <a:pt x="2308325" y="537455"/>
                  <a:pt x="2308324" y="928331"/>
                  <a:pt x="2308324" y="1319207"/>
                </a:cubicBezTo>
                <a:cubicBezTo>
                  <a:pt x="2308324" y="1400160"/>
                  <a:pt x="2242698" y="1465786"/>
                  <a:pt x="2161745" y="1465786"/>
                </a:cubicBezTo>
                <a:lnTo>
                  <a:pt x="146579" y="1465785"/>
                </a:lnTo>
                <a:cubicBezTo>
                  <a:pt x="65626" y="1465785"/>
                  <a:pt x="0" y="1400159"/>
                  <a:pt x="0" y="1319206"/>
                </a:cubicBezTo>
                <a:lnTo>
                  <a:pt x="0" y="14657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1511" tIns="111511" rIns="111511" bIns="111511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توصيات لتحسين التجارة </a:t>
            </a:r>
            <a:br>
              <a:rPr lang="en-GB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في المستقبل</a:t>
            </a: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–</a:t>
            </a: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التمويل، </a:t>
            </a:r>
            <a:br>
              <a:rPr lang="en-GB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والتكنولوجيا، والتسويق، </a:t>
            </a:r>
            <a:br>
              <a:rPr lang="en-GB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والمبيعات، والموارد البشرية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F3BA67-F939-FE39-DB74-70A1686960DB}"/>
              </a:ext>
            </a:extLst>
          </p:cNvPr>
          <p:cNvSpPr/>
          <p:nvPr/>
        </p:nvSpPr>
        <p:spPr>
          <a:xfrm>
            <a:off x="3590389" y="3401546"/>
            <a:ext cx="2308324" cy="1465785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3CCD842-CCE9-FD13-9ADF-3E8CA5F2D5E0}"/>
              </a:ext>
            </a:extLst>
          </p:cNvPr>
          <p:cNvSpPr/>
          <p:nvPr/>
        </p:nvSpPr>
        <p:spPr>
          <a:xfrm>
            <a:off x="3333909" y="3645203"/>
            <a:ext cx="2308324" cy="1465785"/>
          </a:xfrm>
          <a:custGeom>
            <a:avLst/>
            <a:gdLst>
              <a:gd name="connsiteX0" fmla="*/ 0 w 2308324"/>
              <a:gd name="connsiteY0" fmla="*/ 146579 h 1465785"/>
              <a:gd name="connsiteX1" fmla="*/ 146579 w 2308324"/>
              <a:gd name="connsiteY1" fmla="*/ 0 h 1465785"/>
              <a:gd name="connsiteX2" fmla="*/ 2161746 w 2308324"/>
              <a:gd name="connsiteY2" fmla="*/ 0 h 1465785"/>
              <a:gd name="connsiteX3" fmla="*/ 2308325 w 2308324"/>
              <a:gd name="connsiteY3" fmla="*/ 146579 h 1465785"/>
              <a:gd name="connsiteX4" fmla="*/ 2308324 w 2308324"/>
              <a:gd name="connsiteY4" fmla="*/ 1319207 h 1465785"/>
              <a:gd name="connsiteX5" fmla="*/ 2161745 w 2308324"/>
              <a:gd name="connsiteY5" fmla="*/ 1465786 h 1465785"/>
              <a:gd name="connsiteX6" fmla="*/ 146579 w 2308324"/>
              <a:gd name="connsiteY6" fmla="*/ 1465785 h 1465785"/>
              <a:gd name="connsiteX7" fmla="*/ 0 w 2308324"/>
              <a:gd name="connsiteY7" fmla="*/ 1319206 h 1465785"/>
              <a:gd name="connsiteX8" fmla="*/ 0 w 2308324"/>
              <a:gd name="connsiteY8" fmla="*/ 146579 h 14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8324" h="1465785">
                <a:moveTo>
                  <a:pt x="0" y="146579"/>
                </a:moveTo>
                <a:cubicBezTo>
                  <a:pt x="0" y="65626"/>
                  <a:pt x="65626" y="0"/>
                  <a:pt x="146579" y="0"/>
                </a:cubicBezTo>
                <a:lnTo>
                  <a:pt x="2161746" y="0"/>
                </a:lnTo>
                <a:cubicBezTo>
                  <a:pt x="2242699" y="0"/>
                  <a:pt x="2308325" y="65626"/>
                  <a:pt x="2308325" y="146579"/>
                </a:cubicBezTo>
                <a:cubicBezTo>
                  <a:pt x="2308325" y="537455"/>
                  <a:pt x="2308324" y="928331"/>
                  <a:pt x="2308324" y="1319207"/>
                </a:cubicBezTo>
                <a:cubicBezTo>
                  <a:pt x="2308324" y="1400160"/>
                  <a:pt x="2242698" y="1465786"/>
                  <a:pt x="2161745" y="1465786"/>
                </a:cubicBezTo>
                <a:lnTo>
                  <a:pt x="146579" y="1465785"/>
                </a:lnTo>
                <a:cubicBezTo>
                  <a:pt x="65626" y="1465785"/>
                  <a:pt x="0" y="1400159"/>
                  <a:pt x="0" y="1319206"/>
                </a:cubicBezTo>
                <a:lnTo>
                  <a:pt x="0" y="14657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1511" tIns="111511" rIns="111511" bIns="111511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الخطوات التالية – </a:t>
            </a: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الوضع الحالي، المجالات التي يمكن تغييرها، </a:t>
            </a:r>
            <a:br>
              <a:rPr lang="en-GB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تحقيق هذه التغييرات، استراتيجيات التنفيذ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7D5CB4-F017-EA0E-DEFB-23E14A618708}"/>
              </a:ext>
            </a:extLst>
          </p:cNvPr>
          <p:cNvSpPr/>
          <p:nvPr/>
        </p:nvSpPr>
        <p:spPr>
          <a:xfrm>
            <a:off x="769104" y="3401546"/>
            <a:ext cx="2308324" cy="1465785"/>
          </a:xfrm>
          <a:prstGeom prst="roundRect">
            <a:avLst>
              <a:gd name="adj" fmla="val 10000"/>
            </a:avLst>
          </a:pr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D0F3F4-EAD0-A868-C986-2558C43BB02A}"/>
              </a:ext>
            </a:extLst>
          </p:cNvPr>
          <p:cNvSpPr/>
          <p:nvPr/>
        </p:nvSpPr>
        <p:spPr>
          <a:xfrm>
            <a:off x="512624" y="3645203"/>
            <a:ext cx="2308324" cy="1465785"/>
          </a:xfrm>
          <a:custGeom>
            <a:avLst/>
            <a:gdLst>
              <a:gd name="connsiteX0" fmla="*/ 0 w 2308324"/>
              <a:gd name="connsiteY0" fmla="*/ 146579 h 1465785"/>
              <a:gd name="connsiteX1" fmla="*/ 146579 w 2308324"/>
              <a:gd name="connsiteY1" fmla="*/ 0 h 1465785"/>
              <a:gd name="connsiteX2" fmla="*/ 2161746 w 2308324"/>
              <a:gd name="connsiteY2" fmla="*/ 0 h 1465785"/>
              <a:gd name="connsiteX3" fmla="*/ 2308325 w 2308324"/>
              <a:gd name="connsiteY3" fmla="*/ 146579 h 1465785"/>
              <a:gd name="connsiteX4" fmla="*/ 2308324 w 2308324"/>
              <a:gd name="connsiteY4" fmla="*/ 1319207 h 1465785"/>
              <a:gd name="connsiteX5" fmla="*/ 2161745 w 2308324"/>
              <a:gd name="connsiteY5" fmla="*/ 1465786 h 1465785"/>
              <a:gd name="connsiteX6" fmla="*/ 146579 w 2308324"/>
              <a:gd name="connsiteY6" fmla="*/ 1465785 h 1465785"/>
              <a:gd name="connsiteX7" fmla="*/ 0 w 2308324"/>
              <a:gd name="connsiteY7" fmla="*/ 1319206 h 1465785"/>
              <a:gd name="connsiteX8" fmla="*/ 0 w 2308324"/>
              <a:gd name="connsiteY8" fmla="*/ 146579 h 146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8324" h="1465785">
                <a:moveTo>
                  <a:pt x="0" y="146579"/>
                </a:moveTo>
                <a:cubicBezTo>
                  <a:pt x="0" y="65626"/>
                  <a:pt x="65626" y="0"/>
                  <a:pt x="146579" y="0"/>
                </a:cubicBezTo>
                <a:lnTo>
                  <a:pt x="2161746" y="0"/>
                </a:lnTo>
                <a:cubicBezTo>
                  <a:pt x="2242699" y="0"/>
                  <a:pt x="2308325" y="65626"/>
                  <a:pt x="2308325" y="146579"/>
                </a:cubicBezTo>
                <a:cubicBezTo>
                  <a:pt x="2308325" y="537455"/>
                  <a:pt x="2308324" y="928331"/>
                  <a:pt x="2308324" y="1319207"/>
                </a:cubicBezTo>
                <a:cubicBezTo>
                  <a:pt x="2308324" y="1400160"/>
                  <a:pt x="2242698" y="1465786"/>
                  <a:pt x="2161745" y="1465786"/>
                </a:cubicBezTo>
                <a:lnTo>
                  <a:pt x="146579" y="1465785"/>
                </a:lnTo>
                <a:cubicBezTo>
                  <a:pt x="65626" y="1465785"/>
                  <a:pt x="0" y="1400159"/>
                  <a:pt x="0" y="1319206"/>
                </a:cubicBezTo>
                <a:lnTo>
                  <a:pt x="0" y="146579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1511" tIns="111511" rIns="111511" bIns="111511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11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تعديلات على أهداف الشركة ومقاصدها</a:t>
            </a: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–</a:t>
            </a: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وضع أهداف جديدة للمستقبل أو إضفاء المزيد من </a:t>
            </a:r>
            <a:br>
              <a:rPr lang="en-GB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الواقعية على الأهداف الحالية؟</a:t>
            </a:r>
            <a:endParaRPr lang="en-US" sz="15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A4090-56AA-B493-8E16-21CDE9FEF8D0}"/>
              </a:ext>
            </a:extLst>
          </p:cNvPr>
          <p:cNvSpPr txBox="1"/>
          <p:nvPr/>
        </p:nvSpPr>
        <p:spPr>
          <a:xfrm>
            <a:off x="683568" y="2158983"/>
            <a:ext cx="784887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قد تحتاج الشركة، بعد عملية التجارة، إلى مراجعة أهداف عملها </a:t>
            </a:r>
          </a:p>
        </p:txBody>
      </p:sp>
    </p:spTree>
    <p:extLst>
      <p:ext uri="{BB962C8B-B14F-4D97-AF65-F5344CB8AC3E}">
        <p14:creationId xmlns:p14="http://schemas.microsoft.com/office/powerpoint/2010/main" val="27808078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/>
              <a:t>شكر وتقدير</a:t>
            </a:r>
            <a:endParaRPr lang="en-GB" alt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BB323-7B28-5294-7EEE-652BF3E47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891" y="2195513"/>
            <a:ext cx="7877896" cy="3609975"/>
          </a:xfrm>
        </p:spPr>
        <p:txBody>
          <a:bodyPr rtlCol="1"/>
          <a:lstStyle/>
          <a:p>
            <a:pPr rtl="1" fontAlgn="base">
              <a:lnSpc>
                <a:spcPct val="110000"/>
              </a:lnSpc>
              <a:buSzPct val="85000"/>
            </a:pPr>
            <a:r>
              <a:rPr lang="ar" sz="2000" b="1" i="0" spc="30">
                <a:solidFill>
                  <a:srgbClr val="000000"/>
                </a:solidFill>
                <a:effectLst/>
              </a:rPr>
              <a:t>الصور:</a:t>
            </a:r>
            <a:r>
              <a:rPr lang="ar" sz="2000" b="0" i="0" spc="30">
                <a:solidFill>
                  <a:srgbClr val="000000"/>
                </a:solidFill>
                <a:effectLst/>
              </a:rPr>
              <a:t> </a:t>
            </a:r>
          </a:p>
          <a:p>
            <a:pPr rtl="1" fontAlgn="base">
              <a:lnSpc>
                <a:spcPct val="110000"/>
              </a:lnSpc>
              <a:buSzPct val="85000"/>
            </a:pPr>
            <a:r>
              <a:rPr lang="ar" sz="2000" b="0" i="0" spc="30">
                <a:solidFill>
                  <a:srgbClr val="000000"/>
                </a:solidFill>
                <a:effectLst/>
              </a:rPr>
              <a:t>(دليل الاختصارات: b-أسفل، c-وسط، l-يسار، r-يمين، t-أعلى) </a:t>
            </a:r>
          </a:p>
          <a:p>
            <a:pPr rtl="1" fontAlgn="base">
              <a:lnSpc>
                <a:spcPct val="110000"/>
              </a:lnSpc>
              <a:buSzPct val="85000"/>
            </a:pPr>
            <a:r>
              <a:rPr lang="ar" sz="2000" b="1" i="0" spc="40" dirty="0">
                <a:solidFill>
                  <a:srgbClr val="000000"/>
                </a:solidFill>
                <a:effectLst/>
              </a:rPr>
              <a:t>شوترستوك:</a:t>
            </a:r>
            <a:r>
              <a:rPr lang="ar" sz="2000" b="0" i="0" spc="40" dirty="0">
                <a:solidFill>
                  <a:srgbClr val="000000"/>
                </a:solidFill>
                <a:effectLst/>
              </a:rPr>
              <a:t> </a:t>
            </a:r>
            <a:r>
              <a:rPr lang="ar" sz="2000" b="0" i="0" spc="40" dirty="0">
                <a:solidFill>
                  <a:srgbClr val="444444"/>
                </a:solidFill>
                <a:effectLst/>
              </a:rPr>
              <a:t>جيرابونج مانسترونج (الشريحة 11)، فيزكيس (</a:t>
            </a:r>
            <a:r>
              <a:rPr lang="ar" sz="2000" b="0" i="0" spc="40">
                <a:solidFill>
                  <a:srgbClr val="444444"/>
                </a:solidFill>
                <a:effectLst/>
              </a:rPr>
              <a:t>الشريحة </a:t>
            </a:r>
            <a:r>
              <a:rPr lang="en-US" sz="2000" b="0" i="0" spc="40">
                <a:solidFill>
                  <a:srgbClr val="444444"/>
                </a:solidFill>
                <a:effectLst/>
              </a:rPr>
              <a:t>24tl</a:t>
            </a:r>
            <a:r>
              <a:rPr lang="ar" sz="2000" b="0" i="0" spc="40">
                <a:solidFill>
                  <a:srgbClr val="444444"/>
                </a:solidFill>
                <a:effectLst/>
              </a:rPr>
              <a:t>)، </a:t>
            </a:r>
            <a:r>
              <a:rPr lang="ar" sz="2000" b="0" i="0" spc="40" dirty="0">
                <a:solidFill>
                  <a:srgbClr val="444444"/>
                </a:solidFill>
                <a:effectLst/>
              </a:rPr>
              <a:t>مينيرفا ستوديو (الشريحة </a:t>
            </a:r>
            <a:r>
              <a:rPr lang="en-US" sz="2000" b="0" i="0" spc="40" dirty="0">
                <a:solidFill>
                  <a:srgbClr val="444444"/>
                </a:solidFill>
                <a:effectLst/>
              </a:rPr>
              <a:t>24tc</a:t>
            </a:r>
            <a:r>
              <a:rPr lang="ar" sz="2000" b="0" i="0" spc="40" dirty="0">
                <a:solidFill>
                  <a:srgbClr val="444444"/>
                </a:solidFill>
                <a:effectLst/>
              </a:rPr>
              <a:t>)، جراوند بيكتشر (الشريحة </a:t>
            </a:r>
            <a:r>
              <a:rPr lang="en-US" sz="2000" b="0" i="0" spc="40" dirty="0">
                <a:solidFill>
                  <a:srgbClr val="444444"/>
                </a:solidFill>
                <a:effectLst/>
              </a:rPr>
              <a:t>24tr</a:t>
            </a:r>
            <a:r>
              <a:rPr lang="ar" sz="2000" b="0" i="0" spc="40" dirty="0">
                <a:solidFill>
                  <a:srgbClr val="444444"/>
                </a:solidFill>
                <a:effectLst/>
              </a:rPr>
              <a:t> وbl)، أنطونيو جيليم (</a:t>
            </a:r>
            <a:r>
              <a:rPr lang="ar" sz="2000" b="0" i="0" spc="40">
                <a:solidFill>
                  <a:srgbClr val="444444"/>
                </a:solidFill>
                <a:effectLst/>
              </a:rPr>
              <a:t>الشريحة </a:t>
            </a:r>
            <a:r>
              <a:rPr lang="en-US" sz="2000" b="0" i="0" spc="40">
                <a:solidFill>
                  <a:srgbClr val="444444"/>
                </a:solidFill>
                <a:effectLst/>
              </a:rPr>
              <a:t>24bc</a:t>
            </a:r>
            <a:r>
              <a:rPr lang="ar" sz="2000" b="0" i="0" spc="40">
                <a:solidFill>
                  <a:srgbClr val="444444"/>
                </a:solidFill>
                <a:effectLst/>
              </a:rPr>
              <a:t>)، </a:t>
            </a:r>
            <a:br>
              <a:rPr lang="en-GB" sz="2000" b="0" i="0" spc="40" dirty="0">
                <a:solidFill>
                  <a:srgbClr val="444444"/>
                </a:solidFill>
                <a:effectLst/>
              </a:rPr>
            </a:br>
            <a:r>
              <a:rPr lang="ar" sz="2000" b="0" i="0" spc="40" dirty="0">
                <a:solidFill>
                  <a:srgbClr val="444444"/>
                </a:solidFill>
                <a:effectLst/>
              </a:rPr>
              <a:t>كين ستوكر (الشريحة </a:t>
            </a:r>
            <a:r>
              <a:rPr lang="en-US" sz="2000" b="0" i="0" spc="40" dirty="0">
                <a:solidFill>
                  <a:srgbClr val="444444"/>
                </a:solidFill>
                <a:effectLst/>
              </a:rPr>
              <a:t>24br</a:t>
            </a:r>
            <a:r>
              <a:rPr lang="ar" sz="2000" b="0" i="0" spc="40" dirty="0">
                <a:solidFill>
                  <a:srgbClr val="444444"/>
                </a:solidFill>
                <a:effectLst/>
              </a:rPr>
              <a:t>). </a:t>
            </a:r>
            <a:endParaRPr lang="en-GB" sz="2000" b="0" i="0" spc="4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76309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9F2387D5-D8A0-698D-2A77-0B59A36545E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59470" y="1200352"/>
            <a:ext cx="864096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4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GB" altLang="en-US" sz="460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55BEA-33F6-7641-ADAB-D4905088AC97}"/>
              </a:ext>
            </a:extLst>
          </p:cNvPr>
          <p:cNvSpPr txBox="1"/>
          <p:nvPr/>
        </p:nvSpPr>
        <p:spPr>
          <a:xfrm>
            <a:off x="1928362" y="2349792"/>
            <a:ext cx="6289792" cy="20128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الصور:</a:t>
            </a:r>
            <a:endParaRPr lang="en-US" sz="2600" dirty="0">
              <a:latin typeface="Sakkal Majalla" panose="02000000000000000000" pitchFamily="2" charset="-78"/>
              <a:ea typeface="Verdana"/>
              <a:cs typeface="Sakkal Majalla" panose="02000000000000000000" pitchFamily="2" charset="-78"/>
            </a:endParaRPr>
          </a:p>
          <a:p>
            <a:pPr rtl="1">
              <a:lnSpc>
                <a:spcPct val="120000"/>
              </a:lnSpc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شركة بيرسون إيديوكيشن ليمتد: ناكي كويومتزيس (الشريحة 24)؛ شترستوك: صورة أتمنى لك يومًا سعيدًا (الشريحة 1)، بريس ماستر (الشريحة 9)، زوريانا زايتسيفا (الشريحة 28).</a:t>
            </a:r>
            <a:r>
              <a:rPr lang="en-GB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US" sz="2600" dirty="0">
              <a:latin typeface="Sakkal Majalla" panose="02000000000000000000" pitchFamily="2" charset="-78"/>
              <a:ea typeface="Verdan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3283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C98B7E-A387-477F-9C32-D847026F4434}"/>
</file>

<file path=customXml/itemProps3.xml><?xml version="1.0" encoding="utf-8"?>
<ds:datastoreItem xmlns:ds="http://schemas.openxmlformats.org/officeDocument/2006/customXml" ds:itemID="{9848C615-482B-4AB5-9FE7-A2F3E6CFF2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7c1bd8dc-4e40-424f-a15f-9ffcd522197f"/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2180</Words>
  <Application>Microsoft Office PowerPoint</Application>
  <PresentationFormat>On-screen Show (4:3)</PresentationFormat>
  <Paragraphs>325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Arial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28 إدارة شركة صغيرة   </vt:lpstr>
      <vt:lpstr>إدارة شركة صغيرة</vt:lpstr>
      <vt:lpstr>أهداف التعلم</vt:lpstr>
      <vt:lpstr>PowerPoint Presentation</vt:lpstr>
      <vt:lpstr>أ1 أهمية الخطة التشغيلية  وخصائصها (1)</vt:lpstr>
      <vt:lpstr> أ1 أهمية الخطة التشغيلية  وخصائصها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ب1 بيع المنتج أو الخدمة خلال فترة التداول (9)</vt:lpstr>
      <vt:lpstr>ب2 مهارات البيع وتقنياته خلال فترة التداول- مهارات البيع (1)</vt:lpstr>
      <vt:lpstr>PowerPoint Presentation</vt:lpstr>
      <vt:lpstr>PowerPoint Presentation</vt:lpstr>
      <vt:lpstr>ب3 مهارات الاهتمام بالعملاء خلال فترة التداول (2)</vt:lpstr>
      <vt:lpstr>PowerPoint Presentation</vt:lpstr>
      <vt:lpstr>PowerPoint Presentation</vt:lpstr>
      <vt:lpstr>PowerPoint Presentation</vt:lpstr>
      <vt:lpstr>PowerPoint Presentation</vt:lpstr>
      <vt:lpstr>ج2 كفاءة الشركة وتأثيرها على النجاح</vt:lpstr>
      <vt:lpstr>PowerPoint Presentation</vt:lpstr>
      <vt:lpstr>ج4 تحليل المنافسين</vt:lpstr>
      <vt:lpstr>ج5 إعادة تحديد أهداف الشركة</vt:lpstr>
      <vt:lpstr>شكر وتقدير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123</cp:revision>
  <dcterms:created xsi:type="dcterms:W3CDTF">2020-07-15T07:14:47Z</dcterms:created>
  <dcterms:modified xsi:type="dcterms:W3CDTF">2024-01-11T09:18:36Z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