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6"/>
  </p:notesMasterIdLst>
  <p:sldIdLst>
    <p:sldId id="256" r:id="rId14"/>
    <p:sldId id="257" r:id="rId15"/>
    <p:sldId id="258" r:id="rId16"/>
    <p:sldId id="272" r:id="rId17"/>
    <p:sldId id="305" r:id="rId18"/>
    <p:sldId id="402" r:id="rId19"/>
    <p:sldId id="403" r:id="rId20"/>
    <p:sldId id="404" r:id="rId21"/>
    <p:sldId id="405" r:id="rId22"/>
    <p:sldId id="406" r:id="rId23"/>
    <p:sldId id="306" r:id="rId24"/>
    <p:sldId id="371" r:id="rId25"/>
    <p:sldId id="407" r:id="rId26"/>
    <p:sldId id="408" r:id="rId27"/>
    <p:sldId id="333" r:id="rId28"/>
    <p:sldId id="336" r:id="rId29"/>
    <p:sldId id="337" r:id="rId30"/>
    <p:sldId id="409" r:id="rId31"/>
    <p:sldId id="410" r:id="rId32"/>
    <p:sldId id="338" r:id="rId33"/>
    <p:sldId id="411" r:id="rId34"/>
    <p:sldId id="412" r:id="rId35"/>
    <p:sldId id="414" r:id="rId36"/>
    <p:sldId id="413" r:id="rId37"/>
    <p:sldId id="415" r:id="rId38"/>
    <p:sldId id="339" r:id="rId39"/>
    <p:sldId id="416" r:id="rId40"/>
    <p:sldId id="417" r:id="rId41"/>
    <p:sldId id="398" r:id="rId42"/>
    <p:sldId id="418" r:id="rId43"/>
    <p:sldId id="340" r:id="rId44"/>
    <p:sldId id="419" r:id="rId45"/>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 id="15" name="Denise Ratcliffe" initials="DR" lastIdx="54" clrIdx="14">
    <p:extLst>
      <p:ext uri="{19B8F6BF-5375-455C-9EA6-DF929625EA0E}">
        <p15:presenceInfo xmlns:p15="http://schemas.microsoft.com/office/powerpoint/2012/main" userId="c6d0b3e1f824e5e0" providerId="Windows Live"/>
      </p:ext>
    </p:extLst>
  </p:cmAuthor>
  <p:cmAuthor id="16" name="charlotte bunn" initials="cb" lastIdx="10" clrIdx="15">
    <p:extLst>
      <p:ext uri="{19B8F6BF-5375-455C-9EA6-DF929625EA0E}">
        <p15:presenceInfo xmlns:p15="http://schemas.microsoft.com/office/powerpoint/2012/main" userId="kse-jejcgn3efbw0xrq_ji28r5snzevdcuwkcf8h9v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F28224-724A-4EB1-93E7-BA46EAC91489}" v="35" dt="2024-09-12T12:35:03.990"/>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931" autoAdjust="0"/>
    <p:restoredTop sz="93690" autoAdjust="0"/>
  </p:normalViewPr>
  <p:slideViewPr>
    <p:cSldViewPr>
      <p:cViewPr varScale="1">
        <p:scale>
          <a:sx n="147" d="100"/>
          <a:sy n="147" d="100"/>
        </p:scale>
        <p:origin x="2376" y="126"/>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notesMaster" Target="notesMasters/notesMaster1.xml"/><Relationship Id="rId20" Type="http://schemas.openxmlformats.org/officeDocument/2006/relationships/slide" Target="slides/slide7.xml"/><Relationship Id="rId41" Type="http://schemas.openxmlformats.org/officeDocument/2006/relationships/slide" Target="slides/slide28.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DADB11B1-B18D-4286-9B70-72C33C968B38}"/>
    <pc:docChg chg="undo custSel addSld modSld">
      <pc:chgData name="Paul Winser" userId="c3146a91-e6bd-4264-bd86-e164e04bc32d" providerId="ADAL" clId="{DADB11B1-B18D-4286-9B70-72C33C968B38}" dt="2024-08-20T16:46:35.439" v="456" actId="1076"/>
      <pc:docMkLst>
        <pc:docMk/>
      </pc:docMkLst>
      <pc:sldChg chg="addSp delSp modSp mod">
        <pc:chgData name="Paul Winser" userId="c3146a91-e6bd-4264-bd86-e164e04bc32d" providerId="ADAL" clId="{DADB11B1-B18D-4286-9B70-72C33C968B38}" dt="2024-08-20T16:42:48.042" v="366" actId="20577"/>
        <pc:sldMkLst>
          <pc:docMk/>
          <pc:sldMk cId="0" sldId="256"/>
        </pc:sldMkLst>
        <pc:spChg chg="mod">
          <ac:chgData name="Paul Winser" userId="c3146a91-e6bd-4264-bd86-e164e04bc32d" providerId="ADAL" clId="{DADB11B1-B18D-4286-9B70-72C33C968B38}" dt="2024-08-20T16:42:48.042" v="366" actId="20577"/>
          <ac:spMkLst>
            <pc:docMk/>
            <pc:sldMk cId="0" sldId="256"/>
            <ac:spMk id="28680" creationId="{250B1923-7747-07CF-317E-05CAA217CFCA}"/>
          </ac:spMkLst>
        </pc:spChg>
        <pc:picChg chg="del">
          <ac:chgData name="Paul Winser" userId="c3146a91-e6bd-4264-bd86-e164e04bc32d" providerId="ADAL" clId="{DADB11B1-B18D-4286-9B70-72C33C968B38}" dt="2024-08-20T16:42:24.524" v="351" actId="478"/>
          <ac:picMkLst>
            <pc:docMk/>
            <pc:sldMk cId="0" sldId="256"/>
            <ac:picMk id="4" creationId="{B286F487-96E7-6412-1AB5-AE97A520614F}"/>
          </ac:picMkLst>
        </pc:picChg>
        <pc:picChg chg="add mod">
          <ac:chgData name="Paul Winser" userId="c3146a91-e6bd-4264-bd86-e164e04bc32d" providerId="ADAL" clId="{DADB11B1-B18D-4286-9B70-72C33C968B38}" dt="2024-08-20T16:42:29.140" v="356" actId="1076"/>
          <ac:picMkLst>
            <pc:docMk/>
            <pc:sldMk cId="0" sldId="256"/>
            <ac:picMk id="5" creationId="{5CDFC328-B4EA-4171-A565-09F023D196F5}"/>
          </ac:picMkLst>
        </pc:picChg>
        <pc:picChg chg="del mod">
          <ac:chgData name="Paul Winser" userId="c3146a91-e6bd-4264-bd86-e164e04bc32d" providerId="ADAL" clId="{DADB11B1-B18D-4286-9B70-72C33C968B38}" dt="2024-08-20T16:42:38.199" v="358" actId="478"/>
          <ac:picMkLst>
            <pc:docMk/>
            <pc:sldMk cId="0" sldId="256"/>
            <ac:picMk id="6" creationId="{76FEC6CA-6E6F-BDA2-5843-5B5FB518A621}"/>
          </ac:picMkLst>
        </pc:picChg>
        <pc:picChg chg="add mod">
          <ac:chgData name="Paul Winser" userId="c3146a91-e6bd-4264-bd86-e164e04bc32d" providerId="ADAL" clId="{DADB11B1-B18D-4286-9B70-72C33C968B38}" dt="2024-08-20T16:42:45.397" v="364" actId="14100"/>
          <ac:picMkLst>
            <pc:docMk/>
            <pc:sldMk cId="0" sldId="256"/>
            <ac:picMk id="8" creationId="{0BF74BB6-DEAC-5D32-4379-BC24B551CD36}"/>
          </ac:picMkLst>
        </pc:picChg>
      </pc:sldChg>
      <pc:sldChg chg="modSp">
        <pc:chgData name="Paul Winser" userId="c3146a91-e6bd-4264-bd86-e164e04bc32d" providerId="ADAL" clId="{DADB11B1-B18D-4286-9B70-72C33C968B38}" dt="2024-08-19T13:22:03.053" v="308" actId="1076"/>
        <pc:sldMkLst>
          <pc:docMk/>
          <pc:sldMk cId="0" sldId="257"/>
        </pc:sldMkLst>
        <pc:spChg chg="mod">
          <ac:chgData name="Paul Winser" userId="c3146a91-e6bd-4264-bd86-e164e04bc32d" providerId="ADAL" clId="{DADB11B1-B18D-4286-9B70-72C33C968B38}" dt="2024-08-19T13:22:03.053" v="308" actId="1076"/>
          <ac:spMkLst>
            <pc:docMk/>
            <pc:sldMk cId="0" sldId="257"/>
            <ac:spMk id="30722" creationId="{FC4F7FC9-2CE9-41A9-0CEE-4C8BD93B5782}"/>
          </ac:spMkLst>
        </pc:spChg>
      </pc:sldChg>
      <pc:sldChg chg="modSp">
        <pc:chgData name="Paul Winser" userId="c3146a91-e6bd-4264-bd86-e164e04bc32d" providerId="ADAL" clId="{DADB11B1-B18D-4286-9B70-72C33C968B38}" dt="2024-08-19T13:22:06.756" v="309" actId="1076"/>
        <pc:sldMkLst>
          <pc:docMk/>
          <pc:sldMk cId="0" sldId="258"/>
        </pc:sldMkLst>
        <pc:spChg chg="mod">
          <ac:chgData name="Paul Winser" userId="c3146a91-e6bd-4264-bd86-e164e04bc32d" providerId="ADAL" clId="{DADB11B1-B18D-4286-9B70-72C33C968B38}" dt="2024-08-19T13:22:06.756" v="309" actId="1076"/>
          <ac:spMkLst>
            <pc:docMk/>
            <pc:sldMk cId="0" sldId="258"/>
            <ac:spMk id="32770" creationId="{CD9316BF-B3CE-8341-5A0A-249747D6C6E1}"/>
          </ac:spMkLst>
        </pc:spChg>
      </pc:sldChg>
      <pc:sldChg chg="addSp delSp modSp mod">
        <pc:chgData name="Paul Winser" userId="c3146a91-e6bd-4264-bd86-e164e04bc32d" providerId="ADAL" clId="{DADB11B1-B18D-4286-9B70-72C33C968B38}" dt="2024-08-20T16:43:05.616" v="373" actId="1076"/>
        <pc:sldMkLst>
          <pc:docMk/>
          <pc:sldMk cId="0" sldId="272"/>
        </pc:sldMkLst>
        <pc:spChg chg="mod">
          <ac:chgData name="Paul Winser" userId="c3146a91-e6bd-4264-bd86-e164e04bc32d" providerId="ADAL" clId="{DADB11B1-B18D-4286-9B70-72C33C968B38}" dt="2024-08-19T13:05:00.730" v="0" actId="1076"/>
          <ac:spMkLst>
            <pc:docMk/>
            <pc:sldMk cId="0" sldId="272"/>
            <ac:spMk id="34818" creationId="{DF8F9D08-DF4C-4351-F6A0-75D9B8290DA6}"/>
          </ac:spMkLst>
        </pc:spChg>
        <pc:spChg chg="mod">
          <ac:chgData name="Paul Winser" userId="c3146a91-e6bd-4264-bd86-e164e04bc32d" providerId="ADAL" clId="{DADB11B1-B18D-4286-9B70-72C33C968B38}" dt="2024-08-19T13:05:11.473" v="5" actId="1076"/>
          <ac:spMkLst>
            <pc:docMk/>
            <pc:sldMk cId="0" sldId="272"/>
            <ac:spMk id="34820" creationId="{8DCD7CE1-603D-4D59-3DBB-C13C0B6505F0}"/>
          </ac:spMkLst>
        </pc:spChg>
        <pc:picChg chg="del mod">
          <ac:chgData name="Paul Winser" userId="c3146a91-e6bd-4264-bd86-e164e04bc32d" providerId="ADAL" clId="{DADB11B1-B18D-4286-9B70-72C33C968B38}" dt="2024-08-20T16:43:00.565" v="367" actId="478"/>
          <ac:picMkLst>
            <pc:docMk/>
            <pc:sldMk cId="0" sldId="272"/>
            <ac:picMk id="3" creationId="{F47CC329-065A-3DA0-DBD4-AB1FCAF461FE}"/>
          </ac:picMkLst>
        </pc:picChg>
        <pc:picChg chg="add mod">
          <ac:chgData name="Paul Winser" userId="c3146a91-e6bd-4264-bd86-e164e04bc32d" providerId="ADAL" clId="{DADB11B1-B18D-4286-9B70-72C33C968B38}" dt="2024-08-20T16:43:05.616" v="373" actId="1076"/>
          <ac:picMkLst>
            <pc:docMk/>
            <pc:sldMk cId="0" sldId="272"/>
            <ac:picMk id="4" creationId="{0EEC3FFC-4F42-3C92-C54B-113C4078EADC}"/>
          </ac:picMkLst>
        </pc:picChg>
      </pc:sldChg>
      <pc:sldChg chg="addSp delSp modSp mod">
        <pc:chgData name="Paul Winser" userId="c3146a91-e6bd-4264-bd86-e164e04bc32d" providerId="ADAL" clId="{DADB11B1-B18D-4286-9B70-72C33C968B38}" dt="2024-08-20T16:43:24.116" v="382" actId="14100"/>
        <pc:sldMkLst>
          <pc:docMk/>
          <pc:sldMk cId="884549766" sldId="305"/>
        </pc:sldMkLst>
        <pc:spChg chg="mod">
          <ac:chgData name="Paul Winser" userId="c3146a91-e6bd-4264-bd86-e164e04bc32d" providerId="ADAL" clId="{DADB11B1-B18D-4286-9B70-72C33C968B38}" dt="2024-08-19T13:05:46.312" v="17" actId="1076"/>
          <ac:spMkLst>
            <pc:docMk/>
            <pc:sldMk cId="884549766" sldId="305"/>
            <ac:spMk id="3" creationId="{0D2F99A4-D0BF-3843-0544-172A7E80A703}"/>
          </ac:spMkLst>
        </pc:spChg>
        <pc:spChg chg="mod">
          <ac:chgData name="Paul Winser" userId="c3146a91-e6bd-4264-bd86-e164e04bc32d" providerId="ADAL" clId="{DADB11B1-B18D-4286-9B70-72C33C968B38}" dt="2024-08-19T13:05:25.282" v="9" actId="20577"/>
          <ac:spMkLst>
            <pc:docMk/>
            <pc:sldMk cId="884549766" sldId="305"/>
            <ac:spMk id="34819" creationId="{453C7683-8588-7ABC-32E0-8A4E68218620}"/>
          </ac:spMkLst>
        </pc:spChg>
        <pc:spChg chg="mod">
          <ac:chgData name="Paul Winser" userId="c3146a91-e6bd-4264-bd86-e164e04bc32d" providerId="ADAL" clId="{DADB11B1-B18D-4286-9B70-72C33C968B38}" dt="2024-08-19T13:22:15.899" v="313" actId="20577"/>
          <ac:spMkLst>
            <pc:docMk/>
            <pc:sldMk cId="884549766" sldId="305"/>
            <ac:spMk id="34820" creationId="{8DCD7CE1-603D-4D59-3DBB-C13C0B6505F0}"/>
          </ac:spMkLst>
        </pc:spChg>
        <pc:picChg chg="del mod">
          <ac:chgData name="Paul Winser" userId="c3146a91-e6bd-4264-bd86-e164e04bc32d" providerId="ADAL" clId="{DADB11B1-B18D-4286-9B70-72C33C968B38}" dt="2024-08-20T16:43:14.431" v="374" actId="478"/>
          <ac:picMkLst>
            <pc:docMk/>
            <pc:sldMk cId="884549766" sldId="305"/>
            <ac:picMk id="4" creationId="{3F3E21D2-BDBC-54BC-33B3-962D6AE0EEDC}"/>
          </ac:picMkLst>
        </pc:picChg>
        <pc:picChg chg="add mod">
          <ac:chgData name="Paul Winser" userId="c3146a91-e6bd-4264-bd86-e164e04bc32d" providerId="ADAL" clId="{DADB11B1-B18D-4286-9B70-72C33C968B38}" dt="2024-08-20T16:43:24.116" v="382" actId="14100"/>
          <ac:picMkLst>
            <pc:docMk/>
            <pc:sldMk cId="884549766" sldId="305"/>
            <ac:picMk id="5" creationId="{0BCDFDBC-0D68-9855-CF31-DF78C7EC9E75}"/>
          </ac:picMkLst>
        </pc:picChg>
      </pc:sldChg>
      <pc:sldChg chg="addSp delSp modSp mod">
        <pc:chgData name="Paul Winser" userId="c3146a91-e6bd-4264-bd86-e164e04bc32d" providerId="ADAL" clId="{DADB11B1-B18D-4286-9B70-72C33C968B38}" dt="2024-08-20T16:44:32.048" v="405" actId="1076"/>
        <pc:sldMkLst>
          <pc:docMk/>
          <pc:sldMk cId="588007661" sldId="306"/>
        </pc:sldMkLst>
        <pc:picChg chg="del">
          <ac:chgData name="Paul Winser" userId="c3146a91-e6bd-4264-bd86-e164e04bc32d" providerId="ADAL" clId="{DADB11B1-B18D-4286-9B70-72C33C968B38}" dt="2024-08-20T16:43:37.881" v="383" actId="478"/>
          <ac:picMkLst>
            <pc:docMk/>
            <pc:sldMk cId="588007661" sldId="306"/>
            <ac:picMk id="3" creationId="{333AACDF-A833-79A8-2BA3-C8507D7E2F83}"/>
          </ac:picMkLst>
        </pc:picChg>
        <pc:picChg chg="add mod">
          <ac:chgData name="Paul Winser" userId="c3146a91-e6bd-4264-bd86-e164e04bc32d" providerId="ADAL" clId="{DADB11B1-B18D-4286-9B70-72C33C968B38}" dt="2024-08-20T16:44:25.846" v="402" actId="14100"/>
          <ac:picMkLst>
            <pc:docMk/>
            <pc:sldMk cId="588007661" sldId="306"/>
            <ac:picMk id="4" creationId="{AA8B4ABE-E993-FFE3-F137-316D68C49825}"/>
          </ac:picMkLst>
        </pc:picChg>
        <pc:picChg chg="del">
          <ac:chgData name="Paul Winser" userId="c3146a91-e6bd-4264-bd86-e164e04bc32d" providerId="ADAL" clId="{DADB11B1-B18D-4286-9B70-72C33C968B38}" dt="2024-08-20T16:43:54.784" v="389" actId="478"/>
          <ac:picMkLst>
            <pc:docMk/>
            <pc:sldMk cId="588007661" sldId="306"/>
            <ac:picMk id="5" creationId="{03AD948E-F158-5361-DD6A-3464356897D5}"/>
          </ac:picMkLst>
        </pc:picChg>
        <pc:picChg chg="del">
          <ac:chgData name="Paul Winser" userId="c3146a91-e6bd-4264-bd86-e164e04bc32d" providerId="ADAL" clId="{DADB11B1-B18D-4286-9B70-72C33C968B38}" dt="2024-08-20T16:44:09.965" v="395" actId="478"/>
          <ac:picMkLst>
            <pc:docMk/>
            <pc:sldMk cId="588007661" sldId="306"/>
            <ac:picMk id="7" creationId="{EF69EDD1-0D6D-4431-3F37-A360A43666A1}"/>
          </ac:picMkLst>
        </pc:picChg>
        <pc:picChg chg="add mod">
          <ac:chgData name="Paul Winser" userId="c3146a91-e6bd-4264-bd86-e164e04bc32d" providerId="ADAL" clId="{DADB11B1-B18D-4286-9B70-72C33C968B38}" dt="2024-08-20T16:44:28.476" v="404" actId="1076"/>
          <ac:picMkLst>
            <pc:docMk/>
            <pc:sldMk cId="588007661" sldId="306"/>
            <ac:picMk id="8" creationId="{5BB9D9AE-A836-5DF1-26A8-2DF6F107D972}"/>
          </ac:picMkLst>
        </pc:picChg>
        <pc:picChg chg="add mod">
          <ac:chgData name="Paul Winser" userId="c3146a91-e6bd-4264-bd86-e164e04bc32d" providerId="ADAL" clId="{DADB11B1-B18D-4286-9B70-72C33C968B38}" dt="2024-08-20T16:44:32.048" v="405" actId="1076"/>
          <ac:picMkLst>
            <pc:docMk/>
            <pc:sldMk cId="588007661" sldId="306"/>
            <ac:picMk id="10" creationId="{F961580B-6232-C9C3-4CD1-BBD50A16E73D}"/>
          </ac:picMkLst>
        </pc:picChg>
      </pc:sldChg>
      <pc:sldChg chg="delSp mod">
        <pc:chgData name="Paul Winser" userId="c3146a91-e6bd-4264-bd86-e164e04bc32d" providerId="ADAL" clId="{DADB11B1-B18D-4286-9B70-72C33C968B38}" dt="2024-08-19T13:13:16.581" v="166" actId="478"/>
        <pc:sldMkLst>
          <pc:docMk/>
          <pc:sldMk cId="1669018872" sldId="333"/>
        </pc:sldMkLst>
        <pc:spChg chg="del">
          <ac:chgData name="Paul Winser" userId="c3146a91-e6bd-4264-bd86-e164e04bc32d" providerId="ADAL" clId="{DADB11B1-B18D-4286-9B70-72C33C968B38}" dt="2024-08-19T13:13:16.581" v="166" actId="478"/>
          <ac:spMkLst>
            <pc:docMk/>
            <pc:sldMk cId="1669018872" sldId="333"/>
            <ac:spMk id="4" creationId="{0825D4F8-4621-F9A4-9582-BC7634349C9A}"/>
          </ac:spMkLst>
        </pc:spChg>
      </pc:sldChg>
      <pc:sldChg chg="addSp delSp modSp mod">
        <pc:chgData name="Paul Winser" userId="c3146a91-e6bd-4264-bd86-e164e04bc32d" providerId="ADAL" clId="{DADB11B1-B18D-4286-9B70-72C33C968B38}" dt="2024-08-20T16:45:06.466" v="420" actId="1076"/>
        <pc:sldMkLst>
          <pc:docMk/>
          <pc:sldMk cId="1927692709" sldId="336"/>
        </pc:sldMkLst>
        <pc:picChg chg="del mod">
          <ac:chgData name="Paul Winser" userId="c3146a91-e6bd-4264-bd86-e164e04bc32d" providerId="ADAL" clId="{DADB11B1-B18D-4286-9B70-72C33C968B38}" dt="2024-08-20T16:45:01.734" v="414" actId="478"/>
          <ac:picMkLst>
            <pc:docMk/>
            <pc:sldMk cId="1927692709" sldId="336"/>
            <ac:picMk id="3" creationId="{D9F07444-7861-97AC-8909-6811FAA4E947}"/>
          </ac:picMkLst>
        </pc:picChg>
        <pc:picChg chg="add mod">
          <ac:chgData name="Paul Winser" userId="c3146a91-e6bd-4264-bd86-e164e04bc32d" providerId="ADAL" clId="{DADB11B1-B18D-4286-9B70-72C33C968B38}" dt="2024-08-20T16:45:06.466" v="420" actId="1076"/>
          <ac:picMkLst>
            <pc:docMk/>
            <pc:sldMk cId="1927692709" sldId="336"/>
            <ac:picMk id="4" creationId="{81873C13-51BA-AD3A-6C4C-28DC8F01B5C5}"/>
          </ac:picMkLst>
        </pc:picChg>
      </pc:sldChg>
      <pc:sldChg chg="addSp delSp modSp mod">
        <pc:chgData name="Paul Winser" userId="c3146a91-e6bd-4264-bd86-e164e04bc32d" providerId="ADAL" clId="{DADB11B1-B18D-4286-9B70-72C33C968B38}" dt="2024-08-20T16:45:20.234" v="425" actId="1076"/>
        <pc:sldMkLst>
          <pc:docMk/>
          <pc:sldMk cId="994138224" sldId="337"/>
        </pc:sldMkLst>
        <pc:spChg chg="del mod">
          <ac:chgData name="Paul Winser" userId="c3146a91-e6bd-4264-bd86-e164e04bc32d" providerId="ADAL" clId="{DADB11B1-B18D-4286-9B70-72C33C968B38}" dt="2024-08-19T13:23:19.548" v="342" actId="478"/>
          <ac:spMkLst>
            <pc:docMk/>
            <pc:sldMk cId="994138224" sldId="337"/>
            <ac:spMk id="2" creationId="{EE90500B-96F7-7286-27D3-5F6D565B2140}"/>
          </ac:spMkLst>
        </pc:spChg>
        <pc:spChg chg="mod">
          <ac:chgData name="Paul Winser" userId="c3146a91-e6bd-4264-bd86-e164e04bc32d" providerId="ADAL" clId="{DADB11B1-B18D-4286-9B70-72C33C968B38}" dt="2024-08-19T13:13:31.587" v="167" actId="5793"/>
          <ac:spMkLst>
            <pc:docMk/>
            <pc:sldMk cId="994138224" sldId="337"/>
            <ac:spMk id="3" creationId="{796ADB30-73E0-6E11-7E0E-CCAF8DD6A8F7}"/>
          </ac:spMkLst>
        </pc:spChg>
        <pc:spChg chg="del">
          <ac:chgData name="Paul Winser" userId="c3146a91-e6bd-4264-bd86-e164e04bc32d" providerId="ADAL" clId="{DADB11B1-B18D-4286-9B70-72C33C968B38}" dt="2024-08-19T13:13:48.288" v="173" actId="478"/>
          <ac:spMkLst>
            <pc:docMk/>
            <pc:sldMk cId="994138224" sldId="337"/>
            <ac:spMk id="4" creationId="{248C16B9-DE08-BDD6-57C7-29C55F26DDA2}"/>
          </ac:spMkLst>
        </pc:spChg>
        <pc:spChg chg="mod">
          <ac:chgData name="Paul Winser" userId="c3146a91-e6bd-4264-bd86-e164e04bc32d" providerId="ADAL" clId="{DADB11B1-B18D-4286-9B70-72C33C968B38}" dt="2024-08-19T13:13:37.787" v="169" actId="27636"/>
          <ac:spMkLst>
            <pc:docMk/>
            <pc:sldMk cId="994138224" sldId="337"/>
            <ac:spMk id="5" creationId="{19CE5EB9-5D32-FFC3-F3A4-59389B9D2AB6}"/>
          </ac:spMkLst>
        </pc:spChg>
        <pc:spChg chg="add del mod">
          <ac:chgData name="Paul Winser" userId="c3146a91-e6bd-4264-bd86-e164e04bc32d" providerId="ADAL" clId="{DADB11B1-B18D-4286-9B70-72C33C968B38}" dt="2024-08-19T13:23:20.893" v="343" actId="478"/>
          <ac:spMkLst>
            <pc:docMk/>
            <pc:sldMk cId="994138224" sldId="337"/>
            <ac:spMk id="6" creationId="{D0859A05-5ADD-D514-56AF-D49C22B032DD}"/>
          </ac:spMkLst>
        </pc:spChg>
        <pc:spChg chg="add mod">
          <ac:chgData name="Paul Winser" userId="c3146a91-e6bd-4264-bd86-e164e04bc32d" providerId="ADAL" clId="{DADB11B1-B18D-4286-9B70-72C33C968B38}" dt="2024-08-19T13:23:24.205" v="346" actId="20577"/>
          <ac:spMkLst>
            <pc:docMk/>
            <pc:sldMk cId="994138224" sldId="337"/>
            <ac:spMk id="8" creationId="{CCC7F9F1-2789-54F0-E6EB-7FC863E1B9ED}"/>
          </ac:spMkLst>
        </pc:spChg>
        <pc:picChg chg="add mod">
          <ac:chgData name="Paul Winser" userId="c3146a91-e6bd-4264-bd86-e164e04bc32d" providerId="ADAL" clId="{DADB11B1-B18D-4286-9B70-72C33C968B38}" dt="2024-08-20T16:45:20.234" v="425" actId="1076"/>
          <ac:picMkLst>
            <pc:docMk/>
            <pc:sldMk cId="994138224" sldId="337"/>
            <ac:picMk id="4" creationId="{0F4E6D99-ED77-E77A-7281-0D980349E844}"/>
          </ac:picMkLst>
        </pc:picChg>
        <pc:picChg chg="del mod">
          <ac:chgData name="Paul Winser" userId="c3146a91-e6bd-4264-bd86-e164e04bc32d" providerId="ADAL" clId="{DADB11B1-B18D-4286-9B70-72C33C968B38}" dt="2024-08-20T16:45:16.025" v="421" actId="478"/>
          <ac:picMkLst>
            <pc:docMk/>
            <pc:sldMk cId="994138224" sldId="337"/>
            <ac:picMk id="7" creationId="{CE13483E-3201-0405-1BBD-445191CEE017}"/>
          </ac:picMkLst>
        </pc:picChg>
      </pc:sldChg>
      <pc:sldChg chg="delSp modSp mod">
        <pc:chgData name="Paul Winser" userId="c3146a91-e6bd-4264-bd86-e164e04bc32d" providerId="ADAL" clId="{DADB11B1-B18D-4286-9B70-72C33C968B38}" dt="2024-08-19T13:18:07.758" v="210" actId="20577"/>
        <pc:sldMkLst>
          <pc:docMk/>
          <pc:sldMk cId="1051861070" sldId="338"/>
        </pc:sldMkLst>
        <pc:spChg chg="mod">
          <ac:chgData name="Paul Winser" userId="c3146a91-e6bd-4264-bd86-e164e04bc32d" providerId="ADAL" clId="{DADB11B1-B18D-4286-9B70-72C33C968B38}" dt="2024-08-19T13:18:07.758" v="210" actId="20577"/>
          <ac:spMkLst>
            <pc:docMk/>
            <pc:sldMk cId="1051861070" sldId="338"/>
            <ac:spMk id="2" creationId="{2D5EC7D6-79AD-147E-CF3A-D317E522758A}"/>
          </ac:spMkLst>
        </pc:spChg>
        <pc:spChg chg="mod">
          <ac:chgData name="Paul Winser" userId="c3146a91-e6bd-4264-bd86-e164e04bc32d" providerId="ADAL" clId="{DADB11B1-B18D-4286-9B70-72C33C968B38}" dt="2024-08-19T13:18:00.125" v="206" actId="27636"/>
          <ac:spMkLst>
            <pc:docMk/>
            <pc:sldMk cId="1051861070" sldId="338"/>
            <ac:spMk id="3" creationId="{95C3A7F6-FBAE-05F3-92EA-1E8E47280F1D}"/>
          </ac:spMkLst>
        </pc:spChg>
        <pc:spChg chg="del">
          <ac:chgData name="Paul Winser" userId="c3146a91-e6bd-4264-bd86-e164e04bc32d" providerId="ADAL" clId="{DADB11B1-B18D-4286-9B70-72C33C968B38}" dt="2024-08-19T13:17:46.575" v="203" actId="478"/>
          <ac:spMkLst>
            <pc:docMk/>
            <pc:sldMk cId="1051861070" sldId="338"/>
            <ac:spMk id="4" creationId="{9FA4F54F-2AB9-5CD1-A4BB-7A02BFF7B266}"/>
          </ac:spMkLst>
        </pc:spChg>
      </pc:sldChg>
      <pc:sldChg chg="delSp modSp mod">
        <pc:chgData name="Paul Winser" userId="c3146a91-e6bd-4264-bd86-e164e04bc32d" providerId="ADAL" clId="{DADB11B1-B18D-4286-9B70-72C33C968B38}" dt="2024-08-19T13:20:04.064" v="264" actId="27636"/>
        <pc:sldMkLst>
          <pc:docMk/>
          <pc:sldMk cId="4065436797" sldId="339"/>
        </pc:sldMkLst>
        <pc:spChg chg="mod">
          <ac:chgData name="Paul Winser" userId="c3146a91-e6bd-4264-bd86-e164e04bc32d" providerId="ADAL" clId="{DADB11B1-B18D-4286-9B70-72C33C968B38}" dt="2024-08-19T13:20:04.064" v="264" actId="27636"/>
          <ac:spMkLst>
            <pc:docMk/>
            <pc:sldMk cId="4065436797" sldId="339"/>
            <ac:spMk id="3" creationId="{85292408-F4C2-440B-2FE0-3BC839352152}"/>
          </ac:spMkLst>
        </pc:spChg>
        <pc:spChg chg="del">
          <ac:chgData name="Paul Winser" userId="c3146a91-e6bd-4264-bd86-e164e04bc32d" providerId="ADAL" clId="{DADB11B1-B18D-4286-9B70-72C33C968B38}" dt="2024-08-19T13:19:49.808" v="259" actId="478"/>
          <ac:spMkLst>
            <pc:docMk/>
            <pc:sldMk cId="4065436797" sldId="339"/>
            <ac:spMk id="4" creationId="{9E02E202-2BC1-FE16-BF22-992960FF7187}"/>
          </ac:spMkLst>
        </pc:spChg>
      </pc:sldChg>
      <pc:sldChg chg="delSp modSp mod">
        <pc:chgData name="Paul Winser" userId="c3146a91-e6bd-4264-bd86-e164e04bc32d" providerId="ADAL" clId="{DADB11B1-B18D-4286-9B70-72C33C968B38}" dt="2024-08-19T13:21:52.719" v="307" actId="27636"/>
        <pc:sldMkLst>
          <pc:docMk/>
          <pc:sldMk cId="2938186741" sldId="340"/>
        </pc:sldMkLst>
        <pc:spChg chg="mod">
          <ac:chgData name="Paul Winser" userId="c3146a91-e6bd-4264-bd86-e164e04bc32d" providerId="ADAL" clId="{DADB11B1-B18D-4286-9B70-72C33C968B38}" dt="2024-08-19T13:21:52.719" v="307" actId="27636"/>
          <ac:spMkLst>
            <pc:docMk/>
            <pc:sldMk cId="2938186741" sldId="340"/>
            <ac:spMk id="3" creationId="{7AC9B63A-9744-A491-DC29-0D0073F52D4E}"/>
          </ac:spMkLst>
        </pc:spChg>
        <pc:spChg chg="del">
          <ac:chgData name="Paul Winser" userId="c3146a91-e6bd-4264-bd86-e164e04bc32d" providerId="ADAL" clId="{DADB11B1-B18D-4286-9B70-72C33C968B38}" dt="2024-08-19T13:21:43.070" v="299" actId="478"/>
          <ac:spMkLst>
            <pc:docMk/>
            <pc:sldMk cId="2938186741" sldId="340"/>
            <ac:spMk id="4" creationId="{91D6729F-58C0-D1F7-B00E-D0CA81128F1F}"/>
          </ac:spMkLst>
        </pc:spChg>
      </pc:sldChg>
      <pc:sldChg chg="addSp delSp modSp mod">
        <pc:chgData name="Paul Winser" userId="c3146a91-e6bd-4264-bd86-e164e04bc32d" providerId="ADAL" clId="{DADB11B1-B18D-4286-9B70-72C33C968B38}" dt="2024-08-20T16:44:51.095" v="412" actId="1076"/>
        <pc:sldMkLst>
          <pc:docMk/>
          <pc:sldMk cId="4192409515" sldId="371"/>
        </pc:sldMkLst>
        <pc:spChg chg="mod">
          <ac:chgData name="Paul Winser" userId="c3146a91-e6bd-4264-bd86-e164e04bc32d" providerId="ADAL" clId="{DADB11B1-B18D-4286-9B70-72C33C968B38}" dt="2024-08-19T13:12:41.042" v="155" actId="5793"/>
          <ac:spMkLst>
            <pc:docMk/>
            <pc:sldMk cId="4192409515" sldId="371"/>
            <ac:spMk id="34819" creationId="{E9EA7670-FD1E-82EA-FE6E-91736FADA9C9}"/>
          </ac:spMkLst>
        </pc:spChg>
        <pc:spChg chg="mod">
          <ac:chgData name="Paul Winser" userId="c3146a91-e6bd-4264-bd86-e164e04bc32d" providerId="ADAL" clId="{DADB11B1-B18D-4286-9B70-72C33C968B38}" dt="2024-08-19T13:22:44.747" v="329" actId="20577"/>
          <ac:spMkLst>
            <pc:docMk/>
            <pc:sldMk cId="4192409515" sldId="371"/>
            <ac:spMk id="34820" creationId="{5335614D-6D9C-04AC-74EA-36B07895707D}"/>
          </ac:spMkLst>
        </pc:spChg>
        <pc:spChg chg="del">
          <ac:chgData name="Paul Winser" userId="c3146a91-e6bd-4264-bd86-e164e04bc32d" providerId="ADAL" clId="{DADB11B1-B18D-4286-9B70-72C33C968B38}" dt="2024-08-19T13:12:24.606" v="150" actId="478"/>
          <ac:spMkLst>
            <pc:docMk/>
            <pc:sldMk cId="4192409515" sldId="371"/>
            <ac:spMk id="34825" creationId="{EDEEFCFC-9443-296C-0812-83F145B02B12}"/>
          </ac:spMkLst>
        </pc:spChg>
        <pc:picChg chg="del mod">
          <ac:chgData name="Paul Winser" userId="c3146a91-e6bd-4264-bd86-e164e04bc32d" providerId="ADAL" clId="{DADB11B1-B18D-4286-9B70-72C33C968B38}" dt="2024-08-20T16:44:45.305" v="407" actId="478"/>
          <ac:picMkLst>
            <pc:docMk/>
            <pc:sldMk cId="4192409515" sldId="371"/>
            <ac:picMk id="4" creationId="{8250B8A5-4B60-AE74-97E3-C80AD260D32D}"/>
          </ac:picMkLst>
        </pc:picChg>
        <pc:picChg chg="add mod">
          <ac:chgData name="Paul Winser" userId="c3146a91-e6bd-4264-bd86-e164e04bc32d" providerId="ADAL" clId="{DADB11B1-B18D-4286-9B70-72C33C968B38}" dt="2024-08-20T16:44:51.095" v="412" actId="1076"/>
          <ac:picMkLst>
            <pc:docMk/>
            <pc:sldMk cId="4192409515" sldId="371"/>
            <ac:picMk id="5" creationId="{83D40063-6ABC-6258-556F-3E363AED78BF}"/>
          </ac:picMkLst>
        </pc:picChg>
      </pc:sldChg>
      <pc:sldChg chg="delSp modSp mod">
        <pc:chgData name="Paul Winser" userId="c3146a91-e6bd-4264-bd86-e164e04bc32d" providerId="ADAL" clId="{DADB11B1-B18D-4286-9B70-72C33C968B38}" dt="2024-08-19T13:21:14.266" v="290" actId="14"/>
        <pc:sldMkLst>
          <pc:docMk/>
          <pc:sldMk cId="3746207704" sldId="398"/>
        </pc:sldMkLst>
        <pc:spChg chg="mod">
          <ac:chgData name="Paul Winser" userId="c3146a91-e6bd-4264-bd86-e164e04bc32d" providerId="ADAL" clId="{DADB11B1-B18D-4286-9B70-72C33C968B38}" dt="2024-08-19T13:20:33.857" v="273" actId="20577"/>
          <ac:spMkLst>
            <pc:docMk/>
            <pc:sldMk cId="3746207704" sldId="398"/>
            <ac:spMk id="2" creationId="{2BB1405C-3E11-8F7D-E648-02E3551F0412}"/>
          </ac:spMkLst>
        </pc:spChg>
        <pc:spChg chg="mod">
          <ac:chgData name="Paul Winser" userId="c3146a91-e6bd-4264-bd86-e164e04bc32d" providerId="ADAL" clId="{DADB11B1-B18D-4286-9B70-72C33C968B38}" dt="2024-08-19T13:21:14.266" v="290" actId="14"/>
          <ac:spMkLst>
            <pc:docMk/>
            <pc:sldMk cId="3746207704" sldId="398"/>
            <ac:spMk id="3" creationId="{18DA7B82-0D11-8658-22DE-F7CE82DF705E}"/>
          </ac:spMkLst>
        </pc:spChg>
        <pc:spChg chg="del">
          <ac:chgData name="Paul Winser" userId="c3146a91-e6bd-4264-bd86-e164e04bc32d" providerId="ADAL" clId="{DADB11B1-B18D-4286-9B70-72C33C968B38}" dt="2024-08-19T13:20:45.885" v="276" actId="478"/>
          <ac:spMkLst>
            <pc:docMk/>
            <pc:sldMk cId="3746207704" sldId="398"/>
            <ac:spMk id="4" creationId="{401929DF-1FBF-C0C3-0955-A0A5ADC28F84}"/>
          </ac:spMkLst>
        </pc:spChg>
      </pc:sldChg>
      <pc:sldChg chg="delSp modSp mod">
        <pc:chgData name="Paul Winser" userId="c3146a91-e6bd-4264-bd86-e164e04bc32d" providerId="ADAL" clId="{DADB11B1-B18D-4286-9B70-72C33C968B38}" dt="2024-08-19T13:22:20.766" v="317" actId="20577"/>
        <pc:sldMkLst>
          <pc:docMk/>
          <pc:sldMk cId="1233115899" sldId="402"/>
        </pc:sldMkLst>
        <pc:spChg chg="mod">
          <ac:chgData name="Paul Winser" userId="c3146a91-e6bd-4264-bd86-e164e04bc32d" providerId="ADAL" clId="{DADB11B1-B18D-4286-9B70-72C33C968B38}" dt="2024-08-19T13:08:07.275" v="65" actId="27636"/>
          <ac:spMkLst>
            <pc:docMk/>
            <pc:sldMk cId="1233115899" sldId="402"/>
            <ac:spMk id="34819" creationId="{35AED15E-353A-211F-2555-287D01406F5B}"/>
          </ac:spMkLst>
        </pc:spChg>
        <pc:spChg chg="mod">
          <ac:chgData name="Paul Winser" userId="c3146a91-e6bd-4264-bd86-e164e04bc32d" providerId="ADAL" clId="{DADB11B1-B18D-4286-9B70-72C33C968B38}" dt="2024-08-19T13:22:20.766" v="317" actId="20577"/>
          <ac:spMkLst>
            <pc:docMk/>
            <pc:sldMk cId="1233115899" sldId="402"/>
            <ac:spMk id="34820" creationId="{73EB5411-BECD-D8AB-56B4-E28B1CB54D57}"/>
          </ac:spMkLst>
        </pc:spChg>
        <pc:spChg chg="del">
          <ac:chgData name="Paul Winser" userId="c3146a91-e6bd-4264-bd86-e164e04bc32d" providerId="ADAL" clId="{DADB11B1-B18D-4286-9B70-72C33C968B38}" dt="2024-08-19T13:05:56.515" v="20" actId="478"/>
          <ac:spMkLst>
            <pc:docMk/>
            <pc:sldMk cId="1233115899" sldId="402"/>
            <ac:spMk id="34825" creationId="{D92D48B4-1DC9-85E3-CAEA-B6A4CA33A789}"/>
          </ac:spMkLst>
        </pc:spChg>
        <pc:spChg chg="del mod">
          <ac:chgData name="Paul Winser" userId="c3146a91-e6bd-4264-bd86-e164e04bc32d" providerId="ADAL" clId="{DADB11B1-B18D-4286-9B70-72C33C968B38}" dt="2024-08-19T13:06:50.976" v="41" actId="478"/>
          <ac:spMkLst>
            <pc:docMk/>
            <pc:sldMk cId="1233115899" sldId="402"/>
            <ac:spMk id="34831" creationId="{37946DE1-C17D-6043-149A-3C7BDA39804A}"/>
          </ac:spMkLst>
        </pc:spChg>
      </pc:sldChg>
      <pc:sldChg chg="delSp modSp mod">
        <pc:chgData name="Paul Winser" userId="c3146a91-e6bd-4264-bd86-e164e04bc32d" providerId="ADAL" clId="{DADB11B1-B18D-4286-9B70-72C33C968B38}" dt="2024-08-19T13:22:27.116" v="320" actId="122"/>
        <pc:sldMkLst>
          <pc:docMk/>
          <pc:sldMk cId="1110367729" sldId="403"/>
        </pc:sldMkLst>
        <pc:spChg chg="mod">
          <ac:chgData name="Paul Winser" userId="c3146a91-e6bd-4264-bd86-e164e04bc32d" providerId="ADAL" clId="{DADB11B1-B18D-4286-9B70-72C33C968B38}" dt="2024-08-19T13:09:17.927" v="86" actId="1076"/>
          <ac:spMkLst>
            <pc:docMk/>
            <pc:sldMk cId="1110367729" sldId="403"/>
            <ac:spMk id="34819" creationId="{D091FD61-6475-79D4-0594-F77405A3B905}"/>
          </ac:spMkLst>
        </pc:spChg>
        <pc:spChg chg="mod">
          <ac:chgData name="Paul Winser" userId="c3146a91-e6bd-4264-bd86-e164e04bc32d" providerId="ADAL" clId="{DADB11B1-B18D-4286-9B70-72C33C968B38}" dt="2024-08-19T13:22:27.116" v="320" actId="122"/>
          <ac:spMkLst>
            <pc:docMk/>
            <pc:sldMk cId="1110367729" sldId="403"/>
            <ac:spMk id="34820" creationId="{BEDB79D7-58BC-E9A0-FA54-41F1BA523D9A}"/>
          </ac:spMkLst>
        </pc:spChg>
        <pc:spChg chg="del">
          <ac:chgData name="Paul Winser" userId="c3146a91-e6bd-4264-bd86-e164e04bc32d" providerId="ADAL" clId="{DADB11B1-B18D-4286-9B70-72C33C968B38}" dt="2024-08-19T13:08:29.541" v="74" actId="478"/>
          <ac:spMkLst>
            <pc:docMk/>
            <pc:sldMk cId="1110367729" sldId="403"/>
            <ac:spMk id="34825" creationId="{9811CC2A-8F8A-B29D-88D9-3E5C1A4D0EA2}"/>
          </ac:spMkLst>
        </pc:spChg>
      </pc:sldChg>
      <pc:sldChg chg="delSp modSp mod">
        <pc:chgData name="Paul Winser" userId="c3146a91-e6bd-4264-bd86-e164e04bc32d" providerId="ADAL" clId="{DADB11B1-B18D-4286-9B70-72C33C968B38}" dt="2024-08-19T13:22:32.757" v="323" actId="122"/>
        <pc:sldMkLst>
          <pc:docMk/>
          <pc:sldMk cId="3847935339" sldId="404"/>
        </pc:sldMkLst>
        <pc:spChg chg="mod">
          <ac:chgData name="Paul Winser" userId="c3146a91-e6bd-4264-bd86-e164e04bc32d" providerId="ADAL" clId="{DADB11B1-B18D-4286-9B70-72C33C968B38}" dt="2024-08-19T13:09:35.012" v="100" actId="27636"/>
          <ac:spMkLst>
            <pc:docMk/>
            <pc:sldMk cId="3847935339" sldId="404"/>
            <ac:spMk id="34819" creationId="{2FC04822-6BCF-5C01-360F-069D5E334F24}"/>
          </ac:spMkLst>
        </pc:spChg>
        <pc:spChg chg="mod">
          <ac:chgData name="Paul Winser" userId="c3146a91-e6bd-4264-bd86-e164e04bc32d" providerId="ADAL" clId="{DADB11B1-B18D-4286-9B70-72C33C968B38}" dt="2024-08-19T13:22:32.757" v="323" actId="122"/>
          <ac:spMkLst>
            <pc:docMk/>
            <pc:sldMk cId="3847935339" sldId="404"/>
            <ac:spMk id="34820" creationId="{BC736014-AC61-DB32-4594-2853BCF403C9}"/>
          </ac:spMkLst>
        </pc:spChg>
        <pc:spChg chg="del">
          <ac:chgData name="Paul Winser" userId="c3146a91-e6bd-4264-bd86-e164e04bc32d" providerId="ADAL" clId="{DADB11B1-B18D-4286-9B70-72C33C968B38}" dt="2024-08-19T13:09:30.512" v="98" actId="478"/>
          <ac:spMkLst>
            <pc:docMk/>
            <pc:sldMk cId="3847935339" sldId="404"/>
            <ac:spMk id="34825" creationId="{7266BDBA-EB6E-99A1-9C45-E4AF99907B2D}"/>
          </ac:spMkLst>
        </pc:spChg>
      </pc:sldChg>
      <pc:sldChg chg="delSp modSp mod">
        <pc:chgData name="Paul Winser" userId="c3146a91-e6bd-4264-bd86-e164e04bc32d" providerId="ADAL" clId="{DADB11B1-B18D-4286-9B70-72C33C968B38}" dt="2024-08-19T13:22:37.292" v="325" actId="20577"/>
        <pc:sldMkLst>
          <pc:docMk/>
          <pc:sldMk cId="2525827578" sldId="405"/>
        </pc:sldMkLst>
        <pc:spChg chg="mod">
          <ac:chgData name="Paul Winser" userId="c3146a91-e6bd-4264-bd86-e164e04bc32d" providerId="ADAL" clId="{DADB11B1-B18D-4286-9B70-72C33C968B38}" dt="2024-08-19T13:10:33.632" v="132" actId="14"/>
          <ac:spMkLst>
            <pc:docMk/>
            <pc:sldMk cId="2525827578" sldId="405"/>
            <ac:spMk id="34819" creationId="{24D7F786-23E5-F71D-F048-9AE3EC3A35F4}"/>
          </ac:spMkLst>
        </pc:spChg>
        <pc:spChg chg="mod">
          <ac:chgData name="Paul Winser" userId="c3146a91-e6bd-4264-bd86-e164e04bc32d" providerId="ADAL" clId="{DADB11B1-B18D-4286-9B70-72C33C968B38}" dt="2024-08-19T13:22:37.292" v="325" actId="20577"/>
          <ac:spMkLst>
            <pc:docMk/>
            <pc:sldMk cId="2525827578" sldId="405"/>
            <ac:spMk id="34820" creationId="{AF45BAD2-66A0-5D9E-0C2C-A022524393A0}"/>
          </ac:spMkLst>
        </pc:spChg>
        <pc:spChg chg="del">
          <ac:chgData name="Paul Winser" userId="c3146a91-e6bd-4264-bd86-e164e04bc32d" providerId="ADAL" clId="{DADB11B1-B18D-4286-9B70-72C33C968B38}" dt="2024-08-19T13:09:48.401" v="120" actId="478"/>
          <ac:spMkLst>
            <pc:docMk/>
            <pc:sldMk cId="2525827578" sldId="405"/>
            <ac:spMk id="34825" creationId="{62519F51-6F28-99D5-E9D7-84B3D46CF15F}"/>
          </ac:spMkLst>
        </pc:spChg>
      </pc:sldChg>
      <pc:sldChg chg="delSp modSp mod">
        <pc:chgData name="Paul Winser" userId="c3146a91-e6bd-4264-bd86-e164e04bc32d" providerId="ADAL" clId="{DADB11B1-B18D-4286-9B70-72C33C968B38}" dt="2024-08-19T13:12:15.585" v="149" actId="14100"/>
        <pc:sldMkLst>
          <pc:docMk/>
          <pc:sldMk cId="1854612984" sldId="406"/>
        </pc:sldMkLst>
        <pc:spChg chg="mod">
          <ac:chgData name="Paul Winser" userId="c3146a91-e6bd-4264-bd86-e164e04bc32d" providerId="ADAL" clId="{DADB11B1-B18D-4286-9B70-72C33C968B38}" dt="2024-08-19T13:12:15.585" v="149" actId="14100"/>
          <ac:spMkLst>
            <pc:docMk/>
            <pc:sldMk cId="1854612984" sldId="406"/>
            <ac:spMk id="34819" creationId="{B15DBCC3-CFE8-6E2A-65E9-F594DEEB7834}"/>
          </ac:spMkLst>
        </pc:spChg>
        <pc:spChg chg="del">
          <ac:chgData name="Paul Winser" userId="c3146a91-e6bd-4264-bd86-e164e04bc32d" providerId="ADAL" clId="{DADB11B1-B18D-4286-9B70-72C33C968B38}" dt="2024-08-19T13:11:11.023" v="133" actId="478"/>
          <ac:spMkLst>
            <pc:docMk/>
            <pc:sldMk cId="1854612984" sldId="406"/>
            <ac:spMk id="34825" creationId="{92B07879-C7E7-F34B-B4C6-B268FF11A500}"/>
          </ac:spMkLst>
        </pc:spChg>
      </pc:sldChg>
      <pc:sldChg chg="delSp modSp mod">
        <pc:chgData name="Paul Winser" userId="c3146a91-e6bd-4264-bd86-e164e04bc32d" providerId="ADAL" clId="{DADB11B1-B18D-4286-9B70-72C33C968B38}" dt="2024-08-19T13:22:58.395" v="336" actId="1076"/>
        <pc:sldMkLst>
          <pc:docMk/>
          <pc:sldMk cId="1804700605" sldId="407"/>
        </pc:sldMkLst>
        <pc:spChg chg="mod">
          <ac:chgData name="Paul Winser" userId="c3146a91-e6bd-4264-bd86-e164e04bc32d" providerId="ADAL" clId="{DADB11B1-B18D-4286-9B70-72C33C968B38}" dt="2024-08-19T13:22:58.395" v="336" actId="1076"/>
          <ac:spMkLst>
            <pc:docMk/>
            <pc:sldMk cId="1804700605" sldId="407"/>
            <ac:spMk id="2" creationId="{ECAA629E-C945-C5C4-8761-31F705FF3FA5}"/>
          </ac:spMkLst>
        </pc:spChg>
        <pc:spChg chg="mod">
          <ac:chgData name="Paul Winser" userId="c3146a91-e6bd-4264-bd86-e164e04bc32d" providerId="ADAL" clId="{DADB11B1-B18D-4286-9B70-72C33C968B38}" dt="2024-08-19T13:22:55.244" v="335" actId="1076"/>
          <ac:spMkLst>
            <pc:docMk/>
            <pc:sldMk cId="1804700605" sldId="407"/>
            <ac:spMk id="34819" creationId="{D4213AA9-0EAE-9913-3534-1C1F834592B5}"/>
          </ac:spMkLst>
        </pc:spChg>
        <pc:spChg chg="mod">
          <ac:chgData name="Paul Winser" userId="c3146a91-e6bd-4264-bd86-e164e04bc32d" providerId="ADAL" clId="{DADB11B1-B18D-4286-9B70-72C33C968B38}" dt="2024-08-19T13:22:52.924" v="334" actId="1076"/>
          <ac:spMkLst>
            <pc:docMk/>
            <pc:sldMk cId="1804700605" sldId="407"/>
            <ac:spMk id="34820" creationId="{C1EC8ED1-DBB7-34D8-FBC4-AD6B3BF27920}"/>
          </ac:spMkLst>
        </pc:spChg>
        <pc:spChg chg="del">
          <ac:chgData name="Paul Winser" userId="c3146a91-e6bd-4264-bd86-e164e04bc32d" providerId="ADAL" clId="{DADB11B1-B18D-4286-9B70-72C33C968B38}" dt="2024-08-19T13:12:49.457" v="157" actId="478"/>
          <ac:spMkLst>
            <pc:docMk/>
            <pc:sldMk cId="1804700605" sldId="407"/>
            <ac:spMk id="34825" creationId="{B441DCDF-D020-2657-07E7-682BAC05AB27}"/>
          </ac:spMkLst>
        </pc:spChg>
      </pc:sldChg>
      <pc:sldChg chg="delSp modSp mod">
        <pc:chgData name="Paul Winser" userId="c3146a91-e6bd-4264-bd86-e164e04bc32d" providerId="ADAL" clId="{DADB11B1-B18D-4286-9B70-72C33C968B38}" dt="2024-08-19T13:23:06.551" v="341" actId="1076"/>
        <pc:sldMkLst>
          <pc:docMk/>
          <pc:sldMk cId="1939959486" sldId="408"/>
        </pc:sldMkLst>
        <pc:spChg chg="mod">
          <ac:chgData name="Paul Winser" userId="c3146a91-e6bd-4264-bd86-e164e04bc32d" providerId="ADAL" clId="{DADB11B1-B18D-4286-9B70-72C33C968B38}" dt="2024-08-19T13:13:12.750" v="165" actId="14100"/>
          <ac:spMkLst>
            <pc:docMk/>
            <pc:sldMk cId="1939959486" sldId="408"/>
            <ac:spMk id="34819" creationId="{52592F1F-0A15-0ECA-01F4-7BE6DC0D4888}"/>
          </ac:spMkLst>
        </pc:spChg>
        <pc:spChg chg="mod">
          <ac:chgData name="Paul Winser" userId="c3146a91-e6bd-4264-bd86-e164e04bc32d" providerId="ADAL" clId="{DADB11B1-B18D-4286-9B70-72C33C968B38}" dt="2024-08-19T13:23:06.551" v="341" actId="1076"/>
          <ac:spMkLst>
            <pc:docMk/>
            <pc:sldMk cId="1939959486" sldId="408"/>
            <ac:spMk id="34820" creationId="{538D53C8-CF99-4B26-370B-800BDB2B1EC7}"/>
          </ac:spMkLst>
        </pc:spChg>
        <pc:spChg chg="del">
          <ac:chgData name="Paul Winser" userId="c3146a91-e6bd-4264-bd86-e164e04bc32d" providerId="ADAL" clId="{DADB11B1-B18D-4286-9B70-72C33C968B38}" dt="2024-08-19T13:13:05.793" v="163" actId="478"/>
          <ac:spMkLst>
            <pc:docMk/>
            <pc:sldMk cId="1939959486" sldId="408"/>
            <ac:spMk id="34825" creationId="{1B5CE105-FC2A-29F1-6847-39674394E218}"/>
          </ac:spMkLst>
        </pc:spChg>
      </pc:sldChg>
      <pc:sldChg chg="delSp modSp mod">
        <pc:chgData name="Paul Winser" userId="c3146a91-e6bd-4264-bd86-e164e04bc32d" providerId="ADAL" clId="{DADB11B1-B18D-4286-9B70-72C33C968B38}" dt="2024-08-19T13:14:00.095" v="182" actId="478"/>
        <pc:sldMkLst>
          <pc:docMk/>
          <pc:sldMk cId="67994477" sldId="409"/>
        </pc:sldMkLst>
        <pc:spChg chg="mod">
          <ac:chgData name="Paul Winser" userId="c3146a91-e6bd-4264-bd86-e164e04bc32d" providerId="ADAL" clId="{DADB11B1-B18D-4286-9B70-72C33C968B38}" dt="2024-08-19T13:13:56.159" v="181" actId="20577"/>
          <ac:spMkLst>
            <pc:docMk/>
            <pc:sldMk cId="67994477" sldId="409"/>
            <ac:spMk id="2" creationId="{FDF823B1-C287-5E9D-E4FD-10E9AB657C88}"/>
          </ac:spMkLst>
        </pc:spChg>
        <pc:spChg chg="del">
          <ac:chgData name="Paul Winser" userId="c3146a91-e6bd-4264-bd86-e164e04bc32d" providerId="ADAL" clId="{DADB11B1-B18D-4286-9B70-72C33C968B38}" dt="2024-08-19T13:14:00.095" v="182" actId="478"/>
          <ac:spMkLst>
            <pc:docMk/>
            <pc:sldMk cId="67994477" sldId="409"/>
            <ac:spMk id="4" creationId="{CA2ABC82-8A58-6F1D-7B83-62A5A8EBFAA4}"/>
          </ac:spMkLst>
        </pc:spChg>
      </pc:sldChg>
      <pc:sldChg chg="addSp delSp modSp mod">
        <pc:chgData name="Paul Winser" userId="c3146a91-e6bd-4264-bd86-e164e04bc32d" providerId="ADAL" clId="{DADB11B1-B18D-4286-9B70-72C33C968B38}" dt="2024-08-20T16:45:37.549" v="431" actId="1076"/>
        <pc:sldMkLst>
          <pc:docMk/>
          <pc:sldMk cId="248749267" sldId="410"/>
        </pc:sldMkLst>
        <pc:spChg chg="del mod">
          <ac:chgData name="Paul Winser" userId="c3146a91-e6bd-4264-bd86-e164e04bc32d" providerId="ADAL" clId="{DADB11B1-B18D-4286-9B70-72C33C968B38}" dt="2024-08-19T13:14:23.984" v="188" actId="478"/>
          <ac:spMkLst>
            <pc:docMk/>
            <pc:sldMk cId="248749267" sldId="410"/>
            <ac:spMk id="2" creationId="{A9FB4F23-23CE-6C28-5779-AB79BACF15A5}"/>
          </ac:spMkLst>
        </pc:spChg>
        <pc:spChg chg="del">
          <ac:chgData name="Paul Winser" userId="c3146a91-e6bd-4264-bd86-e164e04bc32d" providerId="ADAL" clId="{DADB11B1-B18D-4286-9B70-72C33C968B38}" dt="2024-08-19T13:14:43.154" v="195" actId="478"/>
          <ac:spMkLst>
            <pc:docMk/>
            <pc:sldMk cId="248749267" sldId="410"/>
            <ac:spMk id="4" creationId="{47195FE6-73CA-9434-F94A-D668AE998B2B}"/>
          </ac:spMkLst>
        </pc:spChg>
        <pc:spChg chg="mod">
          <ac:chgData name="Paul Winser" userId="c3146a91-e6bd-4264-bd86-e164e04bc32d" providerId="ADAL" clId="{DADB11B1-B18D-4286-9B70-72C33C968B38}" dt="2024-08-19T13:14:50.810" v="199" actId="27636"/>
          <ac:spMkLst>
            <pc:docMk/>
            <pc:sldMk cId="248749267" sldId="410"/>
            <ac:spMk id="5" creationId="{4CBC6FE5-15D1-A183-00AC-6EDDD47CE077}"/>
          </ac:spMkLst>
        </pc:spChg>
        <pc:spChg chg="add del mod">
          <ac:chgData name="Paul Winser" userId="c3146a91-e6bd-4264-bd86-e164e04bc32d" providerId="ADAL" clId="{DADB11B1-B18D-4286-9B70-72C33C968B38}" dt="2024-08-19T13:14:37.117" v="191" actId="478"/>
          <ac:spMkLst>
            <pc:docMk/>
            <pc:sldMk cId="248749267" sldId="410"/>
            <ac:spMk id="6" creationId="{110F7BDB-A978-8ACA-37C3-6031C12C9C87}"/>
          </ac:spMkLst>
        </pc:spChg>
        <pc:spChg chg="add del mod">
          <ac:chgData name="Paul Winser" userId="c3146a91-e6bd-4264-bd86-e164e04bc32d" providerId="ADAL" clId="{DADB11B1-B18D-4286-9B70-72C33C968B38}" dt="2024-08-19T13:14:35.245" v="190" actId="478"/>
          <ac:spMkLst>
            <pc:docMk/>
            <pc:sldMk cId="248749267" sldId="410"/>
            <ac:spMk id="8" creationId="{CC1F253B-1268-40A1-BE53-88075CE7092B}"/>
          </ac:spMkLst>
        </pc:spChg>
        <pc:spChg chg="add mod">
          <ac:chgData name="Paul Winser" userId="c3146a91-e6bd-4264-bd86-e164e04bc32d" providerId="ADAL" clId="{DADB11B1-B18D-4286-9B70-72C33C968B38}" dt="2024-08-19T13:14:40.384" v="194" actId="20577"/>
          <ac:spMkLst>
            <pc:docMk/>
            <pc:sldMk cId="248749267" sldId="410"/>
            <ac:spMk id="9" creationId="{379E80FF-8466-84DD-39B2-DA99EE0000A5}"/>
          </ac:spMkLst>
        </pc:spChg>
        <pc:picChg chg="add mod">
          <ac:chgData name="Paul Winser" userId="c3146a91-e6bd-4264-bd86-e164e04bc32d" providerId="ADAL" clId="{DADB11B1-B18D-4286-9B70-72C33C968B38}" dt="2024-08-20T16:45:37.549" v="431" actId="1076"/>
          <ac:picMkLst>
            <pc:docMk/>
            <pc:sldMk cId="248749267" sldId="410"/>
            <ac:picMk id="4" creationId="{781F7E61-536F-E477-71F5-92BC69F73E9F}"/>
          </ac:picMkLst>
        </pc:picChg>
        <pc:picChg chg="del mod">
          <ac:chgData name="Paul Winser" userId="c3146a91-e6bd-4264-bd86-e164e04bc32d" providerId="ADAL" clId="{DADB11B1-B18D-4286-9B70-72C33C968B38}" dt="2024-08-20T16:45:31.821" v="426" actId="478"/>
          <ac:picMkLst>
            <pc:docMk/>
            <pc:sldMk cId="248749267" sldId="410"/>
            <ac:picMk id="7" creationId="{88461A20-B7F8-D063-A1AC-A38085A498F0}"/>
          </ac:picMkLst>
        </pc:picChg>
      </pc:sldChg>
      <pc:sldChg chg="delSp modSp mod">
        <pc:chgData name="Paul Winser" userId="c3146a91-e6bd-4264-bd86-e164e04bc32d" providerId="ADAL" clId="{DADB11B1-B18D-4286-9B70-72C33C968B38}" dt="2024-08-19T13:18:15.970" v="215" actId="478"/>
        <pc:sldMkLst>
          <pc:docMk/>
          <pc:sldMk cId="584203817" sldId="411"/>
        </pc:sldMkLst>
        <pc:spChg chg="mod">
          <ac:chgData name="Paul Winser" userId="c3146a91-e6bd-4264-bd86-e164e04bc32d" providerId="ADAL" clId="{DADB11B1-B18D-4286-9B70-72C33C968B38}" dt="2024-08-19T13:18:12.397" v="214" actId="20577"/>
          <ac:spMkLst>
            <pc:docMk/>
            <pc:sldMk cId="584203817" sldId="411"/>
            <ac:spMk id="2" creationId="{F65ECDC9-6D43-DF74-1A11-D62AD00A41FA}"/>
          </ac:spMkLst>
        </pc:spChg>
        <pc:spChg chg="del">
          <ac:chgData name="Paul Winser" userId="c3146a91-e6bd-4264-bd86-e164e04bc32d" providerId="ADAL" clId="{DADB11B1-B18D-4286-9B70-72C33C968B38}" dt="2024-08-19T13:18:15.970" v="215" actId="478"/>
          <ac:spMkLst>
            <pc:docMk/>
            <pc:sldMk cId="584203817" sldId="411"/>
            <ac:spMk id="4" creationId="{0B40EB3B-765D-85F3-9323-AA38820D9EB3}"/>
          </ac:spMkLst>
        </pc:spChg>
      </pc:sldChg>
      <pc:sldChg chg="delSp modSp mod">
        <pc:chgData name="Paul Winser" userId="c3146a91-e6bd-4264-bd86-e164e04bc32d" providerId="ADAL" clId="{DADB11B1-B18D-4286-9B70-72C33C968B38}" dt="2024-08-19T13:18:52.593" v="231" actId="20577"/>
        <pc:sldMkLst>
          <pc:docMk/>
          <pc:sldMk cId="3997968746" sldId="412"/>
        </pc:sldMkLst>
        <pc:spChg chg="mod">
          <ac:chgData name="Paul Winser" userId="c3146a91-e6bd-4264-bd86-e164e04bc32d" providerId="ADAL" clId="{DADB11B1-B18D-4286-9B70-72C33C968B38}" dt="2024-08-19T13:18:21.245" v="219" actId="20577"/>
          <ac:spMkLst>
            <pc:docMk/>
            <pc:sldMk cId="3997968746" sldId="412"/>
            <ac:spMk id="2" creationId="{5305EBD3-5A09-2314-11C6-E2E4230AB1FC}"/>
          </ac:spMkLst>
        </pc:spChg>
        <pc:spChg chg="mod">
          <ac:chgData name="Paul Winser" userId="c3146a91-e6bd-4264-bd86-e164e04bc32d" providerId="ADAL" clId="{DADB11B1-B18D-4286-9B70-72C33C968B38}" dt="2024-08-19T13:18:52.593" v="231" actId="20577"/>
          <ac:spMkLst>
            <pc:docMk/>
            <pc:sldMk cId="3997968746" sldId="412"/>
            <ac:spMk id="3" creationId="{EF4135BC-8F8E-94CD-3304-228103083673}"/>
          </ac:spMkLst>
        </pc:spChg>
        <pc:spChg chg="del">
          <ac:chgData name="Paul Winser" userId="c3146a91-e6bd-4264-bd86-e164e04bc32d" providerId="ADAL" clId="{DADB11B1-B18D-4286-9B70-72C33C968B38}" dt="2024-08-19T13:18:34.322" v="223" actId="478"/>
          <ac:spMkLst>
            <pc:docMk/>
            <pc:sldMk cId="3997968746" sldId="412"/>
            <ac:spMk id="4" creationId="{BC1BA76F-E814-9C33-1C53-5D972B6D2961}"/>
          </ac:spMkLst>
        </pc:spChg>
      </pc:sldChg>
      <pc:sldChg chg="delSp modSp mod">
        <pc:chgData name="Paul Winser" userId="c3146a91-e6bd-4264-bd86-e164e04bc32d" providerId="ADAL" clId="{DADB11B1-B18D-4286-9B70-72C33C968B38}" dt="2024-08-19T13:19:39.218" v="257" actId="478"/>
        <pc:sldMkLst>
          <pc:docMk/>
          <pc:sldMk cId="2533419585" sldId="413"/>
        </pc:sldMkLst>
        <pc:spChg chg="mod">
          <ac:chgData name="Paul Winser" userId="c3146a91-e6bd-4264-bd86-e164e04bc32d" providerId="ADAL" clId="{DADB11B1-B18D-4286-9B70-72C33C968B38}" dt="2024-08-19T13:19:26.174" v="250" actId="20577"/>
          <ac:spMkLst>
            <pc:docMk/>
            <pc:sldMk cId="2533419585" sldId="413"/>
            <ac:spMk id="2" creationId="{F447BA28-130C-722D-F958-DE0F9F86E7C4}"/>
          </ac:spMkLst>
        </pc:spChg>
        <pc:spChg chg="mod">
          <ac:chgData name="Paul Winser" userId="c3146a91-e6bd-4264-bd86-e164e04bc32d" providerId="ADAL" clId="{DADB11B1-B18D-4286-9B70-72C33C968B38}" dt="2024-08-19T13:19:37.102" v="256" actId="115"/>
          <ac:spMkLst>
            <pc:docMk/>
            <pc:sldMk cId="2533419585" sldId="413"/>
            <ac:spMk id="3" creationId="{67A8FC61-375A-C90F-82E6-5D39397402F6}"/>
          </ac:spMkLst>
        </pc:spChg>
        <pc:spChg chg="del">
          <ac:chgData name="Paul Winser" userId="c3146a91-e6bd-4264-bd86-e164e04bc32d" providerId="ADAL" clId="{DADB11B1-B18D-4286-9B70-72C33C968B38}" dt="2024-08-19T13:19:39.218" v="257" actId="478"/>
          <ac:spMkLst>
            <pc:docMk/>
            <pc:sldMk cId="2533419585" sldId="413"/>
            <ac:spMk id="4" creationId="{C7D6118D-3918-74F8-FC88-0BFDC1221171}"/>
          </ac:spMkLst>
        </pc:spChg>
      </pc:sldChg>
      <pc:sldChg chg="delSp modSp mod">
        <pc:chgData name="Paul Winser" userId="c3146a91-e6bd-4264-bd86-e164e04bc32d" providerId="ADAL" clId="{DADB11B1-B18D-4286-9B70-72C33C968B38}" dt="2024-08-19T13:19:20.789" v="246" actId="115"/>
        <pc:sldMkLst>
          <pc:docMk/>
          <pc:sldMk cId="1966664945" sldId="414"/>
        </pc:sldMkLst>
        <pc:spChg chg="mod">
          <ac:chgData name="Paul Winser" userId="c3146a91-e6bd-4264-bd86-e164e04bc32d" providerId="ADAL" clId="{DADB11B1-B18D-4286-9B70-72C33C968B38}" dt="2024-08-19T13:18:58.253" v="235" actId="20577"/>
          <ac:spMkLst>
            <pc:docMk/>
            <pc:sldMk cId="1966664945" sldId="414"/>
            <ac:spMk id="2" creationId="{0013DA7D-134E-DBE7-DC39-DBB782B1FBD2}"/>
          </ac:spMkLst>
        </pc:spChg>
        <pc:spChg chg="mod">
          <ac:chgData name="Paul Winser" userId="c3146a91-e6bd-4264-bd86-e164e04bc32d" providerId="ADAL" clId="{DADB11B1-B18D-4286-9B70-72C33C968B38}" dt="2024-08-19T13:19:20.789" v="246" actId="115"/>
          <ac:spMkLst>
            <pc:docMk/>
            <pc:sldMk cId="1966664945" sldId="414"/>
            <ac:spMk id="3" creationId="{286B15E8-F3E5-F006-3054-36E57AFC1FE5}"/>
          </ac:spMkLst>
        </pc:spChg>
        <pc:spChg chg="del">
          <ac:chgData name="Paul Winser" userId="c3146a91-e6bd-4264-bd86-e164e04bc32d" providerId="ADAL" clId="{DADB11B1-B18D-4286-9B70-72C33C968B38}" dt="2024-08-19T13:19:01.052" v="236" actId="478"/>
          <ac:spMkLst>
            <pc:docMk/>
            <pc:sldMk cId="1966664945" sldId="414"/>
            <ac:spMk id="4" creationId="{3EB1E468-E642-6928-70C7-519E6E718B4A}"/>
          </ac:spMkLst>
        </pc:spChg>
      </pc:sldChg>
      <pc:sldChg chg="addSp delSp modSp mod">
        <pc:chgData name="Paul Winser" userId="c3146a91-e6bd-4264-bd86-e164e04bc32d" providerId="ADAL" clId="{DADB11B1-B18D-4286-9B70-72C33C968B38}" dt="2024-08-20T16:45:57.130" v="439" actId="1076"/>
        <pc:sldMkLst>
          <pc:docMk/>
          <pc:sldMk cId="3133783877" sldId="415"/>
        </pc:sldMkLst>
        <pc:picChg chg="del mod">
          <ac:chgData name="Paul Winser" userId="c3146a91-e6bd-4264-bd86-e164e04bc32d" providerId="ADAL" clId="{DADB11B1-B18D-4286-9B70-72C33C968B38}" dt="2024-08-20T16:45:49.805" v="432" actId="478"/>
          <ac:picMkLst>
            <pc:docMk/>
            <pc:sldMk cId="3133783877" sldId="415"/>
            <ac:picMk id="3" creationId="{6F17EA05-5811-8D8E-C82A-2F4502FAE9D1}"/>
          </ac:picMkLst>
        </pc:picChg>
        <pc:picChg chg="add mod">
          <ac:chgData name="Paul Winser" userId="c3146a91-e6bd-4264-bd86-e164e04bc32d" providerId="ADAL" clId="{DADB11B1-B18D-4286-9B70-72C33C968B38}" dt="2024-08-20T16:45:57.130" v="439" actId="1076"/>
          <ac:picMkLst>
            <pc:docMk/>
            <pc:sldMk cId="3133783877" sldId="415"/>
            <ac:picMk id="4" creationId="{94C1852B-62F3-2671-A01A-85F95E82F05F}"/>
          </ac:picMkLst>
        </pc:picChg>
      </pc:sldChg>
      <pc:sldChg chg="delSp modSp mod">
        <pc:chgData name="Paul Winser" userId="c3146a91-e6bd-4264-bd86-e164e04bc32d" providerId="ADAL" clId="{DADB11B1-B18D-4286-9B70-72C33C968B38}" dt="2024-08-19T13:20:22.590" v="269" actId="27636"/>
        <pc:sldMkLst>
          <pc:docMk/>
          <pc:sldMk cId="2070432420" sldId="416"/>
        </pc:sldMkLst>
        <pc:spChg chg="mod">
          <ac:chgData name="Paul Winser" userId="c3146a91-e6bd-4264-bd86-e164e04bc32d" providerId="ADAL" clId="{DADB11B1-B18D-4286-9B70-72C33C968B38}" dt="2024-08-19T13:20:22.590" v="269" actId="27636"/>
          <ac:spMkLst>
            <pc:docMk/>
            <pc:sldMk cId="2070432420" sldId="416"/>
            <ac:spMk id="3" creationId="{D97AB895-55CE-D778-B2DA-D8F49502E5DF}"/>
          </ac:spMkLst>
        </pc:spChg>
        <pc:spChg chg="del">
          <ac:chgData name="Paul Winser" userId="c3146a91-e6bd-4264-bd86-e164e04bc32d" providerId="ADAL" clId="{DADB11B1-B18D-4286-9B70-72C33C968B38}" dt="2024-08-19T13:20:12.225" v="266" actId="478"/>
          <ac:spMkLst>
            <pc:docMk/>
            <pc:sldMk cId="2070432420" sldId="416"/>
            <ac:spMk id="4" creationId="{234A8116-1A81-A753-6135-745147C451C3}"/>
          </ac:spMkLst>
        </pc:spChg>
      </pc:sldChg>
      <pc:sldChg chg="addSp delSp modSp mod">
        <pc:chgData name="Paul Winser" userId="c3146a91-e6bd-4264-bd86-e164e04bc32d" providerId="ADAL" clId="{DADB11B1-B18D-4286-9B70-72C33C968B38}" dt="2024-08-20T16:46:35.439" v="456" actId="1076"/>
        <pc:sldMkLst>
          <pc:docMk/>
          <pc:sldMk cId="3782338159" sldId="417"/>
        </pc:sldMkLst>
        <pc:picChg chg="del">
          <ac:chgData name="Paul Winser" userId="c3146a91-e6bd-4264-bd86-e164e04bc32d" providerId="ADAL" clId="{DADB11B1-B18D-4286-9B70-72C33C968B38}" dt="2024-08-20T16:46:09.245" v="440" actId="478"/>
          <ac:picMkLst>
            <pc:docMk/>
            <pc:sldMk cId="3782338159" sldId="417"/>
            <ac:picMk id="3" creationId="{CBF84EB2-3EAB-A406-076B-C8FEEA63CCA4}"/>
          </ac:picMkLst>
        </pc:picChg>
        <pc:picChg chg="add mod">
          <ac:chgData name="Paul Winser" userId="c3146a91-e6bd-4264-bd86-e164e04bc32d" providerId="ADAL" clId="{DADB11B1-B18D-4286-9B70-72C33C968B38}" dt="2024-08-20T16:46:19.170" v="448" actId="1076"/>
          <ac:picMkLst>
            <pc:docMk/>
            <pc:sldMk cId="3782338159" sldId="417"/>
            <ac:picMk id="4" creationId="{0999B74D-616D-C094-31F0-C91B7C15EEC4}"/>
          </ac:picMkLst>
        </pc:picChg>
        <pc:picChg chg="del">
          <ac:chgData name="Paul Winser" userId="c3146a91-e6bd-4264-bd86-e164e04bc32d" providerId="ADAL" clId="{DADB11B1-B18D-4286-9B70-72C33C968B38}" dt="2024-08-20T16:46:27.902" v="449" actId="478"/>
          <ac:picMkLst>
            <pc:docMk/>
            <pc:sldMk cId="3782338159" sldId="417"/>
            <ac:picMk id="5" creationId="{AC7D10D8-EFAE-D8F7-371A-7DFF66F5EE0D}"/>
          </ac:picMkLst>
        </pc:picChg>
        <pc:picChg chg="add mod">
          <ac:chgData name="Paul Winser" userId="c3146a91-e6bd-4264-bd86-e164e04bc32d" providerId="ADAL" clId="{DADB11B1-B18D-4286-9B70-72C33C968B38}" dt="2024-08-20T16:46:35.439" v="456" actId="1076"/>
          <ac:picMkLst>
            <pc:docMk/>
            <pc:sldMk cId="3782338159" sldId="417"/>
            <ac:picMk id="7" creationId="{9AB9C440-DFC8-48E5-4BBA-BDDF8444D08D}"/>
          </ac:picMkLst>
        </pc:picChg>
      </pc:sldChg>
      <pc:sldChg chg="delSp modSp mod">
        <pc:chgData name="Paul Winser" userId="c3146a91-e6bd-4264-bd86-e164e04bc32d" providerId="ADAL" clId="{DADB11B1-B18D-4286-9B70-72C33C968B38}" dt="2024-08-19T13:21:29.827" v="297" actId="478"/>
        <pc:sldMkLst>
          <pc:docMk/>
          <pc:sldMk cId="1559819934" sldId="418"/>
        </pc:sldMkLst>
        <pc:spChg chg="mod">
          <ac:chgData name="Paul Winser" userId="c3146a91-e6bd-4264-bd86-e164e04bc32d" providerId="ADAL" clId="{DADB11B1-B18D-4286-9B70-72C33C968B38}" dt="2024-08-19T13:21:19.853" v="294" actId="20577"/>
          <ac:spMkLst>
            <pc:docMk/>
            <pc:sldMk cId="1559819934" sldId="418"/>
            <ac:spMk id="2" creationId="{7E732A28-BD52-E1FB-9892-3821CAA11135}"/>
          </ac:spMkLst>
        </pc:spChg>
        <pc:spChg chg="mod">
          <ac:chgData name="Paul Winser" userId="c3146a91-e6bd-4264-bd86-e164e04bc32d" providerId="ADAL" clId="{DADB11B1-B18D-4286-9B70-72C33C968B38}" dt="2024-08-19T13:21:25.006" v="296" actId="5793"/>
          <ac:spMkLst>
            <pc:docMk/>
            <pc:sldMk cId="1559819934" sldId="418"/>
            <ac:spMk id="3" creationId="{9C5E37BF-7513-9B99-9EBB-CA87E749277F}"/>
          </ac:spMkLst>
        </pc:spChg>
        <pc:spChg chg="del">
          <ac:chgData name="Paul Winser" userId="c3146a91-e6bd-4264-bd86-e164e04bc32d" providerId="ADAL" clId="{DADB11B1-B18D-4286-9B70-72C33C968B38}" dt="2024-08-19T13:21:29.827" v="297" actId="478"/>
          <ac:spMkLst>
            <pc:docMk/>
            <pc:sldMk cId="1559819934" sldId="418"/>
            <ac:spMk id="4" creationId="{55472DE6-BC65-758D-C1A1-B719453EB0FD}"/>
          </ac:spMkLst>
        </pc:spChg>
      </pc:sldChg>
      <pc:sldChg chg="delSp modSp add mod modTransition">
        <pc:chgData name="Paul Winser" userId="c3146a91-e6bd-4264-bd86-e164e04bc32d" providerId="ADAL" clId="{DADB11B1-B18D-4286-9B70-72C33C968B38}" dt="2024-08-20T16:29:55.441" v="350" actId="113"/>
        <pc:sldMkLst>
          <pc:docMk/>
          <pc:sldMk cId="0" sldId="419"/>
        </pc:sldMkLst>
        <pc:spChg chg="mod">
          <ac:chgData name="Paul Winser" userId="c3146a91-e6bd-4264-bd86-e164e04bc32d" providerId="ADAL" clId="{DADB11B1-B18D-4286-9B70-72C33C968B38}" dt="2024-08-20T16:29:55.441" v="350" actId="113"/>
          <ac:spMkLst>
            <pc:docMk/>
            <pc:sldMk cId="0" sldId="419"/>
            <ac:spMk id="2" creationId="{571ED6DB-1193-D7D6-14BD-76307D6EBFD2}"/>
          </ac:spMkLst>
        </pc:spChg>
        <pc:spChg chg="del">
          <ac:chgData name="Paul Winser" userId="c3146a91-e6bd-4264-bd86-e164e04bc32d" providerId="ADAL" clId="{DADB11B1-B18D-4286-9B70-72C33C968B38}" dt="2024-08-20T16:29:52.830" v="349" actId="478"/>
          <ac:spMkLst>
            <pc:docMk/>
            <pc:sldMk cId="0" sldId="419"/>
            <ac:spMk id="3" creationId="{E17EAB0C-C605-3356-5F27-1CC0711E9C5F}"/>
          </ac:spMkLst>
        </pc:spChg>
      </pc:sldChg>
    </pc:docChg>
  </pc:docChgLst>
  <pc:docChgLst>
    <pc:chgData name="Paul Winser" userId="c3146a91-e6bd-4264-bd86-e164e04bc32d" providerId="ADAL" clId="{1AF28224-724A-4EB1-93E7-BA46EAC91489}"/>
    <pc:docChg chg="custSel modSld">
      <pc:chgData name="Paul Winser" userId="c3146a91-e6bd-4264-bd86-e164e04bc32d" providerId="ADAL" clId="{1AF28224-724A-4EB1-93E7-BA46EAC91489}" dt="2024-09-12T12:35:05.317" v="38" actId="1076"/>
      <pc:docMkLst>
        <pc:docMk/>
      </pc:docMkLst>
      <pc:sldChg chg="addSp modSp mod">
        <pc:chgData name="Paul Winser" userId="c3146a91-e6bd-4264-bd86-e164e04bc32d" providerId="ADAL" clId="{1AF28224-724A-4EB1-93E7-BA46EAC91489}" dt="2024-09-12T12:34:10.640" v="2" actId="20577"/>
        <pc:sldMkLst>
          <pc:docMk/>
          <pc:sldMk cId="0" sldId="256"/>
        </pc:sldMkLst>
        <pc:spChg chg="add mod">
          <ac:chgData name="Paul Winser" userId="c3146a91-e6bd-4264-bd86-e164e04bc32d" providerId="ADAL" clId="{1AF28224-724A-4EB1-93E7-BA46EAC91489}" dt="2024-09-12T12:34:10.640" v="2" actId="20577"/>
          <ac:spMkLst>
            <pc:docMk/>
            <pc:sldMk cId="0" sldId="256"/>
            <ac:spMk id="2" creationId="{962F4E6E-7EDB-79D7-9C36-7AD0A7F66B97}"/>
          </ac:spMkLst>
        </pc:spChg>
      </pc:sldChg>
      <pc:sldChg chg="addSp modSp">
        <pc:chgData name="Paul Winser" userId="c3146a91-e6bd-4264-bd86-e164e04bc32d" providerId="ADAL" clId="{1AF28224-724A-4EB1-93E7-BA46EAC91489}" dt="2024-09-12T12:34:14.249" v="3"/>
        <pc:sldMkLst>
          <pc:docMk/>
          <pc:sldMk cId="0" sldId="257"/>
        </pc:sldMkLst>
        <pc:spChg chg="add mod">
          <ac:chgData name="Paul Winser" userId="c3146a91-e6bd-4264-bd86-e164e04bc32d" providerId="ADAL" clId="{1AF28224-724A-4EB1-93E7-BA46EAC91489}" dt="2024-09-12T12:34:14.249" v="3"/>
          <ac:spMkLst>
            <pc:docMk/>
            <pc:sldMk cId="0" sldId="257"/>
            <ac:spMk id="2" creationId="{0432D0B5-A912-1424-6637-6318688A0DDA}"/>
          </ac:spMkLst>
        </pc:spChg>
      </pc:sldChg>
      <pc:sldChg chg="addSp modSp">
        <pc:chgData name="Paul Winser" userId="c3146a91-e6bd-4264-bd86-e164e04bc32d" providerId="ADAL" clId="{1AF28224-724A-4EB1-93E7-BA46EAC91489}" dt="2024-09-12T12:34:15.347" v="4"/>
        <pc:sldMkLst>
          <pc:docMk/>
          <pc:sldMk cId="0" sldId="258"/>
        </pc:sldMkLst>
        <pc:spChg chg="add mod">
          <ac:chgData name="Paul Winser" userId="c3146a91-e6bd-4264-bd86-e164e04bc32d" providerId="ADAL" clId="{1AF28224-724A-4EB1-93E7-BA46EAC91489}" dt="2024-09-12T12:34:15.347" v="4"/>
          <ac:spMkLst>
            <pc:docMk/>
            <pc:sldMk cId="0" sldId="258"/>
            <ac:spMk id="2" creationId="{2B96F99E-F142-AA14-67F0-12B86EEA91C1}"/>
          </ac:spMkLst>
        </pc:spChg>
      </pc:sldChg>
      <pc:sldChg chg="addSp modSp">
        <pc:chgData name="Paul Winser" userId="c3146a91-e6bd-4264-bd86-e164e04bc32d" providerId="ADAL" clId="{1AF28224-724A-4EB1-93E7-BA46EAC91489}" dt="2024-09-12T12:34:16.352" v="5"/>
        <pc:sldMkLst>
          <pc:docMk/>
          <pc:sldMk cId="0" sldId="272"/>
        </pc:sldMkLst>
        <pc:spChg chg="add mod">
          <ac:chgData name="Paul Winser" userId="c3146a91-e6bd-4264-bd86-e164e04bc32d" providerId="ADAL" clId="{1AF28224-724A-4EB1-93E7-BA46EAC91489}" dt="2024-09-12T12:34:16.352" v="5"/>
          <ac:spMkLst>
            <pc:docMk/>
            <pc:sldMk cId="0" sldId="272"/>
            <ac:spMk id="2" creationId="{1B1B9927-5678-4E0C-B2C5-8442AD9C69A0}"/>
          </ac:spMkLst>
        </pc:spChg>
      </pc:sldChg>
      <pc:sldChg chg="addSp modSp">
        <pc:chgData name="Paul Winser" userId="c3146a91-e6bd-4264-bd86-e164e04bc32d" providerId="ADAL" clId="{1AF28224-724A-4EB1-93E7-BA46EAC91489}" dt="2024-09-12T12:34:17.858" v="6"/>
        <pc:sldMkLst>
          <pc:docMk/>
          <pc:sldMk cId="884549766" sldId="305"/>
        </pc:sldMkLst>
        <pc:spChg chg="add mod">
          <ac:chgData name="Paul Winser" userId="c3146a91-e6bd-4264-bd86-e164e04bc32d" providerId="ADAL" clId="{1AF28224-724A-4EB1-93E7-BA46EAC91489}" dt="2024-09-12T12:34:17.858" v="6"/>
          <ac:spMkLst>
            <pc:docMk/>
            <pc:sldMk cId="884549766" sldId="305"/>
            <ac:spMk id="2" creationId="{FEA77F53-F831-4BB7-7F9A-37BA2E80D6D6}"/>
          </ac:spMkLst>
        </pc:spChg>
      </pc:sldChg>
      <pc:sldChg chg="addSp modSp">
        <pc:chgData name="Paul Winser" userId="c3146a91-e6bd-4264-bd86-e164e04bc32d" providerId="ADAL" clId="{1AF28224-724A-4EB1-93E7-BA46EAC91489}" dt="2024-09-12T12:34:24.406" v="12"/>
        <pc:sldMkLst>
          <pc:docMk/>
          <pc:sldMk cId="588007661" sldId="306"/>
        </pc:sldMkLst>
        <pc:spChg chg="add mod">
          <ac:chgData name="Paul Winser" userId="c3146a91-e6bd-4264-bd86-e164e04bc32d" providerId="ADAL" clId="{1AF28224-724A-4EB1-93E7-BA46EAC91489}" dt="2024-09-12T12:34:24.406" v="12"/>
          <ac:spMkLst>
            <pc:docMk/>
            <pc:sldMk cId="588007661" sldId="306"/>
            <ac:spMk id="2" creationId="{0F3D6330-E69C-079A-BBD3-711BB13FDE11}"/>
          </ac:spMkLst>
        </pc:spChg>
      </pc:sldChg>
      <pc:sldChg chg="addSp modSp">
        <pc:chgData name="Paul Winser" userId="c3146a91-e6bd-4264-bd86-e164e04bc32d" providerId="ADAL" clId="{1AF28224-724A-4EB1-93E7-BA46EAC91489}" dt="2024-09-12T12:34:36.317" v="18"/>
        <pc:sldMkLst>
          <pc:docMk/>
          <pc:sldMk cId="1669018872" sldId="333"/>
        </pc:sldMkLst>
        <pc:spChg chg="add mod">
          <ac:chgData name="Paul Winser" userId="c3146a91-e6bd-4264-bd86-e164e04bc32d" providerId="ADAL" clId="{1AF28224-724A-4EB1-93E7-BA46EAC91489}" dt="2024-09-12T12:34:36.317" v="18"/>
          <ac:spMkLst>
            <pc:docMk/>
            <pc:sldMk cId="1669018872" sldId="333"/>
            <ac:spMk id="4" creationId="{91F76DD5-7ED3-2FB9-0960-34263F086D09}"/>
          </ac:spMkLst>
        </pc:spChg>
      </pc:sldChg>
      <pc:sldChg chg="addSp modSp">
        <pc:chgData name="Paul Winser" userId="c3146a91-e6bd-4264-bd86-e164e04bc32d" providerId="ADAL" clId="{1AF28224-724A-4EB1-93E7-BA46EAC91489}" dt="2024-09-12T12:34:37.459" v="19"/>
        <pc:sldMkLst>
          <pc:docMk/>
          <pc:sldMk cId="1927692709" sldId="336"/>
        </pc:sldMkLst>
        <pc:spChg chg="add mod">
          <ac:chgData name="Paul Winser" userId="c3146a91-e6bd-4264-bd86-e164e04bc32d" providerId="ADAL" clId="{1AF28224-724A-4EB1-93E7-BA46EAC91489}" dt="2024-09-12T12:34:37.459" v="19"/>
          <ac:spMkLst>
            <pc:docMk/>
            <pc:sldMk cId="1927692709" sldId="336"/>
            <ac:spMk id="2" creationId="{F4F478AD-2D0D-C44A-B6C3-3E892C3C1138}"/>
          </ac:spMkLst>
        </pc:spChg>
      </pc:sldChg>
      <pc:sldChg chg="addSp modSp">
        <pc:chgData name="Paul Winser" userId="c3146a91-e6bd-4264-bd86-e164e04bc32d" providerId="ADAL" clId="{1AF28224-724A-4EB1-93E7-BA46EAC91489}" dt="2024-09-12T12:34:38.602" v="20"/>
        <pc:sldMkLst>
          <pc:docMk/>
          <pc:sldMk cId="994138224" sldId="337"/>
        </pc:sldMkLst>
        <pc:spChg chg="add mod">
          <ac:chgData name="Paul Winser" userId="c3146a91-e6bd-4264-bd86-e164e04bc32d" providerId="ADAL" clId="{1AF28224-724A-4EB1-93E7-BA46EAC91489}" dt="2024-09-12T12:34:38.602" v="20"/>
          <ac:spMkLst>
            <pc:docMk/>
            <pc:sldMk cId="994138224" sldId="337"/>
            <ac:spMk id="2" creationId="{CCD415D1-4BD0-E182-561A-ACAF8505BF6C}"/>
          </ac:spMkLst>
        </pc:spChg>
      </pc:sldChg>
      <pc:sldChg chg="addSp modSp">
        <pc:chgData name="Paul Winser" userId="c3146a91-e6bd-4264-bd86-e164e04bc32d" providerId="ADAL" clId="{1AF28224-724A-4EB1-93E7-BA46EAC91489}" dt="2024-09-12T12:34:42.199" v="23"/>
        <pc:sldMkLst>
          <pc:docMk/>
          <pc:sldMk cId="1051861070" sldId="338"/>
        </pc:sldMkLst>
        <pc:spChg chg="add mod">
          <ac:chgData name="Paul Winser" userId="c3146a91-e6bd-4264-bd86-e164e04bc32d" providerId="ADAL" clId="{1AF28224-724A-4EB1-93E7-BA46EAC91489}" dt="2024-09-12T12:34:42.199" v="23"/>
          <ac:spMkLst>
            <pc:docMk/>
            <pc:sldMk cId="1051861070" sldId="338"/>
            <ac:spMk id="4" creationId="{32DC8E46-D1E6-8009-A7C2-0181D13F5CB6}"/>
          </ac:spMkLst>
        </pc:spChg>
      </pc:sldChg>
      <pc:sldChg chg="addSp modSp">
        <pc:chgData name="Paul Winser" userId="c3146a91-e6bd-4264-bd86-e164e04bc32d" providerId="ADAL" clId="{1AF28224-724A-4EB1-93E7-BA46EAC91489}" dt="2024-09-12T12:34:48.863" v="29"/>
        <pc:sldMkLst>
          <pc:docMk/>
          <pc:sldMk cId="4065436797" sldId="339"/>
        </pc:sldMkLst>
        <pc:spChg chg="add mod">
          <ac:chgData name="Paul Winser" userId="c3146a91-e6bd-4264-bd86-e164e04bc32d" providerId="ADAL" clId="{1AF28224-724A-4EB1-93E7-BA46EAC91489}" dt="2024-09-12T12:34:48.863" v="29"/>
          <ac:spMkLst>
            <pc:docMk/>
            <pc:sldMk cId="4065436797" sldId="339"/>
            <ac:spMk id="4" creationId="{A6F27FD0-B9BA-A570-A8CF-F9FB0A33F25F}"/>
          </ac:spMkLst>
        </pc:spChg>
      </pc:sldChg>
      <pc:sldChg chg="addSp delSp modSp mod">
        <pc:chgData name="Paul Winser" userId="c3146a91-e6bd-4264-bd86-e164e04bc32d" providerId="ADAL" clId="{1AF28224-724A-4EB1-93E7-BA46EAC91489}" dt="2024-09-12T12:35:05.317" v="38" actId="1076"/>
        <pc:sldMkLst>
          <pc:docMk/>
          <pc:sldMk cId="2938186741" sldId="340"/>
        </pc:sldMkLst>
        <pc:spChg chg="add mod">
          <ac:chgData name="Paul Winser" userId="c3146a91-e6bd-4264-bd86-e164e04bc32d" providerId="ADAL" clId="{1AF28224-724A-4EB1-93E7-BA46EAC91489}" dt="2024-09-12T12:34:55.256" v="34"/>
          <ac:spMkLst>
            <pc:docMk/>
            <pc:sldMk cId="2938186741" sldId="340"/>
            <ac:spMk id="4" creationId="{4627A5F4-8BEC-C937-C6B1-3959DA3325AC}"/>
          </ac:spMkLst>
        </pc:spChg>
        <pc:picChg chg="add mod">
          <ac:chgData name="Paul Winser" userId="c3146a91-e6bd-4264-bd86-e164e04bc32d" providerId="ADAL" clId="{1AF28224-724A-4EB1-93E7-BA46EAC91489}" dt="2024-09-12T12:35:05.317" v="38" actId="1076"/>
          <ac:picMkLst>
            <pc:docMk/>
            <pc:sldMk cId="2938186741" sldId="340"/>
            <ac:picMk id="5" creationId="{654249E9-02CE-3E8A-7A01-909AF7FBC72A}"/>
          </ac:picMkLst>
        </pc:picChg>
        <pc:picChg chg="del">
          <ac:chgData name="Paul Winser" userId="c3146a91-e6bd-4264-bd86-e164e04bc32d" providerId="ADAL" clId="{1AF28224-724A-4EB1-93E7-BA46EAC91489}" dt="2024-09-12T12:35:03.834" v="36" actId="478"/>
          <ac:picMkLst>
            <pc:docMk/>
            <pc:sldMk cId="2938186741" sldId="340"/>
            <ac:picMk id="6" creationId="{6B92F410-8FE4-35F1-F7D8-A0B40D29EDCD}"/>
          </ac:picMkLst>
        </pc:picChg>
      </pc:sldChg>
      <pc:sldChg chg="addSp modSp modNotesTx">
        <pc:chgData name="Paul Winser" userId="c3146a91-e6bd-4264-bd86-e164e04bc32d" providerId="ADAL" clId="{1AF28224-724A-4EB1-93E7-BA46EAC91489}" dt="2024-09-12T12:34:30.817" v="15" actId="6549"/>
        <pc:sldMkLst>
          <pc:docMk/>
          <pc:sldMk cId="4192409515" sldId="371"/>
        </pc:sldMkLst>
        <pc:spChg chg="add mod">
          <ac:chgData name="Paul Winser" userId="c3146a91-e6bd-4264-bd86-e164e04bc32d" providerId="ADAL" clId="{1AF28224-724A-4EB1-93E7-BA46EAC91489}" dt="2024-09-12T12:34:25.523" v="13"/>
          <ac:spMkLst>
            <pc:docMk/>
            <pc:sldMk cId="4192409515" sldId="371"/>
            <ac:spMk id="3" creationId="{42B108AE-5DB6-5F4E-CD28-AC177799BEB3}"/>
          </ac:spMkLst>
        </pc:spChg>
      </pc:sldChg>
      <pc:sldChg chg="addSp modSp">
        <pc:chgData name="Paul Winser" userId="c3146a91-e6bd-4264-bd86-e164e04bc32d" providerId="ADAL" clId="{1AF28224-724A-4EB1-93E7-BA46EAC91489}" dt="2024-09-12T12:34:52.726" v="32"/>
        <pc:sldMkLst>
          <pc:docMk/>
          <pc:sldMk cId="3746207704" sldId="398"/>
        </pc:sldMkLst>
        <pc:spChg chg="add mod">
          <ac:chgData name="Paul Winser" userId="c3146a91-e6bd-4264-bd86-e164e04bc32d" providerId="ADAL" clId="{1AF28224-724A-4EB1-93E7-BA46EAC91489}" dt="2024-09-12T12:34:52.726" v="32"/>
          <ac:spMkLst>
            <pc:docMk/>
            <pc:sldMk cId="3746207704" sldId="398"/>
            <ac:spMk id="4" creationId="{11D69B1A-CBF4-BC53-A5B7-7120A297BF42}"/>
          </ac:spMkLst>
        </pc:spChg>
      </pc:sldChg>
      <pc:sldChg chg="addSp modSp">
        <pc:chgData name="Paul Winser" userId="c3146a91-e6bd-4264-bd86-e164e04bc32d" providerId="ADAL" clId="{1AF28224-724A-4EB1-93E7-BA46EAC91489}" dt="2024-09-12T12:34:19.072" v="7"/>
        <pc:sldMkLst>
          <pc:docMk/>
          <pc:sldMk cId="1233115899" sldId="402"/>
        </pc:sldMkLst>
        <pc:spChg chg="add mod">
          <ac:chgData name="Paul Winser" userId="c3146a91-e6bd-4264-bd86-e164e04bc32d" providerId="ADAL" clId="{1AF28224-724A-4EB1-93E7-BA46EAC91489}" dt="2024-09-12T12:34:19.072" v="7"/>
          <ac:spMkLst>
            <pc:docMk/>
            <pc:sldMk cId="1233115899" sldId="402"/>
            <ac:spMk id="2" creationId="{831B6A54-4A7E-744E-DCF5-759422DA5C9B}"/>
          </ac:spMkLst>
        </pc:spChg>
      </pc:sldChg>
      <pc:sldChg chg="addSp modSp">
        <pc:chgData name="Paul Winser" userId="c3146a91-e6bd-4264-bd86-e164e04bc32d" providerId="ADAL" clId="{1AF28224-724A-4EB1-93E7-BA46EAC91489}" dt="2024-09-12T12:34:20.173" v="8"/>
        <pc:sldMkLst>
          <pc:docMk/>
          <pc:sldMk cId="1110367729" sldId="403"/>
        </pc:sldMkLst>
        <pc:spChg chg="add mod">
          <ac:chgData name="Paul Winser" userId="c3146a91-e6bd-4264-bd86-e164e04bc32d" providerId="ADAL" clId="{1AF28224-724A-4EB1-93E7-BA46EAC91489}" dt="2024-09-12T12:34:20.173" v="8"/>
          <ac:spMkLst>
            <pc:docMk/>
            <pc:sldMk cId="1110367729" sldId="403"/>
            <ac:spMk id="2" creationId="{CD5ED4A0-D916-DDC6-346F-45957853785E}"/>
          </ac:spMkLst>
        </pc:spChg>
      </pc:sldChg>
      <pc:sldChg chg="addSp modSp">
        <pc:chgData name="Paul Winser" userId="c3146a91-e6bd-4264-bd86-e164e04bc32d" providerId="ADAL" clId="{1AF28224-724A-4EB1-93E7-BA46EAC91489}" dt="2024-09-12T12:34:21.246" v="9"/>
        <pc:sldMkLst>
          <pc:docMk/>
          <pc:sldMk cId="3847935339" sldId="404"/>
        </pc:sldMkLst>
        <pc:spChg chg="add mod">
          <ac:chgData name="Paul Winser" userId="c3146a91-e6bd-4264-bd86-e164e04bc32d" providerId="ADAL" clId="{1AF28224-724A-4EB1-93E7-BA46EAC91489}" dt="2024-09-12T12:34:21.246" v="9"/>
          <ac:spMkLst>
            <pc:docMk/>
            <pc:sldMk cId="3847935339" sldId="404"/>
            <ac:spMk id="2" creationId="{A3CF9769-F3E1-5134-04E7-4A0C13AE8A5B}"/>
          </ac:spMkLst>
        </pc:spChg>
      </pc:sldChg>
      <pc:sldChg chg="addSp modSp">
        <pc:chgData name="Paul Winser" userId="c3146a91-e6bd-4264-bd86-e164e04bc32d" providerId="ADAL" clId="{1AF28224-724A-4EB1-93E7-BA46EAC91489}" dt="2024-09-12T12:34:22.286" v="10"/>
        <pc:sldMkLst>
          <pc:docMk/>
          <pc:sldMk cId="2525827578" sldId="405"/>
        </pc:sldMkLst>
        <pc:spChg chg="add mod">
          <ac:chgData name="Paul Winser" userId="c3146a91-e6bd-4264-bd86-e164e04bc32d" providerId="ADAL" clId="{1AF28224-724A-4EB1-93E7-BA46EAC91489}" dt="2024-09-12T12:34:22.286" v="10"/>
          <ac:spMkLst>
            <pc:docMk/>
            <pc:sldMk cId="2525827578" sldId="405"/>
            <ac:spMk id="2" creationId="{C2393FF7-7089-62EC-8BB8-ED12A3746ADB}"/>
          </ac:spMkLst>
        </pc:spChg>
      </pc:sldChg>
      <pc:sldChg chg="addSp modSp">
        <pc:chgData name="Paul Winser" userId="c3146a91-e6bd-4264-bd86-e164e04bc32d" providerId="ADAL" clId="{1AF28224-724A-4EB1-93E7-BA46EAC91489}" dt="2024-09-12T12:34:23.401" v="11"/>
        <pc:sldMkLst>
          <pc:docMk/>
          <pc:sldMk cId="1854612984" sldId="406"/>
        </pc:sldMkLst>
        <pc:spChg chg="add mod">
          <ac:chgData name="Paul Winser" userId="c3146a91-e6bd-4264-bd86-e164e04bc32d" providerId="ADAL" clId="{1AF28224-724A-4EB1-93E7-BA46EAC91489}" dt="2024-09-12T12:34:23.401" v="11"/>
          <ac:spMkLst>
            <pc:docMk/>
            <pc:sldMk cId="1854612984" sldId="406"/>
            <ac:spMk id="2" creationId="{6FB9BD60-8084-BB3A-4E91-9F95E8D2DDD7}"/>
          </ac:spMkLst>
        </pc:spChg>
      </pc:sldChg>
      <pc:sldChg chg="addSp modSp">
        <pc:chgData name="Paul Winser" userId="c3146a91-e6bd-4264-bd86-e164e04bc32d" providerId="ADAL" clId="{1AF28224-724A-4EB1-93E7-BA46EAC91489}" dt="2024-09-12T12:34:32.672" v="16"/>
        <pc:sldMkLst>
          <pc:docMk/>
          <pc:sldMk cId="1804700605" sldId="407"/>
        </pc:sldMkLst>
        <pc:spChg chg="add mod">
          <ac:chgData name="Paul Winser" userId="c3146a91-e6bd-4264-bd86-e164e04bc32d" providerId="ADAL" clId="{1AF28224-724A-4EB1-93E7-BA46EAC91489}" dt="2024-09-12T12:34:27.409" v="14"/>
          <ac:spMkLst>
            <pc:docMk/>
            <pc:sldMk cId="1804700605" sldId="407"/>
            <ac:spMk id="3" creationId="{7025B3AB-F394-B056-361E-10CBA0A33E0B}"/>
          </ac:spMkLst>
        </pc:spChg>
        <pc:spChg chg="add mod">
          <ac:chgData name="Paul Winser" userId="c3146a91-e6bd-4264-bd86-e164e04bc32d" providerId="ADAL" clId="{1AF28224-724A-4EB1-93E7-BA46EAC91489}" dt="2024-09-12T12:34:32.672" v="16"/>
          <ac:spMkLst>
            <pc:docMk/>
            <pc:sldMk cId="1804700605" sldId="407"/>
            <ac:spMk id="4" creationId="{8145CA5B-CB14-13BD-8BC1-CD118DE16241}"/>
          </ac:spMkLst>
        </pc:spChg>
      </pc:sldChg>
      <pc:sldChg chg="addSp modSp">
        <pc:chgData name="Paul Winser" userId="c3146a91-e6bd-4264-bd86-e164e04bc32d" providerId="ADAL" clId="{1AF28224-724A-4EB1-93E7-BA46EAC91489}" dt="2024-09-12T12:34:35.186" v="17"/>
        <pc:sldMkLst>
          <pc:docMk/>
          <pc:sldMk cId="1939959486" sldId="408"/>
        </pc:sldMkLst>
        <pc:spChg chg="add mod">
          <ac:chgData name="Paul Winser" userId="c3146a91-e6bd-4264-bd86-e164e04bc32d" providerId="ADAL" clId="{1AF28224-724A-4EB1-93E7-BA46EAC91489}" dt="2024-09-12T12:34:35.186" v="17"/>
          <ac:spMkLst>
            <pc:docMk/>
            <pc:sldMk cId="1939959486" sldId="408"/>
            <ac:spMk id="3" creationId="{9CE306B4-465F-9507-904B-EF085F566F26}"/>
          </ac:spMkLst>
        </pc:spChg>
      </pc:sldChg>
      <pc:sldChg chg="addSp modSp">
        <pc:chgData name="Paul Winser" userId="c3146a91-e6bd-4264-bd86-e164e04bc32d" providerId="ADAL" clId="{1AF28224-724A-4EB1-93E7-BA46EAC91489}" dt="2024-09-12T12:34:39.867" v="21"/>
        <pc:sldMkLst>
          <pc:docMk/>
          <pc:sldMk cId="67994477" sldId="409"/>
        </pc:sldMkLst>
        <pc:spChg chg="add mod">
          <ac:chgData name="Paul Winser" userId="c3146a91-e6bd-4264-bd86-e164e04bc32d" providerId="ADAL" clId="{1AF28224-724A-4EB1-93E7-BA46EAC91489}" dt="2024-09-12T12:34:39.867" v="21"/>
          <ac:spMkLst>
            <pc:docMk/>
            <pc:sldMk cId="67994477" sldId="409"/>
            <ac:spMk id="4" creationId="{4CDCF357-3D0B-0D53-8C08-E14B8E4555CF}"/>
          </ac:spMkLst>
        </pc:spChg>
      </pc:sldChg>
      <pc:sldChg chg="addSp modSp">
        <pc:chgData name="Paul Winser" userId="c3146a91-e6bd-4264-bd86-e164e04bc32d" providerId="ADAL" clId="{1AF28224-724A-4EB1-93E7-BA46EAC91489}" dt="2024-09-12T12:34:41.090" v="22"/>
        <pc:sldMkLst>
          <pc:docMk/>
          <pc:sldMk cId="248749267" sldId="410"/>
        </pc:sldMkLst>
        <pc:spChg chg="add mod">
          <ac:chgData name="Paul Winser" userId="c3146a91-e6bd-4264-bd86-e164e04bc32d" providerId="ADAL" clId="{1AF28224-724A-4EB1-93E7-BA46EAC91489}" dt="2024-09-12T12:34:41.090" v="22"/>
          <ac:spMkLst>
            <pc:docMk/>
            <pc:sldMk cId="248749267" sldId="410"/>
            <ac:spMk id="2" creationId="{8961B6D9-C21E-4193-C592-BBEBA5F05C51}"/>
          </ac:spMkLst>
        </pc:spChg>
      </pc:sldChg>
      <pc:sldChg chg="addSp modSp">
        <pc:chgData name="Paul Winser" userId="c3146a91-e6bd-4264-bd86-e164e04bc32d" providerId="ADAL" clId="{1AF28224-724A-4EB1-93E7-BA46EAC91489}" dt="2024-09-12T12:34:43.428" v="24"/>
        <pc:sldMkLst>
          <pc:docMk/>
          <pc:sldMk cId="584203817" sldId="411"/>
        </pc:sldMkLst>
        <pc:spChg chg="add mod">
          <ac:chgData name="Paul Winser" userId="c3146a91-e6bd-4264-bd86-e164e04bc32d" providerId="ADAL" clId="{1AF28224-724A-4EB1-93E7-BA46EAC91489}" dt="2024-09-12T12:34:43.428" v="24"/>
          <ac:spMkLst>
            <pc:docMk/>
            <pc:sldMk cId="584203817" sldId="411"/>
            <ac:spMk id="4" creationId="{D4A3FE78-C1AD-2BD5-C11F-D62FFB5C0212}"/>
          </ac:spMkLst>
        </pc:spChg>
      </pc:sldChg>
      <pc:sldChg chg="addSp modSp">
        <pc:chgData name="Paul Winser" userId="c3146a91-e6bd-4264-bd86-e164e04bc32d" providerId="ADAL" clId="{1AF28224-724A-4EB1-93E7-BA46EAC91489}" dt="2024-09-12T12:34:44.547" v="25"/>
        <pc:sldMkLst>
          <pc:docMk/>
          <pc:sldMk cId="3997968746" sldId="412"/>
        </pc:sldMkLst>
        <pc:spChg chg="add mod">
          <ac:chgData name="Paul Winser" userId="c3146a91-e6bd-4264-bd86-e164e04bc32d" providerId="ADAL" clId="{1AF28224-724A-4EB1-93E7-BA46EAC91489}" dt="2024-09-12T12:34:44.547" v="25"/>
          <ac:spMkLst>
            <pc:docMk/>
            <pc:sldMk cId="3997968746" sldId="412"/>
            <ac:spMk id="4" creationId="{9EAF2DC2-367B-4591-0067-4DF45220B1A3}"/>
          </ac:spMkLst>
        </pc:spChg>
      </pc:sldChg>
      <pc:sldChg chg="addSp modSp">
        <pc:chgData name="Paul Winser" userId="c3146a91-e6bd-4264-bd86-e164e04bc32d" providerId="ADAL" clId="{1AF28224-724A-4EB1-93E7-BA46EAC91489}" dt="2024-09-12T12:34:46.739" v="27"/>
        <pc:sldMkLst>
          <pc:docMk/>
          <pc:sldMk cId="2533419585" sldId="413"/>
        </pc:sldMkLst>
        <pc:spChg chg="add mod">
          <ac:chgData name="Paul Winser" userId="c3146a91-e6bd-4264-bd86-e164e04bc32d" providerId="ADAL" clId="{1AF28224-724A-4EB1-93E7-BA46EAC91489}" dt="2024-09-12T12:34:46.739" v="27"/>
          <ac:spMkLst>
            <pc:docMk/>
            <pc:sldMk cId="2533419585" sldId="413"/>
            <ac:spMk id="4" creationId="{DFEAE461-CA45-6F0D-8AD9-4774C4237AB6}"/>
          </ac:spMkLst>
        </pc:spChg>
      </pc:sldChg>
      <pc:sldChg chg="addSp modSp">
        <pc:chgData name="Paul Winser" userId="c3146a91-e6bd-4264-bd86-e164e04bc32d" providerId="ADAL" clId="{1AF28224-724A-4EB1-93E7-BA46EAC91489}" dt="2024-09-12T12:34:45.643" v="26"/>
        <pc:sldMkLst>
          <pc:docMk/>
          <pc:sldMk cId="1966664945" sldId="414"/>
        </pc:sldMkLst>
        <pc:spChg chg="add mod">
          <ac:chgData name="Paul Winser" userId="c3146a91-e6bd-4264-bd86-e164e04bc32d" providerId="ADAL" clId="{1AF28224-724A-4EB1-93E7-BA46EAC91489}" dt="2024-09-12T12:34:45.643" v="26"/>
          <ac:spMkLst>
            <pc:docMk/>
            <pc:sldMk cId="1966664945" sldId="414"/>
            <ac:spMk id="4" creationId="{3C016CF8-9946-195D-9CBD-B868A16C17D9}"/>
          </ac:spMkLst>
        </pc:spChg>
      </pc:sldChg>
      <pc:sldChg chg="addSp modSp">
        <pc:chgData name="Paul Winser" userId="c3146a91-e6bd-4264-bd86-e164e04bc32d" providerId="ADAL" clId="{1AF28224-724A-4EB1-93E7-BA46EAC91489}" dt="2024-09-12T12:34:47.779" v="28"/>
        <pc:sldMkLst>
          <pc:docMk/>
          <pc:sldMk cId="3133783877" sldId="415"/>
        </pc:sldMkLst>
        <pc:spChg chg="add mod">
          <ac:chgData name="Paul Winser" userId="c3146a91-e6bd-4264-bd86-e164e04bc32d" providerId="ADAL" clId="{1AF28224-724A-4EB1-93E7-BA46EAC91489}" dt="2024-09-12T12:34:47.779" v="28"/>
          <ac:spMkLst>
            <pc:docMk/>
            <pc:sldMk cId="3133783877" sldId="415"/>
            <ac:spMk id="2" creationId="{3C7A8535-B813-F2C6-A737-9EDE9F00C858}"/>
          </ac:spMkLst>
        </pc:spChg>
      </pc:sldChg>
      <pc:sldChg chg="addSp modSp">
        <pc:chgData name="Paul Winser" userId="c3146a91-e6bd-4264-bd86-e164e04bc32d" providerId="ADAL" clId="{1AF28224-724A-4EB1-93E7-BA46EAC91489}" dt="2024-09-12T12:34:50.392" v="30"/>
        <pc:sldMkLst>
          <pc:docMk/>
          <pc:sldMk cId="2070432420" sldId="416"/>
        </pc:sldMkLst>
        <pc:spChg chg="add mod">
          <ac:chgData name="Paul Winser" userId="c3146a91-e6bd-4264-bd86-e164e04bc32d" providerId="ADAL" clId="{1AF28224-724A-4EB1-93E7-BA46EAC91489}" dt="2024-09-12T12:34:50.392" v="30"/>
          <ac:spMkLst>
            <pc:docMk/>
            <pc:sldMk cId="2070432420" sldId="416"/>
            <ac:spMk id="4" creationId="{62CB5276-BBE3-DB6D-465C-D556243F7902}"/>
          </ac:spMkLst>
        </pc:spChg>
      </pc:sldChg>
      <pc:sldChg chg="addSp modSp">
        <pc:chgData name="Paul Winser" userId="c3146a91-e6bd-4264-bd86-e164e04bc32d" providerId="ADAL" clId="{1AF28224-724A-4EB1-93E7-BA46EAC91489}" dt="2024-09-12T12:34:51.623" v="31"/>
        <pc:sldMkLst>
          <pc:docMk/>
          <pc:sldMk cId="3782338159" sldId="417"/>
        </pc:sldMkLst>
        <pc:spChg chg="add mod">
          <ac:chgData name="Paul Winser" userId="c3146a91-e6bd-4264-bd86-e164e04bc32d" providerId="ADAL" clId="{1AF28224-724A-4EB1-93E7-BA46EAC91489}" dt="2024-09-12T12:34:51.623" v="31"/>
          <ac:spMkLst>
            <pc:docMk/>
            <pc:sldMk cId="3782338159" sldId="417"/>
            <ac:spMk id="2" creationId="{AB9E3EFF-7586-7648-44B3-AAC5CD89D5DB}"/>
          </ac:spMkLst>
        </pc:spChg>
      </pc:sldChg>
      <pc:sldChg chg="addSp modSp">
        <pc:chgData name="Paul Winser" userId="c3146a91-e6bd-4264-bd86-e164e04bc32d" providerId="ADAL" clId="{1AF28224-724A-4EB1-93E7-BA46EAC91489}" dt="2024-09-12T12:34:53.983" v="33"/>
        <pc:sldMkLst>
          <pc:docMk/>
          <pc:sldMk cId="1559819934" sldId="418"/>
        </pc:sldMkLst>
        <pc:spChg chg="add mod">
          <ac:chgData name="Paul Winser" userId="c3146a91-e6bd-4264-bd86-e164e04bc32d" providerId="ADAL" clId="{1AF28224-724A-4EB1-93E7-BA46EAC91489}" dt="2024-09-12T12:34:53.983" v="33"/>
          <ac:spMkLst>
            <pc:docMk/>
            <pc:sldMk cId="1559819934" sldId="418"/>
            <ac:spMk id="4" creationId="{A262B3CA-D9C2-B260-5B7C-AB0BB1A068F4}"/>
          </ac:spMkLst>
        </pc:spChg>
      </pc:sldChg>
      <pc:sldChg chg="addSp modSp">
        <pc:chgData name="Paul Winser" userId="c3146a91-e6bd-4264-bd86-e164e04bc32d" providerId="ADAL" clId="{1AF28224-724A-4EB1-93E7-BA46EAC91489}" dt="2024-09-12T12:34:57.290" v="35"/>
        <pc:sldMkLst>
          <pc:docMk/>
          <pc:sldMk cId="0" sldId="419"/>
        </pc:sldMkLst>
        <pc:spChg chg="add mod">
          <ac:chgData name="Paul Winser" userId="c3146a91-e6bd-4264-bd86-e164e04bc32d" providerId="ADAL" clId="{1AF28224-724A-4EB1-93E7-BA46EAC91489}" dt="2024-09-12T12:34:57.290" v="35"/>
          <ac:spMkLst>
            <pc:docMk/>
            <pc:sldMk cId="0" sldId="419"/>
            <ac:spMk id="3" creationId="{36DCAEC9-BE50-926B-E658-86F40D62DD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7ACB-E2DF-2E20-049A-9C9C0C848435}"/>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EE7A2040-5AD6-F912-DD07-A958B6D6C04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E99EAA8-30D8-3B39-6A88-F1A2D5A7A2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6ADD037-2E81-2EF1-6237-19B938E4FC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a:p>
        </p:txBody>
      </p:sp>
    </p:spTree>
    <p:extLst>
      <p:ext uri="{BB962C8B-B14F-4D97-AF65-F5344CB8AC3E}">
        <p14:creationId xmlns:p14="http://schemas.microsoft.com/office/powerpoint/2010/main" val="3402153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584AE-F5EF-837C-CDAA-1DDE2A7B4B69}"/>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071A4238-B594-0DAF-3BE5-07AB9E48B298}"/>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7EDF188D-3729-5F93-A52E-148D1484F2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4EA88747-87C6-D66B-F3F3-FDFC95CEE7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a:t>
            </a:fld>
            <a:endParaRPr lang="en-GB" altLang="en-US"/>
          </a:p>
        </p:txBody>
      </p:sp>
    </p:spTree>
    <p:extLst>
      <p:ext uri="{BB962C8B-B14F-4D97-AF65-F5344CB8AC3E}">
        <p14:creationId xmlns:p14="http://schemas.microsoft.com/office/powerpoint/2010/main" val="3961443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70A6C-3538-B9F9-6573-7A159B36BD8E}"/>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353E2D2-A097-025D-CFAF-257A485E3F4D}"/>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273AD167-3DBA-7733-57DB-3DE61D50CE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65BD70FC-1160-0F09-995F-70595ECE65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8</a:t>
            </a:fld>
            <a:endParaRPr lang="en-GB" altLang="en-US"/>
          </a:p>
        </p:txBody>
      </p:sp>
    </p:spTree>
    <p:extLst>
      <p:ext uri="{BB962C8B-B14F-4D97-AF65-F5344CB8AC3E}">
        <p14:creationId xmlns:p14="http://schemas.microsoft.com/office/powerpoint/2010/main" val="1410697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91BF-981F-F2DD-120C-5796430C0E42}"/>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744A387D-F5F9-336E-A958-9F351D6AA0F9}"/>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778AD1E-5B2C-809D-DEE0-7CC7249B1A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06E6521B-0025-8F05-0F4D-CA02610F58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9</a:t>
            </a:fld>
            <a:endParaRPr lang="en-GB" altLang="en-US"/>
          </a:p>
        </p:txBody>
      </p:sp>
    </p:spTree>
    <p:extLst>
      <p:ext uri="{BB962C8B-B14F-4D97-AF65-F5344CB8AC3E}">
        <p14:creationId xmlns:p14="http://schemas.microsoft.com/office/powerpoint/2010/main" val="3774297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D1BBB-B860-04A1-FC39-140E5729128C}"/>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AA53444B-1F23-6F10-3967-A9FC02EE6D4B}"/>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AFE2B9DD-812B-4640-9DA2-EB8B59D12C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9C418A13-6BE6-86CD-536E-46B4AE186E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a:p>
        </p:txBody>
      </p:sp>
    </p:spTree>
    <p:extLst>
      <p:ext uri="{BB962C8B-B14F-4D97-AF65-F5344CB8AC3E}">
        <p14:creationId xmlns:p14="http://schemas.microsoft.com/office/powerpoint/2010/main" val="1753185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a:p>
        </p:txBody>
      </p:sp>
    </p:spTree>
    <p:extLst>
      <p:ext uri="{BB962C8B-B14F-4D97-AF65-F5344CB8AC3E}">
        <p14:creationId xmlns:p14="http://schemas.microsoft.com/office/powerpoint/2010/main" val="3478774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09F85-51E2-2EE1-82D5-99357D51FF46}"/>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A6883A7-48B6-8BC7-ED40-370E85CD5356}"/>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33656239-A7C5-41CF-C3C6-879A51786D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effectLst/>
                <a:latin typeface="Helvetica" pitchFamily="2" charset="0"/>
                <a:cs typeface="Helvetica"/>
              </a:rPr>
              <a:t>Each group should carry out research into a number of similar successful events and identify</a:t>
            </a:r>
          </a:p>
          <a:p>
            <a:pPr rtl="1"/>
            <a:r>
              <a:rPr lang="ar" dirty="0">
                <a:effectLst/>
                <a:latin typeface="Helvetica" pitchFamily="2" charset="0"/>
                <a:cs typeface="Helvetica"/>
              </a:rPr>
              <a:t>the common success factors. This will enable learners to justify their choice of event.</a:t>
            </a:r>
            <a:endParaRPr lang="en-GB" dirty="0">
              <a:effectLst/>
              <a:latin typeface="Helvetica" pitchFamily="2" charset="0"/>
              <a:cs typeface="Helvetica"/>
            </a:endParaRPr>
          </a:p>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ECD25826-2753-D2CA-4C41-8E20751977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2838490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5B373-9F83-6F41-1FAF-0CAF36F9D48D}"/>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D7107EC6-E936-A100-9C89-286C0B3A7FC9}"/>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ECBFFC09-7737-F809-CA29-D353EA0DED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latin typeface="Helvetica"/>
              <a:cs typeface="Helvetica"/>
            </a:endParaRPr>
          </a:p>
          <a:p>
            <a:pPr rtl="1"/>
            <a:endParaRPr lang="en-GB" dirty="0">
              <a:effectLst/>
              <a:latin typeface="Helvetica" pitchFamily="2" charset="0"/>
              <a:cs typeface="Helvetica"/>
            </a:endParaRPr>
          </a:p>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46457352-9BA4-C4ED-BFA3-440802DBE7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13</a:t>
            </a:fld>
            <a:endParaRPr lang="en-GB" altLang="en-US"/>
          </a:p>
        </p:txBody>
      </p:sp>
    </p:spTree>
    <p:extLst>
      <p:ext uri="{BB962C8B-B14F-4D97-AF65-F5344CB8AC3E}">
        <p14:creationId xmlns:p14="http://schemas.microsoft.com/office/powerpoint/2010/main" val="1762887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5C4B1-CD77-F389-3E1B-014E39C519EA}"/>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D6C0F080-4B30-24D8-A70B-7EB0A65E1AB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E1DB9B5A-1C4F-8541-DEFD-9E6311FFD7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latin typeface="Helvetica"/>
              <a:cs typeface="Helvetica"/>
            </a:endParaRPr>
          </a:p>
          <a:p>
            <a:pPr rtl="1"/>
            <a:endParaRPr lang="en-GB" dirty="0">
              <a:effectLst/>
              <a:latin typeface="Helvetica" pitchFamily="2" charset="0"/>
              <a:cs typeface="Helvetica"/>
            </a:endParaRPr>
          </a:p>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3D703FAE-8120-1F38-ED8B-48D94CE31E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14</a:t>
            </a:fld>
            <a:endParaRPr lang="en-GB" altLang="en-US"/>
          </a:p>
        </p:txBody>
      </p:sp>
    </p:spTree>
    <p:extLst>
      <p:ext uri="{BB962C8B-B14F-4D97-AF65-F5344CB8AC3E}">
        <p14:creationId xmlns:p14="http://schemas.microsoft.com/office/powerpoint/2010/main" val="971455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F3397-64EF-B9FB-261A-48406E23C04C}"/>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B705C67D-765A-214B-2A68-8110D9CB9781}"/>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BD2A1D5B-FC3E-8504-F9D4-10258DF944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9A61228F-4F33-A1B1-B725-F2BA9DD0BD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16</a:t>
            </a:fld>
            <a:endParaRPr lang="en-GB" altLang="en-US"/>
          </a:p>
        </p:txBody>
      </p:sp>
    </p:spTree>
    <p:extLst>
      <p:ext uri="{BB962C8B-B14F-4D97-AF65-F5344CB8AC3E}">
        <p14:creationId xmlns:p14="http://schemas.microsoft.com/office/powerpoint/2010/main" val="2564037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A4EB5-DDD4-A171-8588-28469326C115}"/>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D1EB7881-52E0-5048-D5D8-8D3AF8A283B2}"/>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AC049775-E998-4988-01A5-F4DAEFE131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5802FCCC-DC8A-A6B7-F6E6-A3211F9784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25</a:t>
            </a:fld>
            <a:endParaRPr lang="en-GB" altLang="en-US"/>
          </a:p>
        </p:txBody>
      </p:sp>
    </p:spTree>
    <p:extLst>
      <p:ext uri="{BB962C8B-B14F-4D97-AF65-F5344CB8AC3E}">
        <p14:creationId xmlns:p14="http://schemas.microsoft.com/office/powerpoint/2010/main" val="2049861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All learners should take part in the staging and managing of the event. Photographs may</a:t>
            </a:r>
          </a:p>
          <a:p>
            <a:pPr rtl="1"/>
            <a:r>
              <a:rPr lang="ar"/>
              <a:t>be taken to document evidence of learners’ participation and show evidence of how any</a:t>
            </a:r>
          </a:p>
          <a:p>
            <a:pPr rtl="1"/>
            <a:r>
              <a:rPr lang="ar"/>
              <a:t>problems or issues were managed</a:t>
            </a:r>
          </a:p>
          <a:p>
            <a:pPr rtl="1"/>
            <a:endParaRPr lang="en-US" dirty="0"/>
          </a:p>
          <a:p>
            <a:pPr rtl="1"/>
            <a:r>
              <a:rPr lang="ar"/>
              <a:t>Learners should complete an individual log/diary to show evidence of their input into the</a:t>
            </a:r>
          </a:p>
          <a:p>
            <a:pPr rtl="1"/>
            <a:r>
              <a:rPr lang="ar"/>
              <a:t>staging and managing of the event</a:t>
            </a:r>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26</a:t>
            </a:fld>
            <a:endParaRPr lang="en-GB" altLang="en-US"/>
          </a:p>
        </p:txBody>
      </p:sp>
    </p:spTree>
    <p:extLst>
      <p:ext uri="{BB962C8B-B14F-4D97-AF65-F5344CB8AC3E}">
        <p14:creationId xmlns:p14="http://schemas.microsoft.com/office/powerpoint/2010/main" val="2046875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27</a:t>
            </a:fld>
            <a:endParaRPr lang="en-GB" altLang="en-US"/>
          </a:p>
        </p:txBody>
      </p:sp>
    </p:spTree>
    <p:extLst>
      <p:ext uri="{BB962C8B-B14F-4D97-AF65-F5344CB8AC3E}">
        <p14:creationId xmlns:p14="http://schemas.microsoft.com/office/powerpoint/2010/main" val="2779111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EC3E5-9922-684B-970F-CA6907BA6F39}"/>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2D46ADDE-FE03-F5F6-2636-6F3CD401C353}"/>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DB963097-84BF-989E-8FD2-2418A043F6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6B8AFFA8-9802-33AB-24F8-687A741B7A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a:p>
        </p:txBody>
      </p:sp>
    </p:spTree>
    <p:extLst>
      <p:ext uri="{BB962C8B-B14F-4D97-AF65-F5344CB8AC3E}">
        <p14:creationId xmlns:p14="http://schemas.microsoft.com/office/powerpoint/2010/main" val="32257830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32</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image" Target="../media/image7.jpeg"/><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image" Target="../media/image8.jpeg"/><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theme" Target="../theme/theme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image" Target="../media/image9.jpeg"/><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theme" Target="../theme/theme9.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image" Target="../media/image10.jpeg"/><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0.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1.jpe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grpSp>
        <p:nvGrpSpPr>
          <p:cNvPr id="2" name="Group 1">
            <a:extLst>
              <a:ext uri="{FF2B5EF4-FFF2-40B4-BE49-F238E27FC236}">
                <a16:creationId xmlns:a16="http://schemas.microsoft.com/office/drawing/2014/main" id="{01A8B8BA-FA28-BE61-63F3-19AD345BF679}"/>
              </a:ext>
            </a:extLst>
          </p:cNvPr>
          <p:cNvGrpSpPr/>
          <p:nvPr userDrawn="1"/>
        </p:nvGrpSpPr>
        <p:grpSpPr>
          <a:xfrm>
            <a:off x="189038" y="111125"/>
            <a:ext cx="8847458" cy="869603"/>
            <a:chOff x="189038" y="111125"/>
            <a:chExt cx="8847458" cy="869603"/>
          </a:xfrm>
        </p:grpSpPr>
        <p:sp>
          <p:nvSpPr>
            <p:cNvPr id="3" name="Rectangle 2">
              <a:extLst>
                <a:ext uri="{FF2B5EF4-FFF2-40B4-BE49-F238E27FC236}">
                  <a16:creationId xmlns:a16="http://schemas.microsoft.com/office/drawing/2014/main" id="{F6F7B383-58B4-FA2F-63E0-3D04993247B4}"/>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en-US" sz="2500" b="1" noProof="0" dirty="0">
                  <a:latin typeface="Sakkal Majalla" panose="02000000000000000000" pitchFamily="2" charset="-78"/>
                  <a:cs typeface="Sakkal Majalla" panose="02000000000000000000" pitchFamily="2" charset="-78"/>
                </a:rPr>
                <a:t>3</a:t>
              </a:r>
            </a:p>
            <a:p>
              <a:pPr algn="l">
                <a:lnSpc>
                  <a:spcPct val="110000"/>
                </a:lnSpc>
              </a:pPr>
              <a:r>
                <a:rPr lang="ar-EG" sz="2500" b="1" dirty="0">
                  <a:latin typeface="Sakkal Majalla" panose="02000000000000000000" pitchFamily="2" charset="-78"/>
                  <a:cs typeface="Sakkal Majalla" panose="02000000000000000000" pitchFamily="2" charset="-78"/>
                </a:rPr>
                <a:t>الأعمال</a:t>
              </a:r>
              <a:endParaRPr lang="ar" sz="2500" b="1" dirty="0">
                <a:latin typeface="Sakkal Majalla" panose="02000000000000000000" pitchFamily="2" charset="-78"/>
                <a:cs typeface="Sakkal Majalla" panose="02000000000000000000" pitchFamily="2" charset="-78"/>
              </a:endParaRPr>
            </a:p>
          </p:txBody>
        </p:sp>
        <p:sp>
          <p:nvSpPr>
            <p:cNvPr id="4" name="Rectangle 3">
              <a:extLst>
                <a:ext uri="{FF2B5EF4-FFF2-40B4-BE49-F238E27FC236}">
                  <a16:creationId xmlns:a16="http://schemas.microsoft.com/office/drawing/2014/main" id="{3F9538EE-3570-77D4-5F35-2DD077B71857}"/>
                </a:ext>
              </a:extLst>
            </p:cNvPr>
            <p:cNvSpPr/>
            <p:nvPr userDrawn="1"/>
          </p:nvSpPr>
          <p:spPr>
            <a:xfrm>
              <a:off x="5796136" y="111125"/>
              <a:ext cx="3240360" cy="850819"/>
            </a:xfrm>
            <a:prstGeom prst="rect">
              <a:avLst/>
            </a:prstGeom>
            <a:solidFill>
              <a:srgbClr val="33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26.xml"/><Relationship Id="rId5" Type="http://schemas.openxmlformats.org/officeDocument/2006/relationships/image" Target="../media/image13.jpeg"/><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38.xml"/><Relationship Id="rId4" Type="http://schemas.openxmlformats.org/officeDocument/2006/relationships/image" Target="../media/image14.jpg"/></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38.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38.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29.xml"/><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38.xml"/><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38.xml"/><Relationship Id="rId4" Type="http://schemas.openxmlformats.org/officeDocument/2006/relationships/image" Target="../media/image23.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38.xml"/><Relationship Id="rId5" Type="http://schemas.openxmlformats.org/officeDocument/2006/relationships/image" Target="../media/image25.jpeg"/><Relationship Id="rId4" Type="http://schemas.openxmlformats.org/officeDocument/2006/relationships/image" Target="../media/image24.jpeg"/></Relationships>
</file>

<file path=ppt/slides/_rels/slide2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audio" Target="../media/audio1.bin"/><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1357927"/>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الوحدة 4</a:t>
            </a:r>
            <a:br>
              <a:rPr lang="en-GB" altLang="en-US" sz="4600" dirty="0">
                <a:latin typeface="Sakkal Majalla" panose="02000000000000000000" pitchFamily="2" charset="-78"/>
                <a:cs typeface="Sakkal Majalla" panose="02000000000000000000" pitchFamily="2" charset="-78"/>
              </a:rPr>
            </a:br>
            <a:r>
              <a:rPr lang="ar" sz="4600" dirty="0">
                <a:latin typeface="Sakkal Majalla" panose="02000000000000000000" pitchFamily="2" charset="-78"/>
                <a:cs typeface="Sakkal Majalla" panose="02000000000000000000" pitchFamily="2" charset="-78"/>
              </a:rPr>
              <a:t>إدارة إحدى الفعاليات</a:t>
            </a:r>
            <a:br>
              <a:rPr lang="en-GB" altLang="en-US" sz="4600" dirty="0">
                <a:latin typeface="Sakkal Majalla" panose="02000000000000000000" pitchFamily="2" charset="-78"/>
                <a:cs typeface="Sakkal Majalla" panose="02000000000000000000" pitchFamily="2" charset="-78"/>
              </a:rPr>
            </a:br>
            <a:br>
              <a:rPr lang="en-US" altLang="en-US" sz="4600" dirty="0">
                <a:latin typeface="Sakkal Majalla" panose="02000000000000000000" pitchFamily="2" charset="-78"/>
                <a:cs typeface="Sakkal Majalla" panose="02000000000000000000" pitchFamily="2" charset="-78"/>
              </a:rPr>
            </a:br>
            <a:endParaRPr lang="en-GB" altLang="en-US" sz="4600" dirty="0">
              <a:latin typeface="Sakkal Majalla" panose="02000000000000000000" pitchFamily="2" charset="-78"/>
              <a:cs typeface="Sakkal Majalla" panose="02000000000000000000" pitchFamily="2" charset="-78"/>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Autofit/>
          </a:bodyPr>
          <a:lstStyle/>
          <a:p>
            <a:pPr rtl="1">
              <a:lnSpc>
                <a:spcPct val="90000"/>
              </a:lnSpc>
              <a:spcAft>
                <a:spcPts val="600"/>
              </a:spcAft>
              <a:defRPr/>
            </a:pPr>
            <a:r>
              <a:rPr lang="ar" sz="1600" dirty="0">
                <a:latin typeface="Sakkal Majalla" panose="02000000000000000000" pitchFamily="2" charset="-78"/>
                <a:cs typeface="Sakkal Majalla" panose="02000000000000000000" pitchFamily="2" charset="-78"/>
              </a:rPr>
              <a:t>© حقوق التأليف والنشر لعام 2024 محفوظة لشركة بيرسون إديوكيشن ليمتد يُسمح بالنسخ للمؤسسة المشترية فقط. </a:t>
            </a:r>
          </a:p>
        </p:txBody>
      </p:sp>
      <p:pic>
        <p:nvPicPr>
          <p:cNvPr id="5" name="Picture 4" descr="A table with microphones on it&#10;&#10;Description automatically generated">
            <a:extLst>
              <a:ext uri="{FF2B5EF4-FFF2-40B4-BE49-F238E27FC236}">
                <a16:creationId xmlns:a16="http://schemas.microsoft.com/office/drawing/2014/main" id="{5CDFC328-B4EA-4171-A565-09F023D196F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56573" y="3171826"/>
            <a:ext cx="3487835" cy="2316547"/>
          </a:xfrm>
          <a:prstGeom prst="rect">
            <a:avLst/>
          </a:prstGeom>
        </p:spPr>
      </p:pic>
      <p:pic>
        <p:nvPicPr>
          <p:cNvPr id="8" name="Picture 7" descr="A person in a head scarf holding a microphone&#10;&#10;Description automatically generated">
            <a:extLst>
              <a:ext uri="{FF2B5EF4-FFF2-40B4-BE49-F238E27FC236}">
                <a16:creationId xmlns:a16="http://schemas.microsoft.com/office/drawing/2014/main" id="{0BF74BB6-DEAC-5D32-4379-BC24B551CD36}"/>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14351" y="3171826"/>
            <a:ext cx="3473074" cy="2316547"/>
          </a:xfrm>
          <a:prstGeom prst="rect">
            <a:avLst/>
          </a:prstGeom>
        </p:spPr>
      </p:pic>
      <p:sp>
        <p:nvSpPr>
          <p:cNvPr id="2" name="Footer Placeholder 2">
            <a:extLst>
              <a:ext uri="{FF2B5EF4-FFF2-40B4-BE49-F238E27FC236}">
                <a16:creationId xmlns:a16="http://schemas.microsoft.com/office/drawing/2014/main" id="{962F4E6E-7EDB-79D7-9C36-7AD0A7F66B9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1991" y="1412776"/>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إدارة إحدى الفعاليات</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2420888"/>
            <a:ext cx="8424935" cy="404189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600" dirty="0">
                <a:latin typeface="Sakkal Majalla" panose="02000000000000000000" pitchFamily="2" charset="-78"/>
                <a:cs typeface="Sakkal Majalla" panose="02000000000000000000" pitchFamily="2" charset="-78"/>
              </a:rPr>
              <a:t>ستمنحك هذه الوحدة فهمًا متعمقًا لدور منظم الفعاليات ومسؤولياته، وكيفية تحقيق نجاح الفعاليات من خلال تقييم جدواها، وستختار بعد ذلك فعالية لتخطط لها وتنظمها بنفسك.</a:t>
            </a:r>
          </a:p>
          <a:p>
            <a:pPr marL="0" indent="0" rtl="1">
              <a:buNone/>
            </a:pPr>
            <a:r>
              <a:rPr lang="ar" sz="2600" dirty="0">
                <a:latin typeface="Sakkal Majalla" panose="02000000000000000000" pitchFamily="2" charset="-78"/>
                <a:cs typeface="Sakkal Majalla" panose="02000000000000000000" pitchFamily="2" charset="-78"/>
              </a:rPr>
              <a:t>ستتعلم أهمية أدوات التخطيط المختلفة، ومن ثم ستنظم الفعالية، ما سيتيح لك اختبار مدى فعالية خطتك. ستتعامل مع الجوانب المالية والأمنية والتعامل مع الموردين، وستقوم لاحقًا بتقييم مدى نجاح الفعالية.</a:t>
            </a:r>
          </a:p>
        </p:txBody>
      </p:sp>
      <p:sp>
        <p:nvSpPr>
          <p:cNvPr id="2" name="Footer Placeholder 2">
            <a:extLst>
              <a:ext uri="{FF2B5EF4-FFF2-40B4-BE49-F238E27FC236}">
                <a16:creationId xmlns:a16="http://schemas.microsoft.com/office/drawing/2014/main" id="{0432D0B5-A912-1424-6637-6318688A0DD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268760"/>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نتاجات التعلم</a:t>
            </a:r>
            <a:endParaRPr lang="en-GB" altLang="en-US" sz="4600" dirty="0">
              <a:latin typeface="Sakkal Majalla" panose="02000000000000000000" pitchFamily="2" charset="-78"/>
              <a:cs typeface="Sakkal Majalla" panose="02000000000000000000" pitchFamily="2" charset="-78"/>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dirty="0">
                <a:latin typeface="Sakkal Majalla" panose="02000000000000000000" pitchFamily="2" charset="-78"/>
                <a:cs typeface="Sakkal Majalla" panose="02000000000000000000" pitchFamily="2" charset="-78"/>
              </a:rPr>
              <a:t>أ	تعريف دور مُنظِّم الفعاليات</a:t>
            </a:r>
            <a:endParaRPr lang="en-GB" altLang="en-US" sz="2600" dirty="0">
              <a:latin typeface="Sakkal Majalla" panose="02000000000000000000" pitchFamily="2" charset="-78"/>
              <a:cs typeface="Sakkal Majalla" panose="02000000000000000000" pitchFamily="2" charset="-78"/>
            </a:endParaRPr>
          </a:p>
          <a:p>
            <a:pPr marL="404813" indent="-404813" defTabSz="431800" rtl="1">
              <a:spcBef>
                <a:spcPts val="1200"/>
              </a:spcBef>
              <a:buNone/>
            </a:pPr>
            <a:r>
              <a:rPr lang="ar" sz="2600" b="1" dirty="0">
                <a:latin typeface="Sakkal Majalla" panose="02000000000000000000" pitchFamily="2" charset="-78"/>
                <a:cs typeface="Sakkal Majalla" panose="02000000000000000000" pitchFamily="2" charset="-78"/>
              </a:rPr>
              <a:t>ب	دراسة جدوى تنظيم فعاليات مقترحة</a:t>
            </a:r>
            <a:endParaRPr lang="en-GB" altLang="en-US" sz="2600" dirty="0">
              <a:latin typeface="Sakkal Majalla" panose="02000000000000000000" pitchFamily="2" charset="-78"/>
              <a:cs typeface="Sakkal Majalla" panose="02000000000000000000" pitchFamily="2" charset="-78"/>
            </a:endParaRPr>
          </a:p>
          <a:p>
            <a:pPr marL="404813" indent="-404813" defTabSz="431800" rtl="1">
              <a:spcBef>
                <a:spcPts val="1200"/>
              </a:spcBef>
              <a:buNone/>
            </a:pPr>
            <a:r>
              <a:rPr lang="ar" sz="2600" b="1" dirty="0">
                <a:latin typeface="Sakkal Majalla" panose="02000000000000000000" pitchFamily="2" charset="-78"/>
                <a:cs typeface="Sakkal Majalla" panose="02000000000000000000" pitchFamily="2" charset="-78"/>
              </a:rPr>
              <a:t>ج	إعداد خطة تفصيلية لفعالية خاصة بمؤسسة تجارية أو اجتماعية</a:t>
            </a:r>
          </a:p>
          <a:p>
            <a:pPr marL="404813" indent="-404813" defTabSz="431800" rtl="1">
              <a:spcBef>
                <a:spcPts val="1200"/>
              </a:spcBef>
              <a:buNone/>
            </a:pPr>
            <a:r>
              <a:rPr lang="ar" sz="2600" b="1" dirty="0">
                <a:latin typeface="Sakkal Majalla" panose="02000000000000000000" pitchFamily="2" charset="-78"/>
                <a:cs typeface="Sakkal Majalla" panose="02000000000000000000" pitchFamily="2" charset="-78"/>
              </a:rPr>
              <a:t>د تنظيم وإدارة فعالية لمؤسسة تجارية أو اجتماعية</a:t>
            </a:r>
          </a:p>
          <a:p>
            <a:pPr marL="404813" indent="-404813" defTabSz="431800" rtl="1">
              <a:spcBef>
                <a:spcPts val="1200"/>
              </a:spcBef>
              <a:buNone/>
            </a:pPr>
            <a:r>
              <a:rPr lang="ar" sz="2600" b="1" dirty="0">
                <a:latin typeface="Sakkal Majalla" panose="02000000000000000000" pitchFamily="2" charset="-78"/>
                <a:cs typeface="Sakkal Majalla" panose="02000000000000000000" pitchFamily="2" charset="-78"/>
              </a:rPr>
              <a:t>هـ التفكير في إدارة الفعاليات وتقييم سير تطوير مهاراتك</a:t>
            </a:r>
          </a:p>
          <a:p>
            <a:pPr marL="0" indent="0" defTabSz="431800" rtl="1">
              <a:spcBef>
                <a:spcPts val="1200"/>
              </a:spcBef>
              <a:buFont typeface="Wingdings" panose="05000000000000000000" pitchFamily="2" charset="2"/>
              <a:buNone/>
            </a:pPr>
            <a:endParaRPr lang="en-GB" altLang="en-US" sz="2600" b="1" dirty="0">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endParaRPr lang="en-GB" altLang="en-US" sz="2600" b="1" dirty="0">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br>
              <a:rPr lang="en-GB" altLang="en-US"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	</a:t>
            </a:r>
          </a:p>
        </p:txBody>
      </p:sp>
      <p:sp>
        <p:nvSpPr>
          <p:cNvPr id="2" name="Footer Placeholder 2">
            <a:extLst>
              <a:ext uri="{FF2B5EF4-FFF2-40B4-BE49-F238E27FC236}">
                <a16:creationId xmlns:a16="http://schemas.microsoft.com/office/drawing/2014/main" id="{2B96F99E-F142-AA14-67F0-12B86EEA91C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6490" y="144716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أ</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6490" y="1964777"/>
            <a:ext cx="829126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indent="-387350" algn="ctr" defTabSz="431800" rtl="1">
              <a:buNone/>
            </a:pPr>
            <a:r>
              <a:rPr lang="ar" sz="3800" b="1" dirty="0">
                <a:latin typeface="Sakkal Majalla" panose="02000000000000000000" pitchFamily="2" charset="-78"/>
                <a:cs typeface="Sakkal Majalla" panose="02000000000000000000" pitchFamily="2" charset="-78"/>
              </a:rPr>
              <a:t>	تعريف دور مُنظِّم الفعاليات</a:t>
            </a:r>
          </a:p>
          <a:p>
            <a:pPr marL="404813" indent="-387350" algn="ctr" defTabSz="431800" rtl="1">
              <a:buNone/>
            </a:pPr>
            <a:endParaRPr lang="en-GB" altLang="en-US" sz="3800" dirty="0">
              <a:latin typeface="Sakkal Majalla" panose="02000000000000000000" pitchFamily="2" charset="-78"/>
              <a:cs typeface="Sakkal Majalla" panose="02000000000000000000" pitchFamily="2" charset="-78"/>
            </a:endParaRP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pic>
        <p:nvPicPr>
          <p:cNvPr id="4" name="Picture 3" descr="A group of people working on a computer&#10;&#10;Description automatically generated">
            <a:extLst>
              <a:ext uri="{FF2B5EF4-FFF2-40B4-BE49-F238E27FC236}">
                <a16:creationId xmlns:a16="http://schemas.microsoft.com/office/drawing/2014/main" id="{0EEC3FFC-4F42-3C92-C54B-113C4078EAD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059832" y="3789040"/>
            <a:ext cx="2880320" cy="2258171"/>
          </a:xfrm>
          <a:prstGeom prst="rect">
            <a:avLst/>
          </a:prstGeom>
        </p:spPr>
      </p:pic>
      <p:sp>
        <p:nvSpPr>
          <p:cNvPr id="2" name="Footer Placeholder 2">
            <a:extLst>
              <a:ext uri="{FF2B5EF4-FFF2-40B4-BE49-F238E27FC236}">
                <a16:creationId xmlns:a16="http://schemas.microsoft.com/office/drawing/2014/main" id="{1B1B9927-5678-4E0C-B2C5-8442AD9C69A0}"/>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07904" y="2204864"/>
            <a:ext cx="5544616" cy="32403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latin typeface="Sakkal Majalla" panose="02000000000000000000" pitchFamily="2" charset="-78"/>
                <a:cs typeface="Sakkal Majalla" panose="02000000000000000000" pitchFamily="2" charset="-78"/>
              </a:rPr>
              <a:t>وفي ما يأتي هي أهم المهام التي يقوم بها منظم الفعالية وفريقه عند تنظيم أحد الفعاليات. </a:t>
            </a:r>
          </a:p>
          <a:p>
            <a:pPr marL="685800" rtl="1"/>
            <a:r>
              <a:rPr lang="ar" sz="2200" dirty="0">
                <a:latin typeface="Sakkal Majalla" panose="02000000000000000000" pitchFamily="2" charset="-78"/>
                <a:cs typeface="Sakkal Majalla" panose="02000000000000000000" pitchFamily="2" charset="-78"/>
              </a:rPr>
              <a:t>وهذا يشمل تنظيم ما يأتي:</a:t>
            </a:r>
          </a:p>
          <a:p>
            <a:pPr marL="1085850" lvl="1" rtl="1"/>
            <a:r>
              <a:rPr lang="ar" sz="2200" dirty="0">
                <a:latin typeface="Sakkal Majalla" panose="02000000000000000000" pitchFamily="2" charset="-78"/>
                <a:cs typeface="Sakkal Majalla" panose="02000000000000000000" pitchFamily="2" charset="-78"/>
              </a:rPr>
              <a:t>المكان</a:t>
            </a:r>
          </a:p>
          <a:p>
            <a:pPr marL="1085850" lvl="1" rtl="1"/>
            <a:r>
              <a:rPr lang="ar" sz="2200" dirty="0">
                <a:latin typeface="Sakkal Majalla" panose="02000000000000000000" pitchFamily="2" charset="-78"/>
                <a:cs typeface="Sakkal Majalla" panose="02000000000000000000" pitchFamily="2" charset="-78"/>
              </a:rPr>
              <a:t>الموقع</a:t>
            </a:r>
          </a:p>
          <a:p>
            <a:pPr marL="1085850" lvl="1" rtl="1"/>
            <a:r>
              <a:rPr lang="ar" sz="2200" dirty="0">
                <a:latin typeface="Sakkal Majalla" panose="02000000000000000000" pitchFamily="2" charset="-78"/>
                <a:cs typeface="Sakkal Majalla" panose="02000000000000000000" pitchFamily="2" charset="-78"/>
              </a:rPr>
              <a:t>خدمات التموين وتقديم الطعام</a:t>
            </a:r>
          </a:p>
          <a:p>
            <a:pPr marL="1085850" lvl="1" rtl="1"/>
            <a:r>
              <a:rPr lang="ar" sz="2200" dirty="0">
                <a:latin typeface="Sakkal Majalla" panose="02000000000000000000" pitchFamily="2" charset="-78"/>
                <a:cs typeface="Sakkal Majalla" panose="02000000000000000000" pitchFamily="2" charset="-78"/>
              </a:rPr>
              <a:t>تخطيط المرافق وحجزها، مثل المراحيض إذا كانت الفعالية تُقام خارجيًا.</a:t>
            </a:r>
          </a:p>
          <a:p>
            <a:pPr marL="1085850" lvl="1" rtl="1"/>
            <a:r>
              <a:rPr lang="ar" sz="2200" dirty="0">
                <a:latin typeface="Sakkal Majalla" panose="02000000000000000000" pitchFamily="2" charset="-78"/>
                <a:cs typeface="Sakkal Majalla" panose="02000000000000000000" pitchFamily="2" charset="-78"/>
              </a:rPr>
              <a:t>إعداد برنامج للفعالية</a:t>
            </a:r>
          </a:p>
          <a:p>
            <a:pPr marL="1085850" lvl="1" rtl="1"/>
            <a:r>
              <a:rPr lang="ar" sz="2200" dirty="0">
                <a:latin typeface="Sakkal Majalla" panose="02000000000000000000" pitchFamily="2" charset="-78"/>
                <a:cs typeface="Sakkal Majalla" panose="02000000000000000000" pitchFamily="2" charset="-78"/>
              </a:rPr>
              <a:t>إعداد المستندات والعقود وتوزيعها</a:t>
            </a:r>
          </a:p>
          <a:p>
            <a:pPr marL="800100" lvl="1" indent="0" rtl="1">
              <a:buNone/>
            </a:pPr>
            <a:endParaRPr lang="en-GB" altLang="en-US" sz="2200" dirty="0">
              <a:latin typeface="Sakkal Majalla" panose="02000000000000000000" pitchFamily="2" charset="-78"/>
              <a:cs typeface="Sakkal Majalla" panose="02000000000000000000" pitchFamily="2" charset="-78"/>
            </a:endParaRPr>
          </a:p>
          <a:p>
            <a:pPr indent="0" algn="ctr" rtl="1">
              <a:buNone/>
            </a:pPr>
            <a:endParaRPr lang="en-GB" altLang="en-US" sz="2200" dirty="0">
              <a:latin typeface="Sakkal Majalla" panose="02000000000000000000" pitchFamily="2" charset="-78"/>
              <a:cs typeface="Sakkal Majalla" panose="02000000000000000000" pitchFamily="2" charset="-78"/>
            </a:endParaRPr>
          </a:p>
          <a:p>
            <a:pPr marL="685800" rtl="1"/>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02433" y="114614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3000" b="1" dirty="0">
                <a:latin typeface="Sakkal Majalla" panose="02000000000000000000" pitchFamily="2" charset="-78"/>
                <a:cs typeface="Sakkal Majalla" panose="02000000000000000000" pitchFamily="2" charset="-78"/>
              </a:rPr>
              <a:t>أ1 المهام المختلفة التي يجب على منظم الفعاليات إنجازها (1)</a:t>
            </a:r>
          </a:p>
        </p:txBody>
      </p:sp>
      <p:sp>
        <p:nvSpPr>
          <p:cNvPr id="3" name="TextBox 2">
            <a:extLst>
              <a:ext uri="{FF2B5EF4-FFF2-40B4-BE49-F238E27FC236}">
                <a16:creationId xmlns:a16="http://schemas.microsoft.com/office/drawing/2014/main" id="{0D2F99A4-D0BF-3843-0544-172A7E80A703}"/>
              </a:ext>
            </a:extLst>
          </p:cNvPr>
          <p:cNvSpPr txBox="1"/>
          <p:nvPr/>
        </p:nvSpPr>
        <p:spPr>
          <a:xfrm>
            <a:off x="402433" y="4221088"/>
            <a:ext cx="3017439" cy="1477328"/>
          </a:xfrm>
          <a:prstGeom prst="rect">
            <a:avLst/>
          </a:prstGeom>
          <a:noFill/>
          <a:ln>
            <a:solidFill>
              <a:schemeClr val="tx1"/>
            </a:solidFill>
          </a:ln>
        </p:spPr>
        <p:txBody>
          <a:bodyPr wrap="square" rtlCol="1">
            <a:spAutoFit/>
          </a:bodyPr>
          <a:lstStyle/>
          <a:p>
            <a:pPr rtl="1"/>
            <a:r>
              <a:rPr lang="ar" dirty="0">
                <a:latin typeface="Sakkal Majalla" panose="02000000000000000000" pitchFamily="2" charset="-78"/>
                <a:cs typeface="Sakkal Majalla" panose="02000000000000000000" pitchFamily="2" charset="-78"/>
              </a:rPr>
              <a:t>إجراء بحث حول دور منظم الفعاليات تخيل أنك تنظم أحد الفعاليات من اختيارك. كيف سيتم تنظيم جميع النقاط على اليسار؟ أي منها يمكن تنفيذه بشكل فردي، وأي منها يجب التعاون مع زملاء الفريق لتنفيذه؟</a:t>
            </a:r>
          </a:p>
        </p:txBody>
      </p:sp>
      <p:pic>
        <p:nvPicPr>
          <p:cNvPr id="5" name="Picture 4" descr="A person standing in front of a group of people&#10;&#10;Description automatically generated">
            <a:extLst>
              <a:ext uri="{FF2B5EF4-FFF2-40B4-BE49-F238E27FC236}">
                <a16:creationId xmlns:a16="http://schemas.microsoft.com/office/drawing/2014/main" id="{0BCDFDBC-0D68-9855-CF31-DF78C7EC9E7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02434" y="1988839"/>
            <a:ext cx="3017438" cy="2011625"/>
          </a:xfrm>
          <a:prstGeom prst="rect">
            <a:avLst/>
          </a:prstGeom>
        </p:spPr>
      </p:pic>
      <p:sp>
        <p:nvSpPr>
          <p:cNvPr id="2" name="Footer Placeholder 2">
            <a:extLst>
              <a:ext uri="{FF2B5EF4-FFF2-40B4-BE49-F238E27FC236}">
                <a16:creationId xmlns:a16="http://schemas.microsoft.com/office/drawing/2014/main" id="{FEA77F53-F831-4BB7-7F9A-37BA2E80D6D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61A76-ADDF-A7B7-E16E-027F2B71A303}"/>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73EB5411-BECD-D8AB-56B4-E28B1CB54D57}"/>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dirty="0">
                <a:solidFill>
                  <a:schemeClr val="tx2"/>
                </a:solidFill>
                <a:latin typeface="Sakkal Majalla" panose="02000000000000000000" pitchFamily="2" charset="-78"/>
                <a:cs typeface="Sakkal Majalla" panose="02000000000000000000" pitchFamily="2" charset="-78"/>
              </a:rPr>
              <a:t>أ1 المهام المختلفة التي يجب على منظم الفعاليات إنجازها (2)</a:t>
            </a:r>
          </a:p>
        </p:txBody>
      </p:sp>
      <p:sp>
        <p:nvSpPr>
          <p:cNvPr id="34819" name="Content Placeholder 3">
            <a:extLst>
              <a:ext uri="{FF2B5EF4-FFF2-40B4-BE49-F238E27FC236}">
                <a16:creationId xmlns:a16="http://schemas.microsoft.com/office/drawing/2014/main" id="{35AED15E-353A-211F-2555-287D01406F5B}"/>
              </a:ext>
            </a:extLst>
          </p:cNvPr>
          <p:cNvSpPr>
            <a:spLocks noGrp="1" noChangeArrowheads="1"/>
          </p:cNvSpPr>
          <p:nvPr>
            <p:ph type="body" sz="half" idx="4294967295"/>
          </p:nvPr>
        </p:nvSpPr>
        <p:spPr bwMode="auto">
          <a:xfrm>
            <a:off x="323528" y="2420888"/>
            <a:ext cx="8496944" cy="410445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rtl="1">
              <a:lnSpc>
                <a:spcPct val="120000"/>
              </a:lnSpc>
            </a:pPr>
            <a:r>
              <a:rPr lang="ar" sz="2200" dirty="0">
                <a:latin typeface="Sakkal Majalla" panose="02000000000000000000" pitchFamily="2" charset="-78"/>
                <a:cs typeface="Sakkal Majalla" panose="02000000000000000000" pitchFamily="2" charset="-78"/>
              </a:rPr>
              <a:t>هناك العديد من الاعتبارات التي يجب مراعاتها لضمان نجاح الفعالية.</a:t>
            </a:r>
          </a:p>
          <a:p>
            <a:pPr rtl="1">
              <a:lnSpc>
                <a:spcPct val="120000"/>
              </a:lnSpc>
            </a:pPr>
            <a:r>
              <a:rPr lang="ar" sz="2200" b="1" dirty="0">
                <a:latin typeface="Sakkal Majalla" panose="02000000000000000000" pitchFamily="2" charset="-78"/>
                <a:cs typeface="Sakkal Majalla" panose="02000000000000000000" pitchFamily="2" charset="-78"/>
              </a:rPr>
              <a:t>المكان: </a:t>
            </a:r>
            <a:r>
              <a:rPr lang="ar" sz="2200" dirty="0">
                <a:latin typeface="Sakkal Majalla" panose="02000000000000000000" pitchFamily="2" charset="-78"/>
                <a:cs typeface="Sakkal Majalla" panose="02000000000000000000" pitchFamily="2" charset="-78"/>
              </a:rPr>
              <a:t>يؤدي اختيار المكان المناسب دورًا محوريًّا في نجاح الفعالية، إذ يؤثر في الجوانب اللوجستية وتجربة الحضور. اختيار المكان المناسب من حيث الحجم والمرافق والأجواء يمكن أن يكون عاملًا حاسمًا في نجاح الفعالية.</a:t>
            </a:r>
          </a:p>
          <a:p>
            <a:pPr rtl="1">
              <a:lnSpc>
                <a:spcPct val="120000"/>
              </a:lnSpc>
            </a:pPr>
            <a:r>
              <a:rPr lang="ar" sz="2200" b="1" dirty="0">
                <a:latin typeface="Sakkal Majalla" panose="02000000000000000000" pitchFamily="2" charset="-78"/>
                <a:cs typeface="Sakkal Majalla" panose="02000000000000000000" pitchFamily="2" charset="-78"/>
              </a:rPr>
              <a:t>الموقع/ الموضوع: </a:t>
            </a:r>
            <a:r>
              <a:rPr lang="ar" sz="2200" dirty="0">
                <a:latin typeface="Sakkal Majalla" panose="02000000000000000000" pitchFamily="2" charset="-78"/>
                <a:cs typeface="Sakkal Majalla" panose="02000000000000000000" pitchFamily="2" charset="-78"/>
              </a:rPr>
              <a:t>يُعد ضمان سهولة الوصول إلى المكان من خلال وسائل النقل، ومواقف السيارات، والشبكات الطرقية وما إلى ذلك أمر بالغ الأهمية لضمان حضور الفعالية، كما ينبغي النظر في خيارات الحضور عبر الإنترنت.</a:t>
            </a:r>
          </a:p>
          <a:p>
            <a:pPr marL="342900" indent="-342900" rtl="1">
              <a:lnSpc>
                <a:spcPct val="90000"/>
              </a:lnSpc>
              <a:spcBef>
                <a:spcPct val="20000"/>
              </a:spcBef>
              <a:buFont typeface="Wingdings" pitchFamily="2" charset="2"/>
              <a:buChar char="§"/>
            </a:pPr>
            <a:endParaRPr lang="en-US" sz="2200" dirty="0">
              <a:latin typeface="Sakkal Majalla" panose="02000000000000000000" pitchFamily="2" charset="-78"/>
              <a:cs typeface="Sakkal Majalla" panose="02000000000000000000" pitchFamily="2" charset="-78"/>
            </a:endParaRPr>
          </a:p>
          <a:p>
            <a:pPr marL="0" indent="0" rtl="1">
              <a:lnSpc>
                <a:spcPct val="90000"/>
              </a:lnSpc>
              <a:spcBef>
                <a:spcPct val="20000"/>
              </a:spcBef>
              <a:buNone/>
            </a:pPr>
            <a:endParaRPr lang="en-US" sz="2200" dirty="0">
              <a:latin typeface="Sakkal Majalla" panose="02000000000000000000" pitchFamily="2" charset="-78"/>
              <a:cs typeface="Sakkal Majalla" panose="02000000000000000000" pitchFamily="2" charset="-78"/>
            </a:endParaRPr>
          </a:p>
          <a:p>
            <a:pPr marL="0" indent="0" rtl="1">
              <a:lnSpc>
                <a:spcPct val="90000"/>
              </a:lnSpc>
              <a:spcBef>
                <a:spcPct val="20000"/>
              </a:spcBef>
              <a:buNone/>
            </a:pPr>
            <a:r>
              <a:rPr lang="ar" sz="2200" dirty="0">
                <a:latin typeface="Sakkal Majalla" panose="02000000000000000000" pitchFamily="2" charset="-78"/>
                <a:cs typeface="Sakkal Majalla" panose="02000000000000000000" pitchFamily="2" charset="-78"/>
              </a:rPr>
              <a:t>ابحث عن أماكن ومواقع محلية مناسبة لتنظيم للفعاليات الآتية: اجتماع عمل، حفل زفاف، مباراة رياضية. </a:t>
            </a:r>
          </a:p>
          <a:p>
            <a:pPr marL="0" indent="0" rtl="1">
              <a:lnSpc>
                <a:spcPct val="90000"/>
              </a:lnSpc>
              <a:spcBef>
                <a:spcPct val="20000"/>
              </a:spcBef>
              <a:buNone/>
            </a:pPr>
            <a:endParaRPr lang="en-US" sz="2200" dirty="0">
              <a:latin typeface="Sakkal Majalla" panose="02000000000000000000" pitchFamily="2" charset="-78"/>
              <a:cs typeface="Sakkal Majalla" panose="02000000000000000000" pitchFamily="2" charset="-78"/>
            </a:endParaRPr>
          </a:p>
          <a:p>
            <a:pPr marL="0" indent="0" rtl="1">
              <a:lnSpc>
                <a:spcPct val="90000"/>
              </a:lnSpc>
              <a:spcBef>
                <a:spcPct val="20000"/>
              </a:spcBef>
              <a:buNone/>
            </a:pPr>
            <a:r>
              <a:rPr lang="ar" sz="2200" dirty="0">
                <a:latin typeface="Sakkal Majalla" panose="02000000000000000000" pitchFamily="2" charset="-78"/>
                <a:cs typeface="Sakkal Majalla" panose="02000000000000000000" pitchFamily="2" charset="-78"/>
              </a:rPr>
              <a:t>لماذا تعتبر هذه الأماكن/ المواقع مناسبة؟</a:t>
            </a:r>
          </a:p>
        </p:txBody>
      </p:sp>
      <p:sp>
        <p:nvSpPr>
          <p:cNvPr id="2" name="Footer Placeholder 2">
            <a:extLst>
              <a:ext uri="{FF2B5EF4-FFF2-40B4-BE49-F238E27FC236}">
                <a16:creationId xmlns:a16="http://schemas.microsoft.com/office/drawing/2014/main" id="{831B6A54-4A7E-744E-DCF5-759422DA5C9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1233115899"/>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BBFB9-F80A-A100-36CB-4EFA2A50CFB0}"/>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BEDB79D7-58BC-E9A0-FA54-41F1BA523D9A}"/>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600" b="1" dirty="0">
                <a:solidFill>
                  <a:schemeClr val="tx2"/>
                </a:solidFill>
                <a:latin typeface="Sakkal Majalla" panose="02000000000000000000" pitchFamily="2" charset="-78"/>
                <a:cs typeface="Sakkal Majalla" panose="02000000000000000000" pitchFamily="2" charset="-78"/>
              </a:rPr>
              <a:t>أ1 المهام المختلفة التي يجب على مُنظِم الفعاليات إنجازها (3)</a:t>
            </a:r>
          </a:p>
        </p:txBody>
      </p:sp>
      <p:sp>
        <p:nvSpPr>
          <p:cNvPr id="34819" name="Content Placeholder 3">
            <a:extLst>
              <a:ext uri="{FF2B5EF4-FFF2-40B4-BE49-F238E27FC236}">
                <a16:creationId xmlns:a16="http://schemas.microsoft.com/office/drawing/2014/main" id="{D091FD61-6475-79D4-0594-F77405A3B905}"/>
              </a:ext>
            </a:extLst>
          </p:cNvPr>
          <p:cNvSpPr>
            <a:spLocks noGrp="1" noChangeArrowheads="1"/>
          </p:cNvSpPr>
          <p:nvPr>
            <p:ph idx="1"/>
          </p:nvPr>
        </p:nvSpPr>
        <p:spPr bwMode="auto">
          <a:xfrm>
            <a:off x="425202" y="2204864"/>
            <a:ext cx="9155110" cy="42573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marL="1143000" lvl="1" indent="-342900" rtl="1"/>
            <a:r>
              <a:rPr lang="ar" sz="1800" b="1" dirty="0">
                <a:latin typeface="Sakkal Majalla" panose="02000000000000000000" pitchFamily="2" charset="-78"/>
                <a:cs typeface="Sakkal Majalla" panose="02000000000000000000" pitchFamily="2" charset="-78"/>
              </a:rPr>
              <a:t>خدمات التموين وتقديم الطعام: </a:t>
            </a:r>
            <a:r>
              <a:rPr lang="ar" sz="1800" dirty="0">
                <a:latin typeface="Sakkal Majalla" panose="02000000000000000000" pitchFamily="2" charset="-78"/>
                <a:cs typeface="Sakkal Majalla" panose="02000000000000000000" pitchFamily="2" charset="-78"/>
              </a:rPr>
              <a:t>يُعد إعداد الأطعمة والمشروبات المناسبة بكميات كافية وتوفيرها في الأوقات المناسبة على مدار اليوم أمرًا جوهريًا. حيث تضمن تلبية احتياجات جميع الأذواق والثقافات والديانات رضا جميع المشاركين.</a:t>
            </a:r>
          </a:p>
          <a:p>
            <a:pPr marL="1143000" lvl="1" indent="-342900" rtl="1"/>
            <a:r>
              <a:rPr lang="ar" sz="1800" b="1" dirty="0">
                <a:latin typeface="Sakkal Majalla" panose="02000000000000000000" pitchFamily="2" charset="-78"/>
                <a:cs typeface="Sakkal Majalla" panose="02000000000000000000" pitchFamily="2" charset="-78"/>
              </a:rPr>
              <a:t>إعداد المرافق وحجزها: </a:t>
            </a:r>
            <a:r>
              <a:rPr lang="ar" sz="1800" dirty="0">
                <a:latin typeface="Sakkal Majalla" panose="02000000000000000000" pitchFamily="2" charset="-78"/>
                <a:cs typeface="Sakkal Majalla" panose="02000000000000000000" pitchFamily="2" charset="-78"/>
              </a:rPr>
              <a:t>تشمل المرافق التي قد تكون ضرورية لضمان الصحة والسلامة وامتثال الفعالية للتشريعات: مرافق المراحيض وإدارة النفايات وإعادة التدوير وتوفير إمدادات الكهرباء والمياه والأسوار وغيرها. حيث قد تكون هناك عدة فعاليات تُقام في الوقت نفسه.</a:t>
            </a:r>
          </a:p>
          <a:p>
            <a:pPr marL="1143000" lvl="1" indent="-342900" rtl="1"/>
            <a:r>
              <a:rPr lang="ar" sz="1800" b="1" dirty="0">
                <a:latin typeface="Sakkal Majalla" panose="02000000000000000000" pitchFamily="2" charset="-78"/>
                <a:cs typeface="Sakkal Majalla" panose="02000000000000000000" pitchFamily="2" charset="-78"/>
              </a:rPr>
              <a:t>إعداد برنامج: </a:t>
            </a:r>
            <a:r>
              <a:rPr lang="ar" sz="1800" dirty="0">
                <a:latin typeface="Sakkal Majalla" panose="02000000000000000000" pitchFamily="2" charset="-78"/>
                <a:cs typeface="Sakkal Majalla" panose="02000000000000000000" pitchFamily="2" charset="-78"/>
              </a:rPr>
              <a:t>إعداد جدول زمني للحضور يمكنهم من التحكم في يومهم ويساعدهم على الاستفادة القصوى من الفعالية إذا كانوا على دراية بما هو مخطط له.</a:t>
            </a:r>
          </a:p>
          <a:p>
            <a:pPr marL="1143000" lvl="1" indent="-342900" rtl="1"/>
            <a:r>
              <a:rPr lang="ar" sz="1800" b="1" dirty="0">
                <a:latin typeface="Sakkal Majalla" panose="02000000000000000000" pitchFamily="2" charset="-78"/>
                <a:cs typeface="Sakkal Majalla" panose="02000000000000000000" pitchFamily="2" charset="-78"/>
              </a:rPr>
              <a:t>إعداد وتوزيع النسخ الورقية والإلكترونية من المستندات: </a:t>
            </a:r>
            <a:r>
              <a:rPr lang="ar" sz="1800" dirty="0">
                <a:latin typeface="Sakkal Majalla" panose="02000000000000000000" pitchFamily="2" charset="-78"/>
                <a:cs typeface="Sakkal Majalla" panose="02000000000000000000" pitchFamily="2" charset="-78"/>
              </a:rPr>
              <a:t>قد تكون هناك حاجة إلى الحصول على بعض المستندات قبل الفعالية مثل جدول أعمال الاجتماعات أو السير الذاتية للمتحدثين في المؤتمرات. ويُعد إرسال استمارات التقييم بعد انتهاء الفعالية أمرًا ضروريًا لقياس مدى نجاحها. كما أن العقود تعد ضرورية لأسباب قانونية لضمان الامتثال والمسؤولية عن الصحة والسلامة. ومن الضروري إعداد المستندات وتوزيعها بشكل ملائم، خاصة إذا كانت هناك عدة فعاليات تُنظم في الوقت نفسه، إذ قد يتأثر الطلب على الموردين أو قد يكون الحضور ضعيف.</a:t>
            </a:r>
          </a:p>
          <a:p>
            <a:pPr marL="1143000" lvl="1" indent="-342900" rtl="1"/>
            <a:endParaRPr lang="en-GB" altLang="en-US" sz="1800" dirty="0">
              <a:latin typeface="Sakkal Majalla" panose="02000000000000000000" pitchFamily="2" charset="-78"/>
              <a:cs typeface="Sakkal Majalla" panose="02000000000000000000" pitchFamily="2" charset="-78"/>
            </a:endParaRPr>
          </a:p>
          <a:p>
            <a:pPr indent="0" rtl="1"/>
            <a:endParaRPr lang="en-GB" altLang="en-US" sz="1800" dirty="0">
              <a:latin typeface="Sakkal Majalla" panose="02000000000000000000" pitchFamily="2" charset="-78"/>
              <a:cs typeface="Sakkal Majalla" panose="02000000000000000000" pitchFamily="2" charset="-78"/>
            </a:endParaRPr>
          </a:p>
          <a:p>
            <a:pPr marL="685800" rtl="1"/>
            <a:endParaRPr lang="en-GB" altLang="en-US" sz="18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D5ED4A0-D916-DDC6-346F-45957853785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1110367729"/>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DD808-6DE3-D102-1176-8FEC54074A7E}"/>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BC736014-AC61-DB32-4594-2853BCF403C9}"/>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600" b="1" dirty="0">
                <a:solidFill>
                  <a:schemeClr val="tx2"/>
                </a:solidFill>
                <a:latin typeface="Sakkal Majalla" panose="02000000000000000000" pitchFamily="2" charset="-78"/>
                <a:cs typeface="Sakkal Majalla" panose="02000000000000000000" pitchFamily="2" charset="-78"/>
              </a:rPr>
              <a:t>أ1 المهام المختلفة التي يجب على مُنظِم الفعاليات إنجازها (4)</a:t>
            </a:r>
          </a:p>
        </p:txBody>
      </p:sp>
      <p:sp>
        <p:nvSpPr>
          <p:cNvPr id="34819" name="Content Placeholder 3">
            <a:extLst>
              <a:ext uri="{FF2B5EF4-FFF2-40B4-BE49-F238E27FC236}">
                <a16:creationId xmlns:a16="http://schemas.microsoft.com/office/drawing/2014/main" id="{2FC04822-6BCF-5C01-360F-069D5E334F24}"/>
              </a:ext>
            </a:extLst>
          </p:cNvPr>
          <p:cNvSpPr>
            <a:spLocks noGrp="1" noChangeArrowheads="1"/>
          </p:cNvSpPr>
          <p:nvPr>
            <p:ph idx="1"/>
          </p:nvPr>
        </p:nvSpPr>
        <p:spPr bwMode="auto">
          <a:xfrm>
            <a:off x="468310" y="2196000"/>
            <a:ext cx="9144000" cy="38784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1143000" lvl="1" indent="-342900" rtl="1">
              <a:lnSpc>
                <a:spcPct val="110000"/>
              </a:lnSpc>
            </a:pPr>
            <a:r>
              <a:rPr lang="ar" sz="1900" dirty="0">
                <a:latin typeface="Sakkal Majalla" panose="02000000000000000000" pitchFamily="2" charset="-78"/>
                <a:cs typeface="Sakkal Majalla" panose="02000000000000000000" pitchFamily="2" charset="-78"/>
              </a:rPr>
              <a:t>يجب على منظمي الفعاليات أن يكونوا على دراية بالمتطلبات القانونية السارية، بما يشمل حماية المستهلك التي قد تؤثر في الفعالية. وتجدر الإشارة إلى أن هذه المتطلبات تختلف من دولة إلى أخرى.</a:t>
            </a:r>
          </a:p>
          <a:p>
            <a:pPr marL="1143000" lvl="1" indent="-342900" rtl="1">
              <a:lnSpc>
                <a:spcPct val="110000"/>
              </a:lnSpc>
            </a:pPr>
            <a:r>
              <a:rPr lang="ar" sz="1900" dirty="0">
                <a:latin typeface="Sakkal Majalla" panose="02000000000000000000" pitchFamily="2" charset="-78"/>
                <a:cs typeface="Sakkal Majalla" panose="02000000000000000000" pitchFamily="2" charset="-78"/>
              </a:rPr>
              <a:t>ابحث عن التشريعات المتعلقة بحماية المستهلك والصحة والسلامة وتقييم المخاطر والقيود العمرية وتشريعات الترخيص والتأمين ضد المسؤولية التي قد تؤثر في الفعالية.</a:t>
            </a:r>
          </a:p>
          <a:p>
            <a:pPr marL="1143000" lvl="1" indent="-342900" rtl="1">
              <a:lnSpc>
                <a:spcPct val="110000"/>
              </a:lnSpc>
            </a:pPr>
            <a:r>
              <a:rPr lang="ar" sz="1900" dirty="0">
                <a:latin typeface="Sakkal Majalla" panose="02000000000000000000" pitchFamily="2" charset="-78"/>
                <a:cs typeface="Sakkal Majalla" panose="02000000000000000000" pitchFamily="2" charset="-78"/>
              </a:rPr>
              <a:t>يجب على منظمي الفعاليات أيضًا وضع إجراءات تنظيمية تشمل الموافقات الرسمية وتقييم المخاطر والأمن. يحدد تقييم المخاطر أي مخاطر محتملة قد تحدث والخطوات التي يجب اتخاذها للحد من المخاطر التي تم تحديدها أو التقليل من آثارها. وقد تختلف هذه الخطوات والإجراءات وفق نوع الفعالية وحجمها.</a:t>
            </a:r>
          </a:p>
          <a:p>
            <a:pPr marL="1143000" lvl="1" indent="-342900" rtl="1">
              <a:lnSpc>
                <a:spcPct val="110000"/>
              </a:lnSpc>
            </a:pPr>
            <a:r>
              <a:rPr lang="ar" sz="1900" dirty="0">
                <a:latin typeface="Sakkal Majalla" panose="02000000000000000000" pitchFamily="2" charset="-78"/>
                <a:cs typeface="Sakkal Majalla" panose="02000000000000000000" pitchFamily="2" charset="-78"/>
              </a:rPr>
              <a:t>كما يعد الأمان ضروريًا قبل تنفيذ الفعالية وفي أثناء تنفيذها سواء كانت حضورية أو عبر الإنترنت، لضمان سلامة الحضور، وكذلك إعداد إجراءات الطوارئ مثل الحرائق لضمان سلامة الجميع.</a:t>
            </a:r>
          </a:p>
          <a:p>
            <a:pPr marL="685800" rtl="1">
              <a:lnSpc>
                <a:spcPct val="110000"/>
              </a:lnSpc>
            </a:pPr>
            <a:endParaRPr lang="en-GB" altLang="en-US" sz="19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3CF9769-F3E1-5134-04E7-4A0C13AE8A5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3847935339"/>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90C4C-E756-95E4-124D-ACF1833170B8}"/>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AF45BAD2-66A0-5D9E-0C2C-A022524393A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dirty="0">
                <a:solidFill>
                  <a:schemeClr val="tx2"/>
                </a:solidFill>
                <a:latin typeface="Sakkal Majalla" panose="02000000000000000000" pitchFamily="2" charset="-78"/>
                <a:cs typeface="Sakkal Majalla" panose="02000000000000000000" pitchFamily="2" charset="-78"/>
              </a:rPr>
              <a:t>أ2 المهارات المختلفة الواجب على مُنظِم الفعاليات الكفء اِسْتَكمَالها (5)</a:t>
            </a:r>
          </a:p>
        </p:txBody>
      </p:sp>
      <p:sp>
        <p:nvSpPr>
          <p:cNvPr id="34819" name="Content Placeholder 3">
            <a:extLst>
              <a:ext uri="{FF2B5EF4-FFF2-40B4-BE49-F238E27FC236}">
                <a16:creationId xmlns:a16="http://schemas.microsoft.com/office/drawing/2014/main" id="{24D7F786-23E5-F71D-F048-9AE3EC3A35F4}"/>
              </a:ext>
            </a:extLst>
          </p:cNvPr>
          <p:cNvSpPr>
            <a:spLocks noGrp="1" noChangeArrowheads="1"/>
          </p:cNvSpPr>
          <p:nvPr>
            <p:ph idx="1"/>
          </p:nvPr>
        </p:nvSpPr>
        <p:spPr bwMode="auto">
          <a:xfrm>
            <a:off x="457200" y="2196000"/>
            <a:ext cx="8218486" cy="425733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marL="0" lvl="1" indent="0" rtl="1">
              <a:lnSpc>
                <a:spcPct val="120000"/>
              </a:lnSpc>
              <a:buNone/>
            </a:pPr>
            <a:r>
              <a:rPr lang="ar" sz="1600" dirty="0">
                <a:latin typeface="Sakkal Majalla" panose="02000000000000000000" pitchFamily="2" charset="-78"/>
                <a:cs typeface="Sakkal Majalla" panose="02000000000000000000" pitchFamily="2" charset="-78"/>
              </a:rPr>
              <a:t>هناك عدة مهارات أساسية يجب على منظمي الفعاليات التمتع بها:</a:t>
            </a:r>
          </a:p>
          <a:p>
            <a:pPr marL="742950" rtl="1">
              <a:lnSpc>
                <a:spcPct val="120000"/>
              </a:lnSpc>
            </a:pPr>
            <a:r>
              <a:rPr lang="ar" sz="1600" dirty="0">
                <a:latin typeface="Sakkal Majalla" panose="02000000000000000000" pitchFamily="2" charset="-78"/>
                <a:cs typeface="Sakkal Majalla" panose="02000000000000000000" pitchFamily="2" charset="-78"/>
              </a:rPr>
              <a:t>التنظيم: العمل بكفاءة وضمان سير كل شيء بسلاسة وتحديد الأهداف المراد تحقيقها. ويجب التمتع بمهارات تدوين الملاحظات وتوزيع المستندات وتقديم الدعم في تنظيم القاعات والمرافق وتسجيل الحضور والإلغاءات.</a:t>
            </a:r>
          </a:p>
          <a:p>
            <a:pPr marL="742950" rtl="1">
              <a:lnSpc>
                <a:spcPct val="120000"/>
              </a:lnSpc>
            </a:pPr>
            <a:r>
              <a:rPr lang="ar" sz="1600" dirty="0">
                <a:latin typeface="Sakkal Majalla" panose="02000000000000000000" pitchFamily="2" charset="-78"/>
                <a:cs typeface="Sakkal Majalla" panose="02000000000000000000" pitchFamily="2" charset="-78"/>
              </a:rPr>
              <a:t>القدرة على حل المشكلات، وتحقيق نتائج إيجابية للجميع، مع القدرة على التواصل والتنسيق، وتحديد المشكلات التي يمكن السيطرة عليها وتلك التي تتجاوز السيطرة، وتحديد المهارات المطلوبة لحل المشكلات لضمان عدم تأثر نجاح الفعالية.</a:t>
            </a:r>
          </a:p>
          <a:p>
            <a:pPr marL="742950" rtl="1">
              <a:lnSpc>
                <a:spcPct val="120000"/>
              </a:lnSpc>
            </a:pPr>
            <a:r>
              <a:rPr lang="ar" sz="1600" dirty="0">
                <a:latin typeface="Sakkal Majalla" panose="02000000000000000000" pitchFamily="2" charset="-78"/>
                <a:cs typeface="Sakkal Majalla" panose="02000000000000000000" pitchFamily="2" charset="-78"/>
              </a:rPr>
              <a:t>إدارة الوقت: القدرة على تحديد الأولويات وإنشاء جدول زمني وتوزيع المسؤوليات لضمان سير الفعالية بسلاسة وفي الوقت المحدد.</a:t>
            </a:r>
          </a:p>
          <a:p>
            <a:pPr marL="742950" rtl="1">
              <a:lnSpc>
                <a:spcPct val="120000"/>
              </a:lnSpc>
            </a:pPr>
            <a:r>
              <a:rPr lang="ar" sz="1600" dirty="0">
                <a:latin typeface="Sakkal Majalla" panose="02000000000000000000" pitchFamily="2" charset="-78"/>
                <a:cs typeface="Sakkal Majalla" panose="02000000000000000000" pitchFamily="2" charset="-78"/>
              </a:rPr>
              <a:t>مهارة التفاوض مع الموردين على تكاليف الموارد المختلفة لضمان تنفيذ الفعالية ضمن حدود الميزانية وتحقيق أفضل قيمة مقابل المال، ما يعزز العائد على الاستثمار للفعالية.</a:t>
            </a:r>
          </a:p>
          <a:p>
            <a:pPr marL="742950" rtl="1">
              <a:lnSpc>
                <a:spcPct val="120000"/>
              </a:lnSpc>
            </a:pPr>
            <a:r>
              <a:rPr lang="ar" sz="1600" dirty="0">
                <a:latin typeface="Sakkal Majalla" panose="02000000000000000000" pitchFamily="2" charset="-78"/>
                <a:cs typeface="Sakkal Majalla" panose="02000000000000000000" pitchFamily="2" charset="-78"/>
              </a:rPr>
              <a:t>التواصل والمهارات الشخصية: تختلف أساليب التواصل المناسبة بحسب الظروف. وتُعد هذه المهارات ضرورية للتعاون مع أصحاب المصلحة في الفعالية لضمان سيرها بسلاسة، مثل الموردين والرعاة والحضور. وتشمل مهارات التعامل مع الآخرين قدرة منظم الفعالية على التعامل مع الآخرين بفعالية لبناء علاقات ناجحة، مثل التحلي بالمرونة والاستماع الجيد. </a:t>
            </a:r>
          </a:p>
        </p:txBody>
      </p:sp>
      <p:sp>
        <p:nvSpPr>
          <p:cNvPr id="2" name="Footer Placeholder 2">
            <a:extLst>
              <a:ext uri="{FF2B5EF4-FFF2-40B4-BE49-F238E27FC236}">
                <a16:creationId xmlns:a16="http://schemas.microsoft.com/office/drawing/2014/main" id="{C2393FF7-7089-62EC-8BB8-ED12A3746AD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2525827578"/>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7BBFC-9AB1-D357-3095-78B6137FBE14}"/>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0A682759-9C46-2DEC-D06A-308ED0C040CF}"/>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lnSpc>
                <a:spcPct val="90000"/>
              </a:lnSpc>
              <a:spcAft>
                <a:spcPts val="600"/>
              </a:spcAft>
            </a:pPr>
            <a:r>
              <a:rPr lang="ar" sz="2600" b="1" dirty="0">
                <a:solidFill>
                  <a:schemeClr val="tx2"/>
                </a:solidFill>
                <a:latin typeface="Sakkal Majalla" panose="02000000000000000000" pitchFamily="2" charset="-78"/>
                <a:cs typeface="Sakkal Majalla" panose="02000000000000000000" pitchFamily="2" charset="-78"/>
              </a:rPr>
              <a:t>أ3 التنسيقات الشائعة لأشكال التدقيق في المهارات</a:t>
            </a:r>
          </a:p>
        </p:txBody>
      </p:sp>
      <p:sp>
        <p:nvSpPr>
          <p:cNvPr id="34819" name="Content Placeholder 3">
            <a:extLst>
              <a:ext uri="{FF2B5EF4-FFF2-40B4-BE49-F238E27FC236}">
                <a16:creationId xmlns:a16="http://schemas.microsoft.com/office/drawing/2014/main" id="{B15DBCC3-CFE8-6E2A-65E9-F594DEEB7834}"/>
              </a:ext>
            </a:extLst>
          </p:cNvPr>
          <p:cNvSpPr>
            <a:spLocks noGrp="1" noChangeArrowheads="1"/>
          </p:cNvSpPr>
          <p:nvPr>
            <p:ph idx="1"/>
          </p:nvPr>
        </p:nvSpPr>
        <p:spPr bwMode="auto">
          <a:xfrm>
            <a:off x="190623" y="2204864"/>
            <a:ext cx="8629849" cy="43924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685800" rtl="1">
              <a:lnSpc>
                <a:spcPct val="120000"/>
              </a:lnSpc>
            </a:pPr>
            <a:r>
              <a:rPr lang="ar" sz="1600" dirty="0">
                <a:latin typeface="Sakkal Majalla" panose="02000000000000000000" pitchFamily="2" charset="-78"/>
                <a:cs typeface="Sakkal Majalla" panose="02000000000000000000" pitchFamily="2" charset="-78"/>
              </a:rPr>
              <a:t>يتعين عليك إجراء تقييم للمهارات لتحديد مدى جاهزيتك بوصفك منظم فعاليات وما المهارات التي تحتاج إلى تطويرها.</a:t>
            </a:r>
          </a:p>
          <a:p>
            <a:pPr marL="685800" rtl="1">
              <a:lnSpc>
                <a:spcPct val="120000"/>
              </a:lnSpc>
            </a:pPr>
            <a:r>
              <a:rPr lang="ar" sz="1600" dirty="0">
                <a:latin typeface="Sakkal Majalla" panose="02000000000000000000" pitchFamily="2" charset="-78"/>
                <a:cs typeface="Sakkal Majalla" panose="02000000000000000000" pitchFamily="2" charset="-78"/>
              </a:rPr>
              <a:t>يمكنك القيام بذلك باستخدام تنسيقات مختلفة:</a:t>
            </a:r>
          </a:p>
          <a:p>
            <a:pPr marL="685800" rtl="1">
              <a:lnSpc>
                <a:spcPct val="120000"/>
              </a:lnSpc>
            </a:pPr>
            <a:r>
              <a:rPr lang="ar" sz="1600" dirty="0">
                <a:latin typeface="Sakkal Majalla" panose="02000000000000000000" pitchFamily="2" charset="-78"/>
                <a:cs typeface="Sakkal Majalla" panose="02000000000000000000" pitchFamily="2" charset="-78"/>
              </a:rPr>
              <a:t>مقياس ليكرت. يتضمن خيارات للإجابة على سؤال مثل: 1 لا أوافق بشدة، 2. معارض، 3. محايد، 4. أوافق، 5. أوافق بشدة. قم بإنشاء مقياس ليكرت خاص بك باستخدام المهارات المذكورة سابقًا واملأه بنفسك. ثم وضِّح الأسباب التي تدعم ردودك.</a:t>
            </a:r>
          </a:p>
          <a:p>
            <a:pPr marL="685800" rtl="1">
              <a:lnSpc>
                <a:spcPct val="120000"/>
              </a:lnSpc>
            </a:pPr>
            <a:r>
              <a:rPr lang="ar" sz="1600" dirty="0">
                <a:latin typeface="Sakkal Majalla" panose="02000000000000000000" pitchFamily="2" charset="-78"/>
                <a:cs typeface="Sakkal Majalla" panose="02000000000000000000" pitchFamily="2" charset="-78"/>
              </a:rPr>
              <a:t>مقياس الفروق الدلالية: عبارة عن استبيان لقياس ردود الفعل العاطفية، عادةً ما يتكون من 7 نقاط بين صفتين مثل: سيء - جيد. أنشئ مقياس الفروق الدلالية الخاص بك باستخدام المهارات المذكورة سابقًا واملأه بنفسك، ثم وضِّح الأسباب التي تدعم ردودك.</a:t>
            </a:r>
          </a:p>
          <a:p>
            <a:pPr marL="685800" rtl="1">
              <a:lnSpc>
                <a:spcPct val="120000"/>
              </a:lnSpc>
            </a:pPr>
            <a:r>
              <a:rPr lang="ar" sz="1600" dirty="0">
                <a:latin typeface="Sakkal Majalla" panose="02000000000000000000" pitchFamily="2" charset="-78"/>
                <a:cs typeface="Sakkal Majalla" panose="02000000000000000000" pitchFamily="2" charset="-78"/>
              </a:rPr>
              <a:t>يوجد طرق أخرى يمكن أن تساعد على تقييم مهاراتك:</a:t>
            </a:r>
          </a:p>
          <a:p>
            <a:pPr marL="1143000" lvl="1" indent="-342900" rtl="1">
              <a:lnSpc>
                <a:spcPct val="120000"/>
              </a:lnSpc>
            </a:pPr>
            <a:r>
              <a:rPr lang="ar" sz="1600" dirty="0">
                <a:latin typeface="Sakkal Majalla" panose="02000000000000000000" pitchFamily="2" charset="-78"/>
                <a:cs typeface="Sakkal Majalla" panose="02000000000000000000" pitchFamily="2" charset="-78"/>
              </a:rPr>
              <a:t>الملاحظة: وتعد أحد الطرق الجيدة لمعرفة كيفية أداء شخص ما لمهارات معينة في الوقت الفعلي</a:t>
            </a:r>
          </a:p>
          <a:p>
            <a:pPr marL="1143000" lvl="1" indent="-342900" rtl="1">
              <a:lnSpc>
                <a:spcPct val="120000"/>
              </a:lnSpc>
            </a:pPr>
            <a:r>
              <a:rPr lang="ar" sz="1600" dirty="0">
                <a:latin typeface="Sakkal Majalla" panose="02000000000000000000" pitchFamily="2" charset="-78"/>
                <a:cs typeface="Sakkal Majalla" panose="02000000000000000000" pitchFamily="2" charset="-78"/>
              </a:rPr>
              <a:t>تتضمن التقييمات مراجعة مهارات منظِّم الفعالية عادةً من جانب مدير، ومن ثم تُقدَّم التعليقات للمنظم.</a:t>
            </a:r>
          </a:p>
          <a:p>
            <a:pPr marL="1143000" lvl="1" indent="-342900" rtl="1">
              <a:lnSpc>
                <a:spcPct val="120000"/>
              </a:lnSpc>
            </a:pPr>
            <a:r>
              <a:rPr lang="ar" sz="1600" dirty="0">
                <a:latin typeface="Sakkal Majalla" panose="02000000000000000000" pitchFamily="2" charset="-78"/>
                <a:cs typeface="Sakkal Majalla" panose="02000000000000000000" pitchFamily="2" charset="-78"/>
              </a:rPr>
              <a:t>تُستخدم الاستبيانات لمعرفة آراء الحضور على فعالية معينة وتُستخدم هذه التعليقات لتحسين الفعاليات المستقبلية.</a:t>
            </a:r>
          </a:p>
        </p:txBody>
      </p:sp>
      <p:sp>
        <p:nvSpPr>
          <p:cNvPr id="2" name="Footer Placeholder 2">
            <a:extLst>
              <a:ext uri="{FF2B5EF4-FFF2-40B4-BE49-F238E27FC236}">
                <a16:creationId xmlns:a16="http://schemas.microsoft.com/office/drawing/2014/main" id="{6FB9BD60-8084-BB3A-4E91-9F95E8D2DDD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1854612984"/>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ب</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7200" y="2478576"/>
            <a:ext cx="7991475" cy="19008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Font typeface="Wingdings" panose="05000000000000000000" pitchFamily="2" charset="2"/>
              <a:buNone/>
            </a:pPr>
            <a:r>
              <a:rPr lang="ar" sz="3400" b="1" dirty="0">
                <a:latin typeface="Sakkal Majalla" panose="02000000000000000000" pitchFamily="2" charset="-78"/>
                <a:cs typeface="Sakkal Majalla" panose="02000000000000000000" pitchFamily="2" charset="-78"/>
              </a:rPr>
              <a:t>دراسة جدوى تنظيم فعاليات مقترحة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pic>
        <p:nvPicPr>
          <p:cNvPr id="4" name="Picture 3" descr="A large auditorium with wooden seats&#10;&#10;Description automatically generated">
            <a:extLst>
              <a:ext uri="{FF2B5EF4-FFF2-40B4-BE49-F238E27FC236}">
                <a16:creationId xmlns:a16="http://schemas.microsoft.com/office/drawing/2014/main" id="{AA8B4ABE-E993-FFE3-F137-316D68C4982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300191" y="4132240"/>
            <a:ext cx="2451972" cy="1634535"/>
          </a:xfrm>
          <a:prstGeom prst="rect">
            <a:avLst/>
          </a:prstGeom>
        </p:spPr>
      </p:pic>
      <p:pic>
        <p:nvPicPr>
          <p:cNvPr id="8" name="Picture 7" descr="A group of people in a large room&#10;&#10;Description automatically generated">
            <a:extLst>
              <a:ext uri="{FF2B5EF4-FFF2-40B4-BE49-F238E27FC236}">
                <a16:creationId xmlns:a16="http://schemas.microsoft.com/office/drawing/2014/main" id="{5BB9D9AE-A836-5DF1-26A8-2DF6F107D97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203646" y="4132239"/>
            <a:ext cx="2736708" cy="1609703"/>
          </a:xfrm>
          <a:prstGeom prst="rect">
            <a:avLst/>
          </a:prstGeom>
        </p:spPr>
      </p:pic>
      <p:pic>
        <p:nvPicPr>
          <p:cNvPr id="10" name="Picture 9" descr="A person standing in front of a group of people&#10;&#10;Description automatically generated">
            <a:extLst>
              <a:ext uri="{FF2B5EF4-FFF2-40B4-BE49-F238E27FC236}">
                <a16:creationId xmlns:a16="http://schemas.microsoft.com/office/drawing/2014/main" id="{F961580B-6232-C9C3-4CD1-BBD50A16E73D}"/>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58955" y="4132238"/>
            <a:ext cx="2414555" cy="1609703"/>
          </a:xfrm>
          <a:prstGeom prst="rect">
            <a:avLst/>
          </a:prstGeom>
        </p:spPr>
      </p:pic>
      <p:sp>
        <p:nvSpPr>
          <p:cNvPr id="2" name="Footer Placeholder 2">
            <a:extLst>
              <a:ext uri="{FF2B5EF4-FFF2-40B4-BE49-F238E27FC236}">
                <a16:creationId xmlns:a16="http://schemas.microsoft.com/office/drawing/2014/main" id="{0F3D6330-E69C-079A-BBD3-711BB13FDE1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F4B49-BF2F-D07E-7F5A-E6A46423C6E6}"/>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5335614D-6D9C-04AC-74EA-36B07895707D}"/>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300" b="1" dirty="0">
                <a:solidFill>
                  <a:schemeClr val="tx2"/>
                </a:solidFill>
                <a:latin typeface="Sakkal Majalla" panose="02000000000000000000" pitchFamily="2" charset="-78"/>
                <a:cs typeface="Sakkal Majalla" panose="02000000000000000000" pitchFamily="2" charset="-78"/>
              </a:rPr>
              <a:t>ب1 أنواع الفعاليات/الأحداث المختلفة، والعوامل المؤثرة في نجاحها (1)</a:t>
            </a:r>
          </a:p>
          <a:p>
            <a:pPr algn="ctr" rtl="1">
              <a:lnSpc>
                <a:spcPct val="90000"/>
              </a:lnSpc>
              <a:spcAft>
                <a:spcPts val="600"/>
              </a:spcAft>
            </a:pPr>
            <a:endParaRPr lang="en-US" altLang="en-US" sz="23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E9EA7670-FD1E-82EA-FE6E-91736FADA9C9}"/>
              </a:ext>
            </a:extLst>
          </p:cNvPr>
          <p:cNvSpPr>
            <a:spLocks noGrp="1" noChangeArrowheads="1"/>
          </p:cNvSpPr>
          <p:nvPr>
            <p:ph sz="half" idx="1"/>
          </p:nvPr>
        </p:nvSpPr>
        <p:spPr bwMode="auto">
          <a:xfrm>
            <a:off x="4301840" y="1844824"/>
            <a:ext cx="466264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indent="0" rtl="1">
              <a:lnSpc>
                <a:spcPct val="90000"/>
              </a:lnSpc>
              <a:buNone/>
            </a:pPr>
            <a:r>
              <a:rPr lang="ar" sz="1900" dirty="0">
                <a:latin typeface="Sakkal Majalla" panose="02000000000000000000" pitchFamily="2" charset="-78"/>
                <a:cs typeface="Sakkal Majalla" panose="02000000000000000000" pitchFamily="2" charset="-78"/>
              </a:rPr>
              <a:t>استعدادًا لتخطيط الفعالية الخاصة بك وتنظيمها، تحتاج إلى فهم الأنواع المختلفة من الفعاليات التي يمكنك الاختيار من بينها:</a:t>
            </a:r>
          </a:p>
          <a:p>
            <a:pPr marL="685800" rtl="1">
              <a:lnSpc>
                <a:spcPct val="90000"/>
              </a:lnSpc>
            </a:pPr>
            <a:endParaRPr lang="en-GB" altLang="en-US" sz="1900" dirty="0">
              <a:latin typeface="Sakkal Majalla" panose="02000000000000000000" pitchFamily="2" charset="-78"/>
              <a:cs typeface="Sakkal Majalla" panose="02000000000000000000" pitchFamily="2" charset="-78"/>
            </a:endParaRPr>
          </a:p>
          <a:p>
            <a:pPr marL="685800" rtl="1">
              <a:lnSpc>
                <a:spcPct val="90000"/>
              </a:lnSpc>
            </a:pPr>
            <a:r>
              <a:rPr lang="ar" sz="1900" dirty="0">
                <a:latin typeface="Sakkal Majalla" panose="02000000000000000000" pitchFamily="2" charset="-78"/>
                <a:cs typeface="Sakkal Majalla" panose="02000000000000000000" pitchFamily="2" charset="-78"/>
              </a:rPr>
              <a:t>الفعاليات التجارية:</a:t>
            </a:r>
          </a:p>
          <a:p>
            <a:pPr marL="1085850" lvl="1" rtl="1">
              <a:lnSpc>
                <a:spcPct val="90000"/>
              </a:lnSpc>
            </a:pPr>
            <a:r>
              <a:rPr lang="ar" sz="1900" dirty="0">
                <a:latin typeface="Sakkal Majalla" panose="02000000000000000000" pitchFamily="2" charset="-78"/>
                <a:cs typeface="Sakkal Majalla" panose="02000000000000000000" pitchFamily="2" charset="-78"/>
              </a:rPr>
              <a:t>المؤتمرات</a:t>
            </a:r>
          </a:p>
          <a:p>
            <a:pPr marL="1085850" lvl="1" rtl="1">
              <a:lnSpc>
                <a:spcPct val="90000"/>
              </a:lnSpc>
            </a:pPr>
            <a:r>
              <a:rPr lang="ar" sz="1900" dirty="0">
                <a:latin typeface="Sakkal Majalla" panose="02000000000000000000" pitchFamily="2" charset="-78"/>
                <a:cs typeface="Sakkal Majalla" panose="02000000000000000000" pitchFamily="2" charset="-78"/>
              </a:rPr>
              <a:t>المعارض</a:t>
            </a:r>
          </a:p>
          <a:p>
            <a:pPr marL="1085850" lvl="1" rtl="1">
              <a:lnSpc>
                <a:spcPct val="90000"/>
              </a:lnSpc>
            </a:pPr>
            <a:r>
              <a:rPr lang="ar" sz="1900" dirty="0">
                <a:latin typeface="Sakkal Majalla" panose="02000000000000000000" pitchFamily="2" charset="-78"/>
                <a:cs typeface="Sakkal Majalla" panose="02000000000000000000" pitchFamily="2" charset="-78"/>
              </a:rPr>
              <a:t>طرح منتج</a:t>
            </a:r>
          </a:p>
          <a:p>
            <a:pPr marL="1085850" lvl="1" rtl="1">
              <a:lnSpc>
                <a:spcPct val="90000"/>
              </a:lnSpc>
            </a:pPr>
            <a:r>
              <a:rPr lang="ar" sz="1900" dirty="0">
                <a:latin typeface="Sakkal Majalla" panose="02000000000000000000" pitchFamily="2" charset="-78"/>
                <a:cs typeface="Sakkal Majalla" panose="02000000000000000000" pitchFamily="2" charset="-78"/>
              </a:rPr>
              <a:t>المعارض التجارية</a:t>
            </a:r>
          </a:p>
          <a:p>
            <a:pPr marL="1085850" lvl="1" rtl="1">
              <a:lnSpc>
                <a:spcPct val="90000"/>
              </a:lnSpc>
            </a:pPr>
            <a:r>
              <a:rPr lang="ar" sz="1900" dirty="0">
                <a:latin typeface="Sakkal Majalla" panose="02000000000000000000" pitchFamily="2" charset="-78"/>
                <a:cs typeface="Sakkal Majalla" panose="02000000000000000000" pitchFamily="2" charset="-78"/>
              </a:rPr>
              <a:t>اجتماعات المساهمين</a:t>
            </a:r>
          </a:p>
          <a:p>
            <a:pPr marL="1085850" lvl="1" rtl="1">
              <a:lnSpc>
                <a:spcPct val="90000"/>
              </a:lnSpc>
            </a:pPr>
            <a:r>
              <a:rPr lang="ar" sz="1900" dirty="0">
                <a:latin typeface="Sakkal Majalla" panose="02000000000000000000" pitchFamily="2" charset="-78"/>
                <a:cs typeface="Sakkal Majalla" panose="02000000000000000000" pitchFamily="2" charset="-78"/>
              </a:rPr>
              <a:t>مؤتمرات صحفية</a:t>
            </a:r>
          </a:p>
          <a:p>
            <a:pPr marL="1085850" lvl="1" rtl="1">
              <a:lnSpc>
                <a:spcPct val="90000"/>
              </a:lnSpc>
            </a:pPr>
            <a:r>
              <a:rPr lang="ar" sz="1900" dirty="0">
                <a:latin typeface="Sakkal Majalla" panose="02000000000000000000" pitchFamily="2" charset="-78"/>
                <a:cs typeface="Sakkal Majalla" panose="02000000000000000000" pitchFamily="2" charset="-78"/>
              </a:rPr>
              <a:t>حفلات توزيع الجوائز</a:t>
            </a:r>
          </a:p>
          <a:p>
            <a:pPr marL="1085850" lvl="1" rtl="1">
              <a:lnSpc>
                <a:spcPct val="90000"/>
              </a:lnSpc>
            </a:pPr>
            <a:r>
              <a:rPr lang="ar" sz="1900" dirty="0">
                <a:latin typeface="Sakkal Majalla" panose="02000000000000000000" pitchFamily="2" charset="-78"/>
                <a:cs typeface="Sakkal Majalla" panose="02000000000000000000" pitchFamily="2" charset="-78"/>
              </a:rPr>
              <a:t>بناء الفريق</a:t>
            </a:r>
          </a:p>
          <a:p>
            <a:pPr marL="1085850" lvl="1" rtl="1">
              <a:lnSpc>
                <a:spcPct val="90000"/>
              </a:lnSpc>
            </a:pPr>
            <a:r>
              <a:rPr lang="ar" sz="1900" dirty="0">
                <a:latin typeface="Sakkal Majalla" panose="02000000000000000000" pitchFamily="2" charset="-78"/>
                <a:cs typeface="Sakkal Majalla" panose="02000000000000000000" pitchFamily="2" charset="-78"/>
              </a:rPr>
              <a:t>الندوات</a:t>
            </a:r>
          </a:p>
          <a:p>
            <a:pPr marL="685800" rtl="1">
              <a:lnSpc>
                <a:spcPct val="90000"/>
              </a:lnSpc>
            </a:pPr>
            <a:endParaRPr lang="en-GB" altLang="en-US" sz="1900" dirty="0">
              <a:latin typeface="Sakkal Majalla" panose="02000000000000000000" pitchFamily="2" charset="-78"/>
              <a:cs typeface="Sakkal Majalla" panose="02000000000000000000" pitchFamily="2" charset="-78"/>
            </a:endParaRPr>
          </a:p>
        </p:txBody>
      </p:sp>
      <p:sp>
        <p:nvSpPr>
          <p:cNvPr id="2" name="TextBox 1">
            <a:extLst>
              <a:ext uri="{FF2B5EF4-FFF2-40B4-BE49-F238E27FC236}">
                <a16:creationId xmlns:a16="http://schemas.microsoft.com/office/drawing/2014/main" id="{8AD1A75A-693C-3535-9B96-1F96773FC1CD}"/>
              </a:ext>
            </a:extLst>
          </p:cNvPr>
          <p:cNvSpPr txBox="1"/>
          <p:nvPr/>
        </p:nvSpPr>
        <p:spPr bwMode="auto">
          <a:xfrm>
            <a:off x="828352" y="1772816"/>
            <a:ext cx="3239592" cy="4024100"/>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marL="342900" indent="-342900" rtl="1">
              <a:spcBef>
                <a:spcPct val="20000"/>
              </a:spcBef>
              <a:buFont typeface="Wingdings" pitchFamily="2" charset="2"/>
              <a:buChar char="§"/>
            </a:pPr>
            <a:r>
              <a:rPr lang="ar" sz="2000" dirty="0">
                <a:latin typeface="Sakkal Majalla" panose="02000000000000000000" pitchFamily="2" charset="-78"/>
                <a:cs typeface="Sakkal Majalla" panose="02000000000000000000" pitchFamily="2" charset="-78"/>
              </a:rPr>
              <a:t>إجراء بحث حول كل نوع من هذه الفعاليات التجارية، ووضح ماهيتها والغرض منها. وما عوامل النجاح المشتركة بينها؟</a:t>
            </a:r>
          </a:p>
          <a:p>
            <a:pPr marL="342900" indent="-342900" rtl="1">
              <a:spcBef>
                <a:spcPct val="20000"/>
              </a:spcBef>
              <a:buFont typeface="Wingdings" pitchFamily="2" charset="2"/>
              <a:buChar char="§"/>
            </a:pPr>
            <a:r>
              <a:rPr lang="ar" sz="2000" dirty="0">
                <a:latin typeface="Sakkal Majalla" panose="02000000000000000000" pitchFamily="2" charset="-78"/>
                <a:cs typeface="Sakkal Majalla" panose="02000000000000000000" pitchFamily="2" charset="-78"/>
              </a:rPr>
              <a:t>هل يمكنك تنفيذ أي من هذه الفعاليات وفقًا للمهارات التي تملكها؟ اذكر أسباب إجابتك.</a:t>
            </a:r>
          </a:p>
        </p:txBody>
      </p:sp>
      <p:pic>
        <p:nvPicPr>
          <p:cNvPr id="5" name="Picture 4" descr="A group of people looking at art&#10;&#10;Description automatically generated">
            <a:extLst>
              <a:ext uri="{FF2B5EF4-FFF2-40B4-BE49-F238E27FC236}">
                <a16:creationId xmlns:a16="http://schemas.microsoft.com/office/drawing/2014/main" id="{83D40063-6ABC-6258-556F-3E363AED78B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47178" y="5074926"/>
            <a:ext cx="3155694" cy="1443979"/>
          </a:xfrm>
          <a:prstGeom prst="rect">
            <a:avLst/>
          </a:prstGeom>
        </p:spPr>
      </p:pic>
      <p:sp>
        <p:nvSpPr>
          <p:cNvPr id="3" name="Footer Placeholder 2">
            <a:extLst>
              <a:ext uri="{FF2B5EF4-FFF2-40B4-BE49-F238E27FC236}">
                <a16:creationId xmlns:a16="http://schemas.microsoft.com/office/drawing/2014/main" id="{42B108AE-5DB6-5F4E-CD28-AC177799BEB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4192409515"/>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BFD83-DEB8-1443-F69E-E8B2F2472DB6}"/>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C1EC8ED1-DBB7-34D8-FBC4-AD6B3BF27920}"/>
              </a:ext>
            </a:extLst>
          </p:cNvPr>
          <p:cNvSpPr>
            <a:spLocks noChangeArrowheads="1"/>
          </p:cNvSpPr>
          <p:nvPr/>
        </p:nvSpPr>
        <p:spPr bwMode="auto">
          <a:xfrm>
            <a:off x="459007" y="1412776"/>
            <a:ext cx="8229600" cy="76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300" b="1" dirty="0">
                <a:solidFill>
                  <a:schemeClr val="tx2"/>
                </a:solidFill>
                <a:latin typeface="Sakkal Majalla" panose="02000000000000000000" pitchFamily="2" charset="-78"/>
                <a:cs typeface="Sakkal Majalla" panose="02000000000000000000" pitchFamily="2" charset="-78"/>
              </a:rPr>
              <a:t>ب1 أنواع الفعاليات/الأحداث المختلفة، والعوامل المؤثرة في نجاحها (2)</a:t>
            </a:r>
          </a:p>
          <a:p>
            <a:pPr algn="ctr" rtl="1">
              <a:lnSpc>
                <a:spcPct val="90000"/>
              </a:lnSpc>
              <a:spcAft>
                <a:spcPts val="600"/>
              </a:spcAft>
            </a:pPr>
            <a:endParaRPr lang="en-US" altLang="en-US" sz="23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D4213AA9-0EAE-9913-3534-1C1F834592B5}"/>
              </a:ext>
            </a:extLst>
          </p:cNvPr>
          <p:cNvSpPr>
            <a:spLocks noGrp="1" noChangeArrowheads="1"/>
          </p:cNvSpPr>
          <p:nvPr>
            <p:ph sz="half" idx="1"/>
          </p:nvPr>
        </p:nvSpPr>
        <p:spPr bwMode="auto">
          <a:xfrm>
            <a:off x="4573807" y="2348880"/>
            <a:ext cx="4462689"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685800" rtl="1">
              <a:lnSpc>
                <a:spcPct val="90000"/>
              </a:lnSpc>
            </a:pPr>
            <a:r>
              <a:rPr lang="ar" sz="1800" dirty="0">
                <a:latin typeface="Sakkal Majalla" panose="02000000000000000000" pitchFamily="2" charset="-78"/>
                <a:cs typeface="Sakkal Majalla" panose="02000000000000000000" pitchFamily="2" charset="-78"/>
              </a:rPr>
              <a:t>الفعاليات الرياضية والترفيهية:</a:t>
            </a:r>
          </a:p>
          <a:p>
            <a:pPr marL="1085850" lvl="1" rtl="1">
              <a:lnSpc>
                <a:spcPct val="90000"/>
              </a:lnSpc>
            </a:pPr>
            <a:r>
              <a:rPr lang="ar" sz="1800" dirty="0">
                <a:latin typeface="Sakkal Majalla" panose="02000000000000000000" pitchFamily="2" charset="-78"/>
                <a:cs typeface="Sakkal Majalla" panose="02000000000000000000" pitchFamily="2" charset="-78"/>
              </a:rPr>
              <a:t>الألعاب الأولمبية والبارالمبية</a:t>
            </a:r>
          </a:p>
          <a:p>
            <a:pPr marL="1085850" lvl="1" rtl="1">
              <a:lnSpc>
                <a:spcPct val="90000"/>
              </a:lnSpc>
            </a:pPr>
            <a:r>
              <a:rPr lang="ar" sz="1800" dirty="0">
                <a:latin typeface="Sakkal Majalla" panose="02000000000000000000" pitchFamily="2" charset="-78"/>
                <a:cs typeface="Sakkal Majalla" panose="02000000000000000000" pitchFamily="2" charset="-78"/>
              </a:rPr>
              <a:t>البطولات الرياضية الوطنية</a:t>
            </a:r>
          </a:p>
          <a:p>
            <a:pPr marL="1085850" lvl="1" rtl="1">
              <a:lnSpc>
                <a:spcPct val="90000"/>
              </a:lnSpc>
            </a:pPr>
            <a:r>
              <a:rPr lang="ar" sz="1800" dirty="0">
                <a:latin typeface="Sakkal Majalla" panose="02000000000000000000" pitchFamily="2" charset="-78"/>
                <a:cs typeface="Sakkal Majalla" panose="02000000000000000000" pitchFamily="2" charset="-78"/>
              </a:rPr>
              <a:t>المباريات الرياضية</a:t>
            </a:r>
          </a:p>
          <a:p>
            <a:pPr marL="1085850" lvl="1" rtl="1">
              <a:lnSpc>
                <a:spcPct val="90000"/>
              </a:lnSpc>
            </a:pPr>
            <a:r>
              <a:rPr lang="ar" sz="1800" dirty="0">
                <a:latin typeface="Sakkal Majalla" panose="02000000000000000000" pitchFamily="2" charset="-78"/>
                <a:cs typeface="Sakkal Majalla" panose="02000000000000000000" pitchFamily="2" charset="-78"/>
              </a:rPr>
              <a:t>الفعاليات الرياضة للسيارات</a:t>
            </a:r>
          </a:p>
          <a:p>
            <a:pPr marL="1085850" lvl="1" rtl="1">
              <a:lnSpc>
                <a:spcPct val="90000"/>
              </a:lnSpc>
            </a:pPr>
            <a:r>
              <a:rPr lang="ar" sz="1800" dirty="0">
                <a:latin typeface="Sakkal Majalla" panose="02000000000000000000" pitchFamily="2" charset="-78"/>
                <a:cs typeface="Sakkal Majalla" panose="02000000000000000000" pitchFamily="2" charset="-78"/>
              </a:rPr>
              <a:t>فعاليات السباق والفروسية</a:t>
            </a:r>
          </a:p>
          <a:p>
            <a:pPr marL="1085850" lvl="1" rtl="1">
              <a:lnSpc>
                <a:spcPct val="90000"/>
              </a:lnSpc>
            </a:pPr>
            <a:r>
              <a:rPr lang="ar" sz="1800" dirty="0">
                <a:latin typeface="Sakkal Majalla" panose="02000000000000000000" pitchFamily="2" charset="-78"/>
                <a:cs typeface="Sakkal Majalla" panose="02000000000000000000" pitchFamily="2" charset="-78"/>
              </a:rPr>
              <a:t>المعارض القطرية</a:t>
            </a:r>
          </a:p>
          <a:p>
            <a:pPr marL="1085850" lvl="1" rtl="1">
              <a:lnSpc>
                <a:spcPct val="90000"/>
              </a:lnSpc>
            </a:pPr>
            <a:r>
              <a:rPr lang="ar" sz="1800" dirty="0">
                <a:latin typeface="Sakkal Majalla" panose="02000000000000000000" pitchFamily="2" charset="-78"/>
                <a:cs typeface="Sakkal Majalla" panose="02000000000000000000" pitchFamily="2" charset="-78"/>
              </a:rPr>
              <a:t>مهرجانات الغذاء</a:t>
            </a:r>
          </a:p>
          <a:p>
            <a:pPr marL="1085850" lvl="1" rtl="1">
              <a:lnSpc>
                <a:spcPct val="90000"/>
              </a:lnSpc>
            </a:pPr>
            <a:r>
              <a:rPr lang="ar" sz="1800" dirty="0">
                <a:latin typeface="Sakkal Majalla" panose="02000000000000000000" pitchFamily="2" charset="-78"/>
                <a:cs typeface="Sakkal Majalla" panose="02000000000000000000" pitchFamily="2" charset="-78"/>
              </a:rPr>
              <a:t>فعاليات ترفيهية</a:t>
            </a:r>
          </a:p>
          <a:p>
            <a:pPr marL="1085850" lvl="1" rtl="1">
              <a:lnSpc>
                <a:spcPct val="90000"/>
              </a:lnSpc>
            </a:pPr>
            <a:r>
              <a:rPr lang="ar" sz="1800" dirty="0">
                <a:latin typeface="Sakkal Majalla" panose="02000000000000000000" pitchFamily="2" charset="-78"/>
                <a:cs typeface="Sakkal Majalla" panose="02000000000000000000" pitchFamily="2" charset="-78"/>
              </a:rPr>
              <a:t>سباقات القوارب الشراعية</a:t>
            </a:r>
          </a:p>
          <a:p>
            <a:pPr marL="1085850" lvl="1" rtl="1">
              <a:lnSpc>
                <a:spcPct val="90000"/>
              </a:lnSpc>
            </a:pPr>
            <a:r>
              <a:rPr lang="ar" sz="1800" dirty="0">
                <a:latin typeface="Sakkal Majalla" panose="02000000000000000000" pitchFamily="2" charset="-78"/>
                <a:cs typeface="Sakkal Majalla" panose="02000000000000000000" pitchFamily="2" charset="-78"/>
              </a:rPr>
              <a:t>معارض هواة الجمع</a:t>
            </a:r>
          </a:p>
        </p:txBody>
      </p:sp>
      <p:sp>
        <p:nvSpPr>
          <p:cNvPr id="2" name="TextBox 1">
            <a:extLst>
              <a:ext uri="{FF2B5EF4-FFF2-40B4-BE49-F238E27FC236}">
                <a16:creationId xmlns:a16="http://schemas.microsoft.com/office/drawing/2014/main" id="{ECAA629E-C945-C5C4-8761-31F705FF3FA5}"/>
              </a:ext>
            </a:extLst>
          </p:cNvPr>
          <p:cNvSpPr txBox="1"/>
          <p:nvPr/>
        </p:nvSpPr>
        <p:spPr bwMode="auto">
          <a:xfrm>
            <a:off x="524243" y="2276872"/>
            <a:ext cx="4027488" cy="2207642"/>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marL="342900" indent="-342900" rtl="1">
              <a:lnSpc>
                <a:spcPct val="120000"/>
              </a:lnSpc>
              <a:spcBef>
                <a:spcPct val="20000"/>
              </a:spcBef>
              <a:buFont typeface="Wingdings" pitchFamily="2" charset="2"/>
              <a:buChar char="§"/>
            </a:pPr>
            <a:r>
              <a:rPr lang="ar">
                <a:latin typeface="Sakkal Majalla" panose="02000000000000000000" pitchFamily="2" charset="-78"/>
                <a:cs typeface="Sakkal Majalla" panose="02000000000000000000" pitchFamily="2" charset="-78"/>
              </a:rPr>
              <a:t>إجراء بحث حول كل نوع من هذه الفعاليات الرياضية والترفيهية وتوضيح ماهيتها والغرض منها. وما عوامل النجاح المشتركة بينها؟</a:t>
            </a:r>
          </a:p>
          <a:p>
            <a:pPr marL="342900" indent="-342900" rtl="1">
              <a:lnSpc>
                <a:spcPct val="120000"/>
              </a:lnSpc>
              <a:spcBef>
                <a:spcPct val="20000"/>
              </a:spcBef>
              <a:buFont typeface="Wingdings" pitchFamily="2" charset="2"/>
              <a:buChar char="§"/>
            </a:pPr>
            <a:r>
              <a:rPr lang="ar">
                <a:latin typeface="Sakkal Majalla" panose="02000000000000000000" pitchFamily="2" charset="-78"/>
                <a:cs typeface="Sakkal Majalla" panose="02000000000000000000" pitchFamily="2" charset="-78"/>
              </a:rPr>
              <a:t>هل يمكنك تنفيذ أي من هذه الفعاليات وفقًا للمهارات التي تملكها؟ اذكر أسباب إجابتك.</a:t>
            </a:r>
          </a:p>
        </p:txBody>
      </p:sp>
      <p:sp>
        <p:nvSpPr>
          <p:cNvPr id="3" name="Footer Placeholder 2">
            <a:extLst>
              <a:ext uri="{FF2B5EF4-FFF2-40B4-BE49-F238E27FC236}">
                <a16:creationId xmlns:a16="http://schemas.microsoft.com/office/drawing/2014/main" id="{7025B3AB-F394-B056-361E-10CBA0A33E0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1804700605"/>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12BBE-F1E7-71DB-AC3C-66869255BD0C}"/>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538D53C8-CF99-4B26-370B-800BDB2B1EC7}"/>
              </a:ext>
            </a:extLst>
          </p:cNvPr>
          <p:cNvSpPr>
            <a:spLocks noChangeArrowheads="1"/>
          </p:cNvSpPr>
          <p:nvPr/>
        </p:nvSpPr>
        <p:spPr bwMode="auto">
          <a:xfrm>
            <a:off x="445369" y="1332001"/>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300" b="1" dirty="0">
                <a:solidFill>
                  <a:schemeClr val="tx2"/>
                </a:solidFill>
                <a:latin typeface="Sakkal Majalla" panose="02000000000000000000" pitchFamily="2" charset="-78"/>
                <a:cs typeface="Sakkal Majalla" panose="02000000000000000000" pitchFamily="2" charset="-78"/>
              </a:rPr>
              <a:t>ب1 أنواع الفعاليات/الأحداث المختلفة، والعوامل المؤثرة في نجاحها (3)</a:t>
            </a:r>
          </a:p>
          <a:p>
            <a:pPr algn="ctr" rtl="1">
              <a:lnSpc>
                <a:spcPct val="90000"/>
              </a:lnSpc>
              <a:spcAft>
                <a:spcPts val="600"/>
              </a:spcAft>
            </a:pPr>
            <a:endParaRPr lang="en-US" altLang="en-US" sz="2300" b="1" dirty="0">
              <a:solidFill>
                <a:schemeClr val="tx2"/>
              </a:solidFill>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52592F1F-0A15-0ECA-01F4-7BE6DC0D4888}"/>
              </a:ext>
            </a:extLst>
          </p:cNvPr>
          <p:cNvSpPr>
            <a:spLocks noGrp="1" noChangeArrowheads="1"/>
          </p:cNvSpPr>
          <p:nvPr>
            <p:ph sz="half" idx="1"/>
          </p:nvPr>
        </p:nvSpPr>
        <p:spPr bwMode="auto">
          <a:xfrm>
            <a:off x="4716015" y="2196001"/>
            <a:ext cx="4320480"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685800" rtl="1">
              <a:lnSpc>
                <a:spcPct val="90000"/>
              </a:lnSpc>
            </a:pPr>
            <a:r>
              <a:rPr lang="ar" sz="1900" dirty="0">
                <a:latin typeface="Sakkal Majalla" panose="02000000000000000000" pitchFamily="2" charset="-78"/>
                <a:cs typeface="Sakkal Majalla" panose="02000000000000000000" pitchFamily="2" charset="-78"/>
              </a:rPr>
              <a:t>الترفيه:</a:t>
            </a:r>
          </a:p>
          <a:p>
            <a:pPr marL="1085850" lvl="1" rtl="1">
              <a:lnSpc>
                <a:spcPct val="90000"/>
              </a:lnSpc>
            </a:pPr>
            <a:r>
              <a:rPr lang="ar" sz="1900" dirty="0">
                <a:latin typeface="Sakkal Majalla" panose="02000000000000000000" pitchFamily="2" charset="-78"/>
                <a:cs typeface="Sakkal Majalla" panose="02000000000000000000" pitchFamily="2" charset="-78"/>
              </a:rPr>
              <a:t>مهرجانات موسيقية</a:t>
            </a:r>
          </a:p>
          <a:p>
            <a:pPr marL="1085850" lvl="1" rtl="1">
              <a:lnSpc>
                <a:spcPct val="90000"/>
              </a:lnSpc>
            </a:pPr>
            <a:r>
              <a:rPr lang="ar" sz="1900" dirty="0">
                <a:latin typeface="Sakkal Majalla" panose="02000000000000000000" pitchFamily="2" charset="-78"/>
                <a:cs typeface="Sakkal Majalla" panose="02000000000000000000" pitchFamily="2" charset="-78"/>
              </a:rPr>
              <a:t>حفلات</a:t>
            </a:r>
          </a:p>
          <a:p>
            <a:pPr marL="1085850" lvl="1" rtl="1">
              <a:lnSpc>
                <a:spcPct val="90000"/>
              </a:lnSpc>
            </a:pPr>
            <a:r>
              <a:rPr lang="ar" sz="1900" dirty="0">
                <a:latin typeface="Sakkal Majalla" panose="02000000000000000000" pitchFamily="2" charset="-78"/>
                <a:cs typeface="Sakkal Majalla" panose="02000000000000000000" pitchFamily="2" charset="-78"/>
              </a:rPr>
              <a:t>مسرحيات</a:t>
            </a:r>
          </a:p>
          <a:p>
            <a:pPr marL="685800" rtl="1">
              <a:lnSpc>
                <a:spcPct val="90000"/>
              </a:lnSpc>
            </a:pPr>
            <a:r>
              <a:rPr lang="ar" sz="1900" dirty="0">
                <a:latin typeface="Sakkal Majalla" panose="02000000000000000000" pitchFamily="2" charset="-78"/>
                <a:cs typeface="Sakkal Majalla" panose="02000000000000000000" pitchFamily="2" charset="-78"/>
              </a:rPr>
              <a:t>الاحتفالات:</a:t>
            </a:r>
          </a:p>
          <a:p>
            <a:pPr marL="1085850" lvl="1" rtl="1">
              <a:lnSpc>
                <a:spcPct val="90000"/>
              </a:lnSpc>
            </a:pPr>
            <a:r>
              <a:rPr lang="ar" sz="1900" dirty="0">
                <a:latin typeface="Sakkal Majalla" panose="02000000000000000000" pitchFamily="2" charset="-78"/>
                <a:cs typeface="Sakkal Majalla" panose="02000000000000000000" pitchFamily="2" charset="-78"/>
              </a:rPr>
              <a:t>حفلات الزفاف</a:t>
            </a:r>
          </a:p>
          <a:p>
            <a:pPr marL="1085850" lvl="1" rtl="1">
              <a:lnSpc>
                <a:spcPct val="90000"/>
              </a:lnSpc>
            </a:pPr>
            <a:r>
              <a:rPr lang="ar" sz="1900" dirty="0">
                <a:latin typeface="Sakkal Majalla" panose="02000000000000000000" pitchFamily="2" charset="-78"/>
                <a:cs typeface="Sakkal Majalla" panose="02000000000000000000" pitchFamily="2" charset="-78"/>
              </a:rPr>
              <a:t>حفلات أعياد الميلاد</a:t>
            </a:r>
          </a:p>
          <a:p>
            <a:pPr marL="1085850" lvl="1" rtl="1">
              <a:lnSpc>
                <a:spcPct val="90000"/>
              </a:lnSpc>
            </a:pPr>
            <a:r>
              <a:rPr lang="ar" sz="1900" dirty="0">
                <a:latin typeface="Sakkal Majalla" panose="02000000000000000000" pitchFamily="2" charset="-78"/>
                <a:cs typeface="Sakkal Majalla" panose="02000000000000000000" pitchFamily="2" charset="-78"/>
              </a:rPr>
              <a:t>احتفالات الذكرى السنوية</a:t>
            </a:r>
          </a:p>
          <a:p>
            <a:pPr marL="685800" rtl="1">
              <a:lnSpc>
                <a:spcPct val="90000"/>
              </a:lnSpc>
            </a:pPr>
            <a:r>
              <a:rPr lang="ar" sz="1900" dirty="0">
                <a:latin typeface="Sakkal Majalla" panose="02000000000000000000" pitchFamily="2" charset="-78"/>
                <a:cs typeface="Sakkal Majalla" panose="02000000000000000000" pitchFamily="2" charset="-78"/>
              </a:rPr>
              <a:t>الفعاليات الخاصة بالمؤسسات الاجتماعية:</a:t>
            </a:r>
          </a:p>
          <a:p>
            <a:pPr marL="1085850" lvl="1" rtl="1">
              <a:lnSpc>
                <a:spcPct val="90000"/>
              </a:lnSpc>
            </a:pPr>
            <a:r>
              <a:rPr lang="ar" sz="1900" dirty="0">
                <a:latin typeface="Sakkal Majalla" panose="02000000000000000000" pitchFamily="2" charset="-78"/>
                <a:cs typeface="Sakkal Majalla" panose="02000000000000000000" pitchFamily="2" charset="-78"/>
              </a:rPr>
              <a:t>الفعاليات الرياضية الخيرية</a:t>
            </a:r>
          </a:p>
          <a:p>
            <a:pPr marL="1085850" lvl="1" rtl="1">
              <a:lnSpc>
                <a:spcPct val="90000"/>
              </a:lnSpc>
            </a:pPr>
            <a:r>
              <a:rPr lang="ar" sz="1900" dirty="0">
                <a:latin typeface="Sakkal Majalla" panose="02000000000000000000" pitchFamily="2" charset="-78"/>
                <a:cs typeface="Sakkal Majalla" panose="02000000000000000000" pitchFamily="2" charset="-78"/>
              </a:rPr>
              <a:t>الفعاليات الخاصة بجمع التبرعات الخيرية</a:t>
            </a:r>
          </a:p>
        </p:txBody>
      </p:sp>
      <p:sp>
        <p:nvSpPr>
          <p:cNvPr id="2" name="TextBox 1">
            <a:extLst>
              <a:ext uri="{FF2B5EF4-FFF2-40B4-BE49-F238E27FC236}">
                <a16:creationId xmlns:a16="http://schemas.microsoft.com/office/drawing/2014/main" id="{B00FEE90-37AA-EE9D-BDE3-3833CD461F40}"/>
              </a:ext>
            </a:extLst>
          </p:cNvPr>
          <p:cNvSpPr txBox="1"/>
          <p:nvPr/>
        </p:nvSpPr>
        <p:spPr bwMode="auto">
          <a:xfrm>
            <a:off x="468312" y="2196001"/>
            <a:ext cx="4027488" cy="4024100"/>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marL="342900" indent="-342900" rtl="1">
              <a:spcBef>
                <a:spcPct val="20000"/>
              </a:spcBef>
              <a:buFont typeface="Wingdings" pitchFamily="2" charset="2"/>
              <a:buChar char="§"/>
            </a:pPr>
            <a:r>
              <a:rPr lang="ar" sz="1900">
                <a:latin typeface="Sakkal Majalla" panose="02000000000000000000" pitchFamily="2" charset="-78"/>
                <a:cs typeface="Sakkal Majalla" panose="02000000000000000000" pitchFamily="2" charset="-78"/>
              </a:rPr>
              <a:t>إجراء بحث عن كل نوع من أنواع هذه الفعاليات الترفيهية والاحتفالية والاجتماعية موضحّا ماهيتها والغرض منها. وما عوامل النجاح المشتركة بينها؟</a:t>
            </a:r>
          </a:p>
          <a:p>
            <a:pPr marL="342900" indent="-342900" rtl="1">
              <a:spcBef>
                <a:spcPct val="20000"/>
              </a:spcBef>
              <a:buFont typeface="Wingdings" pitchFamily="2" charset="2"/>
              <a:buChar char="§"/>
            </a:pPr>
            <a:r>
              <a:rPr lang="ar" sz="1900">
                <a:latin typeface="Sakkal Majalla" panose="02000000000000000000" pitchFamily="2" charset="-78"/>
                <a:cs typeface="Sakkal Majalla" panose="02000000000000000000" pitchFamily="2" charset="-78"/>
              </a:rPr>
              <a:t>هل سيكون أي من هذه الأمور ممكنًا بالنسبة لك لتنظيمها؟ اذكر أسباب إجابتك.</a:t>
            </a:r>
          </a:p>
        </p:txBody>
      </p:sp>
      <p:sp>
        <p:nvSpPr>
          <p:cNvPr id="3" name="Footer Placeholder 2">
            <a:extLst>
              <a:ext uri="{FF2B5EF4-FFF2-40B4-BE49-F238E27FC236}">
                <a16:creationId xmlns:a16="http://schemas.microsoft.com/office/drawing/2014/main" id="{9CE306B4-465F-9507-904B-EF085F566F2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1939959486"/>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CA40C-A524-901A-FED8-85400A221BC9}"/>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3000" dirty="0">
                <a:latin typeface="Sakkal Majalla" panose="02000000000000000000" pitchFamily="2" charset="-78"/>
                <a:cs typeface="Sakkal Majalla" panose="02000000000000000000" pitchFamily="2" charset="-78"/>
              </a:rPr>
              <a:t>ب2 مقاييس الجدوى وعوامل النجاح الحاسمة</a:t>
            </a:r>
          </a:p>
        </p:txBody>
      </p:sp>
      <p:sp>
        <p:nvSpPr>
          <p:cNvPr id="3" name="Content Placeholder 2">
            <a:extLst>
              <a:ext uri="{FF2B5EF4-FFF2-40B4-BE49-F238E27FC236}">
                <a16:creationId xmlns:a16="http://schemas.microsoft.com/office/drawing/2014/main" id="{A304B460-C4A3-59A5-550A-92C125FD6C3A}"/>
              </a:ext>
            </a:extLst>
          </p:cNvPr>
          <p:cNvSpPr>
            <a:spLocks noGrp="1"/>
          </p:cNvSpPr>
          <p:nvPr>
            <p:ph idx="1"/>
          </p:nvPr>
        </p:nvSpPr>
        <p:spPr>
          <a:xfrm>
            <a:off x="446086" y="2196000"/>
            <a:ext cx="8229600" cy="4041312"/>
          </a:xfrm>
        </p:spPr>
        <p:txBody>
          <a:bodyPr wrap="square" rtlCol="1" anchor="t">
            <a:normAutofit/>
          </a:bodyPr>
          <a:lstStyle/>
          <a:p>
            <a:pPr rtl="1">
              <a:lnSpc>
                <a:spcPct val="90000"/>
              </a:lnSpc>
            </a:pPr>
            <a:r>
              <a:rPr lang="ar" sz="2000" dirty="0">
                <a:latin typeface="Sakkal Majalla" panose="02000000000000000000" pitchFamily="2" charset="-78"/>
                <a:cs typeface="Sakkal Majalla" panose="02000000000000000000" pitchFamily="2" charset="-78"/>
              </a:rPr>
              <a:t>الآن عليك التفكير في أفكار لفعاليتك الخاصة، ويجب أن تكون هذه الفعالية </a:t>
            </a:r>
            <a:r>
              <a:rPr lang="ar" sz="2000" b="1" dirty="0">
                <a:latin typeface="Sakkal Majalla" panose="02000000000000000000" pitchFamily="2" charset="-78"/>
                <a:cs typeface="Sakkal Majalla" panose="02000000000000000000" pitchFamily="2" charset="-78"/>
              </a:rPr>
              <a:t>تجارية أو اجتماعية ذات هدف اجتماعي</a:t>
            </a:r>
            <a:r>
              <a:rPr lang="ar" sz="2000" dirty="0">
                <a:latin typeface="Sakkal Majalla" panose="02000000000000000000" pitchFamily="2" charset="-78"/>
                <a:cs typeface="Sakkal Majalla" panose="02000000000000000000" pitchFamily="2" charset="-78"/>
              </a:rPr>
              <a:t>. إنشاء خريطة ذهنية بالتعاون مع زملائك حول أفكار تتعلق بالفعاليات. ويتعين عليك مراعاة ما يأتي مع كل فكرة:</a:t>
            </a:r>
          </a:p>
          <a:p>
            <a:pPr rtl="1">
              <a:lnSpc>
                <a:spcPct val="90000"/>
              </a:lnSpc>
            </a:pPr>
            <a:r>
              <a:rPr lang="ar" sz="2000" dirty="0">
                <a:latin typeface="Sakkal Majalla" panose="02000000000000000000" pitchFamily="2" charset="-78"/>
                <a:cs typeface="Sakkal Majalla" panose="02000000000000000000" pitchFamily="2" charset="-78"/>
              </a:rPr>
              <a:t>الأسباب التي تتيح إمكانية تنفيذ الفعالية، أي ضمان أن إمكانية تنفيذ الفعالية تتطلب من منظم الفعالية التفكير في الفكرة الأساسية وراء الفعالية، والغرض منها، وكيفية تأثير ذلك في الأهداف والغايات، والمعوقات التي قد تعيق تنفيذ الفعالية، وتوضيح عوامل النجاح.</a:t>
            </a:r>
          </a:p>
          <a:p>
            <a:pPr rtl="1">
              <a:lnSpc>
                <a:spcPct val="90000"/>
              </a:lnSpc>
            </a:pPr>
            <a:r>
              <a:rPr lang="ar" sz="2000" dirty="0">
                <a:latin typeface="Sakkal Majalla" panose="02000000000000000000" pitchFamily="2" charset="-78"/>
                <a:cs typeface="Sakkal Majalla" panose="02000000000000000000" pitchFamily="2" charset="-78"/>
              </a:rPr>
              <a:t>كيفية تأثير الغرض من الفعالية في الأهداف والغايات: لماذا تُقام الفعالية؟ وما الذي يجب تحقيقه؟</a:t>
            </a:r>
          </a:p>
          <a:p>
            <a:pPr rtl="1">
              <a:lnSpc>
                <a:spcPct val="90000"/>
              </a:lnSpc>
            </a:pPr>
            <a:r>
              <a:rPr lang="ar" sz="2000" dirty="0">
                <a:latin typeface="Sakkal Majalla" panose="02000000000000000000" pitchFamily="2" charset="-78"/>
                <a:cs typeface="Sakkal Majalla" panose="02000000000000000000" pitchFamily="2" charset="-78"/>
              </a:rPr>
              <a:t>القيود: الميزانية: ما تكلفة التخطيط والتشغيل؟ المكان: أين سيتم تنظيم الفعالية؟ الموارد البشرية: ما الأشخاص المطلوبون للتخطيط والتنفيذ؟ الموارد المادية: ما المعدات اللازمة لهذه الفعالية؟</a:t>
            </a:r>
          </a:p>
          <a:p>
            <a:pPr rtl="1">
              <a:lnSpc>
                <a:spcPct val="90000"/>
              </a:lnSpc>
            </a:pPr>
            <a:r>
              <a:rPr lang="ar" sz="2000" dirty="0">
                <a:latin typeface="Sakkal Majalla" panose="02000000000000000000" pitchFamily="2" charset="-78"/>
                <a:cs typeface="Sakkal Majalla" panose="02000000000000000000" pitchFamily="2" charset="-78"/>
              </a:rPr>
              <a:t>عوامل النجاح: ما الأهداف والمعايير التي يجب تحديدها لتتمكن من معرفة ما إذا كانت الفعالية ناجحة أم لا؟ على سبيل المثال عدد الحاضرين والتعليقات وما إلى ذلك.</a:t>
            </a:r>
          </a:p>
          <a:p>
            <a:pPr rtl="1">
              <a:lnSpc>
                <a:spcPct val="90000"/>
              </a:lnSpc>
            </a:pPr>
            <a:r>
              <a:rPr lang="ar" sz="2000" dirty="0">
                <a:latin typeface="Sakkal Majalla" panose="02000000000000000000" pitchFamily="2" charset="-78"/>
                <a:cs typeface="Sakkal Majalla" panose="02000000000000000000" pitchFamily="2" charset="-78"/>
              </a:rPr>
              <a:t>اختر فكرة فعالية </a:t>
            </a:r>
            <a:r>
              <a:rPr lang="ar" sz="2000" b="1" dirty="0">
                <a:latin typeface="Sakkal Majalla" panose="02000000000000000000" pitchFamily="2" charset="-78"/>
                <a:cs typeface="Sakkal Majalla" panose="02000000000000000000" pitchFamily="2" charset="-78"/>
              </a:rPr>
              <a:t>واحدة</a:t>
            </a:r>
            <a:r>
              <a:rPr lang="ar" sz="2000" dirty="0">
                <a:latin typeface="Sakkal Majalla" panose="02000000000000000000" pitchFamily="2" charset="-78"/>
                <a:cs typeface="Sakkal Majalla" panose="02000000000000000000" pitchFamily="2" charset="-78"/>
              </a:rPr>
              <a:t>، وذاكر سبب اختيارك.</a:t>
            </a:r>
          </a:p>
        </p:txBody>
      </p:sp>
      <p:sp>
        <p:nvSpPr>
          <p:cNvPr id="4" name="Footer Placeholder 2">
            <a:extLst>
              <a:ext uri="{FF2B5EF4-FFF2-40B4-BE49-F238E27FC236}">
                <a16:creationId xmlns:a16="http://schemas.microsoft.com/office/drawing/2014/main" id="{91F76DD5-7ED3-2FB9-0960-34263F086D0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1669018872"/>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4A7FD-334D-7702-F271-772F9D9A1C2D}"/>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61B3F14E-0CDC-D9D4-5BFC-E4749F1778AF}"/>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ج</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C3514846-0A8E-6D7C-C09C-7C425E31A923}"/>
              </a:ext>
            </a:extLst>
          </p:cNvPr>
          <p:cNvSpPr>
            <a:spLocks noGrp="1" noChangeArrowheads="1"/>
          </p:cNvSpPr>
          <p:nvPr>
            <p:ph sz="half" idx="2"/>
          </p:nvPr>
        </p:nvSpPr>
        <p:spPr bwMode="auto">
          <a:xfrm>
            <a:off x="457200" y="2478576"/>
            <a:ext cx="7991475" cy="19008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Font typeface="Wingdings" panose="05000000000000000000" pitchFamily="2" charset="2"/>
              <a:buNone/>
            </a:pPr>
            <a:r>
              <a:rPr lang="ar" sz="3400" b="1" dirty="0">
                <a:latin typeface="Sakkal Majalla" panose="02000000000000000000" pitchFamily="2" charset="-78"/>
                <a:cs typeface="Sakkal Majalla" panose="02000000000000000000" pitchFamily="2" charset="-78"/>
              </a:rPr>
              <a:t>إعداد خطة تفصيلية لفعالية خاصة بمؤسسة تجارية أو اجتماعية</a:t>
            </a:r>
          </a:p>
        </p:txBody>
      </p:sp>
      <p:sp>
        <p:nvSpPr>
          <p:cNvPr id="34820" name="Rectangle 1">
            <a:extLst>
              <a:ext uri="{FF2B5EF4-FFF2-40B4-BE49-F238E27FC236}">
                <a16:creationId xmlns:a16="http://schemas.microsoft.com/office/drawing/2014/main" id="{4893B0A3-DA3C-AB58-A755-52A53B83C4E3}"/>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pic>
        <p:nvPicPr>
          <p:cNvPr id="4" name="Picture 3" descr="A person using a tablet&#10;&#10;Description automatically generated">
            <a:extLst>
              <a:ext uri="{FF2B5EF4-FFF2-40B4-BE49-F238E27FC236}">
                <a16:creationId xmlns:a16="http://schemas.microsoft.com/office/drawing/2014/main" id="{81873C13-51BA-AD3A-6C4C-28DC8F01B5C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771800" y="3789040"/>
            <a:ext cx="3240360" cy="2160240"/>
          </a:xfrm>
          <a:prstGeom prst="rect">
            <a:avLst/>
          </a:prstGeom>
        </p:spPr>
      </p:pic>
      <p:sp>
        <p:nvSpPr>
          <p:cNvPr id="2" name="Footer Placeholder 2">
            <a:extLst>
              <a:ext uri="{FF2B5EF4-FFF2-40B4-BE49-F238E27FC236}">
                <a16:creationId xmlns:a16="http://schemas.microsoft.com/office/drawing/2014/main" id="{F4F478AD-2D0D-C44A-B6C3-3E892C3C1138}"/>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1927692709"/>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6ADB30-73E0-6E11-7E0E-CCAF8DD6A8F7}"/>
              </a:ext>
            </a:extLst>
          </p:cNvPr>
          <p:cNvSpPr>
            <a:spLocks noGrp="1"/>
          </p:cNvSpPr>
          <p:nvPr>
            <p:ph sz="half" idx="1"/>
          </p:nvPr>
        </p:nvSpPr>
        <p:spPr>
          <a:xfrm>
            <a:off x="4648199" y="2196001"/>
            <a:ext cx="4027487" cy="4024100"/>
          </a:xfrm>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2200" dirty="0">
                <a:latin typeface="Sakkal Majalla" panose="02000000000000000000" pitchFamily="2" charset="-78"/>
                <a:cs typeface="Sakkal Majalla" panose="02000000000000000000" pitchFamily="2" charset="-78"/>
              </a:rPr>
              <a:t>يمكن استخدام أدوات التخطيط لمساعدة منظم الفعاليات على تخطيط الفعالية. وتشمل هذه الأدوات ما يأتي:</a:t>
            </a:r>
          </a:p>
          <a:p>
            <a:pPr rtl="1">
              <a:lnSpc>
                <a:spcPct val="90000"/>
              </a:lnSpc>
            </a:pPr>
            <a:r>
              <a:rPr lang="ar" sz="2200" b="1" dirty="0">
                <a:latin typeface="Sakkal Majalla" panose="02000000000000000000" pitchFamily="2" charset="-78"/>
                <a:cs typeface="Sakkal Majalla" panose="02000000000000000000" pitchFamily="2" charset="-78"/>
              </a:rPr>
              <a:t>مخطط جانت</a:t>
            </a:r>
            <a:r>
              <a:rPr lang="ar" sz="2200" dirty="0">
                <a:latin typeface="Sakkal Majalla" panose="02000000000000000000" pitchFamily="2" charset="-78"/>
                <a:cs typeface="Sakkal Majalla" panose="02000000000000000000" pitchFamily="2" charset="-78"/>
              </a:rPr>
              <a:t>: يساعد منظم الفعالية على التخطيط وجدولة ومراقبة مراحل التخطيط والتنفيذ والتقييم. يتيح لك جدولة العمل ومعرفة متى تحتاج إلى التعاون مع الآخرين وتخصيص الموارد وتفويض المهام. يتم تمثيله من خلال استخدام الرسم البياني الشريطي الأفقي.</a:t>
            </a:r>
          </a:p>
        </p:txBody>
      </p:sp>
      <p:sp>
        <p:nvSpPr>
          <p:cNvPr id="5" name="TextBox 4">
            <a:extLst>
              <a:ext uri="{FF2B5EF4-FFF2-40B4-BE49-F238E27FC236}">
                <a16:creationId xmlns:a16="http://schemas.microsoft.com/office/drawing/2014/main" id="{19CE5EB9-5D32-FFC3-F3A4-59389B9D2AB6}"/>
              </a:ext>
            </a:extLst>
          </p:cNvPr>
          <p:cNvSpPr txBox="1"/>
          <p:nvPr/>
        </p:nvSpPr>
        <p:spPr bwMode="auto">
          <a:xfrm>
            <a:off x="468312" y="2196001"/>
            <a:ext cx="4027488" cy="1521031"/>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marL="342900" indent="-342900" rtl="1">
              <a:spcBef>
                <a:spcPct val="20000"/>
              </a:spcBef>
              <a:buFont typeface="Wingdings" pitchFamily="2" charset="2"/>
              <a:buChar char="§"/>
            </a:pPr>
            <a:r>
              <a:rPr lang="ar" sz="2200">
                <a:latin typeface="Sakkal Majalla" panose="02000000000000000000" pitchFamily="2" charset="-78"/>
                <a:cs typeface="Sakkal Majalla" panose="02000000000000000000" pitchFamily="2" charset="-78"/>
              </a:rPr>
              <a:t>ابحث عن أمثلة لمخططات جانت، ومن ثم إعداد مخطط جانت للفعالية التي اخترتها.</a:t>
            </a:r>
          </a:p>
        </p:txBody>
      </p:sp>
      <p:sp>
        <p:nvSpPr>
          <p:cNvPr id="8" name="Title 1">
            <a:extLst>
              <a:ext uri="{FF2B5EF4-FFF2-40B4-BE49-F238E27FC236}">
                <a16:creationId xmlns:a16="http://schemas.microsoft.com/office/drawing/2014/main" id="{CCC7F9F1-2789-54F0-E6EB-7FC863E1B9ED}"/>
              </a:ext>
            </a:extLst>
          </p:cNvPr>
          <p:cNvSpPr>
            <a:spLocks noGrp="1"/>
          </p:cNvSpPr>
          <p:nvPr>
            <p:ph type="title"/>
          </p:nvPr>
        </p:nvSpPr>
        <p:spPr>
          <a:xfrm>
            <a:off x="457200" y="1195200"/>
            <a:ext cx="8229600" cy="864000"/>
          </a:xfrm>
        </p:spPr>
        <p:txBody>
          <a:bodyPr vert="horz" wrap="square" lIns="91440" tIns="45720" rIns="91440" bIns="45720" numCol="1" rtlCol="1" anchor="ctr" anchorCtr="0" compatLnSpc="1">
            <a:prstTxWarp prst="textNoShape">
              <a:avLst/>
            </a:prstTxWarp>
            <a:normAutofit/>
          </a:bodyPr>
          <a:lstStyle/>
          <a:p>
            <a:pPr rtl="1">
              <a:lnSpc>
                <a:spcPct val="90000"/>
              </a:lnSpc>
            </a:pPr>
            <a:r>
              <a:rPr lang="ar" sz="3000" dirty="0">
                <a:latin typeface="Sakkal Majalla" panose="02000000000000000000" pitchFamily="2" charset="-78"/>
                <a:cs typeface="Sakkal Majalla" panose="02000000000000000000" pitchFamily="2" charset="-78"/>
              </a:rPr>
              <a:t>ج1 تخطيط الفعاليات واستخدام أدوات التخطيط (1)</a:t>
            </a:r>
          </a:p>
        </p:txBody>
      </p:sp>
      <p:pic>
        <p:nvPicPr>
          <p:cNvPr id="4" name="Picture 3" descr="A clipboard with a schedule on it and various office supplies&#10;&#10;Description automatically generated">
            <a:extLst>
              <a:ext uri="{FF2B5EF4-FFF2-40B4-BE49-F238E27FC236}">
                <a16:creationId xmlns:a16="http://schemas.microsoft.com/office/drawing/2014/main" id="{0F4E6D99-ED77-E77A-7281-0D980349E84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64704" y="3476901"/>
            <a:ext cx="2743200" cy="2743200"/>
          </a:xfrm>
          <a:prstGeom prst="rect">
            <a:avLst/>
          </a:prstGeom>
        </p:spPr>
      </p:pic>
      <p:sp>
        <p:nvSpPr>
          <p:cNvPr id="2" name="Footer Placeholder 2">
            <a:extLst>
              <a:ext uri="{FF2B5EF4-FFF2-40B4-BE49-F238E27FC236}">
                <a16:creationId xmlns:a16="http://schemas.microsoft.com/office/drawing/2014/main" id="{CCD415D1-4BD0-E182-561A-ACAF8505BF6C}"/>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994138224"/>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56204-E717-F443-B36C-9314F68C2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823B1-C287-5E9D-E4FD-10E9AB657C88}"/>
              </a:ext>
            </a:extLst>
          </p:cNvPr>
          <p:cNvSpPr>
            <a:spLocks noGrp="1"/>
          </p:cNvSpPr>
          <p:nvPr>
            <p:ph type="title"/>
          </p:nvPr>
        </p:nvSpPr>
        <p:spPr>
          <a:xfrm>
            <a:off x="457200" y="1195200"/>
            <a:ext cx="8229600" cy="864000"/>
          </a:xfrm>
        </p:spPr>
        <p:txBody>
          <a:bodyPr vert="horz" wrap="square" lIns="91440" tIns="45720" rIns="91440" bIns="45720" numCol="1" rtlCol="1" anchor="ctr" anchorCtr="0" compatLnSpc="1">
            <a:prstTxWarp prst="textNoShape">
              <a:avLst/>
            </a:prstTxWarp>
            <a:normAutofit/>
          </a:bodyPr>
          <a:lstStyle/>
          <a:p>
            <a:pPr rtl="1">
              <a:lnSpc>
                <a:spcPct val="90000"/>
              </a:lnSpc>
            </a:pPr>
            <a:r>
              <a:rPr lang="ar" sz="3000" dirty="0">
                <a:latin typeface="Sakkal Majalla" panose="02000000000000000000" pitchFamily="2" charset="-78"/>
                <a:cs typeface="Sakkal Majalla" panose="02000000000000000000" pitchFamily="2" charset="-78"/>
              </a:rPr>
              <a:t>ج1 تخطيط الفعاليات واستخدام أدوات التخطيط (2)</a:t>
            </a:r>
          </a:p>
        </p:txBody>
      </p:sp>
      <p:sp>
        <p:nvSpPr>
          <p:cNvPr id="3" name="Content Placeholder 2">
            <a:extLst>
              <a:ext uri="{FF2B5EF4-FFF2-40B4-BE49-F238E27FC236}">
                <a16:creationId xmlns:a16="http://schemas.microsoft.com/office/drawing/2014/main" id="{A157B71B-1E85-5878-E3EA-092B646DC4A4}"/>
              </a:ext>
            </a:extLst>
          </p:cNvPr>
          <p:cNvSpPr>
            <a:spLocks noGrp="1"/>
          </p:cNvSpPr>
          <p:nvPr>
            <p:ph sz="half" idx="1"/>
          </p:nvPr>
        </p:nvSpPr>
        <p:spPr>
          <a:xfrm>
            <a:off x="4648199" y="2196001"/>
            <a:ext cx="4027487" cy="4024100"/>
          </a:xfrm>
        </p:spPr>
        <p:txBody>
          <a:bodyPr vert="horz" wrap="square" lIns="91440" tIns="45720" rIns="91440" bIns="45720" numCol="1" rtlCol="1" anchor="t" anchorCtr="0" compatLnSpc="1">
            <a:prstTxWarp prst="textNoShape">
              <a:avLst/>
            </a:prstTxWarp>
            <a:normAutofit/>
          </a:bodyPr>
          <a:lstStyle/>
          <a:p>
            <a:pPr rtl="1">
              <a:lnSpc>
                <a:spcPct val="90000"/>
              </a:lnSpc>
            </a:pPr>
            <a:r>
              <a:rPr lang="ar" sz="2200" b="1" dirty="0">
                <a:latin typeface="Sakkal Majalla" panose="02000000000000000000" pitchFamily="2" charset="-78"/>
                <a:cs typeface="Sakkal Majalla" panose="02000000000000000000" pitchFamily="2" charset="-78"/>
              </a:rPr>
              <a:t>تحليل المسار الحرج</a:t>
            </a:r>
            <a:r>
              <a:rPr lang="ar" sz="2200" dirty="0">
                <a:latin typeface="Sakkal Majalla" panose="02000000000000000000" pitchFamily="2" charset="-78"/>
                <a:cs typeface="Sakkal Majalla" panose="02000000000000000000" pitchFamily="2" charset="-78"/>
              </a:rPr>
              <a:t>: يساعد منظم الفعالية على تحديد التسلسل المناسب للإجراءات والمهام التي يجب القيام بها لتنفيذ الفعالية في الوقت المحدد.</a:t>
            </a:r>
          </a:p>
          <a:p>
            <a:pPr rtl="1">
              <a:lnSpc>
                <a:spcPct val="90000"/>
              </a:lnSpc>
            </a:pPr>
            <a:r>
              <a:rPr lang="ar" sz="2200" dirty="0">
                <a:latin typeface="Sakkal Majalla" panose="02000000000000000000" pitchFamily="2" charset="-78"/>
                <a:cs typeface="Sakkal Majalla" panose="02000000000000000000" pitchFamily="2" charset="-78"/>
              </a:rPr>
              <a:t>يجب عليك تحديد ترتيب المهام وما إذا كانت إحدى المهام تعتمد على مهمة أخرى ليتم تنفيذها. يتمثل الهدف في الوصول إلى الانتهاء في الوقت المحدد وفي حدود الميزانية.</a:t>
            </a:r>
          </a:p>
        </p:txBody>
      </p:sp>
      <p:sp>
        <p:nvSpPr>
          <p:cNvPr id="5" name="TextBox 4">
            <a:extLst>
              <a:ext uri="{FF2B5EF4-FFF2-40B4-BE49-F238E27FC236}">
                <a16:creationId xmlns:a16="http://schemas.microsoft.com/office/drawing/2014/main" id="{3BF8CD0B-B87F-4B9A-B7F2-4D5C7367E9B0}"/>
              </a:ext>
            </a:extLst>
          </p:cNvPr>
          <p:cNvSpPr txBox="1"/>
          <p:nvPr/>
        </p:nvSpPr>
        <p:spPr bwMode="auto">
          <a:xfrm>
            <a:off x="468312" y="2196001"/>
            <a:ext cx="4027488" cy="1881071"/>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marL="342900" indent="-342900" rtl="1">
              <a:spcBef>
                <a:spcPct val="20000"/>
              </a:spcBef>
              <a:buFont typeface="Wingdings" pitchFamily="2" charset="2"/>
              <a:buChar char="§"/>
            </a:pPr>
            <a:r>
              <a:rPr lang="ar" sz="2600" dirty="0">
                <a:latin typeface="Sakkal Majalla" panose="02000000000000000000" pitchFamily="2" charset="-78"/>
                <a:cs typeface="Sakkal Majalla" panose="02000000000000000000" pitchFamily="2" charset="-78"/>
              </a:rPr>
              <a:t>ابحث عن أمثلة لتحليل المسار الحرج، ومن ثم إعداد تحليل المسار الحرج للفعالية التي اخترتها.</a:t>
            </a:r>
          </a:p>
        </p:txBody>
      </p:sp>
      <p:sp>
        <p:nvSpPr>
          <p:cNvPr id="4" name="Footer Placeholder 2">
            <a:extLst>
              <a:ext uri="{FF2B5EF4-FFF2-40B4-BE49-F238E27FC236}">
                <a16:creationId xmlns:a16="http://schemas.microsoft.com/office/drawing/2014/main" id="{4CDCF357-3D0B-0D53-8C08-E14B8E4555C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67994477"/>
      </p:ext>
    </p:extLst>
  </p:cSld>
  <p:clrMapOvr>
    <a:masterClrMapping/>
  </p:clrMapOvr>
  <p:transition>
    <p:sndAc>
      <p:stSnd>
        <p:snd r:embed="rId2"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94053-6EB8-A412-21B9-BB0EF12EDE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B81682-1912-FD74-D44A-0AECE7B24E17}"/>
              </a:ext>
            </a:extLst>
          </p:cNvPr>
          <p:cNvSpPr>
            <a:spLocks noGrp="1"/>
          </p:cNvSpPr>
          <p:nvPr>
            <p:ph sz="half" idx="1"/>
          </p:nvPr>
        </p:nvSpPr>
        <p:spPr>
          <a:xfrm>
            <a:off x="4648199" y="2196001"/>
            <a:ext cx="4027487" cy="4024100"/>
          </a:xfrm>
        </p:spPr>
        <p:txBody>
          <a:bodyPr vert="horz" wrap="square" lIns="91440" tIns="45720" rIns="91440" bIns="45720" numCol="1" rtlCol="1" anchor="t" anchorCtr="0" compatLnSpc="1">
            <a:prstTxWarp prst="textNoShape">
              <a:avLst/>
            </a:prstTxWarp>
            <a:normAutofit/>
          </a:bodyPr>
          <a:lstStyle/>
          <a:p>
            <a:pPr rtl="1"/>
            <a:r>
              <a:rPr lang="ar" b="1" dirty="0">
                <a:latin typeface="Sakkal Majalla" panose="02000000000000000000" pitchFamily="2" charset="-78"/>
                <a:cs typeface="Sakkal Majalla" panose="02000000000000000000" pitchFamily="2" charset="-78"/>
              </a:rPr>
              <a:t>أدوات التخطيط الإلكترونية: </a:t>
            </a:r>
            <a:r>
              <a:rPr lang="ar" dirty="0">
                <a:latin typeface="Sakkal Majalla" panose="02000000000000000000" pitchFamily="2" charset="-78"/>
                <a:cs typeface="Sakkal Majalla" panose="02000000000000000000" pitchFamily="2" charset="-78"/>
              </a:rPr>
              <a:t>وهي عبارة عن برامج تُمكن منظم الفعالية من إدارة المهام المختلفة المتعلقة بالفعالية وتخطيطها. كما توفر إطارًا زمنيًا لإنشاء جدول زمني للمهام والموارد، وما إلى ذلك. يمكن للجميع في الفريق الوصول إلى الخطة وذلك بسب أنها رقمية.</a:t>
            </a:r>
          </a:p>
          <a:p>
            <a:pPr rtl="1"/>
            <a:endParaRPr lang="en-GB" dirty="0">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4CBC6FE5-15D1-A183-00AC-6EDDD47CE077}"/>
              </a:ext>
            </a:extLst>
          </p:cNvPr>
          <p:cNvSpPr txBox="1"/>
          <p:nvPr/>
        </p:nvSpPr>
        <p:spPr bwMode="auto">
          <a:xfrm>
            <a:off x="468312" y="2196001"/>
            <a:ext cx="4027488" cy="2602800"/>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marL="342900" indent="-342900" rtl="1">
              <a:spcBef>
                <a:spcPct val="20000"/>
              </a:spcBef>
              <a:buFont typeface="Wingdings" pitchFamily="2" charset="2"/>
              <a:buChar char="§"/>
            </a:pPr>
            <a:r>
              <a:rPr lang="ar" sz="2200" dirty="0">
                <a:latin typeface="Sakkal Majalla" panose="02000000000000000000" pitchFamily="2" charset="-78"/>
                <a:cs typeface="Sakkal Majalla" panose="02000000000000000000" pitchFamily="2" charset="-78"/>
              </a:rPr>
              <a:t>أمثلة بحثية لأدوات التخطيط الإلكترونية. إذا تمكنت من الوصول إلى أداة تخطيط مجانية عبر الإنترنت، قد ترغب في تجربتها على الفعالية التي اخترتها.</a:t>
            </a:r>
          </a:p>
        </p:txBody>
      </p:sp>
      <p:sp>
        <p:nvSpPr>
          <p:cNvPr id="9" name="Title 1">
            <a:extLst>
              <a:ext uri="{FF2B5EF4-FFF2-40B4-BE49-F238E27FC236}">
                <a16:creationId xmlns:a16="http://schemas.microsoft.com/office/drawing/2014/main" id="{379E80FF-8466-84DD-39B2-DA99EE0000A5}"/>
              </a:ext>
            </a:extLst>
          </p:cNvPr>
          <p:cNvSpPr>
            <a:spLocks noGrp="1"/>
          </p:cNvSpPr>
          <p:nvPr>
            <p:ph type="title"/>
          </p:nvPr>
        </p:nvSpPr>
        <p:spPr>
          <a:xfrm>
            <a:off x="457200" y="1195200"/>
            <a:ext cx="8229600" cy="864000"/>
          </a:xfrm>
        </p:spPr>
        <p:txBody>
          <a:bodyPr vert="horz" wrap="square" lIns="91440" tIns="45720" rIns="91440" bIns="45720" numCol="1" rtlCol="1" anchor="ctr" anchorCtr="0" compatLnSpc="1">
            <a:prstTxWarp prst="textNoShape">
              <a:avLst/>
            </a:prstTxWarp>
            <a:normAutofit/>
          </a:bodyPr>
          <a:lstStyle/>
          <a:p>
            <a:pPr rtl="1">
              <a:lnSpc>
                <a:spcPct val="90000"/>
              </a:lnSpc>
            </a:pPr>
            <a:r>
              <a:rPr lang="ar" sz="3000" dirty="0">
                <a:latin typeface="Sakkal Majalla" panose="02000000000000000000" pitchFamily="2" charset="-78"/>
                <a:cs typeface="Sakkal Majalla" panose="02000000000000000000" pitchFamily="2" charset="-78"/>
              </a:rPr>
              <a:t>ج1 تخطيط الفعاليات واستخدام أدوات التخطيط (3)</a:t>
            </a:r>
          </a:p>
        </p:txBody>
      </p:sp>
      <p:pic>
        <p:nvPicPr>
          <p:cNvPr id="4" name="Picture 3" descr="A person using a computer&#10;&#10;Description automatically generated">
            <a:extLst>
              <a:ext uri="{FF2B5EF4-FFF2-40B4-BE49-F238E27FC236}">
                <a16:creationId xmlns:a16="http://schemas.microsoft.com/office/drawing/2014/main" id="{781F7E61-536F-E477-71F5-92BC69F73E9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98405" y="4077072"/>
            <a:ext cx="3397531" cy="2291371"/>
          </a:xfrm>
          <a:prstGeom prst="rect">
            <a:avLst/>
          </a:prstGeom>
        </p:spPr>
      </p:pic>
      <p:sp>
        <p:nvSpPr>
          <p:cNvPr id="2" name="Footer Placeholder 2">
            <a:extLst>
              <a:ext uri="{FF2B5EF4-FFF2-40B4-BE49-F238E27FC236}">
                <a16:creationId xmlns:a16="http://schemas.microsoft.com/office/drawing/2014/main" id="{8961B6D9-C21E-4193-C592-BBEBA5F05C5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248749267"/>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EC7D6-79AD-147E-CF3A-D317E522758A}"/>
              </a:ext>
            </a:extLst>
          </p:cNvPr>
          <p:cNvSpPr>
            <a:spLocks noGrp="1"/>
          </p:cNvSpPr>
          <p:nvPr>
            <p:ph type="title"/>
          </p:nvPr>
        </p:nvSpPr>
        <p:spPr>
          <a:xfrm>
            <a:off x="457200" y="1195200"/>
            <a:ext cx="8229600" cy="864000"/>
          </a:xfrm>
        </p:spPr>
        <p:txBody>
          <a:bodyPr wrap="square" rtlCol="1" anchor="ctr">
            <a:normAutofit/>
          </a:bodyPr>
          <a:lstStyle/>
          <a:p>
            <a:pPr rtl="1"/>
            <a:r>
              <a:rPr lang="ar" sz="4600" dirty="0">
                <a:latin typeface="Sakkal Majalla" panose="02000000000000000000" pitchFamily="2" charset="-78"/>
                <a:cs typeface="Sakkal Majalla" panose="02000000000000000000" pitchFamily="2" charset="-78"/>
              </a:rPr>
              <a:t>ج2 العوامل التي يجب مراعاتها (1)</a:t>
            </a:r>
          </a:p>
        </p:txBody>
      </p:sp>
      <p:sp>
        <p:nvSpPr>
          <p:cNvPr id="3" name="Content Placeholder 2">
            <a:extLst>
              <a:ext uri="{FF2B5EF4-FFF2-40B4-BE49-F238E27FC236}">
                <a16:creationId xmlns:a16="http://schemas.microsoft.com/office/drawing/2014/main" id="{95C3A7F6-FBAE-05F3-92EA-1E8E47280F1D}"/>
              </a:ext>
            </a:extLst>
          </p:cNvPr>
          <p:cNvSpPr>
            <a:spLocks noGrp="1"/>
          </p:cNvSpPr>
          <p:nvPr>
            <p:ph idx="1"/>
          </p:nvPr>
        </p:nvSpPr>
        <p:spPr>
          <a:xfrm>
            <a:off x="468311" y="2196000"/>
            <a:ext cx="8207375" cy="3878436"/>
          </a:xfrm>
        </p:spPr>
        <p:txBody>
          <a:bodyPr wrap="square" rtlCol="1" anchor="t">
            <a:noAutofit/>
          </a:bodyPr>
          <a:lstStyle/>
          <a:p>
            <a:pPr rtl="1">
              <a:lnSpc>
                <a:spcPct val="110000"/>
              </a:lnSpc>
            </a:pPr>
            <a:r>
              <a:rPr lang="ar" sz="1800" dirty="0">
                <a:latin typeface="Sakkal Majalla" panose="02000000000000000000" pitchFamily="2" charset="-78"/>
                <a:cs typeface="Sakkal Majalla" panose="02000000000000000000" pitchFamily="2" charset="-78"/>
              </a:rPr>
              <a:t>يجب مراعاة العديد من العوامل عند تخطيط الفعالية وستسهم جميعها في خطة الفعالية الخاصة بك. بالنسبة لكل مما يأتي، يجب عليك </a:t>
            </a:r>
            <a:r>
              <a:rPr lang="ar" sz="1800" b="1" dirty="0">
                <a:latin typeface="Sakkal Majalla" panose="02000000000000000000" pitchFamily="2" charset="-78"/>
                <a:cs typeface="Sakkal Majalla" panose="02000000000000000000" pitchFamily="2" charset="-78"/>
              </a:rPr>
              <a:t> توضيح سبب ضرورته للنظر فيه عند تخطيط الفعالية:</a:t>
            </a:r>
          </a:p>
          <a:p>
            <a:pPr lvl="1" rtl="1">
              <a:lnSpc>
                <a:spcPct val="110000"/>
              </a:lnSpc>
            </a:pPr>
            <a:r>
              <a:rPr lang="ar" sz="1800" dirty="0">
                <a:latin typeface="Sakkal Majalla" panose="02000000000000000000" pitchFamily="2" charset="-78"/>
                <a:cs typeface="Sakkal Majalla" panose="02000000000000000000" pitchFamily="2" charset="-78"/>
              </a:rPr>
              <a:t>الغايات والأهداف</a:t>
            </a:r>
          </a:p>
          <a:p>
            <a:pPr lvl="1" rtl="1">
              <a:lnSpc>
                <a:spcPct val="110000"/>
              </a:lnSpc>
            </a:pPr>
            <a:r>
              <a:rPr lang="ar" sz="1800" dirty="0">
                <a:latin typeface="Sakkal Majalla" panose="02000000000000000000" pitchFamily="2" charset="-78"/>
                <a:cs typeface="Sakkal Majalla" panose="02000000000000000000" pitchFamily="2" charset="-78"/>
              </a:rPr>
              <a:t>الميزانية</a:t>
            </a:r>
          </a:p>
          <a:p>
            <a:pPr lvl="1" rtl="1">
              <a:lnSpc>
                <a:spcPct val="110000"/>
              </a:lnSpc>
            </a:pPr>
            <a:r>
              <a:rPr lang="ar" sz="1800" dirty="0">
                <a:latin typeface="Sakkal Majalla" panose="02000000000000000000" pitchFamily="2" charset="-78"/>
                <a:cs typeface="Sakkal Majalla" panose="02000000000000000000" pitchFamily="2" charset="-78"/>
              </a:rPr>
              <a:t>الموارد</a:t>
            </a:r>
          </a:p>
          <a:p>
            <a:pPr lvl="1" rtl="1">
              <a:lnSpc>
                <a:spcPct val="110000"/>
              </a:lnSpc>
            </a:pPr>
            <a:r>
              <a:rPr lang="ar" sz="1800" dirty="0">
                <a:latin typeface="Sakkal Majalla" panose="02000000000000000000" pitchFamily="2" charset="-78"/>
                <a:cs typeface="Sakkal Majalla" panose="02000000000000000000" pitchFamily="2" charset="-78"/>
              </a:rPr>
              <a:t>المكان</a:t>
            </a:r>
          </a:p>
          <a:p>
            <a:pPr lvl="1" rtl="1">
              <a:lnSpc>
                <a:spcPct val="110000"/>
              </a:lnSpc>
            </a:pPr>
            <a:r>
              <a:rPr lang="ar" sz="1800" dirty="0">
                <a:latin typeface="Sakkal Majalla" panose="02000000000000000000" pitchFamily="2" charset="-78"/>
                <a:cs typeface="Sakkal Majalla" panose="02000000000000000000" pitchFamily="2" charset="-78"/>
              </a:rPr>
              <a:t>خدمات التموين وتقديم الطعام</a:t>
            </a:r>
          </a:p>
          <a:p>
            <a:pPr lvl="1" rtl="1">
              <a:lnSpc>
                <a:spcPct val="110000"/>
              </a:lnSpc>
            </a:pPr>
            <a:r>
              <a:rPr lang="ar" sz="1800" dirty="0">
                <a:latin typeface="Sakkal Majalla" panose="02000000000000000000" pitchFamily="2" charset="-78"/>
                <a:cs typeface="Sakkal Majalla" panose="02000000000000000000" pitchFamily="2" charset="-78"/>
              </a:rPr>
              <a:t>القيود القانونية</a:t>
            </a:r>
          </a:p>
          <a:p>
            <a:pPr lvl="1" rtl="1">
              <a:lnSpc>
                <a:spcPct val="110000"/>
              </a:lnSpc>
            </a:pPr>
            <a:r>
              <a:rPr lang="ar" sz="1800" dirty="0">
                <a:latin typeface="Sakkal Majalla" panose="02000000000000000000" pitchFamily="2" charset="-78"/>
                <a:cs typeface="Sakkal Majalla" panose="02000000000000000000" pitchFamily="2" charset="-78"/>
              </a:rPr>
              <a:t>العمل الجماعي</a:t>
            </a:r>
          </a:p>
          <a:p>
            <a:pPr lvl="1" rtl="1">
              <a:lnSpc>
                <a:spcPct val="110000"/>
              </a:lnSpc>
            </a:pPr>
            <a:r>
              <a:rPr lang="ar" sz="1800" dirty="0">
                <a:latin typeface="Sakkal Majalla" panose="02000000000000000000" pitchFamily="2" charset="-78"/>
                <a:cs typeface="Sakkal Majalla" panose="02000000000000000000" pitchFamily="2" charset="-78"/>
              </a:rPr>
              <a:t>التأمين</a:t>
            </a:r>
          </a:p>
          <a:p>
            <a:pPr lvl="1" rtl="1">
              <a:lnSpc>
                <a:spcPct val="110000"/>
              </a:lnSpc>
            </a:pPr>
            <a:r>
              <a:rPr lang="ar" sz="1800" dirty="0">
                <a:latin typeface="Sakkal Majalla" panose="02000000000000000000" pitchFamily="2" charset="-78"/>
                <a:cs typeface="Sakkal Majalla" panose="02000000000000000000" pitchFamily="2" charset="-78"/>
              </a:rPr>
              <a:t>طرق التواصل</a:t>
            </a:r>
          </a:p>
          <a:p>
            <a:pPr lvl="1" rtl="1">
              <a:lnSpc>
                <a:spcPct val="110000"/>
              </a:lnSpc>
            </a:pPr>
            <a:r>
              <a:rPr lang="ar" sz="1800" dirty="0">
                <a:latin typeface="Sakkal Majalla" panose="02000000000000000000" pitchFamily="2" charset="-78"/>
                <a:cs typeface="Sakkal Majalla" panose="02000000000000000000" pitchFamily="2" charset="-78"/>
              </a:rPr>
              <a:t>التخطيط للطوارئ</a:t>
            </a:r>
          </a:p>
        </p:txBody>
      </p:sp>
      <p:sp>
        <p:nvSpPr>
          <p:cNvPr id="4" name="Footer Placeholder 2">
            <a:extLst>
              <a:ext uri="{FF2B5EF4-FFF2-40B4-BE49-F238E27FC236}">
                <a16:creationId xmlns:a16="http://schemas.microsoft.com/office/drawing/2014/main" id="{32DC8E46-D1E6-8009-A7C2-0181D13F5CB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1051861070"/>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3CE74-98DD-597D-89E0-774BA26FE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ECDC9-6D43-DF74-1A11-D62AD00A41FA}"/>
              </a:ext>
            </a:extLst>
          </p:cNvPr>
          <p:cNvSpPr>
            <a:spLocks noGrp="1"/>
          </p:cNvSpPr>
          <p:nvPr>
            <p:ph type="title"/>
          </p:nvPr>
        </p:nvSpPr>
        <p:spPr>
          <a:xfrm>
            <a:off x="457200" y="1195200"/>
            <a:ext cx="8229600" cy="864000"/>
          </a:xfrm>
        </p:spPr>
        <p:txBody>
          <a:bodyPr wrap="square" rtlCol="1" anchor="ctr">
            <a:normAutofit/>
          </a:bodyPr>
          <a:lstStyle/>
          <a:p>
            <a:pPr rtl="1"/>
            <a:r>
              <a:rPr lang="ar" sz="4600" dirty="0">
                <a:latin typeface="Sakkal Majalla" panose="02000000000000000000" pitchFamily="2" charset="-78"/>
                <a:cs typeface="Sakkal Majalla" panose="02000000000000000000" pitchFamily="2" charset="-78"/>
              </a:rPr>
              <a:t>ج2 العوامل التي يجب مراعاتها (2)</a:t>
            </a:r>
          </a:p>
        </p:txBody>
      </p:sp>
      <p:sp>
        <p:nvSpPr>
          <p:cNvPr id="3" name="Content Placeholder 2">
            <a:extLst>
              <a:ext uri="{FF2B5EF4-FFF2-40B4-BE49-F238E27FC236}">
                <a16:creationId xmlns:a16="http://schemas.microsoft.com/office/drawing/2014/main" id="{0BBF2C00-F30F-03C3-567C-78B8E363AFB4}"/>
              </a:ext>
            </a:extLst>
          </p:cNvPr>
          <p:cNvSpPr>
            <a:spLocks noGrp="1"/>
          </p:cNvSpPr>
          <p:nvPr>
            <p:ph idx="1"/>
          </p:nvPr>
        </p:nvSpPr>
        <p:spPr>
          <a:xfrm>
            <a:off x="468311" y="2196000"/>
            <a:ext cx="8207375" cy="3878436"/>
          </a:xfrm>
        </p:spPr>
        <p:txBody>
          <a:bodyPr wrap="square" rtlCol="1" anchor="t">
            <a:normAutofit/>
          </a:bodyPr>
          <a:lstStyle/>
          <a:p>
            <a:pPr rtl="1"/>
            <a:r>
              <a:rPr lang="ar" sz="2600" dirty="0">
                <a:latin typeface="Sakkal Majalla" panose="02000000000000000000" pitchFamily="2" charset="-78"/>
                <a:cs typeface="Sakkal Majalla" panose="02000000000000000000" pitchFamily="2" charset="-78"/>
              </a:rPr>
              <a:t>الآن، وبعد أن شرحت سبب ضرورة النظر في هذه العوامل عند تخطيط الفعالية الخاصة بك، يجب عليك وضع خطة فعالية خاصة بك. </a:t>
            </a:r>
          </a:p>
          <a:p>
            <a:pPr rtl="1"/>
            <a:r>
              <a:rPr lang="ar" sz="2600" dirty="0">
                <a:latin typeface="Sakkal Majalla" panose="02000000000000000000" pitchFamily="2" charset="-78"/>
                <a:cs typeface="Sakkal Majalla" panose="02000000000000000000" pitchFamily="2" charset="-78"/>
              </a:rPr>
              <a:t>ستحتاج إلى التأكد من عقد اجتماعات تخطيطية مع وصف موجز لمن يجب تضمينه والاحتفاظ بسجلات لهذه الاجتماعات.</a:t>
            </a:r>
          </a:p>
          <a:p>
            <a:pPr rtl="1"/>
            <a:r>
              <a:rPr lang="ar" sz="2600" dirty="0">
                <a:latin typeface="Sakkal Majalla" panose="02000000000000000000" pitchFamily="2" charset="-78"/>
                <a:cs typeface="Sakkal Majalla" panose="02000000000000000000" pitchFamily="2" charset="-78"/>
              </a:rPr>
              <a:t>ستحتاج إلى وضع تقييم للمخاطر وخطة طوارئ.</a:t>
            </a:r>
          </a:p>
          <a:p>
            <a:pPr rtl="1"/>
            <a:r>
              <a:rPr lang="ar" sz="2600" dirty="0">
                <a:latin typeface="Sakkal Majalla" panose="02000000000000000000" pitchFamily="2" charset="-78"/>
                <a:cs typeface="Sakkal Majalla" panose="02000000000000000000" pitchFamily="2" charset="-78"/>
              </a:rPr>
              <a:t>ستحتاج إلى استخدام مخطط جانت وتحليل المسار الحرج.</a:t>
            </a:r>
          </a:p>
        </p:txBody>
      </p:sp>
      <p:sp>
        <p:nvSpPr>
          <p:cNvPr id="4" name="Footer Placeholder 2">
            <a:extLst>
              <a:ext uri="{FF2B5EF4-FFF2-40B4-BE49-F238E27FC236}">
                <a16:creationId xmlns:a16="http://schemas.microsoft.com/office/drawing/2014/main" id="{D4A3FE78-C1AD-2BD5-C11F-D62FFB5C021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584203817"/>
      </p:ext>
    </p:extLst>
  </p:cSld>
  <p:clrMapOvr>
    <a:masterClrMapping/>
  </p:clrMapOvr>
  <p:transition>
    <p:sndAc>
      <p:stSnd>
        <p:snd r:embed="rId2"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19577-2E7C-D8D2-EC40-329FD40DE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5EBD3-5A09-2314-11C6-E2E4230AB1FC}"/>
              </a:ext>
            </a:extLst>
          </p:cNvPr>
          <p:cNvSpPr>
            <a:spLocks noGrp="1"/>
          </p:cNvSpPr>
          <p:nvPr>
            <p:ph type="title"/>
          </p:nvPr>
        </p:nvSpPr>
        <p:spPr>
          <a:xfrm>
            <a:off x="457200" y="1195200"/>
            <a:ext cx="8229600" cy="864000"/>
          </a:xfrm>
        </p:spPr>
        <p:txBody>
          <a:bodyPr wrap="square" rtlCol="1" anchor="ctr">
            <a:normAutofit/>
          </a:bodyPr>
          <a:lstStyle/>
          <a:p>
            <a:pPr rtl="1"/>
            <a:r>
              <a:rPr lang="ar" sz="4600" dirty="0">
                <a:latin typeface="Sakkal Majalla" panose="02000000000000000000" pitchFamily="2" charset="-78"/>
                <a:cs typeface="Sakkal Majalla" panose="02000000000000000000" pitchFamily="2" charset="-78"/>
              </a:rPr>
              <a:t>ج2 العوامل التي يجب مراعاتها (3)</a:t>
            </a:r>
          </a:p>
        </p:txBody>
      </p:sp>
      <p:sp>
        <p:nvSpPr>
          <p:cNvPr id="3" name="Content Placeholder 2">
            <a:extLst>
              <a:ext uri="{FF2B5EF4-FFF2-40B4-BE49-F238E27FC236}">
                <a16:creationId xmlns:a16="http://schemas.microsoft.com/office/drawing/2014/main" id="{EF4135BC-8F8E-94CD-3304-228103083673}"/>
              </a:ext>
            </a:extLst>
          </p:cNvPr>
          <p:cNvSpPr>
            <a:spLocks noGrp="1"/>
          </p:cNvSpPr>
          <p:nvPr>
            <p:ph idx="1"/>
          </p:nvPr>
        </p:nvSpPr>
        <p:spPr>
          <a:xfrm>
            <a:off x="468311" y="2196000"/>
            <a:ext cx="8207375" cy="3878436"/>
          </a:xfrm>
        </p:spPr>
        <p:txBody>
          <a:bodyPr wrap="square" rtlCol="1" anchor="t">
            <a:noAutofit/>
          </a:bodyPr>
          <a:lstStyle/>
          <a:p>
            <a:pPr marL="0" indent="0" rtl="1">
              <a:lnSpc>
                <a:spcPct val="110000"/>
              </a:lnSpc>
              <a:buNone/>
            </a:pPr>
            <a:r>
              <a:rPr lang="ar" sz="2200" dirty="0">
                <a:latin typeface="Sakkal Majalla" panose="02000000000000000000" pitchFamily="2" charset="-78"/>
                <a:cs typeface="Sakkal Majalla" panose="02000000000000000000" pitchFamily="2" charset="-78"/>
              </a:rPr>
              <a:t>يجب عليك تضمين ما يأتي في خطتك:</a:t>
            </a:r>
          </a:p>
          <a:p>
            <a:pPr rtl="1">
              <a:lnSpc>
                <a:spcPct val="110000"/>
              </a:lnSpc>
            </a:pPr>
            <a:r>
              <a:rPr lang="ar" sz="2200" b="1" dirty="0">
                <a:latin typeface="Sakkal Majalla" panose="02000000000000000000" pitchFamily="2" charset="-78"/>
                <a:cs typeface="Sakkal Majalla" panose="02000000000000000000" pitchFamily="2" charset="-78"/>
              </a:rPr>
              <a:t>الغايات والأهداف: </a:t>
            </a:r>
            <a:r>
              <a:rPr lang="ar" sz="2200" dirty="0">
                <a:latin typeface="Sakkal Majalla" panose="02000000000000000000" pitchFamily="2" charset="-78"/>
                <a:cs typeface="Sakkal Majalla" panose="02000000000000000000" pitchFamily="2" charset="-78"/>
              </a:rPr>
              <a:t>يجب أن تكون واضحة فما المقصود بذلك؟ وكيف يمكن أن تكون ذكية؟</a:t>
            </a:r>
          </a:p>
          <a:p>
            <a:pPr rtl="1">
              <a:lnSpc>
                <a:spcPct val="110000"/>
              </a:lnSpc>
            </a:pPr>
            <a:r>
              <a:rPr lang="ar" sz="2200" b="1" dirty="0">
                <a:latin typeface="Sakkal Majalla" panose="02000000000000000000" pitchFamily="2" charset="-78"/>
                <a:cs typeface="Sakkal Majalla" panose="02000000000000000000" pitchFamily="2" charset="-78"/>
              </a:rPr>
              <a:t>طرق وضع الميزانية: </a:t>
            </a:r>
            <a:r>
              <a:rPr lang="ar" sz="2200" dirty="0">
                <a:latin typeface="Sakkal Majalla" panose="02000000000000000000" pitchFamily="2" charset="-78"/>
                <a:cs typeface="Sakkal Majalla" panose="02000000000000000000" pitchFamily="2" charset="-78"/>
              </a:rPr>
              <a:t>ما التمويل المتاح لك؟ وما توقعاتك بخصوص أرقام المبيعات؟ وكيف سيتم إيداع الأموال المحصلة في البنك؟ وما تكلفة جميع الموارد اللازمة؟ وما النفقات المتكبدة، بما في ذلك النفقات الخاصة بالمكان وخدمات التموين وتقديم الطعام والموظفين والتنقل؟ الطرق المختلفة لتلقي المدفوعات؟ كيف تدفع للموردين؟</a:t>
            </a:r>
          </a:p>
          <a:p>
            <a:pPr rtl="1">
              <a:lnSpc>
                <a:spcPct val="110000"/>
              </a:lnSpc>
            </a:pPr>
            <a:r>
              <a:rPr lang="ar" sz="2200" b="1" dirty="0">
                <a:latin typeface="Sakkal Majalla" panose="02000000000000000000" pitchFamily="2" charset="-78"/>
                <a:cs typeface="Sakkal Majalla" panose="02000000000000000000" pitchFamily="2" charset="-78"/>
              </a:rPr>
              <a:t>الموارد: </a:t>
            </a:r>
            <a:r>
              <a:rPr lang="ar" sz="2200" dirty="0">
                <a:latin typeface="Sakkal Majalla" panose="02000000000000000000" pitchFamily="2" charset="-78"/>
                <a:cs typeface="Sakkal Majalla" panose="02000000000000000000" pitchFamily="2" charset="-78"/>
              </a:rPr>
              <a:t>ما الموارد اللازمة؟ كيف سيتم الحصول عليها؟ على سبيل المثال، الرسوم البيانية، والواي فاي، والهواتف الذكية، ولوحات العرض، والقدرة على تلقي الأموال وتخزينها، والكراسي، والطاولات، وأجهزة الحاسوب واللوحات الذكية وما إلى ذلك. </a:t>
            </a:r>
          </a:p>
          <a:p>
            <a:pPr rtl="1">
              <a:lnSpc>
                <a:spcPct val="110000"/>
              </a:lnSpc>
            </a:pPr>
            <a:r>
              <a:rPr lang="ar" sz="2200" b="1" dirty="0">
                <a:latin typeface="Sakkal Majalla" panose="02000000000000000000" pitchFamily="2" charset="-78"/>
                <a:cs typeface="Sakkal Majalla" panose="02000000000000000000" pitchFamily="2" charset="-78"/>
              </a:rPr>
              <a:t>المكان: </a:t>
            </a:r>
            <a:r>
              <a:rPr lang="ar" sz="2200" dirty="0">
                <a:latin typeface="Sakkal Majalla" panose="02000000000000000000" pitchFamily="2" charset="-78"/>
                <a:cs typeface="Sakkal Majalla" panose="02000000000000000000" pitchFamily="2" charset="-78"/>
              </a:rPr>
              <a:t>ما المكان الذي تفكر فيه ولماذا؟ على سبيل المثال: حجم القاعة والمرافق المتاحة، ومواقف السيارات، وترتيبات الوصول.</a:t>
            </a:r>
          </a:p>
          <a:p>
            <a:pPr rtl="1">
              <a:lnSpc>
                <a:spcPct val="90000"/>
              </a:lnSpc>
            </a:pPr>
            <a:endParaRPr lang="en-GB" sz="2200" dirty="0">
              <a:latin typeface="Sakkal Majalla" panose="02000000000000000000" pitchFamily="2" charset="-78"/>
              <a:cs typeface="Sakkal Majalla" panose="02000000000000000000" pitchFamily="2" charset="-78"/>
            </a:endParaRPr>
          </a:p>
          <a:p>
            <a:pPr rtl="1">
              <a:lnSpc>
                <a:spcPct val="90000"/>
              </a:lnSpc>
            </a:pPr>
            <a:endParaRPr lang="en-GB" sz="22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9EAF2DC2-367B-4591-0067-4DF45220B1A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3997968746"/>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564C7-6DAD-3509-B661-0A5E3127D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3DA7D-134E-DBE7-DC39-DBB782B1FBD2}"/>
              </a:ext>
            </a:extLst>
          </p:cNvPr>
          <p:cNvSpPr>
            <a:spLocks noGrp="1"/>
          </p:cNvSpPr>
          <p:nvPr>
            <p:ph type="title"/>
          </p:nvPr>
        </p:nvSpPr>
        <p:spPr>
          <a:xfrm>
            <a:off x="457200" y="1195200"/>
            <a:ext cx="8229600" cy="864000"/>
          </a:xfrm>
        </p:spPr>
        <p:txBody>
          <a:bodyPr wrap="square" rtlCol="1" anchor="ctr">
            <a:normAutofit/>
          </a:bodyPr>
          <a:lstStyle/>
          <a:p>
            <a:pPr rtl="1"/>
            <a:r>
              <a:rPr lang="ar" sz="4600" dirty="0">
                <a:latin typeface="Sakkal Majalla" panose="02000000000000000000" pitchFamily="2" charset="-78"/>
                <a:cs typeface="Sakkal Majalla" panose="02000000000000000000" pitchFamily="2" charset="-78"/>
              </a:rPr>
              <a:t>ج2 العوامل التي يجب مراعاتها (4)</a:t>
            </a:r>
          </a:p>
        </p:txBody>
      </p:sp>
      <p:sp>
        <p:nvSpPr>
          <p:cNvPr id="3" name="Content Placeholder 2">
            <a:extLst>
              <a:ext uri="{FF2B5EF4-FFF2-40B4-BE49-F238E27FC236}">
                <a16:creationId xmlns:a16="http://schemas.microsoft.com/office/drawing/2014/main" id="{286B15E8-F3E5-F006-3054-36E57AFC1FE5}"/>
              </a:ext>
            </a:extLst>
          </p:cNvPr>
          <p:cNvSpPr>
            <a:spLocks noGrp="1"/>
          </p:cNvSpPr>
          <p:nvPr>
            <p:ph idx="1"/>
          </p:nvPr>
        </p:nvSpPr>
        <p:spPr>
          <a:xfrm>
            <a:off x="468311" y="2196000"/>
            <a:ext cx="8207375" cy="3878436"/>
          </a:xfrm>
        </p:spPr>
        <p:txBody>
          <a:bodyPr wrap="square" rtlCol="1" anchor="t">
            <a:normAutofit/>
          </a:bodyPr>
          <a:lstStyle/>
          <a:p>
            <a:pPr rtl="1"/>
            <a:r>
              <a:rPr lang="ar" sz="2100" b="1" dirty="0">
                <a:latin typeface="Sakkal Majalla" panose="02000000000000000000" pitchFamily="2" charset="-78"/>
                <a:cs typeface="Sakkal Majalla" panose="02000000000000000000" pitchFamily="2" charset="-78"/>
              </a:rPr>
              <a:t>إدارة مقدمي الطعام الخارجيين: </a:t>
            </a:r>
            <a:r>
              <a:rPr lang="ar" sz="2100" dirty="0">
                <a:latin typeface="Sakkal Majalla" panose="02000000000000000000" pitchFamily="2" charset="-78"/>
                <a:cs typeface="Sakkal Majalla" panose="02000000000000000000" pitchFamily="2" charset="-78"/>
              </a:rPr>
              <a:t>ما خدمات التموين وتقديم الطعام التي ستُنظَّم؟ كيف ستضمن أنك راعيت الاحتياجات الغذائية للحاضرين؟</a:t>
            </a:r>
          </a:p>
          <a:p>
            <a:pPr rtl="1"/>
            <a:r>
              <a:rPr lang="ar" sz="2100" b="1" dirty="0">
                <a:latin typeface="Sakkal Majalla" panose="02000000000000000000" pitchFamily="2" charset="-78"/>
                <a:cs typeface="Sakkal Majalla" panose="02000000000000000000" pitchFamily="2" charset="-78"/>
              </a:rPr>
              <a:t>القيود القانونية والتأمين: </a:t>
            </a:r>
            <a:r>
              <a:rPr lang="ar" sz="2100" dirty="0">
                <a:latin typeface="Sakkal Majalla" panose="02000000000000000000" pitchFamily="2" charset="-78"/>
                <a:cs typeface="Sakkal Majalla" panose="02000000000000000000" pitchFamily="2" charset="-78"/>
              </a:rPr>
              <a:t>ما العقود التي يجب أن تكون سارية للمكان والموردين والموظفين العاملين في الفعالية؟ من يحتاج إلى الموافقة والتوقيع على تقييم المخاطر؟ ما الاعتبارات والآثار المترتبة على الصحة والسلامة التي يجب اتخاذها؟ ما التأمين ضد الإهمال والمسؤولية العامة الذي يجب أن يكون موجودًا؟ </a:t>
            </a:r>
          </a:p>
          <a:p>
            <a:pPr rtl="1"/>
            <a:r>
              <a:rPr lang="ar" sz="2100" b="1" dirty="0">
                <a:latin typeface="Sakkal Majalla" panose="02000000000000000000" pitchFamily="2" charset="-78"/>
                <a:cs typeface="Sakkal Majalla" panose="02000000000000000000" pitchFamily="2" charset="-78"/>
              </a:rPr>
              <a:t>نفِّذ تقييم المخاطر للفعالية. </a:t>
            </a:r>
            <a:r>
              <a:rPr lang="ar" sz="2100" dirty="0">
                <a:latin typeface="Sakkal Majalla" panose="02000000000000000000" pitchFamily="2" charset="-78"/>
                <a:cs typeface="Sakkal Majalla" panose="02000000000000000000" pitchFamily="2" charset="-78"/>
              </a:rPr>
              <a:t>ما التدابير الأمنية التي يجب وضعها؟ من المسؤول عن هذا الأمر؟ ما احتياطات الصحة والسلامة التي يجب اتخاذها؟ من المسؤول عن هذا الأمر؟</a:t>
            </a:r>
          </a:p>
          <a:p>
            <a:pPr rtl="1"/>
            <a:r>
              <a:rPr lang="ar" sz="2100" b="1" dirty="0">
                <a:latin typeface="Sakkal Majalla" panose="02000000000000000000" pitchFamily="2" charset="-78"/>
                <a:cs typeface="Sakkal Majalla" panose="02000000000000000000" pitchFamily="2" charset="-78"/>
              </a:rPr>
              <a:t>العمل الجماعي: </a:t>
            </a:r>
            <a:r>
              <a:rPr lang="ar" sz="2100" dirty="0">
                <a:latin typeface="Sakkal Majalla" panose="02000000000000000000" pitchFamily="2" charset="-78"/>
                <a:cs typeface="Sakkal Majalla" panose="02000000000000000000" pitchFamily="2" charset="-78"/>
              </a:rPr>
              <a:t>من أعضاء الفريق وما أدوارهم ولماذا؟ كيف تم توزيع المهام؟ واذكر أدلة على الاجتماعات التخطيطية التي تمت</a:t>
            </a:r>
          </a:p>
          <a:p>
            <a:pPr rtl="1">
              <a:lnSpc>
                <a:spcPct val="90000"/>
              </a:lnSpc>
            </a:pPr>
            <a:endParaRPr lang="en-GB" sz="21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3C016CF8-9946-195D-9CBD-B868A16C17D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1966664945"/>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F38BB-4CFA-D239-23FF-F8CEF4B5F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7BA28-130C-722D-F958-DE0F9F86E7C4}"/>
              </a:ext>
            </a:extLst>
          </p:cNvPr>
          <p:cNvSpPr>
            <a:spLocks noGrp="1"/>
          </p:cNvSpPr>
          <p:nvPr>
            <p:ph type="title"/>
          </p:nvPr>
        </p:nvSpPr>
        <p:spPr>
          <a:xfrm>
            <a:off x="457200" y="1195200"/>
            <a:ext cx="8229600" cy="864000"/>
          </a:xfrm>
        </p:spPr>
        <p:txBody>
          <a:bodyPr wrap="square" rtlCol="1" anchor="ctr">
            <a:normAutofit/>
          </a:bodyPr>
          <a:lstStyle/>
          <a:p>
            <a:pPr rtl="1"/>
            <a:r>
              <a:rPr lang="ar" sz="4600" dirty="0">
                <a:latin typeface="Sakkal Majalla" panose="02000000000000000000" pitchFamily="2" charset="-78"/>
                <a:cs typeface="Sakkal Majalla" panose="02000000000000000000" pitchFamily="2" charset="-78"/>
              </a:rPr>
              <a:t>ج2 العوامل التي يجب مراعاتها (5)</a:t>
            </a:r>
          </a:p>
        </p:txBody>
      </p:sp>
      <p:sp>
        <p:nvSpPr>
          <p:cNvPr id="3" name="Content Placeholder 2">
            <a:extLst>
              <a:ext uri="{FF2B5EF4-FFF2-40B4-BE49-F238E27FC236}">
                <a16:creationId xmlns:a16="http://schemas.microsoft.com/office/drawing/2014/main" id="{67A8FC61-375A-C90F-82E6-5D39397402F6}"/>
              </a:ext>
            </a:extLst>
          </p:cNvPr>
          <p:cNvSpPr>
            <a:spLocks noGrp="1"/>
          </p:cNvSpPr>
          <p:nvPr>
            <p:ph idx="1"/>
          </p:nvPr>
        </p:nvSpPr>
        <p:spPr>
          <a:xfrm>
            <a:off x="468311" y="2196000"/>
            <a:ext cx="8207375" cy="3878436"/>
          </a:xfrm>
        </p:spPr>
        <p:txBody>
          <a:bodyPr wrap="square" rtlCol="1" anchor="t">
            <a:normAutofit/>
          </a:bodyPr>
          <a:lstStyle/>
          <a:p>
            <a:pPr rtl="1">
              <a:lnSpc>
                <a:spcPct val="110000"/>
              </a:lnSpc>
            </a:pPr>
            <a:r>
              <a:rPr lang="ar" sz="2100" b="1" dirty="0">
                <a:latin typeface="Sakkal Majalla" panose="02000000000000000000" pitchFamily="2" charset="-78"/>
                <a:cs typeface="Sakkal Majalla" panose="02000000000000000000" pitchFamily="2" charset="-78"/>
              </a:rPr>
              <a:t>طرق الاتصال: </a:t>
            </a:r>
            <a:r>
              <a:rPr lang="ar" sz="2100" dirty="0">
                <a:latin typeface="Sakkal Majalla" panose="02000000000000000000" pitchFamily="2" charset="-78"/>
                <a:cs typeface="Sakkal Majalla" panose="02000000000000000000" pitchFamily="2" charset="-78"/>
              </a:rPr>
              <a:t>ما العروض الترويجية التي يجب تنفيذها وفي أي توقيتات؟ على سبيل المثال الدعاية والإعلان والرعاية. ما الرسائل التي يجب إرسالها؟ وما الدعوات التي يجب إصدارها؟ وكيف سيتم إعداد قائمة الضيوف؟ وما خدمات العملاء التي ستكون متاحة خلال الفعالية؟ وكيف سيتم التواصل بين أعضاء الفريق؟ وكيف سيتم التواصل مع الموردين؟ من المسؤول عن تطوير نماذج التقييم؟ وما العناصر التي يجب تضمينها؟ وكيف سيتم توزيعها وجمعها؟ وكيف سيتم تحليلها؟</a:t>
            </a:r>
          </a:p>
          <a:p>
            <a:pPr rtl="1">
              <a:lnSpc>
                <a:spcPct val="110000"/>
              </a:lnSpc>
            </a:pPr>
            <a:r>
              <a:rPr lang="ar" sz="2100" b="1" dirty="0">
                <a:latin typeface="Sakkal Majalla" panose="02000000000000000000" pitchFamily="2" charset="-78"/>
                <a:cs typeface="Sakkal Majalla" panose="02000000000000000000" pitchFamily="2" charset="-78"/>
              </a:rPr>
              <a:t>التخطيط للطوارئ: </a:t>
            </a:r>
            <a:r>
              <a:rPr lang="ar" sz="2100" dirty="0">
                <a:latin typeface="Sakkal Majalla" panose="02000000000000000000" pitchFamily="2" charset="-78"/>
                <a:cs typeface="Sakkal Majalla" panose="02000000000000000000" pitchFamily="2" charset="-78"/>
              </a:rPr>
              <a:t>بعض السيناريوهات "المفترضة" لمشكلات قد تنشأ خلال تنظيم الفعالية. كيف سيتم التعامل مع هذه المشكلات. يجب عليك مراعاة هذه الأمور في أثناء التخطيط للفعالية وتنظيمها ومتابعتها. يجب عليك مراجعة الشريحة د2 للحصول على أفكار محتملة للمشكلات التي قد تحدث </a:t>
            </a:r>
          </a:p>
          <a:p>
            <a:pPr rtl="1">
              <a:lnSpc>
                <a:spcPct val="110000"/>
              </a:lnSpc>
            </a:pPr>
            <a:r>
              <a:rPr lang="ar" sz="2100" dirty="0">
                <a:latin typeface="Sakkal Majalla" panose="02000000000000000000" pitchFamily="2" charset="-78"/>
                <a:cs typeface="Sakkal Majalla" panose="02000000000000000000" pitchFamily="2" charset="-78"/>
              </a:rPr>
              <a:t>من سيراقب إتمام المهام؟ </a:t>
            </a:r>
          </a:p>
        </p:txBody>
      </p:sp>
      <p:sp>
        <p:nvSpPr>
          <p:cNvPr id="4" name="Footer Placeholder 2">
            <a:extLst>
              <a:ext uri="{FF2B5EF4-FFF2-40B4-BE49-F238E27FC236}">
                <a16:creationId xmlns:a16="http://schemas.microsoft.com/office/drawing/2014/main" id="{DFEAE461-CA45-6F0D-8AD9-4774C4237AB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2533419585"/>
      </p:ext>
    </p:extLst>
  </p:cSld>
  <p:clrMapOvr>
    <a:masterClrMapping/>
  </p:clrMapOvr>
  <p:transition>
    <p:sndAc>
      <p:stSnd>
        <p:snd r:embed="rId2"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4E3C6-187F-BFD2-F68A-46B393576C3A}"/>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1FE16B32-FF7D-AA28-E942-814ADB2D573A}"/>
              </a:ext>
            </a:extLst>
          </p:cNvPr>
          <p:cNvSpPr>
            <a:spLocks noGrp="1" noChangeArrowheads="1"/>
          </p:cNvSpPr>
          <p:nvPr>
            <p:ph type="title"/>
          </p:nvPr>
        </p:nvSpPr>
        <p:spPr bwMode="auto">
          <a:xfrm>
            <a:off x="301625" y="1397489"/>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د</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74415ABA-7FDE-FB2A-6B32-FA51B25B3962}"/>
              </a:ext>
            </a:extLst>
          </p:cNvPr>
          <p:cNvSpPr>
            <a:spLocks noGrp="1" noChangeArrowheads="1"/>
          </p:cNvSpPr>
          <p:nvPr>
            <p:ph sz="half" idx="2"/>
          </p:nvPr>
        </p:nvSpPr>
        <p:spPr bwMode="auto">
          <a:xfrm>
            <a:off x="420688" y="1875082"/>
            <a:ext cx="7991475" cy="12377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Font typeface="Wingdings" panose="05000000000000000000" pitchFamily="2" charset="2"/>
              <a:buNone/>
            </a:pPr>
            <a:r>
              <a:rPr lang="ar" sz="3400" b="1" dirty="0">
                <a:latin typeface="Sakkal Majalla" panose="02000000000000000000" pitchFamily="2" charset="-78"/>
                <a:cs typeface="Sakkal Majalla" panose="02000000000000000000" pitchFamily="2" charset="-78"/>
              </a:rPr>
              <a:t>تنظيم وإدارة فعالية لمؤسسة تجارية أو اجتماعية</a:t>
            </a:r>
          </a:p>
        </p:txBody>
      </p:sp>
      <p:sp>
        <p:nvSpPr>
          <p:cNvPr id="34820" name="Rectangle 1">
            <a:extLst>
              <a:ext uri="{FF2B5EF4-FFF2-40B4-BE49-F238E27FC236}">
                <a16:creationId xmlns:a16="http://schemas.microsoft.com/office/drawing/2014/main" id="{5E1AB62C-102D-485D-F246-A23229B5DEC8}"/>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pic>
        <p:nvPicPr>
          <p:cNvPr id="4" name="Picture 3" descr="A person standing in front of a large group of people&#10;&#10;Description automatically generated">
            <a:extLst>
              <a:ext uri="{FF2B5EF4-FFF2-40B4-BE49-F238E27FC236}">
                <a16:creationId xmlns:a16="http://schemas.microsoft.com/office/drawing/2014/main" id="{94C1852B-62F3-2671-A01A-85F95E82F05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55776" y="3440815"/>
            <a:ext cx="3888432" cy="2592288"/>
          </a:xfrm>
          <a:prstGeom prst="rect">
            <a:avLst/>
          </a:prstGeom>
        </p:spPr>
      </p:pic>
      <p:sp>
        <p:nvSpPr>
          <p:cNvPr id="2" name="Footer Placeholder 2">
            <a:extLst>
              <a:ext uri="{FF2B5EF4-FFF2-40B4-BE49-F238E27FC236}">
                <a16:creationId xmlns:a16="http://schemas.microsoft.com/office/drawing/2014/main" id="{3C7A8535-B813-F2C6-A737-9EDE9F00C858}"/>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3133783877"/>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3DF4-0D72-228C-16D6-1856DD732DFC}"/>
              </a:ext>
            </a:extLst>
          </p:cNvPr>
          <p:cNvSpPr>
            <a:spLocks noGrp="1"/>
          </p:cNvSpPr>
          <p:nvPr>
            <p:ph type="title"/>
          </p:nvPr>
        </p:nvSpPr>
        <p:spPr>
          <a:xfrm>
            <a:off x="457200" y="1195200"/>
            <a:ext cx="8229600" cy="864000"/>
          </a:xfrm>
        </p:spPr>
        <p:txBody>
          <a:bodyPr wrap="square" rtlCol="1" anchor="ctr">
            <a:normAutofit/>
          </a:bodyPr>
          <a:lstStyle/>
          <a:p>
            <a:pPr rtl="1"/>
            <a:r>
              <a:rPr lang="ar" sz="4600" dirty="0">
                <a:latin typeface="Sakkal Majalla" panose="02000000000000000000" pitchFamily="2" charset="-78"/>
                <a:cs typeface="Sakkal Majalla" panose="02000000000000000000" pitchFamily="2" charset="-78"/>
              </a:rPr>
              <a:t>د1 إدارة الفعاليات</a:t>
            </a:r>
          </a:p>
        </p:txBody>
      </p:sp>
      <p:sp>
        <p:nvSpPr>
          <p:cNvPr id="3" name="Content Placeholder 2">
            <a:extLst>
              <a:ext uri="{FF2B5EF4-FFF2-40B4-BE49-F238E27FC236}">
                <a16:creationId xmlns:a16="http://schemas.microsoft.com/office/drawing/2014/main" id="{85292408-F4C2-440B-2FE0-3BC839352152}"/>
              </a:ext>
            </a:extLst>
          </p:cNvPr>
          <p:cNvSpPr>
            <a:spLocks noGrp="1"/>
          </p:cNvSpPr>
          <p:nvPr>
            <p:ph idx="1"/>
          </p:nvPr>
        </p:nvSpPr>
        <p:spPr>
          <a:xfrm>
            <a:off x="457200" y="2196000"/>
            <a:ext cx="8218486" cy="4257336"/>
          </a:xfrm>
        </p:spPr>
        <p:txBody>
          <a:bodyPr wrap="square" rtlCol="1" anchor="t">
            <a:noAutofit/>
          </a:bodyPr>
          <a:lstStyle/>
          <a:p>
            <a:pPr rtl="1">
              <a:lnSpc>
                <a:spcPct val="110000"/>
              </a:lnSpc>
            </a:pPr>
            <a:r>
              <a:rPr lang="ar" sz="1900" dirty="0">
                <a:latin typeface="Sakkal Majalla" panose="02000000000000000000" pitchFamily="2" charset="-78"/>
                <a:cs typeface="Sakkal Majalla" panose="02000000000000000000" pitchFamily="2" charset="-78"/>
              </a:rPr>
              <a:t>وضعت الخطة ويجب عليك الآن تنظيم الفعالية الخاصة بك. توجد العديد من العوامل التي يجب مراعاتها قبل الفعالية وأثناؤها. ستحتاج إلى الاحتفاظ بسجلات لكيفية تنفيذ كل ما يأتي:</a:t>
            </a:r>
          </a:p>
          <a:p>
            <a:pPr rtl="1">
              <a:lnSpc>
                <a:spcPct val="110000"/>
              </a:lnSpc>
            </a:pPr>
            <a:r>
              <a:rPr lang="ar" sz="1900" dirty="0">
                <a:latin typeface="Sakkal Majalla" panose="02000000000000000000" pitchFamily="2" charset="-78"/>
                <a:cs typeface="Sakkal Majalla" panose="02000000000000000000" pitchFamily="2" charset="-78"/>
              </a:rPr>
              <a:t>عقود المكان: احصل على نسخ من عقود إدارة الموردين للموردين والموظفين العاملين في الفعالية، وضمان توقيعها.</a:t>
            </a:r>
          </a:p>
          <a:p>
            <a:pPr rtl="1">
              <a:lnSpc>
                <a:spcPct val="110000"/>
              </a:lnSpc>
            </a:pPr>
            <a:r>
              <a:rPr lang="ar" sz="1900" dirty="0">
                <a:latin typeface="Sakkal Majalla" panose="02000000000000000000" pitchFamily="2" charset="-78"/>
                <a:cs typeface="Sakkal Majalla" panose="02000000000000000000" pitchFamily="2" charset="-78"/>
              </a:rPr>
              <a:t>أهمية التسويق للفعالية: إعداد المواد الترويجية بما في ذلك وسائل التواصل الاجتماعي والدعاية والإعلان والرعاية وإعداد قائمة ضيوف وإرسال الدعوات</a:t>
            </a:r>
          </a:p>
          <a:p>
            <a:pPr rtl="1">
              <a:lnSpc>
                <a:spcPct val="110000"/>
              </a:lnSpc>
            </a:pPr>
            <a:r>
              <a:rPr lang="ar" sz="1900" dirty="0">
                <a:latin typeface="Sakkal Majalla" panose="02000000000000000000" pitchFamily="2" charset="-78"/>
                <a:cs typeface="Sakkal Majalla" panose="02000000000000000000" pitchFamily="2" charset="-78"/>
              </a:rPr>
              <a:t>خدمة العملاء مثل مساعدة الحاضرين في أثناء الفعالية وإعداد الخرائط والتعامل مع المشكلات بما في ذلك كيفية إدارتها.</a:t>
            </a:r>
          </a:p>
          <a:p>
            <a:pPr rtl="1">
              <a:lnSpc>
                <a:spcPct val="110000"/>
              </a:lnSpc>
            </a:pPr>
            <a:r>
              <a:rPr lang="ar" sz="1900" dirty="0">
                <a:latin typeface="Sakkal Majalla" panose="02000000000000000000" pitchFamily="2" charset="-78"/>
                <a:cs typeface="Sakkal Majalla" panose="02000000000000000000" pitchFamily="2" charset="-78"/>
              </a:rPr>
              <a:t>إجراءات المراقبة لضمان اكتمال المهام التي تم توزيعها</a:t>
            </a:r>
          </a:p>
          <a:p>
            <a:pPr rtl="1">
              <a:lnSpc>
                <a:spcPct val="110000"/>
              </a:lnSpc>
            </a:pPr>
            <a:r>
              <a:rPr lang="ar" sz="1900" dirty="0">
                <a:latin typeface="Sakkal Majalla" panose="02000000000000000000" pitchFamily="2" charset="-78"/>
                <a:cs typeface="Sakkal Majalla" panose="02000000000000000000" pitchFamily="2" charset="-78"/>
              </a:rPr>
              <a:t>الأمن بما في ذلك السلامة الشخصية وإجراءات الطوارئ ومتطلبات الصحة والسلامة مثل الإسعافات الأولية والتعامل مع البضائع وما إلى ذلك. يجب على منظمي الفعالية التأكد من الامتثال لجميع المتطلبات القانونية والصحية والسلامة والطوارئ. </a:t>
            </a:r>
          </a:p>
        </p:txBody>
      </p:sp>
      <p:sp>
        <p:nvSpPr>
          <p:cNvPr id="4" name="Footer Placeholder 2">
            <a:extLst>
              <a:ext uri="{FF2B5EF4-FFF2-40B4-BE49-F238E27FC236}">
                <a16:creationId xmlns:a16="http://schemas.microsoft.com/office/drawing/2014/main" id="{A6F27FD0-B9BA-A570-A8CF-F9FB0A33F25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4065436797"/>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6C8B-9D04-49A7-AF28-2609BE21C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20EBA-55EE-FFAC-B4E5-7273659EF6A9}"/>
              </a:ext>
            </a:extLst>
          </p:cNvPr>
          <p:cNvSpPr>
            <a:spLocks noGrp="1"/>
          </p:cNvSpPr>
          <p:nvPr>
            <p:ph type="title"/>
          </p:nvPr>
        </p:nvSpPr>
        <p:spPr>
          <a:xfrm>
            <a:off x="457200" y="1195200"/>
            <a:ext cx="8229600" cy="864000"/>
          </a:xfrm>
        </p:spPr>
        <p:txBody>
          <a:bodyPr vert="horz" wrap="square" lIns="91440" tIns="45720" rIns="91440" bIns="45720" numCol="1" rtlCol="1" anchor="ctr" anchorCtr="0" compatLnSpc="1">
            <a:prstTxWarp prst="textNoShape">
              <a:avLst/>
            </a:prstTxWarp>
            <a:noAutofit/>
          </a:bodyPr>
          <a:lstStyle/>
          <a:p>
            <a:pPr rtl="1">
              <a:lnSpc>
                <a:spcPct val="90000"/>
              </a:lnSpc>
            </a:pPr>
            <a:r>
              <a:rPr lang="ar" sz="3000" dirty="0">
                <a:latin typeface="Sakkal Majalla" panose="02000000000000000000" pitchFamily="2" charset="-78"/>
                <a:cs typeface="Sakkal Majalla" panose="02000000000000000000" pitchFamily="2" charset="-78"/>
              </a:rPr>
              <a:t>د1 إدارة الفعاليات</a:t>
            </a:r>
            <a:br>
              <a:rPr lang="en-GB" sz="3000" dirty="0">
                <a:latin typeface="Sakkal Majalla" panose="02000000000000000000" pitchFamily="2" charset="-78"/>
                <a:cs typeface="Sakkal Majalla" panose="02000000000000000000" pitchFamily="2" charset="-78"/>
              </a:rPr>
            </a:br>
            <a:r>
              <a:rPr lang="ar" sz="3000" dirty="0">
                <a:latin typeface="Sakkal Majalla" panose="02000000000000000000" pitchFamily="2" charset="-78"/>
                <a:cs typeface="Sakkal Majalla" panose="02000000000000000000" pitchFamily="2" charset="-78"/>
              </a:rPr>
              <a:t>د2 حل المشكلات</a:t>
            </a:r>
            <a:endParaRPr lang="en-GB" sz="30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D97AB895-55CE-D778-B2DA-D8F49502E5DF}"/>
              </a:ext>
            </a:extLst>
          </p:cNvPr>
          <p:cNvSpPr>
            <a:spLocks noGrp="1"/>
          </p:cNvSpPr>
          <p:nvPr>
            <p:ph sz="half" idx="1"/>
          </p:nvPr>
        </p:nvSpPr>
        <p:spPr>
          <a:xfrm>
            <a:off x="4648199" y="2196001"/>
            <a:ext cx="4027487" cy="4024100"/>
          </a:xfrm>
        </p:spPr>
        <p:txBody>
          <a:bodyPr vert="horz" wrap="square" lIns="91440" tIns="45720" rIns="91440" bIns="45720" numCol="1" rtlCol="1" anchor="t" anchorCtr="0" compatLnSpc="1">
            <a:prstTxWarp prst="textNoShape">
              <a:avLst/>
            </a:prstTxWarp>
            <a:normAutofit/>
          </a:bodyPr>
          <a:lstStyle/>
          <a:p>
            <a:pPr rtl="1">
              <a:lnSpc>
                <a:spcPct val="90000"/>
              </a:lnSpc>
            </a:pPr>
            <a:r>
              <a:rPr lang="ar" sz="1800" kern="1200" dirty="0">
                <a:latin typeface="Sakkal Majalla" panose="02000000000000000000" pitchFamily="2" charset="-78"/>
                <a:ea typeface="+mn-ea"/>
                <a:cs typeface="Sakkal Majalla" panose="02000000000000000000" pitchFamily="2" charset="-78"/>
              </a:rPr>
              <a:t>طرق التواصل: داخليًا، مثل الاجتماعات التخطيطية الخاصة بك، وخارجيًا مع الموردين والحضور</a:t>
            </a:r>
          </a:p>
          <a:p>
            <a:pPr rtl="1">
              <a:lnSpc>
                <a:spcPct val="90000"/>
              </a:lnSpc>
            </a:pPr>
            <a:r>
              <a:rPr lang="ar" sz="1800" kern="1200" dirty="0">
                <a:latin typeface="Sakkal Majalla" panose="02000000000000000000" pitchFamily="2" charset="-78"/>
                <a:ea typeface="+mn-ea"/>
                <a:cs typeface="Sakkal Majalla" panose="02000000000000000000" pitchFamily="2" charset="-78"/>
              </a:rPr>
              <a:t>تقييم الحضور: إعداد نماذج التقييم/ الاستبيان وإصدارها وجمعها</a:t>
            </a:r>
          </a:p>
          <a:p>
            <a:pPr rtl="1">
              <a:lnSpc>
                <a:spcPct val="90000"/>
              </a:lnSpc>
            </a:pPr>
            <a:r>
              <a:rPr lang="ar" sz="1800" kern="1200" dirty="0">
                <a:latin typeface="Sakkal Majalla" panose="02000000000000000000" pitchFamily="2" charset="-78"/>
                <a:ea typeface="+mn-ea"/>
                <a:cs typeface="Sakkal Majalla" panose="02000000000000000000" pitchFamily="2" charset="-78"/>
              </a:rPr>
              <a:t>يجب أن يتحمل جميع أعضاء الفريق مسؤولية حل المشكلات التي تنشأ قبل الفعالية وأثناؤها باعتباره جزء من التخطيط للطوارئ. ناقش الأسئلة الآتية مع زملائك.</a:t>
            </a:r>
          </a:p>
          <a:p>
            <a:pPr rtl="1">
              <a:lnSpc>
                <a:spcPct val="90000"/>
              </a:lnSpc>
            </a:pPr>
            <a:r>
              <a:rPr lang="ar" sz="1800" kern="1200" dirty="0">
                <a:latin typeface="Sakkal Majalla" panose="02000000000000000000" pitchFamily="2" charset="-78"/>
                <a:ea typeface="+mn-ea"/>
                <a:cs typeface="Sakkal Majalla" panose="02000000000000000000" pitchFamily="2" charset="-78"/>
              </a:rPr>
              <a:t>كيف سيتم تنفيذ خطة الطوارئ؟ ماذا يحدث إذا لم يتم تسليم الموارد؟</a:t>
            </a:r>
          </a:p>
          <a:p>
            <a:pPr rtl="1">
              <a:lnSpc>
                <a:spcPct val="90000"/>
              </a:lnSpc>
            </a:pPr>
            <a:r>
              <a:rPr lang="ar" sz="1800" kern="1200" dirty="0">
                <a:latin typeface="Sakkal Majalla" panose="02000000000000000000" pitchFamily="2" charset="-78"/>
                <a:ea typeface="+mn-ea"/>
                <a:cs typeface="Sakkal Majalla" panose="02000000000000000000" pitchFamily="2" charset="-78"/>
              </a:rPr>
              <a:t>ما مشكلات خدمة العملاء التي قد تنشأ؟ كيف يمكن التغلب عليها؟</a:t>
            </a:r>
          </a:p>
          <a:p>
            <a:pPr rtl="1">
              <a:lnSpc>
                <a:spcPct val="90000"/>
              </a:lnSpc>
            </a:pPr>
            <a:r>
              <a:rPr lang="ar" sz="1800" kern="1200" dirty="0">
                <a:latin typeface="Sakkal Majalla" panose="02000000000000000000" pitchFamily="2" charset="-78"/>
                <a:ea typeface="+mn-ea"/>
                <a:cs typeface="Sakkal Majalla" panose="02000000000000000000" pitchFamily="2" charset="-78"/>
              </a:rPr>
              <a:t>ما مشكلات الصحة والسلامة التي قد تنشأ؟ كيف يمكن التغلب عليها؟</a:t>
            </a:r>
          </a:p>
        </p:txBody>
      </p:sp>
      <p:sp>
        <p:nvSpPr>
          <p:cNvPr id="5" name="TextBox 4">
            <a:extLst>
              <a:ext uri="{FF2B5EF4-FFF2-40B4-BE49-F238E27FC236}">
                <a16:creationId xmlns:a16="http://schemas.microsoft.com/office/drawing/2014/main" id="{A026FFD1-728E-2EE5-5C18-16B7C3E4A569}"/>
              </a:ext>
            </a:extLst>
          </p:cNvPr>
          <p:cNvSpPr txBox="1"/>
          <p:nvPr/>
        </p:nvSpPr>
        <p:spPr bwMode="auto">
          <a:xfrm>
            <a:off x="468312" y="2196001"/>
            <a:ext cx="4027488" cy="4024100"/>
          </a:xfrm>
          <a:prstGeom prst="rect">
            <a:avLst/>
          </a:prstGeom>
          <a:noFill/>
          <a:ln>
            <a:noFill/>
          </a:ln>
        </p:spPr>
        <p:txBody>
          <a:bodyPr vert="horz" wrap="square" lIns="91440" tIns="45720" rIns="91440" bIns="45720" numCol="1" rtlCol="1" anchor="t" anchorCtr="0" compatLnSpc="1">
            <a:prstTxWarp prst="textNoShape">
              <a:avLst/>
            </a:prstTxWarp>
            <a:normAutofit/>
          </a:bodyPr>
          <a:lstStyle/>
          <a:p>
            <a:pPr marL="342900" indent="-342900" rtl="1">
              <a:lnSpc>
                <a:spcPct val="90000"/>
              </a:lnSpc>
              <a:spcBef>
                <a:spcPct val="20000"/>
              </a:spcBef>
              <a:buFont typeface="Wingdings" pitchFamily="2" charset="2"/>
              <a:buChar char="§"/>
            </a:pPr>
            <a:r>
              <a:rPr lang="ar" dirty="0">
                <a:latin typeface="Sakkal Majalla" panose="02000000000000000000" pitchFamily="2" charset="-78"/>
                <a:cs typeface="Sakkal Majalla" panose="02000000000000000000" pitchFamily="2" charset="-78"/>
              </a:rPr>
              <a:t>يجب أن تشارك في تنظيم الفعالية وإدارتها. ويمكن التقاط الصور لتوثيق الأدلة على مشاركتك وإظهار الأدلة على كيفية إدارة أي مشكلات أو معوقات.</a:t>
            </a:r>
          </a:p>
          <a:p>
            <a:pPr marL="342900" indent="-342900" rtl="1">
              <a:lnSpc>
                <a:spcPct val="90000"/>
              </a:lnSpc>
              <a:spcBef>
                <a:spcPct val="20000"/>
              </a:spcBef>
              <a:buFont typeface="Wingdings" pitchFamily="2" charset="2"/>
              <a:buChar char="§"/>
            </a:pPr>
            <a:endParaRPr lang="en-US" dirty="0">
              <a:latin typeface="Sakkal Majalla" panose="02000000000000000000" pitchFamily="2" charset="-78"/>
              <a:cs typeface="Sakkal Majalla" panose="02000000000000000000" pitchFamily="2" charset="-78"/>
            </a:endParaRPr>
          </a:p>
          <a:p>
            <a:pPr marL="342900" indent="-342900" rtl="1">
              <a:lnSpc>
                <a:spcPct val="90000"/>
              </a:lnSpc>
              <a:spcBef>
                <a:spcPct val="20000"/>
              </a:spcBef>
              <a:buFont typeface="Wingdings" pitchFamily="2" charset="2"/>
              <a:buChar char="§"/>
            </a:pPr>
            <a:r>
              <a:rPr lang="ar" dirty="0">
                <a:latin typeface="Sakkal Majalla" panose="02000000000000000000" pitchFamily="2" charset="-78"/>
                <a:cs typeface="Sakkal Majalla" panose="02000000000000000000" pitchFamily="2" charset="-78"/>
              </a:rPr>
              <a:t>يجب عليك إعداد سجل فردي/سجل يومي لبيان الدليل على إسهامهم في تنظيم الفعالية وإدارتها.</a:t>
            </a:r>
          </a:p>
        </p:txBody>
      </p:sp>
      <p:sp>
        <p:nvSpPr>
          <p:cNvPr id="4" name="Footer Placeholder 2">
            <a:extLst>
              <a:ext uri="{FF2B5EF4-FFF2-40B4-BE49-F238E27FC236}">
                <a16:creationId xmlns:a16="http://schemas.microsoft.com/office/drawing/2014/main" id="{62CB5276-BBE3-DB6D-465C-D556243F790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2070432420"/>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B2CAB-042D-D468-1793-4F6DC2EE8E1B}"/>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52434F94-64C0-22E3-F4FE-DB9488AED9B5}"/>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هـ</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E7670BA7-005E-3738-1550-34FBC30FDE2E}"/>
              </a:ext>
            </a:extLst>
          </p:cNvPr>
          <p:cNvSpPr>
            <a:spLocks noGrp="1" noChangeArrowheads="1"/>
          </p:cNvSpPr>
          <p:nvPr>
            <p:ph sz="half" idx="2"/>
          </p:nvPr>
        </p:nvSpPr>
        <p:spPr bwMode="auto">
          <a:xfrm>
            <a:off x="457200" y="2478576"/>
            <a:ext cx="7991475" cy="19008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Font typeface="Wingdings" panose="05000000000000000000" pitchFamily="2" charset="2"/>
              <a:buNone/>
            </a:pPr>
            <a:r>
              <a:rPr lang="ar" sz="3400" b="1" dirty="0">
                <a:latin typeface="Sakkal Majalla" panose="02000000000000000000" pitchFamily="2" charset="-78"/>
                <a:cs typeface="Sakkal Majalla" panose="02000000000000000000" pitchFamily="2" charset="-78"/>
              </a:rPr>
              <a:t>التفكير في إدارة الفعاليات وتقييم سير تطوير مهاراتك</a:t>
            </a:r>
          </a:p>
        </p:txBody>
      </p:sp>
      <p:sp>
        <p:nvSpPr>
          <p:cNvPr id="34820" name="Rectangle 1">
            <a:extLst>
              <a:ext uri="{FF2B5EF4-FFF2-40B4-BE49-F238E27FC236}">
                <a16:creationId xmlns:a16="http://schemas.microsoft.com/office/drawing/2014/main" id="{BE40068A-8D2E-649B-E558-F6F0D4F34B33}"/>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pic>
        <p:nvPicPr>
          <p:cNvPr id="4" name="Picture 3" descr="A computer on a table&#10;&#10;Description automatically generated">
            <a:extLst>
              <a:ext uri="{FF2B5EF4-FFF2-40B4-BE49-F238E27FC236}">
                <a16:creationId xmlns:a16="http://schemas.microsoft.com/office/drawing/2014/main" id="{0999B74D-616D-C094-31F0-C91B7C15EEC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27996" y="3752311"/>
            <a:ext cx="3391708" cy="2246234"/>
          </a:xfrm>
          <a:prstGeom prst="rect">
            <a:avLst/>
          </a:prstGeom>
        </p:spPr>
      </p:pic>
      <p:pic>
        <p:nvPicPr>
          <p:cNvPr id="7" name="Picture 6" descr="A person with many hands holding a lot of objects&#10;&#10;Description automatically generated">
            <a:extLst>
              <a:ext uri="{FF2B5EF4-FFF2-40B4-BE49-F238E27FC236}">
                <a16:creationId xmlns:a16="http://schemas.microsoft.com/office/drawing/2014/main" id="{9AB9C440-DFC8-48E5-4BBA-BDDF8444D08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68914" y="3752311"/>
            <a:ext cx="3414426" cy="2276284"/>
          </a:xfrm>
          <a:prstGeom prst="rect">
            <a:avLst/>
          </a:prstGeom>
        </p:spPr>
      </p:pic>
      <p:sp>
        <p:nvSpPr>
          <p:cNvPr id="2" name="Footer Placeholder 2">
            <a:extLst>
              <a:ext uri="{FF2B5EF4-FFF2-40B4-BE49-F238E27FC236}">
                <a16:creationId xmlns:a16="http://schemas.microsoft.com/office/drawing/2014/main" id="{AB9E3EFF-7586-7648-44B3-AAC5CD89D5D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3782338159"/>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53FE7-5A4A-F3F1-28F6-8A1EF6B97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1405C-3E11-8F7D-E648-02E3551F0412}"/>
              </a:ext>
            </a:extLst>
          </p:cNvPr>
          <p:cNvSpPr>
            <a:spLocks noGrp="1"/>
          </p:cNvSpPr>
          <p:nvPr>
            <p:ph type="title"/>
          </p:nvPr>
        </p:nvSpPr>
        <p:spPr>
          <a:xfrm>
            <a:off x="457200" y="1195200"/>
            <a:ext cx="8229600" cy="864000"/>
          </a:xfrm>
        </p:spPr>
        <p:txBody>
          <a:bodyPr wrap="square" rtlCol="1" anchor="ctr">
            <a:normAutofit/>
          </a:bodyPr>
          <a:lstStyle/>
          <a:p>
            <a:pPr rtl="1"/>
            <a:r>
              <a:rPr lang="ar" sz="4600" dirty="0">
                <a:latin typeface="Sakkal Majalla" panose="02000000000000000000" pitchFamily="2" charset="-78"/>
                <a:cs typeface="Sakkal Majalla" panose="02000000000000000000" pitchFamily="2" charset="-78"/>
              </a:rPr>
              <a:t>هـ1 تقييم الفعاليات (1)</a:t>
            </a:r>
          </a:p>
        </p:txBody>
      </p:sp>
      <p:sp>
        <p:nvSpPr>
          <p:cNvPr id="3" name="Content Placeholder 2">
            <a:extLst>
              <a:ext uri="{FF2B5EF4-FFF2-40B4-BE49-F238E27FC236}">
                <a16:creationId xmlns:a16="http://schemas.microsoft.com/office/drawing/2014/main" id="{18DA7B82-0D11-8658-22DE-F7CE82DF705E}"/>
              </a:ext>
            </a:extLst>
          </p:cNvPr>
          <p:cNvSpPr>
            <a:spLocks noGrp="1"/>
          </p:cNvSpPr>
          <p:nvPr>
            <p:ph idx="1"/>
          </p:nvPr>
        </p:nvSpPr>
        <p:spPr>
          <a:xfrm>
            <a:off x="179512" y="1916832"/>
            <a:ext cx="8496174" cy="4473360"/>
          </a:xfrm>
        </p:spPr>
        <p:txBody>
          <a:bodyPr wrap="square" rtlCol="1" anchor="t">
            <a:noAutofit/>
          </a:bodyPr>
          <a:lstStyle/>
          <a:p>
            <a:pPr marL="0" indent="0" rtl="1">
              <a:lnSpc>
                <a:spcPct val="120000"/>
              </a:lnSpc>
              <a:buNone/>
            </a:pPr>
            <a:r>
              <a:rPr lang="ar" sz="1700" dirty="0">
                <a:latin typeface="Sakkal Majalla" panose="02000000000000000000" pitchFamily="2" charset="-78"/>
                <a:cs typeface="Sakkal Majalla" panose="02000000000000000000" pitchFamily="2" charset="-78"/>
              </a:rPr>
              <a:t>نُفذت الفعالية ويجب الآن تقييمها. تحتاج إلى التفكير مليًا في مدى نجاح الفعالية. وتوجد طرق مختلفة للتعامل مع هذا الأمر، ومنها:</a:t>
            </a:r>
          </a:p>
          <a:p>
            <a:pPr rtl="1">
              <a:lnSpc>
                <a:spcPct val="120000"/>
              </a:lnSpc>
            </a:pPr>
            <a:r>
              <a:rPr lang="ar" sz="1700" dirty="0">
                <a:latin typeface="Sakkal Majalla" panose="02000000000000000000" pitchFamily="2" charset="-78"/>
                <a:cs typeface="Sakkal Majalla" panose="02000000000000000000" pitchFamily="2" charset="-78"/>
              </a:rPr>
              <a:t>تحديد مدى تحقيق الأهداف والغايات</a:t>
            </a:r>
          </a:p>
          <a:p>
            <a:pPr rtl="1">
              <a:lnSpc>
                <a:spcPct val="120000"/>
              </a:lnSpc>
            </a:pPr>
            <a:r>
              <a:rPr lang="ar" sz="1700" dirty="0">
                <a:latin typeface="Sakkal Majalla" panose="02000000000000000000" pitchFamily="2" charset="-78"/>
                <a:cs typeface="Sakkal Majalla" panose="02000000000000000000" pitchFamily="2" charset="-78"/>
              </a:rPr>
              <a:t>الحكم على توقيت الفعالية</a:t>
            </a:r>
          </a:p>
          <a:p>
            <a:pPr rtl="1">
              <a:lnSpc>
                <a:spcPct val="120000"/>
              </a:lnSpc>
            </a:pPr>
            <a:r>
              <a:rPr lang="ar" sz="1700" dirty="0">
                <a:latin typeface="Sakkal Majalla" panose="02000000000000000000" pitchFamily="2" charset="-78"/>
                <a:cs typeface="Sakkal Majalla" panose="02000000000000000000" pitchFamily="2" charset="-78"/>
              </a:rPr>
              <a:t>ما إذا كانت الميزانية قد تم الالتزام بها</a:t>
            </a:r>
          </a:p>
          <a:p>
            <a:pPr rtl="1">
              <a:lnSpc>
                <a:spcPct val="120000"/>
              </a:lnSpc>
            </a:pPr>
            <a:r>
              <a:rPr lang="ar" sz="1700" dirty="0">
                <a:latin typeface="Sakkal Majalla" panose="02000000000000000000" pitchFamily="2" charset="-78"/>
                <a:cs typeface="Sakkal Majalla" panose="02000000000000000000" pitchFamily="2" charset="-78"/>
              </a:rPr>
              <a:t>فعالية خطة الطوارئ</a:t>
            </a:r>
          </a:p>
          <a:p>
            <a:pPr rtl="1">
              <a:lnSpc>
                <a:spcPct val="120000"/>
              </a:lnSpc>
            </a:pPr>
            <a:r>
              <a:rPr lang="ar" sz="1700" dirty="0">
                <a:latin typeface="Sakkal Majalla" panose="02000000000000000000" pitchFamily="2" charset="-78"/>
                <a:cs typeface="Sakkal Majalla" panose="02000000000000000000" pitchFamily="2" charset="-78"/>
              </a:rPr>
              <a:t>تحليل نماذج التقييم.</a:t>
            </a:r>
          </a:p>
          <a:p>
            <a:pPr lvl="1" rtl="1">
              <a:lnSpc>
                <a:spcPct val="120000"/>
              </a:lnSpc>
            </a:pPr>
            <a:endParaRPr lang="en-GB" sz="1700" dirty="0">
              <a:latin typeface="Sakkal Majalla" panose="02000000000000000000" pitchFamily="2" charset="-78"/>
              <a:cs typeface="Sakkal Majalla" panose="02000000000000000000" pitchFamily="2" charset="-78"/>
            </a:endParaRPr>
          </a:p>
          <a:p>
            <a:pPr marL="0" indent="0" rtl="1">
              <a:lnSpc>
                <a:spcPct val="120000"/>
              </a:lnSpc>
              <a:buNone/>
            </a:pPr>
            <a:r>
              <a:rPr lang="ar" sz="1700" dirty="0">
                <a:latin typeface="Sakkal Majalla" panose="02000000000000000000" pitchFamily="2" charset="-78"/>
                <a:cs typeface="Sakkal Majalla" panose="02000000000000000000" pitchFamily="2" charset="-78"/>
              </a:rPr>
              <a:t>مناقشة:</a:t>
            </a:r>
          </a:p>
          <a:p>
            <a:pPr rtl="1">
              <a:lnSpc>
                <a:spcPct val="120000"/>
              </a:lnSpc>
            </a:pPr>
            <a:r>
              <a:rPr lang="ar" sz="1700" dirty="0">
                <a:latin typeface="Sakkal Majalla" panose="02000000000000000000" pitchFamily="2" charset="-78"/>
                <a:cs typeface="Sakkal Majalla" panose="02000000000000000000" pitchFamily="2" charset="-78"/>
              </a:rPr>
              <a:t>هل تم الوفاء بالأهداف والغايات؟ ما دليلك على ذلك؟</a:t>
            </a:r>
          </a:p>
          <a:p>
            <a:pPr rtl="1">
              <a:lnSpc>
                <a:spcPct val="120000"/>
              </a:lnSpc>
            </a:pPr>
            <a:r>
              <a:rPr lang="ar" sz="1700" dirty="0">
                <a:latin typeface="Sakkal Majalla" panose="02000000000000000000" pitchFamily="2" charset="-78"/>
                <a:cs typeface="Sakkal Majalla" panose="02000000000000000000" pitchFamily="2" charset="-78"/>
              </a:rPr>
              <a:t>هل تم الالتزام بالمواعيد وفق أدوات التخطيط؟ ما دليلك على ذلك؟</a:t>
            </a:r>
          </a:p>
          <a:p>
            <a:pPr rtl="1">
              <a:lnSpc>
                <a:spcPct val="120000"/>
              </a:lnSpc>
            </a:pPr>
            <a:r>
              <a:rPr lang="ar" sz="1700" dirty="0">
                <a:latin typeface="Sakkal Majalla" panose="02000000000000000000" pitchFamily="2" charset="-78"/>
                <a:cs typeface="Sakkal Majalla" panose="02000000000000000000" pitchFamily="2" charset="-78"/>
              </a:rPr>
              <a:t>هل نُفذت الفعالية في حدود الميزانية المحددة؟ ما دليلك على ذلك؟</a:t>
            </a:r>
          </a:p>
          <a:p>
            <a:pPr rtl="1">
              <a:lnSpc>
                <a:spcPct val="120000"/>
              </a:lnSpc>
            </a:pPr>
            <a:r>
              <a:rPr lang="ar" sz="1700" dirty="0">
                <a:latin typeface="Sakkal Majalla" panose="02000000000000000000" pitchFamily="2" charset="-78"/>
                <a:cs typeface="Sakkal Majalla" panose="02000000000000000000" pitchFamily="2" charset="-78"/>
              </a:rPr>
              <a:t>هل كانت خطة الطوارئ فعالة؟ ماذا حدث وكيف تم حل المشكلات؟ ما دليلك على ذلك؟</a:t>
            </a:r>
          </a:p>
          <a:p>
            <a:pPr rtl="1">
              <a:lnSpc>
                <a:spcPct val="120000"/>
              </a:lnSpc>
            </a:pPr>
            <a:r>
              <a:rPr lang="ar" sz="1700" dirty="0">
                <a:latin typeface="Sakkal Majalla" panose="02000000000000000000" pitchFamily="2" charset="-78"/>
                <a:cs typeface="Sakkal Majalla" panose="02000000000000000000" pitchFamily="2" charset="-78"/>
              </a:rPr>
              <a:t>ما الذي كشفته نماذج التقييم حول ما سار بشكل جيد وما الذي يمكن تحسينه للأحداث المستقبلية؟</a:t>
            </a:r>
          </a:p>
        </p:txBody>
      </p:sp>
      <p:sp>
        <p:nvSpPr>
          <p:cNvPr id="4" name="Footer Placeholder 2">
            <a:extLst>
              <a:ext uri="{FF2B5EF4-FFF2-40B4-BE49-F238E27FC236}">
                <a16:creationId xmlns:a16="http://schemas.microsoft.com/office/drawing/2014/main" id="{11D69B1A-CBF4-BC53-A5B7-7120A297BF4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3746207704"/>
      </p:ext>
    </p:extLst>
  </p:cSld>
  <p:clrMapOvr>
    <a:masterClrMapping/>
  </p:clrMapOvr>
  <p:transition>
    <p:sndAc>
      <p:stSnd>
        <p:snd r:embed="rId2"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13151-2B1C-B0F6-B6EF-EB20CCBFC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32A28-BD52-E1FB-9892-3821CAA11135}"/>
              </a:ext>
            </a:extLst>
          </p:cNvPr>
          <p:cNvSpPr>
            <a:spLocks noGrp="1"/>
          </p:cNvSpPr>
          <p:nvPr>
            <p:ph type="title"/>
          </p:nvPr>
        </p:nvSpPr>
        <p:spPr>
          <a:xfrm>
            <a:off x="457200" y="1195200"/>
            <a:ext cx="8229600" cy="864000"/>
          </a:xfrm>
        </p:spPr>
        <p:txBody>
          <a:bodyPr wrap="square" rtlCol="1" anchor="ctr">
            <a:normAutofit/>
          </a:bodyPr>
          <a:lstStyle/>
          <a:p>
            <a:pPr rtl="1"/>
            <a:r>
              <a:rPr lang="ar" sz="4600" dirty="0">
                <a:latin typeface="Sakkal Majalla" panose="02000000000000000000" pitchFamily="2" charset="-78"/>
                <a:cs typeface="Sakkal Majalla" panose="02000000000000000000" pitchFamily="2" charset="-78"/>
              </a:rPr>
              <a:t>هـ1 تقييم الفعاليات (2)</a:t>
            </a:r>
          </a:p>
        </p:txBody>
      </p:sp>
      <p:sp>
        <p:nvSpPr>
          <p:cNvPr id="3" name="Content Placeholder 2">
            <a:extLst>
              <a:ext uri="{FF2B5EF4-FFF2-40B4-BE49-F238E27FC236}">
                <a16:creationId xmlns:a16="http://schemas.microsoft.com/office/drawing/2014/main" id="{9C5E37BF-7513-9B99-9EBB-CA87E749277F}"/>
              </a:ext>
            </a:extLst>
          </p:cNvPr>
          <p:cNvSpPr>
            <a:spLocks noGrp="1"/>
          </p:cNvSpPr>
          <p:nvPr>
            <p:ph idx="1"/>
          </p:nvPr>
        </p:nvSpPr>
        <p:spPr>
          <a:xfrm>
            <a:off x="468311" y="2196000"/>
            <a:ext cx="8207375" cy="3878436"/>
          </a:xfrm>
        </p:spPr>
        <p:txBody>
          <a:bodyPr wrap="square" rtlCol="1" anchor="t">
            <a:noAutofit/>
          </a:bodyPr>
          <a:lstStyle/>
          <a:p>
            <a:pPr marL="0" indent="0" rtl="1">
              <a:lnSpc>
                <a:spcPct val="90000"/>
              </a:lnSpc>
              <a:buNone/>
            </a:pPr>
            <a:r>
              <a:rPr lang="ar" sz="2100" dirty="0">
                <a:latin typeface="Sakkal Majalla" panose="02000000000000000000" pitchFamily="2" charset="-78"/>
                <a:cs typeface="Sakkal Majalla" panose="02000000000000000000" pitchFamily="2" charset="-78"/>
              </a:rPr>
              <a:t>وضعت استبيانات/ تقييمات للحاضرين لتنفيذها، وتحتاج هذه الاستبيانات/ التقييمات الآن إلى تحليل.</a:t>
            </a:r>
          </a:p>
          <a:p>
            <a:pPr marL="0" indent="0" rtl="1">
              <a:lnSpc>
                <a:spcPct val="90000"/>
              </a:lnSpc>
              <a:buNone/>
            </a:pPr>
            <a:r>
              <a:rPr lang="ar" sz="2100" dirty="0">
                <a:latin typeface="Sakkal Majalla" panose="02000000000000000000" pitchFamily="2" charset="-78"/>
                <a:cs typeface="Sakkal Majalla" panose="02000000000000000000" pitchFamily="2" charset="-78"/>
              </a:rPr>
              <a:t>قد ترغب في التفكير في ما يأتي:</a:t>
            </a:r>
          </a:p>
          <a:p>
            <a:pPr rtl="1">
              <a:lnSpc>
                <a:spcPct val="90000"/>
              </a:lnSpc>
            </a:pPr>
            <a:r>
              <a:rPr lang="ar" sz="2100" dirty="0">
                <a:latin typeface="Sakkal Majalla" panose="02000000000000000000" pitchFamily="2" charset="-78"/>
                <a:cs typeface="Sakkal Majalla" panose="02000000000000000000" pitchFamily="2" charset="-78"/>
              </a:rPr>
              <a:t>ما أوجه النجاح؟</a:t>
            </a:r>
          </a:p>
          <a:p>
            <a:pPr rtl="1">
              <a:lnSpc>
                <a:spcPct val="90000"/>
              </a:lnSpc>
            </a:pPr>
            <a:r>
              <a:rPr lang="ar" sz="2100" dirty="0">
                <a:latin typeface="Sakkal Majalla" panose="02000000000000000000" pitchFamily="2" charset="-78"/>
                <a:cs typeface="Sakkal Majalla" panose="02000000000000000000" pitchFamily="2" charset="-78"/>
              </a:rPr>
              <a:t>ما مجالات التحسين؟</a:t>
            </a:r>
          </a:p>
          <a:p>
            <a:pPr rtl="1">
              <a:lnSpc>
                <a:spcPct val="90000"/>
              </a:lnSpc>
            </a:pPr>
            <a:r>
              <a:rPr lang="ar" sz="2100" dirty="0">
                <a:latin typeface="Sakkal Majalla" panose="02000000000000000000" pitchFamily="2" charset="-78"/>
                <a:cs typeface="Sakkal Majalla" panose="02000000000000000000" pitchFamily="2" charset="-78"/>
              </a:rPr>
              <a:t>ما الذي كان يستحق القيام به مرة أخرى؟ ما الذي لا يستحق القيام به مرة أخرى؟</a:t>
            </a:r>
          </a:p>
          <a:p>
            <a:pPr rtl="1">
              <a:lnSpc>
                <a:spcPct val="90000"/>
              </a:lnSpc>
            </a:pPr>
            <a:r>
              <a:rPr lang="ar" sz="2100" dirty="0">
                <a:latin typeface="Sakkal Majalla" panose="02000000000000000000" pitchFamily="2" charset="-78"/>
                <a:cs typeface="Sakkal Majalla" panose="02000000000000000000" pitchFamily="2" charset="-78"/>
              </a:rPr>
              <a:t>من كانت الفئة المستهدفة ولماذا حضروا؟</a:t>
            </a:r>
          </a:p>
          <a:p>
            <a:pPr rtl="1">
              <a:lnSpc>
                <a:spcPct val="90000"/>
              </a:lnSpc>
            </a:pPr>
            <a:r>
              <a:rPr lang="ar" sz="2100" dirty="0">
                <a:latin typeface="Sakkal Majalla" panose="02000000000000000000" pitchFamily="2" charset="-78"/>
                <a:cs typeface="Sakkal Majalla" panose="02000000000000000000" pitchFamily="2" charset="-78"/>
              </a:rPr>
              <a:t>أي جزء من الفعالية لم يسير على ما يرام؟ </a:t>
            </a:r>
          </a:p>
          <a:p>
            <a:pPr rtl="1">
              <a:lnSpc>
                <a:spcPct val="90000"/>
              </a:lnSpc>
            </a:pPr>
            <a:r>
              <a:rPr lang="ar" sz="2100" dirty="0">
                <a:latin typeface="Sakkal Majalla" panose="02000000000000000000" pitchFamily="2" charset="-78"/>
                <a:cs typeface="Sakkal Majalla" panose="02000000000000000000" pitchFamily="2" charset="-78"/>
              </a:rPr>
              <a:t>هل تحتوي قائمة الضيوف على الأشخاص الذين كنت تتوقع مجيئهم؟ وما سبب ذلك؟</a:t>
            </a:r>
          </a:p>
          <a:p>
            <a:pPr rtl="1">
              <a:lnSpc>
                <a:spcPct val="90000"/>
              </a:lnSpc>
            </a:pPr>
            <a:r>
              <a:rPr lang="ar" sz="2100" dirty="0">
                <a:latin typeface="Sakkal Majalla" panose="02000000000000000000" pitchFamily="2" charset="-78"/>
                <a:cs typeface="Sakkal Majalla" panose="02000000000000000000" pitchFamily="2" charset="-78"/>
              </a:rPr>
              <a:t>ما الاقتراح الشائع للتغيير؟</a:t>
            </a:r>
          </a:p>
          <a:p>
            <a:pPr rtl="1">
              <a:lnSpc>
                <a:spcPct val="90000"/>
              </a:lnSpc>
            </a:pPr>
            <a:r>
              <a:rPr lang="ar" sz="2100" dirty="0">
                <a:latin typeface="Sakkal Majalla" panose="02000000000000000000" pitchFamily="2" charset="-78"/>
                <a:cs typeface="Sakkal Majalla" panose="02000000000000000000" pitchFamily="2" charset="-78"/>
              </a:rPr>
              <a:t>ما الجانب الأكثر شعبية في الفعالية؟</a:t>
            </a:r>
          </a:p>
          <a:p>
            <a:pPr rtl="1">
              <a:lnSpc>
                <a:spcPct val="90000"/>
              </a:lnSpc>
            </a:pPr>
            <a:r>
              <a:rPr lang="ar" sz="2100" dirty="0">
                <a:latin typeface="Sakkal Majalla" panose="02000000000000000000" pitchFamily="2" charset="-78"/>
                <a:cs typeface="Sakkal Majalla" panose="02000000000000000000" pitchFamily="2" charset="-78"/>
              </a:rPr>
              <a:t>حدد الأهداف واقترح تحسينات لفعاليتك القادمة.</a:t>
            </a:r>
          </a:p>
        </p:txBody>
      </p:sp>
      <p:sp>
        <p:nvSpPr>
          <p:cNvPr id="4" name="Footer Placeholder 2">
            <a:extLst>
              <a:ext uri="{FF2B5EF4-FFF2-40B4-BE49-F238E27FC236}">
                <a16:creationId xmlns:a16="http://schemas.microsoft.com/office/drawing/2014/main" id="{A262B3CA-D9C2-B260-5B7C-AB0BB1A068F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extLst>
      <p:ext uri="{BB962C8B-B14F-4D97-AF65-F5344CB8AC3E}">
        <p14:creationId xmlns:p14="http://schemas.microsoft.com/office/powerpoint/2010/main" val="1559819934"/>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03750-031D-92C5-68FD-9C0DB90BD22B}"/>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3600" dirty="0">
                <a:latin typeface="Sakkal Majalla" panose="02000000000000000000" pitchFamily="2" charset="-78"/>
                <a:cs typeface="Sakkal Majalla" panose="02000000000000000000" pitchFamily="2" charset="-78"/>
              </a:rPr>
              <a:t>هـ2 مراجعة تنمية المهارات الشخصية</a:t>
            </a:r>
          </a:p>
        </p:txBody>
      </p:sp>
      <p:sp>
        <p:nvSpPr>
          <p:cNvPr id="3" name="Content Placeholder 2">
            <a:extLst>
              <a:ext uri="{FF2B5EF4-FFF2-40B4-BE49-F238E27FC236}">
                <a16:creationId xmlns:a16="http://schemas.microsoft.com/office/drawing/2014/main" id="{7AC9B63A-9744-A491-DC29-0D0073F52D4E}"/>
              </a:ext>
            </a:extLst>
          </p:cNvPr>
          <p:cNvSpPr>
            <a:spLocks noGrp="1"/>
          </p:cNvSpPr>
          <p:nvPr>
            <p:ph sz="half" idx="1"/>
          </p:nvPr>
        </p:nvSpPr>
        <p:spPr>
          <a:xfrm>
            <a:off x="4648199" y="2060848"/>
            <a:ext cx="4027487" cy="4473359"/>
          </a:xfrm>
        </p:spPr>
        <p:txBody>
          <a:bodyPr wrap="square" rtlCol="1" anchor="t">
            <a:noAutofit/>
          </a:bodyPr>
          <a:lstStyle/>
          <a:p>
            <a:pPr rtl="1"/>
            <a:r>
              <a:rPr lang="ar" sz="1800" dirty="0">
                <a:latin typeface="Sakkal Majalla" panose="02000000000000000000" pitchFamily="2" charset="-78"/>
                <a:cs typeface="Sakkal Majalla" panose="02000000000000000000" pitchFamily="2" charset="-78"/>
              </a:rPr>
              <a:t>قَيّمت، سابقًا، مهاراتك الخاصة بصفتك منظم أحد الفعاليات.</a:t>
            </a:r>
          </a:p>
          <a:p>
            <a:pPr rtl="1"/>
            <a:r>
              <a:rPr lang="ar" sz="1800" dirty="0">
                <a:latin typeface="Sakkal Majalla" panose="02000000000000000000" pitchFamily="2" charset="-78"/>
                <a:cs typeface="Sakkal Majalla" panose="02000000000000000000" pitchFamily="2" charset="-78"/>
              </a:rPr>
              <a:t>بعد التخطيط للفعالية وتنظيمها ومتابعتها، تحتاج الآن إلى مراجعة هذه المهارات.</a:t>
            </a:r>
          </a:p>
          <a:p>
            <a:pPr rtl="1"/>
            <a:r>
              <a:rPr lang="ar" sz="1800" dirty="0">
                <a:latin typeface="Sakkal Majalla" panose="02000000000000000000" pitchFamily="2" charset="-78"/>
                <a:cs typeface="Sakkal Majalla" panose="02000000000000000000" pitchFamily="2" charset="-78"/>
              </a:rPr>
              <a:t>باستخدام تقييم المهارات الأصلي الخاص بك، راجع كيفية تطوير مهاراتك وتحديد المهارات التي تحتاج إلى العمل عليها.</a:t>
            </a:r>
          </a:p>
          <a:p>
            <a:pPr rtl="1"/>
            <a:r>
              <a:rPr lang="ar" sz="1800" dirty="0">
                <a:latin typeface="Sakkal Majalla" panose="02000000000000000000" pitchFamily="2" charset="-78"/>
                <a:cs typeface="Sakkal Majalla" panose="02000000000000000000" pitchFamily="2" charset="-78"/>
              </a:rPr>
              <a:t>حلل مهاراتك في إدارة الفعاليات والكيفية التي ستمكنك بها هذه المهارات من التوظيف في القطاع، وقدم أمثلة وأسبابًا لكل منها:</a:t>
            </a:r>
          </a:p>
          <a:p>
            <a:pPr lvl="1" rtl="1"/>
            <a:r>
              <a:rPr lang="ar" sz="1800" dirty="0">
                <a:latin typeface="Sakkal Majalla" panose="02000000000000000000" pitchFamily="2" charset="-78"/>
                <a:cs typeface="Sakkal Majalla" panose="02000000000000000000" pitchFamily="2" charset="-78"/>
              </a:rPr>
              <a:t>التواصل</a:t>
            </a:r>
          </a:p>
          <a:p>
            <a:pPr lvl="1" rtl="1"/>
            <a:r>
              <a:rPr lang="ar" sz="1800" dirty="0">
                <a:latin typeface="Sakkal Majalla" panose="02000000000000000000" pitchFamily="2" charset="-78"/>
                <a:cs typeface="Sakkal Majalla" panose="02000000000000000000" pitchFamily="2" charset="-78"/>
              </a:rPr>
              <a:t>التفاوض</a:t>
            </a:r>
          </a:p>
          <a:p>
            <a:pPr lvl="1" rtl="1"/>
            <a:r>
              <a:rPr lang="ar" sz="1800" dirty="0">
                <a:latin typeface="Sakkal Majalla" panose="02000000000000000000" pitchFamily="2" charset="-78"/>
                <a:cs typeface="Sakkal Majalla" panose="02000000000000000000" pitchFamily="2" charset="-78"/>
              </a:rPr>
              <a:t>إدارة الوقت</a:t>
            </a:r>
          </a:p>
          <a:p>
            <a:pPr lvl="1" rtl="1"/>
            <a:r>
              <a:rPr lang="ar" sz="1800" dirty="0">
                <a:latin typeface="Sakkal Majalla" panose="02000000000000000000" pitchFamily="2" charset="-78"/>
                <a:cs typeface="Sakkal Majalla" panose="02000000000000000000" pitchFamily="2" charset="-78"/>
              </a:rPr>
              <a:t>حل المشكلات</a:t>
            </a:r>
          </a:p>
          <a:p>
            <a:pPr lvl="1" rtl="1"/>
            <a:r>
              <a:rPr lang="ar" sz="1800" dirty="0">
                <a:latin typeface="Sakkal Majalla" panose="02000000000000000000" pitchFamily="2" charset="-78"/>
                <a:cs typeface="Sakkal Majalla" panose="02000000000000000000" pitchFamily="2" charset="-78"/>
              </a:rPr>
              <a:t>العمل الجماعي</a:t>
            </a:r>
          </a:p>
          <a:p>
            <a:pPr rtl="1">
              <a:lnSpc>
                <a:spcPct val="90000"/>
              </a:lnSpc>
            </a:pPr>
            <a:endParaRPr lang="en-GB" sz="18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4627A5F4-8BEC-C937-C6B1-3959DA3325AC}"/>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pic>
        <p:nvPicPr>
          <p:cNvPr id="5" name="Picture 4" descr="A person with many hands holding a lot of objects&#10;&#10;Description automatically generated">
            <a:extLst>
              <a:ext uri="{FF2B5EF4-FFF2-40B4-BE49-F238E27FC236}">
                <a16:creationId xmlns:a16="http://schemas.microsoft.com/office/drawing/2014/main" id="{654249E9-02CE-3E8A-7A01-909AF7FBC72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5576" y="2924944"/>
            <a:ext cx="3414426" cy="2276284"/>
          </a:xfrm>
          <a:prstGeom prst="rect">
            <a:avLst/>
          </a:prstGeom>
        </p:spPr>
      </p:pic>
    </p:spTree>
    <p:extLst>
      <p:ext uri="{BB962C8B-B14F-4D97-AF65-F5344CB8AC3E}">
        <p14:creationId xmlns:p14="http://schemas.microsoft.com/office/powerpoint/2010/main" val="2938186741"/>
      </p:ext>
    </p:extLst>
  </p:cSld>
  <p:clrMapOvr>
    <a:masterClrMapping/>
  </p:clrMapOvr>
  <p:transition>
    <p:sndAc>
      <p:stSnd>
        <p:snd r:embed="rId2"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609975"/>
          </a:xfrm>
        </p:spPr>
        <p:txBody>
          <a:bodyPr rtlCol="1"/>
          <a:lstStyle/>
          <a:p>
            <a:pPr marL="0" indent="0" rtl="1">
              <a:buNone/>
            </a:pPr>
            <a:r>
              <a:rPr lang="ar" sz="2600" b="1" dirty="0">
                <a:latin typeface="Sakkal Majalla" panose="02000000000000000000" pitchFamily="2" charset="-78"/>
                <a:cs typeface="Sakkal Majalla" panose="02000000000000000000" pitchFamily="2" charset="-78"/>
              </a:rPr>
              <a:t>الصور</a:t>
            </a:r>
          </a:p>
          <a:p>
            <a:pPr marL="0" indent="0" rtl="1">
              <a:buNone/>
            </a:pPr>
            <a:r>
              <a:rPr lang="en-US" sz="2600" dirty="0">
                <a:latin typeface="Sakkal Majalla" panose="02000000000000000000" pitchFamily="2" charset="-78"/>
                <a:cs typeface="Sakkal Majalla" panose="02000000000000000000" pitchFamily="2" charset="-78"/>
              </a:rPr>
              <a:t>123</a:t>
            </a:r>
            <a:r>
              <a:rPr lang="ar-SA" sz="2600" dirty="0">
                <a:latin typeface="Sakkal Majalla" panose="02000000000000000000" pitchFamily="2" charset="-78"/>
                <a:cs typeface="Sakkal Majalla" panose="02000000000000000000" pitchFamily="2" charset="-78"/>
              </a:rPr>
              <a:t> آر </a:t>
            </a:r>
            <a:r>
              <a:rPr lang="ar-SA" sz="2600" dirty="0" err="1">
                <a:latin typeface="Sakkal Majalla" panose="02000000000000000000" pitchFamily="2" charset="-78"/>
                <a:cs typeface="Sakkal Majalla" panose="02000000000000000000" pitchFamily="2" charset="-78"/>
              </a:rPr>
              <a:t>إف</a:t>
            </a:r>
            <a:r>
              <a:rPr lang="ar" sz="2600" dirty="0">
                <a:latin typeface="Sakkal Majalla" panose="02000000000000000000" pitchFamily="2" charset="-78"/>
                <a:cs typeface="Sakkal Majalla" panose="02000000000000000000" pitchFamily="2" charset="-78"/>
              </a:rPr>
              <a:t>: </a:t>
            </a:r>
            <a:r>
              <a:rPr lang="ar-SA" sz="2600" dirty="0">
                <a:latin typeface="Sakkal Majalla" panose="02000000000000000000" pitchFamily="2" charset="-78"/>
                <a:cs typeface="Sakkal Majalla" panose="02000000000000000000" pitchFamily="2" charset="-78"/>
              </a:rPr>
              <a:t>آر </a:t>
            </a:r>
            <a:r>
              <a:rPr lang="ar-SA" sz="2600" dirty="0" err="1">
                <a:latin typeface="Sakkal Majalla" panose="02000000000000000000" pitchFamily="2" charset="-78"/>
                <a:cs typeface="Sakkal Majalla" panose="02000000000000000000" pitchFamily="2" charset="-78"/>
              </a:rPr>
              <a:t>فورينكو</a:t>
            </a:r>
            <a:r>
              <a:rPr lang="ar-SA" sz="2600">
                <a:latin typeface="Sakkal Majalla" panose="02000000000000000000" pitchFamily="2" charset="-78"/>
                <a:cs typeface="Sakkal Majalla" panose="02000000000000000000" pitchFamily="2" charset="-78"/>
              </a:rPr>
              <a:t> 123</a:t>
            </a:r>
            <a:r>
              <a:rPr lang="ar" sz="2600">
                <a:latin typeface="Sakkal Majalla" panose="02000000000000000000" pitchFamily="2" charset="-78"/>
                <a:cs typeface="Sakkal Majalla" panose="02000000000000000000" pitchFamily="2" charset="-78"/>
              </a:rPr>
              <a:t> </a:t>
            </a:r>
            <a:r>
              <a:rPr lang="ar" sz="2600" dirty="0">
                <a:latin typeface="Sakkal Majalla" panose="02000000000000000000" pitchFamily="2" charset="-78"/>
                <a:cs typeface="Sakkal Majalla" panose="02000000000000000000" pitchFamily="2" charset="-78"/>
              </a:rPr>
              <a:t>(الشريحة 11 إلى اليسار)؛ شترستوك: نصف نقطة (الشريحة 1 على اليسار)، زوزو (الشريحة 1 على اليمين)، فيكتوريا كورباس (الشريحة 4)، بريسماستر (الشريحة 5)، أدريانو كاستيلي (الشريحة 11 بالوسط)، شترستوك (الشريحة 11 على اليمين)، جود ستوديو (الشريحة 12)، أيكونيك بيستياري (الشريحة 16 والشريحة 17)، RawPixel.com (الشريحة 19)، ماتيو كاستيليك (الشريحة 25)، لوكاس بلازيك (الشريحة 28 على اليسار)، بي بلانيت (الشريحة 28 على اليمين والشريحة 31).</a:t>
            </a:r>
          </a:p>
        </p:txBody>
      </p:sp>
      <p:sp>
        <p:nvSpPr>
          <p:cNvPr id="3" name="Footer Placeholder 2">
            <a:extLst>
              <a:ext uri="{FF2B5EF4-FFF2-40B4-BE49-F238E27FC236}">
                <a16:creationId xmlns:a16="http://schemas.microsoft.com/office/drawing/2014/main" id="{36DCAEC9-BE50-926B-E658-86F40D62DD35}"/>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A103000398474</a:t>
            </a:r>
            <a:endParaRPr lang="ar" sz="9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Props1.xml><?xml version="1.0" encoding="utf-8"?>
<ds:datastoreItem xmlns:ds="http://schemas.openxmlformats.org/officeDocument/2006/customXml" ds:itemID="{D9C712DD-C210-4215-9D2E-96DEDE5FB975}"/>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BE128C10-8494-4532-BC53-E6B6CAF2921F}">
  <ds:schemaRefs>
    <ds:schemaRef ds:uri="http://purl.org/dc/dcmitype/"/>
    <ds:schemaRef ds:uri="http://purl.org/dc/elements/1.1/"/>
    <ds:schemaRef ds:uri="http://schemas.openxmlformats.org/package/2006/metadata/core-properties"/>
    <ds:schemaRef ds:uri="http://schemas.microsoft.com/office/2006/documentManagement/types"/>
    <ds:schemaRef ds:uri="6125ffc9-2c56-435e-8267-1393444907b2"/>
    <ds:schemaRef ds:uri="http://schemas.microsoft.com/office/2006/metadata/properties"/>
    <ds:schemaRef ds:uri="http://www.w3.org/XML/1998/namespace"/>
    <ds:schemaRef ds:uri="http://schemas.microsoft.com/office/infopath/2007/PartnerControls"/>
    <ds:schemaRef ds:uri="7c1bd8dc-4e40-424f-a15f-9ffcd522197f"/>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15882</TotalTime>
  <Words>3216</Words>
  <Application>Microsoft Office PowerPoint</Application>
  <PresentationFormat>On-screen Show (4:3)</PresentationFormat>
  <Paragraphs>282</Paragraphs>
  <Slides>32</Slides>
  <Notes>20</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32</vt:i4>
      </vt:variant>
    </vt:vector>
  </HeadingPairs>
  <TitlesOfParts>
    <vt:vector size="48" baseType="lpstr">
      <vt:lpstr>Arial</vt:lpstr>
      <vt:lpstr>Calibri</vt:lpstr>
      <vt:lpstr>Helvetica</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4 إدارة إحدى الفعاليات  </vt:lpstr>
      <vt:lpstr>إدارة إحدى الفعاليات</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ب2 مقاييس الجدوى وعوامل النجاح الحاسمة</vt:lpstr>
      <vt:lpstr>نتاج التعلم ج  </vt:lpstr>
      <vt:lpstr>ج1 تخطيط الفعاليات واستخدام أدوات التخطيط (1)</vt:lpstr>
      <vt:lpstr>ج1 تخطيط الفعاليات واستخدام أدوات التخطيط (2)</vt:lpstr>
      <vt:lpstr>ج1 تخطيط الفعاليات واستخدام أدوات التخطيط (3)</vt:lpstr>
      <vt:lpstr>ج2 العوامل التي يجب مراعاتها (1)</vt:lpstr>
      <vt:lpstr>ج2 العوامل التي يجب مراعاتها (2)</vt:lpstr>
      <vt:lpstr>ج2 العوامل التي يجب مراعاتها (3)</vt:lpstr>
      <vt:lpstr>ج2 العوامل التي يجب مراعاتها (4)</vt:lpstr>
      <vt:lpstr>ج2 العوامل التي يجب مراعاتها (5)</vt:lpstr>
      <vt:lpstr>نتاج التعلم د  </vt:lpstr>
      <vt:lpstr>د1 إدارة الفعاليات</vt:lpstr>
      <vt:lpstr>د1 إدارة الفعاليات د2 حل المشكلات</vt:lpstr>
      <vt:lpstr>نتاج التعلم هـ  </vt:lpstr>
      <vt:lpstr>هـ1 تقييم الفعاليات (1)</vt:lpstr>
      <vt:lpstr>هـ1 تقييم الفعاليات (2)</vt:lpstr>
      <vt:lpstr>هـ2 مراجعة تنمية المهارات الشخصية</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137</cp:revision>
  <dcterms:created xsi:type="dcterms:W3CDTF">2020-07-15T07:14:47Z</dcterms:created>
  <dcterms:modified xsi:type="dcterms:W3CDTF">2024-09-12T12:35:07Z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