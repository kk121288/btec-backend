
<file path=[Content_Types].xml><?xml version="1.0" encoding="utf-8"?>
<Types xmlns="http://schemas.openxmlformats.org/package/2006/content-types">
  <Default Extension="bin" ContentType="audio/unknown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3.xml" ContentType="application/vnd.openxmlformats-officedocument.theme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theme/theme4.xml" ContentType="application/vnd.openxmlformats-officedocument.theme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theme/theme5.xml" ContentType="application/vnd.openxmlformats-officedocument.theme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theme/theme6.xml" ContentType="application/vnd.openxmlformats-officedocument.theme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theme/theme7.xml" ContentType="application/vnd.openxmlformats-officedocument.theme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theme/theme8.xml" ContentType="application/vnd.openxmlformats-officedocument.theme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theme/theme9.xml" ContentType="application/vnd.openxmlformats-officedocument.theme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theme/theme10.xml" ContentType="application/vnd.openxmlformats-officedocument.theme+xml"/>
  <Override PartName="/ppt/theme/theme11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tl="1" saveSubsetFonts="1">
  <p:sldMasterIdLst>
    <p:sldMasterId id="2147484135" r:id="rId4"/>
    <p:sldMasterId id="2147484148" r:id="rId5"/>
    <p:sldMasterId id="2147484825" r:id="rId6"/>
    <p:sldMasterId id="2147484838" r:id="rId7"/>
    <p:sldMasterId id="2147484851" r:id="rId8"/>
    <p:sldMasterId id="2147484864" r:id="rId9"/>
    <p:sldMasterId id="2147484877" r:id="rId10"/>
    <p:sldMasterId id="2147484890" r:id="rId11"/>
    <p:sldMasterId id="2147484903" r:id="rId12"/>
    <p:sldMasterId id="2147484916" r:id="rId13"/>
  </p:sldMasterIdLst>
  <p:notesMasterIdLst>
    <p:notesMasterId r:id="rId84"/>
  </p:notesMasterIdLst>
  <p:sldIdLst>
    <p:sldId id="256" r:id="rId14"/>
    <p:sldId id="257" r:id="rId15"/>
    <p:sldId id="272" r:id="rId16"/>
    <p:sldId id="312" r:id="rId17"/>
    <p:sldId id="313" r:id="rId18"/>
    <p:sldId id="327" r:id="rId19"/>
    <p:sldId id="258" r:id="rId20"/>
    <p:sldId id="329" r:id="rId21"/>
    <p:sldId id="305" r:id="rId22"/>
    <p:sldId id="314" r:id="rId23"/>
    <p:sldId id="326" r:id="rId24"/>
    <p:sldId id="330" r:id="rId25"/>
    <p:sldId id="315" r:id="rId26"/>
    <p:sldId id="331" r:id="rId27"/>
    <p:sldId id="317" r:id="rId28"/>
    <p:sldId id="375" r:id="rId29"/>
    <p:sldId id="306" r:id="rId30"/>
    <p:sldId id="307" r:id="rId31"/>
    <p:sldId id="332" r:id="rId32"/>
    <p:sldId id="318" r:id="rId33"/>
    <p:sldId id="319" r:id="rId34"/>
    <p:sldId id="308" r:id="rId35"/>
    <p:sldId id="309" r:id="rId36"/>
    <p:sldId id="361" r:id="rId37"/>
    <p:sldId id="320" r:id="rId38"/>
    <p:sldId id="321" r:id="rId39"/>
    <p:sldId id="362" r:id="rId40"/>
    <p:sldId id="358" r:id="rId41"/>
    <p:sldId id="347" r:id="rId42"/>
    <p:sldId id="364" r:id="rId43"/>
    <p:sldId id="356" r:id="rId44"/>
    <p:sldId id="350" r:id="rId45"/>
    <p:sldId id="349" r:id="rId46"/>
    <p:sldId id="359" r:id="rId47"/>
    <p:sldId id="363" r:id="rId48"/>
    <p:sldId id="348" r:id="rId49"/>
    <p:sldId id="357" r:id="rId50"/>
    <p:sldId id="374" r:id="rId51"/>
    <p:sldId id="366" r:id="rId52"/>
    <p:sldId id="365" r:id="rId53"/>
    <p:sldId id="354" r:id="rId54"/>
    <p:sldId id="355" r:id="rId55"/>
    <p:sldId id="322" r:id="rId56"/>
    <p:sldId id="367" r:id="rId57"/>
    <p:sldId id="353" r:id="rId58"/>
    <p:sldId id="368" r:id="rId59"/>
    <p:sldId id="335" r:id="rId60"/>
    <p:sldId id="369" r:id="rId61"/>
    <p:sldId id="360" r:id="rId62"/>
    <p:sldId id="333" r:id="rId63"/>
    <p:sldId id="336" r:id="rId64"/>
    <p:sldId id="334" r:id="rId65"/>
    <p:sldId id="370" r:id="rId66"/>
    <p:sldId id="371" r:id="rId67"/>
    <p:sldId id="323" r:id="rId68"/>
    <p:sldId id="352" r:id="rId69"/>
    <p:sldId id="310" r:id="rId70"/>
    <p:sldId id="311" r:id="rId71"/>
    <p:sldId id="325" r:id="rId72"/>
    <p:sldId id="341" r:id="rId73"/>
    <p:sldId id="342" r:id="rId74"/>
    <p:sldId id="343" r:id="rId75"/>
    <p:sldId id="373" r:id="rId76"/>
    <p:sldId id="340" r:id="rId77"/>
    <p:sldId id="339" r:id="rId78"/>
    <p:sldId id="344" r:id="rId79"/>
    <p:sldId id="338" r:id="rId80"/>
    <p:sldId id="328" r:id="rId81"/>
    <p:sldId id="372" r:id="rId82"/>
    <p:sldId id="402" r:id="rId83"/>
  </p:sldIdLst>
  <p:sldSz cx="9144000" cy="6858000" type="screen4x3"/>
  <p:notesSz cx="6858000" cy="9144000"/>
  <p:defaultTextStyle>
    <a:defPPr algn="r" rtl="1">
      <a:defRPr lang="ar-MA"/>
    </a:defPPr>
    <a:lvl1pPr algn="r" rtl="1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r" rtl="1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r" rtl="1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r" rtl="1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r" rtl="1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r" defTabSz="914400" rtl="1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r" defTabSz="914400" rtl="1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r" defTabSz="914400" rtl="1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r" defTabSz="914400" rtl="1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1933">
          <p15:clr>
            <a:srgbClr val="A4A3A4"/>
          </p15:clr>
        </p15:guide>
        <p15:guide id="2" pos="2880">
          <p15:clr>
            <a:srgbClr val="A4A3A4"/>
          </p15:clr>
        </p15:guide>
        <p15:guide id="3" pos="1791">
          <p15:clr>
            <a:srgbClr val="A4A3A4"/>
          </p15:clr>
        </p15:guide>
        <p15:guide id="4" orient="horz" pos="3657">
          <p15:clr>
            <a:srgbClr val="A4A3A4"/>
          </p15:clr>
        </p15:guide>
        <p15:guide id="5" pos="1066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icrosoft Office User" initials="Office" lastIdx="1" clrIdx="0"/>
  <p:cmAuthor id="2" name="Microsoft Office User" initials="Office [2]" lastIdx="1" clrIdx="1"/>
  <p:cmAuthor id="3" name="Microsoft Office User" initials="Office [3]" lastIdx="1" clrIdx="2"/>
  <p:cmAuthor id="4" name="Microsoft Office User" initials="Office [4]" lastIdx="1" clrIdx="3"/>
  <p:cmAuthor id="5" name="Microsoft Office User" initials="Office [5]" lastIdx="1" clrIdx="4"/>
  <p:cmAuthor id="6" name="Susan Leaper" initials="" lastIdx="2" clrIdx="5"/>
  <p:cmAuthor id="7" name="Microsoft Office User" initials="Office [8]" lastIdx="1" clrIdx="6"/>
  <p:cmAuthor id="8" name="Microsoft Office User" initials="Office [7]" lastIdx="1" clrIdx="7"/>
  <p:cmAuthor id="9" name="Microsoft Office User" initials="Office [9]" lastIdx="1" clrIdx="8"/>
  <p:cmAuthor id="10" name="Microsoft Office User" initials="Office [10]" lastIdx="1" clrIdx="9"/>
  <p:cmAuthor id="11" name="Microsoft Office User" initials="" lastIdx="1" clrIdx="10"/>
  <p:cmAuthor id="12" name="Unknown User1" initials="Unknown User1" lastIdx="1" clrIdx="11"/>
  <p:cmAuthor id="13" name="Unknown User2" initials="Unknown User2" lastIdx="1" clrIdx="12"/>
  <p:cmAuthor id="14" name="Chetna Somaiya" initials="CS" lastIdx="3" clrIdx="13">
    <p:extLst>
      <p:ext uri="{19B8F6BF-5375-455C-9EA6-DF929625EA0E}">
        <p15:presenceInfo xmlns:p15="http://schemas.microsoft.com/office/powerpoint/2012/main" userId="S::Chetna.Somaiya@pearson.com::beb44317-2430-4ffc-a211-c5eaf33a942a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ECEEF"/>
    <a:srgbClr val="2D2D8A"/>
    <a:srgbClr val="7030A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D52EBCE-105B-4172-B582-F70AE4F9D91E}" v="74" dt="2024-09-12T12:43:14.407"/>
  </p1510:revLst>
</p1510:revInfo>
</file>

<file path=ppt/tableStyles.xml><?xml version="1.0" encoding="utf-8"?>
<a:tblStyleLst xmlns:a="http://schemas.openxmlformats.org/drawingml/2006/main" def="{5C22544A-7EE6-4342-B048-85BDC9FD1C3A}"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–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–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–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9799" autoAdjust="0"/>
    <p:restoredTop sz="94181" autoAdjust="0"/>
  </p:normalViewPr>
  <p:slideViewPr>
    <p:cSldViewPr>
      <p:cViewPr varScale="1">
        <p:scale>
          <a:sx n="148" d="100"/>
          <a:sy n="148" d="100"/>
        </p:scale>
        <p:origin x="1974" y="126"/>
      </p:cViewPr>
      <p:guideLst>
        <p:guide orient="horz" pos="1933"/>
        <p:guide pos="2880"/>
        <p:guide pos="1791"/>
        <p:guide orient="horz" pos="3657"/>
        <p:guide pos="106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39" d="100"/>
        <a:sy n="139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13.xml"/><Relationship Id="rId21" Type="http://schemas.openxmlformats.org/officeDocument/2006/relationships/slide" Target="slides/slide8.xml"/><Relationship Id="rId42" Type="http://schemas.openxmlformats.org/officeDocument/2006/relationships/slide" Target="slides/slide29.xml"/><Relationship Id="rId47" Type="http://schemas.openxmlformats.org/officeDocument/2006/relationships/slide" Target="slides/slide34.xml"/><Relationship Id="rId63" Type="http://schemas.openxmlformats.org/officeDocument/2006/relationships/slide" Target="slides/slide50.xml"/><Relationship Id="rId68" Type="http://schemas.openxmlformats.org/officeDocument/2006/relationships/slide" Target="slides/slide55.xml"/><Relationship Id="rId84" Type="http://schemas.openxmlformats.org/officeDocument/2006/relationships/notesMaster" Target="notesMasters/notesMaster1.xml"/><Relationship Id="rId89" Type="http://schemas.openxmlformats.org/officeDocument/2006/relationships/tableStyles" Target="tableStyles.xml"/><Relationship Id="rId16" Type="http://schemas.openxmlformats.org/officeDocument/2006/relationships/slide" Target="slides/slide3.xml"/><Relationship Id="rId11" Type="http://schemas.openxmlformats.org/officeDocument/2006/relationships/slideMaster" Target="slideMasters/slideMaster8.xml"/><Relationship Id="rId32" Type="http://schemas.openxmlformats.org/officeDocument/2006/relationships/slide" Target="slides/slide19.xml"/><Relationship Id="rId37" Type="http://schemas.openxmlformats.org/officeDocument/2006/relationships/slide" Target="slides/slide24.xml"/><Relationship Id="rId53" Type="http://schemas.openxmlformats.org/officeDocument/2006/relationships/slide" Target="slides/slide40.xml"/><Relationship Id="rId58" Type="http://schemas.openxmlformats.org/officeDocument/2006/relationships/slide" Target="slides/slide45.xml"/><Relationship Id="rId74" Type="http://schemas.openxmlformats.org/officeDocument/2006/relationships/slide" Target="slides/slide61.xml"/><Relationship Id="rId79" Type="http://schemas.openxmlformats.org/officeDocument/2006/relationships/slide" Target="slides/slide66.xml"/><Relationship Id="rId5" Type="http://schemas.openxmlformats.org/officeDocument/2006/relationships/slideMaster" Target="slideMasters/slideMaster2.xml"/><Relationship Id="rId90" Type="http://schemas.microsoft.com/office/2016/11/relationships/changesInfo" Target="changesInfos/changesInfo1.xml"/><Relationship Id="rId14" Type="http://schemas.openxmlformats.org/officeDocument/2006/relationships/slide" Target="slides/slide1.xml"/><Relationship Id="rId22" Type="http://schemas.openxmlformats.org/officeDocument/2006/relationships/slide" Target="slides/slide9.xml"/><Relationship Id="rId27" Type="http://schemas.openxmlformats.org/officeDocument/2006/relationships/slide" Target="slides/slide14.xml"/><Relationship Id="rId30" Type="http://schemas.openxmlformats.org/officeDocument/2006/relationships/slide" Target="slides/slide17.xml"/><Relationship Id="rId35" Type="http://schemas.openxmlformats.org/officeDocument/2006/relationships/slide" Target="slides/slide22.xml"/><Relationship Id="rId43" Type="http://schemas.openxmlformats.org/officeDocument/2006/relationships/slide" Target="slides/slide30.xml"/><Relationship Id="rId48" Type="http://schemas.openxmlformats.org/officeDocument/2006/relationships/slide" Target="slides/slide35.xml"/><Relationship Id="rId56" Type="http://schemas.openxmlformats.org/officeDocument/2006/relationships/slide" Target="slides/slide43.xml"/><Relationship Id="rId64" Type="http://schemas.openxmlformats.org/officeDocument/2006/relationships/slide" Target="slides/slide51.xml"/><Relationship Id="rId69" Type="http://schemas.openxmlformats.org/officeDocument/2006/relationships/slide" Target="slides/slide56.xml"/><Relationship Id="rId77" Type="http://schemas.openxmlformats.org/officeDocument/2006/relationships/slide" Target="slides/slide64.xml"/><Relationship Id="rId8" Type="http://schemas.openxmlformats.org/officeDocument/2006/relationships/slideMaster" Target="slideMasters/slideMaster5.xml"/><Relationship Id="rId51" Type="http://schemas.openxmlformats.org/officeDocument/2006/relationships/slide" Target="slides/slide38.xml"/><Relationship Id="rId72" Type="http://schemas.openxmlformats.org/officeDocument/2006/relationships/slide" Target="slides/slide59.xml"/><Relationship Id="rId80" Type="http://schemas.openxmlformats.org/officeDocument/2006/relationships/slide" Target="slides/slide67.xml"/><Relationship Id="rId85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12" Type="http://schemas.openxmlformats.org/officeDocument/2006/relationships/slideMaster" Target="slideMasters/slideMaster9.xml"/><Relationship Id="rId17" Type="http://schemas.openxmlformats.org/officeDocument/2006/relationships/slide" Target="slides/slide4.xml"/><Relationship Id="rId25" Type="http://schemas.openxmlformats.org/officeDocument/2006/relationships/slide" Target="slides/slide12.xml"/><Relationship Id="rId33" Type="http://schemas.openxmlformats.org/officeDocument/2006/relationships/slide" Target="slides/slide20.xml"/><Relationship Id="rId38" Type="http://schemas.openxmlformats.org/officeDocument/2006/relationships/slide" Target="slides/slide25.xml"/><Relationship Id="rId46" Type="http://schemas.openxmlformats.org/officeDocument/2006/relationships/slide" Target="slides/slide33.xml"/><Relationship Id="rId59" Type="http://schemas.openxmlformats.org/officeDocument/2006/relationships/slide" Target="slides/slide46.xml"/><Relationship Id="rId67" Type="http://schemas.openxmlformats.org/officeDocument/2006/relationships/slide" Target="slides/slide54.xml"/><Relationship Id="rId20" Type="http://schemas.openxmlformats.org/officeDocument/2006/relationships/slide" Target="slides/slide7.xml"/><Relationship Id="rId41" Type="http://schemas.openxmlformats.org/officeDocument/2006/relationships/slide" Target="slides/slide28.xml"/><Relationship Id="rId54" Type="http://schemas.openxmlformats.org/officeDocument/2006/relationships/slide" Target="slides/slide41.xml"/><Relationship Id="rId62" Type="http://schemas.openxmlformats.org/officeDocument/2006/relationships/slide" Target="slides/slide49.xml"/><Relationship Id="rId70" Type="http://schemas.openxmlformats.org/officeDocument/2006/relationships/slide" Target="slides/slide57.xml"/><Relationship Id="rId75" Type="http://schemas.openxmlformats.org/officeDocument/2006/relationships/slide" Target="slides/slide62.xml"/><Relationship Id="rId83" Type="http://schemas.openxmlformats.org/officeDocument/2006/relationships/slide" Target="slides/slide70.xml"/><Relationship Id="rId88" Type="http://schemas.openxmlformats.org/officeDocument/2006/relationships/theme" Target="theme/theme1.xml"/><Relationship Id="rId91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5" Type="http://schemas.openxmlformats.org/officeDocument/2006/relationships/slide" Target="slides/slide2.xml"/><Relationship Id="rId23" Type="http://schemas.openxmlformats.org/officeDocument/2006/relationships/slide" Target="slides/slide10.xml"/><Relationship Id="rId28" Type="http://schemas.openxmlformats.org/officeDocument/2006/relationships/slide" Target="slides/slide15.xml"/><Relationship Id="rId36" Type="http://schemas.openxmlformats.org/officeDocument/2006/relationships/slide" Target="slides/slide23.xml"/><Relationship Id="rId49" Type="http://schemas.openxmlformats.org/officeDocument/2006/relationships/slide" Target="slides/slide36.xml"/><Relationship Id="rId57" Type="http://schemas.openxmlformats.org/officeDocument/2006/relationships/slide" Target="slides/slide44.xml"/><Relationship Id="rId10" Type="http://schemas.openxmlformats.org/officeDocument/2006/relationships/slideMaster" Target="slideMasters/slideMaster7.xml"/><Relationship Id="rId31" Type="http://schemas.openxmlformats.org/officeDocument/2006/relationships/slide" Target="slides/slide18.xml"/><Relationship Id="rId44" Type="http://schemas.openxmlformats.org/officeDocument/2006/relationships/slide" Target="slides/slide31.xml"/><Relationship Id="rId52" Type="http://schemas.openxmlformats.org/officeDocument/2006/relationships/slide" Target="slides/slide39.xml"/><Relationship Id="rId60" Type="http://schemas.openxmlformats.org/officeDocument/2006/relationships/slide" Target="slides/slide47.xml"/><Relationship Id="rId65" Type="http://schemas.openxmlformats.org/officeDocument/2006/relationships/slide" Target="slides/slide52.xml"/><Relationship Id="rId73" Type="http://schemas.openxmlformats.org/officeDocument/2006/relationships/slide" Target="slides/slide60.xml"/><Relationship Id="rId78" Type="http://schemas.openxmlformats.org/officeDocument/2006/relationships/slide" Target="slides/slide65.xml"/><Relationship Id="rId81" Type="http://schemas.openxmlformats.org/officeDocument/2006/relationships/slide" Target="slides/slide68.xml"/><Relationship Id="rId86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3" Type="http://schemas.openxmlformats.org/officeDocument/2006/relationships/slideMaster" Target="slideMasters/slideMaster10.xml"/><Relationship Id="rId18" Type="http://schemas.openxmlformats.org/officeDocument/2006/relationships/slide" Target="slides/slide5.xml"/><Relationship Id="rId39" Type="http://schemas.openxmlformats.org/officeDocument/2006/relationships/slide" Target="slides/slide26.xml"/><Relationship Id="rId34" Type="http://schemas.openxmlformats.org/officeDocument/2006/relationships/slide" Target="slides/slide21.xml"/><Relationship Id="rId50" Type="http://schemas.openxmlformats.org/officeDocument/2006/relationships/slide" Target="slides/slide37.xml"/><Relationship Id="rId55" Type="http://schemas.openxmlformats.org/officeDocument/2006/relationships/slide" Target="slides/slide42.xml"/><Relationship Id="rId76" Type="http://schemas.openxmlformats.org/officeDocument/2006/relationships/slide" Target="slides/slide63.xml"/><Relationship Id="rId7" Type="http://schemas.openxmlformats.org/officeDocument/2006/relationships/slideMaster" Target="slideMasters/slideMaster4.xml"/><Relationship Id="rId71" Type="http://schemas.openxmlformats.org/officeDocument/2006/relationships/slide" Target="slides/slide58.xml"/><Relationship Id="rId2" Type="http://schemas.openxmlformats.org/officeDocument/2006/relationships/customXml" Target="../customXml/item2.xml"/><Relationship Id="rId29" Type="http://schemas.openxmlformats.org/officeDocument/2006/relationships/slide" Target="slides/slide16.xml"/><Relationship Id="rId24" Type="http://schemas.openxmlformats.org/officeDocument/2006/relationships/slide" Target="slides/slide11.xml"/><Relationship Id="rId40" Type="http://schemas.openxmlformats.org/officeDocument/2006/relationships/slide" Target="slides/slide27.xml"/><Relationship Id="rId45" Type="http://schemas.openxmlformats.org/officeDocument/2006/relationships/slide" Target="slides/slide32.xml"/><Relationship Id="rId66" Type="http://schemas.openxmlformats.org/officeDocument/2006/relationships/slide" Target="slides/slide53.xml"/><Relationship Id="rId87" Type="http://schemas.openxmlformats.org/officeDocument/2006/relationships/viewProps" Target="viewProps.xml"/><Relationship Id="rId61" Type="http://schemas.openxmlformats.org/officeDocument/2006/relationships/slide" Target="slides/slide48.xml"/><Relationship Id="rId82" Type="http://schemas.openxmlformats.org/officeDocument/2006/relationships/slide" Target="slides/slide69.xml"/><Relationship Id="rId19" Type="http://schemas.openxmlformats.org/officeDocument/2006/relationships/slide" Target="slides/slide6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ul Winser" userId="c3146a91-e6bd-4264-bd86-e164e04bc32d" providerId="ADAL" clId="{4D52EBCE-105B-4172-B582-F70AE4F9D91E}"/>
    <pc:docChg chg="undo custSel modSld">
      <pc:chgData name="Paul Winser" userId="c3146a91-e6bd-4264-bd86-e164e04bc32d" providerId="ADAL" clId="{4D52EBCE-105B-4172-B582-F70AE4F9D91E}" dt="2024-09-12T12:43:14.407" v="146"/>
      <pc:docMkLst>
        <pc:docMk/>
      </pc:docMkLst>
      <pc:sldChg chg="addSp modSp mod modNotesTx">
        <pc:chgData name="Paul Winser" userId="c3146a91-e6bd-4264-bd86-e164e04bc32d" providerId="ADAL" clId="{4D52EBCE-105B-4172-B582-F70AE4F9D91E}" dt="2024-09-12T12:37:57.527" v="3" actId="6549"/>
        <pc:sldMkLst>
          <pc:docMk/>
          <pc:sldMk cId="0" sldId="256"/>
        </pc:sldMkLst>
        <pc:spChg chg="add mod">
          <ac:chgData name="Paul Winser" userId="c3146a91-e6bd-4264-bd86-e164e04bc32d" providerId="ADAL" clId="{4D52EBCE-105B-4172-B582-F70AE4F9D91E}" dt="2024-09-12T12:37:55.284" v="2" actId="20577"/>
          <ac:spMkLst>
            <pc:docMk/>
            <pc:sldMk cId="0" sldId="256"/>
            <ac:spMk id="4" creationId="{DAD2CC28-BF62-5D12-2500-3337105E1C6F}"/>
          </ac:spMkLst>
        </pc:spChg>
      </pc:sldChg>
      <pc:sldChg chg="addSp modSp">
        <pc:chgData name="Paul Winser" userId="c3146a91-e6bd-4264-bd86-e164e04bc32d" providerId="ADAL" clId="{4D52EBCE-105B-4172-B582-F70AE4F9D91E}" dt="2024-09-12T12:38:00.830" v="4"/>
        <pc:sldMkLst>
          <pc:docMk/>
          <pc:sldMk cId="0" sldId="257"/>
        </pc:sldMkLst>
        <pc:spChg chg="add mod">
          <ac:chgData name="Paul Winser" userId="c3146a91-e6bd-4264-bd86-e164e04bc32d" providerId="ADAL" clId="{4D52EBCE-105B-4172-B582-F70AE4F9D91E}" dt="2024-09-12T12:38:00.830" v="4"/>
          <ac:spMkLst>
            <pc:docMk/>
            <pc:sldMk cId="0" sldId="257"/>
            <ac:spMk id="2" creationId="{82FF5BBC-7942-DD8D-73A0-3F6F173A128E}"/>
          </ac:spMkLst>
        </pc:spChg>
      </pc:sldChg>
      <pc:sldChg chg="addSp modSp">
        <pc:chgData name="Paul Winser" userId="c3146a91-e6bd-4264-bd86-e164e04bc32d" providerId="ADAL" clId="{4D52EBCE-105B-4172-B582-F70AE4F9D91E}" dt="2024-09-12T12:38:14.281" v="12"/>
        <pc:sldMkLst>
          <pc:docMk/>
          <pc:sldMk cId="0" sldId="258"/>
        </pc:sldMkLst>
        <pc:spChg chg="add mod">
          <ac:chgData name="Paul Winser" userId="c3146a91-e6bd-4264-bd86-e164e04bc32d" providerId="ADAL" clId="{4D52EBCE-105B-4172-B582-F70AE4F9D91E}" dt="2024-09-12T12:38:14.281" v="12"/>
          <ac:spMkLst>
            <pc:docMk/>
            <pc:sldMk cId="0" sldId="258"/>
            <ac:spMk id="15" creationId="{6480032C-939E-AB20-50F7-95486C443E2C}"/>
          </ac:spMkLst>
        </pc:spChg>
      </pc:sldChg>
      <pc:sldChg chg="addSp modSp modNotesTx">
        <pc:chgData name="Paul Winser" userId="c3146a91-e6bd-4264-bd86-e164e04bc32d" providerId="ADAL" clId="{4D52EBCE-105B-4172-B582-F70AE4F9D91E}" dt="2024-09-12T12:38:06.075" v="8" actId="20577"/>
        <pc:sldMkLst>
          <pc:docMk/>
          <pc:sldMk cId="0" sldId="272"/>
        </pc:sldMkLst>
        <pc:spChg chg="add mod">
          <ac:chgData name="Paul Winser" userId="c3146a91-e6bd-4264-bd86-e164e04bc32d" providerId="ADAL" clId="{4D52EBCE-105B-4172-B582-F70AE4F9D91E}" dt="2024-09-12T12:38:03.798" v="5"/>
          <ac:spMkLst>
            <pc:docMk/>
            <pc:sldMk cId="0" sldId="272"/>
            <ac:spMk id="2" creationId="{87EFF1BB-D4C5-3A8E-671A-1DF497B3FBDF}"/>
          </ac:spMkLst>
        </pc:spChg>
      </pc:sldChg>
      <pc:sldChg chg="addSp modSp">
        <pc:chgData name="Paul Winser" userId="c3146a91-e6bd-4264-bd86-e164e04bc32d" providerId="ADAL" clId="{4D52EBCE-105B-4172-B582-F70AE4F9D91E}" dt="2024-09-12T12:38:17.288" v="14"/>
        <pc:sldMkLst>
          <pc:docMk/>
          <pc:sldMk cId="884549766" sldId="305"/>
        </pc:sldMkLst>
        <pc:spChg chg="add mod">
          <ac:chgData name="Paul Winser" userId="c3146a91-e6bd-4264-bd86-e164e04bc32d" providerId="ADAL" clId="{4D52EBCE-105B-4172-B582-F70AE4F9D91E}" dt="2024-09-12T12:38:17.288" v="14"/>
          <ac:spMkLst>
            <pc:docMk/>
            <pc:sldMk cId="884549766" sldId="305"/>
            <ac:spMk id="18" creationId="{8E5443AF-EE44-51D0-DC69-81CBED0E8510}"/>
          </ac:spMkLst>
        </pc:spChg>
      </pc:sldChg>
      <pc:sldChg chg="addSp modSp">
        <pc:chgData name="Paul Winser" userId="c3146a91-e6bd-4264-bd86-e164e04bc32d" providerId="ADAL" clId="{4D52EBCE-105B-4172-B582-F70AE4F9D91E}" dt="2024-09-12T12:39:37.338" v="51"/>
        <pc:sldMkLst>
          <pc:docMk/>
          <pc:sldMk cId="588007661" sldId="306"/>
        </pc:sldMkLst>
        <pc:spChg chg="add mod">
          <ac:chgData name="Paul Winser" userId="c3146a91-e6bd-4264-bd86-e164e04bc32d" providerId="ADAL" clId="{4D52EBCE-105B-4172-B582-F70AE4F9D91E}" dt="2024-09-12T12:39:37.338" v="51"/>
          <ac:spMkLst>
            <pc:docMk/>
            <pc:sldMk cId="588007661" sldId="306"/>
            <ac:spMk id="2" creationId="{7C2B91DB-98F6-1A4D-5EE3-D6E6088C155F}"/>
          </ac:spMkLst>
        </pc:spChg>
      </pc:sldChg>
      <pc:sldChg chg="addSp modSp">
        <pc:chgData name="Paul Winser" userId="c3146a91-e6bd-4264-bd86-e164e04bc32d" providerId="ADAL" clId="{4D52EBCE-105B-4172-B582-F70AE4F9D91E}" dt="2024-09-12T12:39:39.003" v="52"/>
        <pc:sldMkLst>
          <pc:docMk/>
          <pc:sldMk cId="3621417310" sldId="307"/>
        </pc:sldMkLst>
        <pc:spChg chg="add mod">
          <ac:chgData name="Paul Winser" userId="c3146a91-e6bd-4264-bd86-e164e04bc32d" providerId="ADAL" clId="{4D52EBCE-105B-4172-B582-F70AE4F9D91E}" dt="2024-09-12T12:39:39.003" v="52"/>
          <ac:spMkLst>
            <pc:docMk/>
            <pc:sldMk cId="3621417310" sldId="307"/>
            <ac:spMk id="12" creationId="{C16B4949-DCB7-D33B-D6E3-B4BB48DBCE47}"/>
          </ac:spMkLst>
        </pc:spChg>
      </pc:sldChg>
      <pc:sldChg chg="addSp modSp">
        <pc:chgData name="Paul Winser" userId="c3146a91-e6bd-4264-bd86-e164e04bc32d" providerId="ADAL" clId="{4D52EBCE-105B-4172-B582-F70AE4F9D91E}" dt="2024-09-12T12:40:37.892" v="67"/>
        <pc:sldMkLst>
          <pc:docMk/>
          <pc:sldMk cId="2005355495" sldId="308"/>
        </pc:sldMkLst>
        <pc:spChg chg="add mod">
          <ac:chgData name="Paul Winser" userId="c3146a91-e6bd-4264-bd86-e164e04bc32d" providerId="ADAL" clId="{4D52EBCE-105B-4172-B582-F70AE4F9D91E}" dt="2024-09-12T12:40:37.892" v="67"/>
          <ac:spMkLst>
            <pc:docMk/>
            <pc:sldMk cId="2005355495" sldId="308"/>
            <ac:spMk id="2" creationId="{F12528B7-2C77-21F1-B31F-75049833ADD6}"/>
          </ac:spMkLst>
        </pc:spChg>
      </pc:sldChg>
      <pc:sldChg chg="addSp modSp">
        <pc:chgData name="Paul Winser" userId="c3146a91-e6bd-4264-bd86-e164e04bc32d" providerId="ADAL" clId="{4D52EBCE-105B-4172-B582-F70AE4F9D91E}" dt="2024-09-12T12:40:40.957" v="68"/>
        <pc:sldMkLst>
          <pc:docMk/>
          <pc:sldMk cId="47175209" sldId="309"/>
        </pc:sldMkLst>
        <pc:spChg chg="add mod">
          <ac:chgData name="Paul Winser" userId="c3146a91-e6bd-4264-bd86-e164e04bc32d" providerId="ADAL" clId="{4D52EBCE-105B-4172-B582-F70AE4F9D91E}" dt="2024-09-12T12:40:40.957" v="68"/>
          <ac:spMkLst>
            <pc:docMk/>
            <pc:sldMk cId="47175209" sldId="309"/>
            <ac:spMk id="2" creationId="{115BAF8F-8C8F-24D0-FFE0-B3CBE764EB6E}"/>
          </ac:spMkLst>
        </pc:spChg>
      </pc:sldChg>
      <pc:sldChg chg="addSp modSp">
        <pc:chgData name="Paul Winser" userId="c3146a91-e6bd-4264-bd86-e164e04bc32d" providerId="ADAL" clId="{4D52EBCE-105B-4172-B582-F70AE4F9D91E}" dt="2024-09-12T12:42:30.872" v="119"/>
        <pc:sldMkLst>
          <pc:docMk/>
          <pc:sldMk cId="575377766" sldId="310"/>
        </pc:sldMkLst>
        <pc:spChg chg="add mod">
          <ac:chgData name="Paul Winser" userId="c3146a91-e6bd-4264-bd86-e164e04bc32d" providerId="ADAL" clId="{4D52EBCE-105B-4172-B582-F70AE4F9D91E}" dt="2024-09-12T12:42:30.872" v="119"/>
          <ac:spMkLst>
            <pc:docMk/>
            <pc:sldMk cId="575377766" sldId="310"/>
            <ac:spMk id="2" creationId="{495FC13A-C9E2-74DC-8DC5-2DE2393D3457}"/>
          </ac:spMkLst>
        </pc:spChg>
      </pc:sldChg>
      <pc:sldChg chg="addSp modSp">
        <pc:chgData name="Paul Winser" userId="c3146a91-e6bd-4264-bd86-e164e04bc32d" providerId="ADAL" clId="{4D52EBCE-105B-4172-B582-F70AE4F9D91E}" dt="2024-09-12T12:42:32.374" v="120"/>
        <pc:sldMkLst>
          <pc:docMk/>
          <pc:sldMk cId="1450907946" sldId="311"/>
        </pc:sldMkLst>
        <pc:spChg chg="add mod">
          <ac:chgData name="Paul Winser" userId="c3146a91-e6bd-4264-bd86-e164e04bc32d" providerId="ADAL" clId="{4D52EBCE-105B-4172-B582-F70AE4F9D91E}" dt="2024-09-12T12:42:32.374" v="120"/>
          <ac:spMkLst>
            <pc:docMk/>
            <pc:sldMk cId="1450907946" sldId="311"/>
            <ac:spMk id="15" creationId="{22A77E77-5413-A571-4D18-A9A91C0795E2}"/>
          </ac:spMkLst>
        </pc:spChg>
      </pc:sldChg>
      <pc:sldChg chg="addSp modSp">
        <pc:chgData name="Paul Winser" userId="c3146a91-e6bd-4264-bd86-e164e04bc32d" providerId="ADAL" clId="{4D52EBCE-105B-4172-B582-F70AE4F9D91E}" dt="2024-09-12T12:38:08.398" v="9"/>
        <pc:sldMkLst>
          <pc:docMk/>
          <pc:sldMk cId="1462100039" sldId="312"/>
        </pc:sldMkLst>
        <pc:spChg chg="add mod">
          <ac:chgData name="Paul Winser" userId="c3146a91-e6bd-4264-bd86-e164e04bc32d" providerId="ADAL" clId="{4D52EBCE-105B-4172-B582-F70AE4F9D91E}" dt="2024-09-12T12:38:08.398" v="9"/>
          <ac:spMkLst>
            <pc:docMk/>
            <pc:sldMk cId="1462100039" sldId="312"/>
            <ac:spMk id="5" creationId="{247105CE-BF9F-FF84-4586-78302314F780}"/>
          </ac:spMkLst>
        </pc:spChg>
      </pc:sldChg>
      <pc:sldChg chg="addSp modSp modNotesTx">
        <pc:chgData name="Paul Winser" userId="c3146a91-e6bd-4264-bd86-e164e04bc32d" providerId="ADAL" clId="{4D52EBCE-105B-4172-B582-F70AE4F9D91E}" dt="2024-09-12T12:38:23.631" v="23" actId="6549"/>
        <pc:sldMkLst>
          <pc:docMk/>
          <pc:sldMk cId="1540339606" sldId="314"/>
        </pc:sldMkLst>
        <pc:spChg chg="add mod">
          <ac:chgData name="Paul Winser" userId="c3146a91-e6bd-4264-bd86-e164e04bc32d" providerId="ADAL" clId="{4D52EBCE-105B-4172-B582-F70AE4F9D91E}" dt="2024-09-12T12:38:18.533" v="15"/>
          <ac:spMkLst>
            <pc:docMk/>
            <pc:sldMk cId="1540339606" sldId="314"/>
            <ac:spMk id="3" creationId="{1A8B536D-C0E5-D7C7-97ED-7203251B0A16}"/>
          </ac:spMkLst>
        </pc:spChg>
      </pc:sldChg>
      <pc:sldChg chg="addSp modSp mod">
        <pc:chgData name="Paul Winser" userId="c3146a91-e6bd-4264-bd86-e164e04bc32d" providerId="ADAL" clId="{4D52EBCE-105B-4172-B582-F70AE4F9D91E}" dt="2024-09-12T12:38:59.598" v="35" actId="1076"/>
        <pc:sldMkLst>
          <pc:docMk/>
          <pc:sldMk cId="3110276649" sldId="315"/>
        </pc:sldMkLst>
        <pc:spChg chg="add mod">
          <ac:chgData name="Paul Winser" userId="c3146a91-e6bd-4264-bd86-e164e04bc32d" providerId="ADAL" clId="{4D52EBCE-105B-4172-B582-F70AE4F9D91E}" dt="2024-09-12T12:38:52.319" v="33"/>
          <ac:spMkLst>
            <pc:docMk/>
            <pc:sldMk cId="3110276649" sldId="315"/>
            <ac:spMk id="2" creationId="{4DC7D946-B1B4-CAAF-C3F0-567A303C721F}"/>
          </ac:spMkLst>
        </pc:spChg>
        <pc:grpChg chg="mod">
          <ac:chgData name="Paul Winser" userId="c3146a91-e6bd-4264-bd86-e164e04bc32d" providerId="ADAL" clId="{4D52EBCE-105B-4172-B582-F70AE4F9D91E}" dt="2024-09-12T12:38:57.335" v="34" actId="1076"/>
          <ac:grpSpMkLst>
            <pc:docMk/>
            <pc:sldMk cId="3110276649" sldId="315"/>
            <ac:grpSpMk id="4" creationId="{072BB425-44F8-8B18-CB3C-57F751F07B0C}"/>
          </ac:grpSpMkLst>
        </pc:grpChg>
        <pc:grpChg chg="mod">
          <ac:chgData name="Paul Winser" userId="c3146a91-e6bd-4264-bd86-e164e04bc32d" providerId="ADAL" clId="{4D52EBCE-105B-4172-B582-F70AE4F9D91E}" dt="2024-09-12T12:38:59.598" v="35" actId="1076"/>
          <ac:grpSpMkLst>
            <pc:docMk/>
            <pc:sldMk cId="3110276649" sldId="315"/>
            <ac:grpSpMk id="7" creationId="{DEE266C5-8855-BD3F-2C4E-FB846CE2971C}"/>
          </ac:grpSpMkLst>
        </pc:grpChg>
      </pc:sldChg>
      <pc:sldChg chg="addSp modSp mod">
        <pc:chgData name="Paul Winser" userId="c3146a91-e6bd-4264-bd86-e164e04bc32d" providerId="ADAL" clId="{4D52EBCE-105B-4172-B582-F70AE4F9D91E}" dt="2024-09-12T12:39:28.304" v="50" actId="1076"/>
        <pc:sldMkLst>
          <pc:docMk/>
          <pc:sldMk cId="2307063436" sldId="317"/>
        </pc:sldMkLst>
        <pc:spChg chg="add mod">
          <ac:chgData name="Paul Winser" userId="c3146a91-e6bd-4264-bd86-e164e04bc32d" providerId="ADAL" clId="{4D52EBCE-105B-4172-B582-F70AE4F9D91E}" dt="2024-09-12T12:39:04.175" v="37"/>
          <ac:spMkLst>
            <pc:docMk/>
            <pc:sldMk cId="2307063436" sldId="317"/>
            <ac:spMk id="5" creationId="{829ABFE8-1C8D-5541-8BF2-BE21D20C69C2}"/>
          </ac:spMkLst>
        </pc:spChg>
        <pc:spChg chg="mod">
          <ac:chgData name="Paul Winser" userId="c3146a91-e6bd-4264-bd86-e164e04bc32d" providerId="ADAL" clId="{4D52EBCE-105B-4172-B582-F70AE4F9D91E}" dt="2024-09-12T12:39:28.304" v="50" actId="1076"/>
          <ac:spMkLst>
            <pc:docMk/>
            <pc:sldMk cId="2307063436" sldId="317"/>
            <ac:spMk id="6" creationId="{D3815260-496B-DB1F-98B4-A4976A3F498B}"/>
          </ac:spMkLst>
        </pc:spChg>
        <pc:grpChg chg="mod">
          <ac:chgData name="Paul Winser" userId="c3146a91-e6bd-4264-bd86-e164e04bc32d" providerId="ADAL" clId="{4D52EBCE-105B-4172-B582-F70AE4F9D91E}" dt="2024-09-12T12:39:23.781" v="49" actId="1076"/>
          <ac:grpSpMkLst>
            <pc:docMk/>
            <pc:sldMk cId="2307063436" sldId="317"/>
            <ac:grpSpMk id="2" creationId="{5A9E651E-8F21-F737-DEC2-1F8FCAA6DDCF}"/>
          </ac:grpSpMkLst>
        </pc:grpChg>
      </pc:sldChg>
      <pc:sldChg chg="addSp modSp modNotesTx">
        <pc:chgData name="Paul Winser" userId="c3146a91-e6bd-4264-bd86-e164e04bc32d" providerId="ADAL" clId="{4D52EBCE-105B-4172-B582-F70AE4F9D91E}" dt="2024-09-12T12:40:33.319" v="65" actId="20577"/>
        <pc:sldMkLst>
          <pc:docMk/>
          <pc:sldMk cId="2825405860" sldId="318"/>
        </pc:sldMkLst>
        <pc:spChg chg="add mod">
          <ac:chgData name="Paul Winser" userId="c3146a91-e6bd-4264-bd86-e164e04bc32d" providerId="ADAL" clId="{4D52EBCE-105B-4172-B582-F70AE4F9D91E}" dt="2024-09-12T12:40:28.141" v="62"/>
          <ac:spMkLst>
            <pc:docMk/>
            <pc:sldMk cId="2825405860" sldId="318"/>
            <ac:spMk id="2" creationId="{86478358-F77C-A7F2-21B2-C40CA5692349}"/>
          </ac:spMkLst>
        </pc:spChg>
      </pc:sldChg>
      <pc:sldChg chg="addSp modSp">
        <pc:chgData name="Paul Winser" userId="c3146a91-e6bd-4264-bd86-e164e04bc32d" providerId="ADAL" clId="{4D52EBCE-105B-4172-B582-F70AE4F9D91E}" dt="2024-09-12T12:40:35.833" v="66"/>
        <pc:sldMkLst>
          <pc:docMk/>
          <pc:sldMk cId="1674824674" sldId="319"/>
        </pc:sldMkLst>
        <pc:spChg chg="add mod">
          <ac:chgData name="Paul Winser" userId="c3146a91-e6bd-4264-bd86-e164e04bc32d" providerId="ADAL" clId="{4D52EBCE-105B-4172-B582-F70AE4F9D91E}" dt="2024-09-12T12:40:35.833" v="66"/>
          <ac:spMkLst>
            <pc:docMk/>
            <pc:sldMk cId="1674824674" sldId="319"/>
            <ac:spMk id="4" creationId="{383B4BF2-D85B-D777-344E-BECFE63DFA50}"/>
          </ac:spMkLst>
        </pc:spChg>
      </pc:sldChg>
      <pc:sldChg chg="addSp modSp mod">
        <pc:chgData name="Paul Winser" userId="c3146a91-e6bd-4264-bd86-e164e04bc32d" providerId="ADAL" clId="{4D52EBCE-105B-4172-B582-F70AE4F9D91E}" dt="2024-09-12T12:40:53.105" v="72" actId="1076"/>
        <pc:sldMkLst>
          <pc:docMk/>
          <pc:sldMk cId="3529967533" sldId="320"/>
        </pc:sldMkLst>
        <pc:spChg chg="add mod">
          <ac:chgData name="Paul Winser" userId="c3146a91-e6bd-4264-bd86-e164e04bc32d" providerId="ADAL" clId="{4D52EBCE-105B-4172-B582-F70AE4F9D91E}" dt="2024-09-12T12:40:45.451" v="70"/>
          <ac:spMkLst>
            <pc:docMk/>
            <pc:sldMk cId="3529967533" sldId="320"/>
            <ac:spMk id="6" creationId="{948702BC-5995-DA98-F48B-F7324C369C29}"/>
          </ac:spMkLst>
        </pc:spChg>
        <pc:grpChg chg="mod">
          <ac:chgData name="Paul Winser" userId="c3146a91-e6bd-4264-bd86-e164e04bc32d" providerId="ADAL" clId="{4D52EBCE-105B-4172-B582-F70AE4F9D91E}" dt="2024-09-12T12:40:53.105" v="72" actId="1076"/>
          <ac:grpSpMkLst>
            <pc:docMk/>
            <pc:sldMk cId="3529967533" sldId="320"/>
            <ac:grpSpMk id="3" creationId="{B7135D33-0B4B-1C15-B829-4ECA2750CEFB}"/>
          </ac:grpSpMkLst>
        </pc:grpChg>
        <pc:grpChg chg="mod">
          <ac:chgData name="Paul Winser" userId="c3146a91-e6bd-4264-bd86-e164e04bc32d" providerId="ADAL" clId="{4D52EBCE-105B-4172-B582-F70AE4F9D91E}" dt="2024-09-12T12:40:48.495" v="71" actId="1076"/>
          <ac:grpSpMkLst>
            <pc:docMk/>
            <pc:sldMk cId="3529967533" sldId="320"/>
            <ac:grpSpMk id="9" creationId="{C4B6A3FD-44BA-0CB1-D220-486079D122B1}"/>
          </ac:grpSpMkLst>
        </pc:grpChg>
      </pc:sldChg>
      <pc:sldChg chg="addSp modSp">
        <pc:chgData name="Paul Winser" userId="c3146a91-e6bd-4264-bd86-e164e04bc32d" providerId="ADAL" clId="{4D52EBCE-105B-4172-B582-F70AE4F9D91E}" dt="2024-09-12T12:40:55.008" v="73"/>
        <pc:sldMkLst>
          <pc:docMk/>
          <pc:sldMk cId="264448100" sldId="321"/>
        </pc:sldMkLst>
        <pc:spChg chg="add mod">
          <ac:chgData name="Paul Winser" userId="c3146a91-e6bd-4264-bd86-e164e04bc32d" providerId="ADAL" clId="{4D52EBCE-105B-4172-B582-F70AE4F9D91E}" dt="2024-09-12T12:40:55.008" v="73"/>
          <ac:spMkLst>
            <pc:docMk/>
            <pc:sldMk cId="264448100" sldId="321"/>
            <ac:spMk id="6" creationId="{1E87D53C-A54C-99FD-B664-C3A67385C3CB}"/>
          </ac:spMkLst>
        </pc:spChg>
      </pc:sldChg>
      <pc:sldChg chg="addSp modSp">
        <pc:chgData name="Paul Winser" userId="c3146a91-e6bd-4264-bd86-e164e04bc32d" providerId="ADAL" clId="{4D52EBCE-105B-4172-B582-F70AE4F9D91E}" dt="2024-09-12T12:41:57.784" v="103"/>
        <pc:sldMkLst>
          <pc:docMk/>
          <pc:sldMk cId="2015137017" sldId="322"/>
        </pc:sldMkLst>
        <pc:spChg chg="add mod">
          <ac:chgData name="Paul Winser" userId="c3146a91-e6bd-4264-bd86-e164e04bc32d" providerId="ADAL" clId="{4D52EBCE-105B-4172-B582-F70AE4F9D91E}" dt="2024-09-12T12:41:57.784" v="103"/>
          <ac:spMkLst>
            <pc:docMk/>
            <pc:sldMk cId="2015137017" sldId="322"/>
            <ac:spMk id="2" creationId="{45DD2CDE-DABC-77C1-460F-01222F7B670B}"/>
          </ac:spMkLst>
        </pc:spChg>
      </pc:sldChg>
      <pc:sldChg chg="addSp modSp">
        <pc:chgData name="Paul Winser" userId="c3146a91-e6bd-4264-bd86-e164e04bc32d" providerId="ADAL" clId="{4D52EBCE-105B-4172-B582-F70AE4F9D91E}" dt="2024-09-12T12:42:27.475" v="117"/>
        <pc:sldMkLst>
          <pc:docMk/>
          <pc:sldMk cId="988014963" sldId="323"/>
        </pc:sldMkLst>
        <pc:spChg chg="add mod">
          <ac:chgData name="Paul Winser" userId="c3146a91-e6bd-4264-bd86-e164e04bc32d" providerId="ADAL" clId="{4D52EBCE-105B-4172-B582-F70AE4F9D91E}" dt="2024-09-12T12:42:27.475" v="117"/>
          <ac:spMkLst>
            <pc:docMk/>
            <pc:sldMk cId="988014963" sldId="323"/>
            <ac:spMk id="2" creationId="{6959F471-6A2E-2985-2843-127E499D8069}"/>
          </ac:spMkLst>
        </pc:spChg>
      </pc:sldChg>
      <pc:sldChg chg="addSp modSp modNotesTx">
        <pc:chgData name="Paul Winser" userId="c3146a91-e6bd-4264-bd86-e164e04bc32d" providerId="ADAL" clId="{4D52EBCE-105B-4172-B582-F70AE4F9D91E}" dt="2024-09-12T12:42:39.043" v="130" actId="6549"/>
        <pc:sldMkLst>
          <pc:docMk/>
          <pc:sldMk cId="183995727" sldId="325"/>
        </pc:sldMkLst>
        <pc:spChg chg="add mod">
          <ac:chgData name="Paul Winser" userId="c3146a91-e6bd-4264-bd86-e164e04bc32d" providerId="ADAL" clId="{4D52EBCE-105B-4172-B582-F70AE4F9D91E}" dt="2024-09-12T12:42:33.805" v="121"/>
          <ac:spMkLst>
            <pc:docMk/>
            <pc:sldMk cId="183995727" sldId="325"/>
            <ac:spMk id="2" creationId="{E856D6B5-6B86-C58E-298B-1F4484588215}"/>
          </ac:spMkLst>
        </pc:spChg>
      </pc:sldChg>
      <pc:sldChg chg="addSp modSp">
        <pc:chgData name="Paul Winser" userId="c3146a91-e6bd-4264-bd86-e164e04bc32d" providerId="ADAL" clId="{4D52EBCE-105B-4172-B582-F70AE4F9D91E}" dt="2024-09-12T12:38:25.951" v="24"/>
        <pc:sldMkLst>
          <pc:docMk/>
          <pc:sldMk cId="2714913814" sldId="326"/>
        </pc:sldMkLst>
        <pc:spChg chg="add mod">
          <ac:chgData name="Paul Winser" userId="c3146a91-e6bd-4264-bd86-e164e04bc32d" providerId="ADAL" clId="{4D52EBCE-105B-4172-B582-F70AE4F9D91E}" dt="2024-09-12T12:38:25.951" v="24"/>
          <ac:spMkLst>
            <pc:docMk/>
            <pc:sldMk cId="2714913814" sldId="326"/>
            <ac:spMk id="6" creationId="{61510A9E-9B3E-C566-EA2B-1CA1B13A3959}"/>
          </ac:spMkLst>
        </pc:spChg>
      </pc:sldChg>
      <pc:sldChg chg="addSp modSp modNotesTx">
        <pc:chgData name="Paul Winser" userId="c3146a91-e6bd-4264-bd86-e164e04bc32d" providerId="ADAL" clId="{4D52EBCE-105B-4172-B582-F70AE4F9D91E}" dt="2024-09-12T12:38:12.703" v="11" actId="6549"/>
        <pc:sldMkLst>
          <pc:docMk/>
          <pc:sldMk cId="1910738549" sldId="327"/>
        </pc:sldMkLst>
        <pc:spChg chg="add mod">
          <ac:chgData name="Paul Winser" userId="c3146a91-e6bd-4264-bd86-e164e04bc32d" providerId="ADAL" clId="{4D52EBCE-105B-4172-B582-F70AE4F9D91E}" dt="2024-09-12T12:38:11.297" v="10"/>
          <ac:spMkLst>
            <pc:docMk/>
            <pc:sldMk cId="1910738549" sldId="327"/>
            <ac:spMk id="2" creationId="{4B3515DE-CDD1-C3B0-85D7-FC570552F6D1}"/>
          </ac:spMkLst>
        </pc:spChg>
      </pc:sldChg>
      <pc:sldChg chg="addSp modSp">
        <pc:chgData name="Paul Winser" userId="c3146a91-e6bd-4264-bd86-e164e04bc32d" providerId="ADAL" clId="{4D52EBCE-105B-4172-B582-F70AE4F9D91E}" dt="2024-09-12T12:43:07.498" v="143"/>
        <pc:sldMkLst>
          <pc:docMk/>
          <pc:sldMk cId="1346547417" sldId="328"/>
        </pc:sldMkLst>
        <pc:spChg chg="add mod">
          <ac:chgData name="Paul Winser" userId="c3146a91-e6bd-4264-bd86-e164e04bc32d" providerId="ADAL" clId="{4D52EBCE-105B-4172-B582-F70AE4F9D91E}" dt="2024-09-12T12:43:07.498" v="143"/>
          <ac:spMkLst>
            <pc:docMk/>
            <pc:sldMk cId="1346547417" sldId="328"/>
            <ac:spMk id="3" creationId="{90B45522-336F-2CE5-B475-A609D62E543E}"/>
          </ac:spMkLst>
        </pc:spChg>
      </pc:sldChg>
      <pc:sldChg chg="addSp modSp">
        <pc:chgData name="Paul Winser" userId="c3146a91-e6bd-4264-bd86-e164e04bc32d" providerId="ADAL" clId="{4D52EBCE-105B-4172-B582-F70AE4F9D91E}" dt="2024-09-12T12:38:15.825" v="13"/>
        <pc:sldMkLst>
          <pc:docMk/>
          <pc:sldMk cId="3358901648" sldId="329"/>
        </pc:sldMkLst>
        <pc:spChg chg="add mod">
          <ac:chgData name="Paul Winser" userId="c3146a91-e6bd-4264-bd86-e164e04bc32d" providerId="ADAL" clId="{4D52EBCE-105B-4172-B582-F70AE4F9D91E}" dt="2024-09-12T12:38:15.825" v="13"/>
          <ac:spMkLst>
            <pc:docMk/>
            <pc:sldMk cId="3358901648" sldId="329"/>
            <ac:spMk id="2" creationId="{F6CB291A-7CB7-E09B-8362-F3CCE72E445C}"/>
          </ac:spMkLst>
        </pc:spChg>
      </pc:sldChg>
      <pc:sldChg chg="addSp modSp mod">
        <pc:chgData name="Paul Winser" userId="c3146a91-e6bd-4264-bd86-e164e04bc32d" providerId="ADAL" clId="{4D52EBCE-105B-4172-B582-F70AE4F9D91E}" dt="2024-09-12T12:38:49.041" v="32" actId="1076"/>
        <pc:sldMkLst>
          <pc:docMk/>
          <pc:sldMk cId="1014398345" sldId="330"/>
        </pc:sldMkLst>
        <pc:spChg chg="mod">
          <ac:chgData name="Paul Winser" userId="c3146a91-e6bd-4264-bd86-e164e04bc32d" providerId="ADAL" clId="{4D52EBCE-105B-4172-B582-F70AE4F9D91E}" dt="2024-09-12T12:38:34.874" v="27" actId="1035"/>
          <ac:spMkLst>
            <pc:docMk/>
            <pc:sldMk cId="1014398345" sldId="330"/>
            <ac:spMk id="3" creationId="{67461066-5E09-1FA6-3C1E-892EF0D99509}"/>
          </ac:spMkLst>
        </pc:spChg>
        <pc:spChg chg="mod">
          <ac:chgData name="Paul Winser" userId="c3146a91-e6bd-4264-bd86-e164e04bc32d" providerId="ADAL" clId="{4D52EBCE-105B-4172-B582-F70AE4F9D91E}" dt="2024-09-12T12:38:39.619" v="29" actId="1076"/>
          <ac:spMkLst>
            <pc:docMk/>
            <pc:sldMk cId="1014398345" sldId="330"/>
            <ac:spMk id="5" creationId="{9B6205D3-876E-6169-0A69-0DF7E8E2CAD7}"/>
          </ac:spMkLst>
        </pc:spChg>
        <pc:spChg chg="add mod">
          <ac:chgData name="Paul Winser" userId="c3146a91-e6bd-4264-bd86-e164e04bc32d" providerId="ADAL" clId="{4D52EBCE-105B-4172-B582-F70AE4F9D91E}" dt="2024-09-12T12:38:28.318" v="25"/>
          <ac:spMkLst>
            <pc:docMk/>
            <pc:sldMk cId="1014398345" sldId="330"/>
            <ac:spMk id="6" creationId="{81E782CB-6A96-B7DA-123D-6A9C63BD57F7}"/>
          </ac:spMkLst>
        </pc:spChg>
        <pc:spChg chg="mod">
          <ac:chgData name="Paul Winser" userId="c3146a91-e6bd-4264-bd86-e164e04bc32d" providerId="ADAL" clId="{4D52EBCE-105B-4172-B582-F70AE4F9D91E}" dt="2024-09-12T12:38:45.856" v="31" actId="14100"/>
          <ac:spMkLst>
            <pc:docMk/>
            <pc:sldMk cId="1014398345" sldId="330"/>
            <ac:spMk id="34820" creationId="{4A8FBB28-4C24-3A6F-D07B-01030AC5BDFA}"/>
          </ac:spMkLst>
        </pc:spChg>
        <pc:grpChg chg="mod">
          <ac:chgData name="Paul Winser" userId="c3146a91-e6bd-4264-bd86-e164e04bc32d" providerId="ADAL" clId="{4D52EBCE-105B-4172-B582-F70AE4F9D91E}" dt="2024-09-12T12:38:49.041" v="32" actId="1076"/>
          <ac:grpSpMkLst>
            <pc:docMk/>
            <pc:sldMk cId="1014398345" sldId="330"/>
            <ac:grpSpMk id="2" creationId="{077BB429-E4D5-7BC5-1CCD-C2AF3BBA114E}"/>
          </ac:grpSpMkLst>
        </pc:grpChg>
      </pc:sldChg>
      <pc:sldChg chg="addSp modSp">
        <pc:chgData name="Paul Winser" userId="c3146a91-e6bd-4264-bd86-e164e04bc32d" providerId="ADAL" clId="{4D52EBCE-105B-4172-B582-F70AE4F9D91E}" dt="2024-09-12T12:39:02.035" v="36"/>
        <pc:sldMkLst>
          <pc:docMk/>
          <pc:sldMk cId="1772789523" sldId="331"/>
        </pc:sldMkLst>
        <pc:spChg chg="add mod">
          <ac:chgData name="Paul Winser" userId="c3146a91-e6bd-4264-bd86-e164e04bc32d" providerId="ADAL" clId="{4D52EBCE-105B-4172-B582-F70AE4F9D91E}" dt="2024-09-12T12:39:02.035" v="36"/>
          <ac:spMkLst>
            <pc:docMk/>
            <pc:sldMk cId="1772789523" sldId="331"/>
            <ac:spMk id="2" creationId="{8CF42852-22A7-BFF6-9117-927EF3AB3612}"/>
          </ac:spMkLst>
        </pc:spChg>
      </pc:sldChg>
      <pc:sldChg chg="addSp modSp mod modNotesTx">
        <pc:chgData name="Paul Winser" userId="c3146a91-e6bd-4264-bd86-e164e04bc32d" providerId="ADAL" clId="{4D52EBCE-105B-4172-B582-F70AE4F9D91E}" dt="2024-09-12T12:40:22.168" v="61" actId="1076"/>
        <pc:sldMkLst>
          <pc:docMk/>
          <pc:sldMk cId="683332677" sldId="332"/>
        </pc:sldMkLst>
        <pc:spChg chg="add mod">
          <ac:chgData name="Paul Winser" userId="c3146a91-e6bd-4264-bd86-e164e04bc32d" providerId="ADAL" clId="{4D52EBCE-105B-4172-B582-F70AE4F9D91E}" dt="2024-09-12T12:39:40.976" v="53"/>
          <ac:spMkLst>
            <pc:docMk/>
            <pc:sldMk cId="683332677" sldId="332"/>
            <ac:spMk id="2" creationId="{45B18A50-7710-4EEB-0C6D-591850B487FA}"/>
          </ac:spMkLst>
        </pc:spChg>
        <pc:spChg chg="mod">
          <ac:chgData name="Paul Winser" userId="c3146a91-e6bd-4264-bd86-e164e04bc32d" providerId="ADAL" clId="{4D52EBCE-105B-4172-B582-F70AE4F9D91E}" dt="2024-09-12T12:40:22.168" v="61" actId="1076"/>
          <ac:spMkLst>
            <pc:docMk/>
            <pc:sldMk cId="683332677" sldId="332"/>
            <ac:spMk id="20" creationId="{8F289A75-0DF3-F844-6778-0F226DDD7B17}"/>
          </ac:spMkLst>
        </pc:spChg>
        <pc:spChg chg="mod">
          <ac:chgData name="Paul Winser" userId="c3146a91-e6bd-4264-bd86-e164e04bc32d" providerId="ADAL" clId="{4D52EBCE-105B-4172-B582-F70AE4F9D91E}" dt="2024-09-12T12:39:49.910" v="55" actId="1076"/>
          <ac:spMkLst>
            <pc:docMk/>
            <pc:sldMk cId="683332677" sldId="332"/>
            <ac:spMk id="34820" creationId="{B14614C6-2432-8631-B5B8-DB84124C4CF6}"/>
          </ac:spMkLst>
        </pc:spChg>
        <pc:graphicFrameChg chg="mod modGraphic">
          <ac:chgData name="Paul Winser" userId="c3146a91-e6bd-4264-bd86-e164e04bc32d" providerId="ADAL" clId="{4D52EBCE-105B-4172-B582-F70AE4F9D91E}" dt="2024-09-12T12:40:06.620" v="58" actId="14100"/>
          <ac:graphicFrameMkLst>
            <pc:docMk/>
            <pc:sldMk cId="683332677" sldId="332"/>
            <ac:graphicFrameMk id="10" creationId="{243D4E92-BE77-DEC2-7D8B-08B9E2AFBF9F}"/>
          </ac:graphicFrameMkLst>
        </pc:graphicFrameChg>
        <pc:picChg chg="mod">
          <ac:chgData name="Paul Winser" userId="c3146a91-e6bd-4264-bd86-e164e04bc32d" providerId="ADAL" clId="{4D52EBCE-105B-4172-B582-F70AE4F9D91E}" dt="2024-09-12T12:40:17.288" v="60" actId="1076"/>
          <ac:picMkLst>
            <pc:docMk/>
            <pc:sldMk cId="683332677" sldId="332"/>
            <ac:picMk id="3" creationId="{5EB200B1-91D4-F198-7F7F-2F741519680B}"/>
          </ac:picMkLst>
        </pc:picChg>
      </pc:sldChg>
      <pc:sldChg chg="addSp modSp">
        <pc:chgData name="Paul Winser" userId="c3146a91-e6bd-4264-bd86-e164e04bc32d" providerId="ADAL" clId="{4D52EBCE-105B-4172-B582-F70AE4F9D91E}" dt="2024-09-12T12:42:20.559" v="113"/>
        <pc:sldMkLst>
          <pc:docMk/>
          <pc:sldMk cId="452220270" sldId="333"/>
        </pc:sldMkLst>
        <pc:spChg chg="add mod">
          <ac:chgData name="Paul Winser" userId="c3146a91-e6bd-4264-bd86-e164e04bc32d" providerId="ADAL" clId="{4D52EBCE-105B-4172-B582-F70AE4F9D91E}" dt="2024-09-12T12:42:20.559" v="113"/>
          <ac:spMkLst>
            <pc:docMk/>
            <pc:sldMk cId="452220270" sldId="333"/>
            <ac:spMk id="3" creationId="{737F27CD-5836-DAFE-19A8-5EEF791D6633}"/>
          </ac:spMkLst>
        </pc:spChg>
      </pc:sldChg>
      <pc:sldChg chg="addSp modSp">
        <pc:chgData name="Paul Winser" userId="c3146a91-e6bd-4264-bd86-e164e04bc32d" providerId="ADAL" clId="{4D52EBCE-105B-4172-B582-F70AE4F9D91E}" dt="2024-09-12T12:42:09.429" v="109"/>
        <pc:sldMkLst>
          <pc:docMk/>
          <pc:sldMk cId="516399245" sldId="335"/>
        </pc:sldMkLst>
        <pc:spChg chg="add mod">
          <ac:chgData name="Paul Winser" userId="c3146a91-e6bd-4264-bd86-e164e04bc32d" providerId="ADAL" clId="{4D52EBCE-105B-4172-B582-F70AE4F9D91E}" dt="2024-09-12T12:42:09.429" v="109"/>
          <ac:spMkLst>
            <pc:docMk/>
            <pc:sldMk cId="516399245" sldId="335"/>
            <ac:spMk id="2" creationId="{ECF0BCB5-992C-38E0-3614-A5A1C8A7BCE6}"/>
          </ac:spMkLst>
        </pc:spChg>
      </pc:sldChg>
      <pc:sldChg chg="addSp modSp">
        <pc:chgData name="Paul Winser" userId="c3146a91-e6bd-4264-bd86-e164e04bc32d" providerId="ADAL" clId="{4D52EBCE-105B-4172-B582-F70AE4F9D91E}" dt="2024-09-12T12:42:23.709" v="114"/>
        <pc:sldMkLst>
          <pc:docMk/>
          <pc:sldMk cId="1742737839" sldId="336"/>
        </pc:sldMkLst>
        <pc:spChg chg="add mod">
          <ac:chgData name="Paul Winser" userId="c3146a91-e6bd-4264-bd86-e164e04bc32d" providerId="ADAL" clId="{4D52EBCE-105B-4172-B582-F70AE4F9D91E}" dt="2024-09-12T12:42:23.709" v="114"/>
          <ac:spMkLst>
            <pc:docMk/>
            <pc:sldMk cId="1742737839" sldId="336"/>
            <ac:spMk id="3" creationId="{622D2B83-3C46-59EB-1C99-8320E7B19000}"/>
          </ac:spMkLst>
        </pc:spChg>
      </pc:sldChg>
      <pc:sldChg chg="addSp modSp">
        <pc:chgData name="Paul Winser" userId="c3146a91-e6bd-4264-bd86-e164e04bc32d" providerId="ADAL" clId="{4D52EBCE-105B-4172-B582-F70AE4F9D91E}" dt="2024-09-12T12:43:04.652" v="142"/>
        <pc:sldMkLst>
          <pc:docMk/>
          <pc:sldMk cId="999129313" sldId="338"/>
        </pc:sldMkLst>
        <pc:spChg chg="add mod">
          <ac:chgData name="Paul Winser" userId="c3146a91-e6bd-4264-bd86-e164e04bc32d" providerId="ADAL" clId="{4D52EBCE-105B-4172-B582-F70AE4F9D91E}" dt="2024-09-12T12:43:04.652" v="142"/>
          <ac:spMkLst>
            <pc:docMk/>
            <pc:sldMk cId="999129313" sldId="338"/>
            <ac:spMk id="3" creationId="{F31C6962-9FBC-8FE5-6836-A457E724B6DD}"/>
          </ac:spMkLst>
        </pc:spChg>
      </pc:sldChg>
      <pc:sldChg chg="addSp modSp modNotesTx">
        <pc:chgData name="Paul Winser" userId="c3146a91-e6bd-4264-bd86-e164e04bc32d" providerId="ADAL" clId="{4D52EBCE-105B-4172-B582-F70AE4F9D91E}" dt="2024-09-12T12:42:57.781" v="139" actId="6549"/>
        <pc:sldMkLst>
          <pc:docMk/>
          <pc:sldMk cId="184860315" sldId="339"/>
        </pc:sldMkLst>
        <pc:spChg chg="add mod">
          <ac:chgData name="Paul Winser" userId="c3146a91-e6bd-4264-bd86-e164e04bc32d" providerId="ADAL" clId="{4D52EBCE-105B-4172-B582-F70AE4F9D91E}" dt="2024-09-12T12:42:56.318" v="138"/>
          <ac:spMkLst>
            <pc:docMk/>
            <pc:sldMk cId="184860315" sldId="339"/>
            <ac:spMk id="2" creationId="{B1DFF2FF-620B-BF6B-0A48-963D72241556}"/>
          </ac:spMkLst>
        </pc:spChg>
      </pc:sldChg>
      <pc:sldChg chg="addSp modSp">
        <pc:chgData name="Paul Winser" userId="c3146a91-e6bd-4264-bd86-e164e04bc32d" providerId="ADAL" clId="{4D52EBCE-105B-4172-B582-F70AE4F9D91E}" dt="2024-09-12T12:42:54.037" v="137"/>
        <pc:sldMkLst>
          <pc:docMk/>
          <pc:sldMk cId="1902775095" sldId="340"/>
        </pc:sldMkLst>
        <pc:spChg chg="add mod">
          <ac:chgData name="Paul Winser" userId="c3146a91-e6bd-4264-bd86-e164e04bc32d" providerId="ADAL" clId="{4D52EBCE-105B-4172-B582-F70AE4F9D91E}" dt="2024-09-12T12:42:54.037" v="137"/>
          <ac:spMkLst>
            <pc:docMk/>
            <pc:sldMk cId="1902775095" sldId="340"/>
            <ac:spMk id="2" creationId="{18ADE66B-228C-6089-F3AB-421610D25DB0}"/>
          </ac:spMkLst>
        </pc:spChg>
      </pc:sldChg>
      <pc:sldChg chg="addSp modSp">
        <pc:chgData name="Paul Winser" userId="c3146a91-e6bd-4264-bd86-e164e04bc32d" providerId="ADAL" clId="{4D52EBCE-105B-4172-B582-F70AE4F9D91E}" dt="2024-09-12T12:42:41.951" v="131"/>
        <pc:sldMkLst>
          <pc:docMk/>
          <pc:sldMk cId="571518896" sldId="341"/>
        </pc:sldMkLst>
        <pc:spChg chg="add mod">
          <ac:chgData name="Paul Winser" userId="c3146a91-e6bd-4264-bd86-e164e04bc32d" providerId="ADAL" clId="{4D52EBCE-105B-4172-B582-F70AE4F9D91E}" dt="2024-09-12T12:42:41.951" v="131"/>
          <ac:spMkLst>
            <pc:docMk/>
            <pc:sldMk cId="571518896" sldId="341"/>
            <ac:spMk id="6" creationId="{67240A78-440D-E81A-A999-9336F410BD1B}"/>
          </ac:spMkLst>
        </pc:spChg>
      </pc:sldChg>
      <pc:sldChg chg="addSp modSp">
        <pc:chgData name="Paul Winser" userId="c3146a91-e6bd-4264-bd86-e164e04bc32d" providerId="ADAL" clId="{4D52EBCE-105B-4172-B582-F70AE4F9D91E}" dt="2024-09-12T12:42:43.333" v="132"/>
        <pc:sldMkLst>
          <pc:docMk/>
          <pc:sldMk cId="656700676" sldId="342"/>
        </pc:sldMkLst>
        <pc:spChg chg="add mod">
          <ac:chgData name="Paul Winser" userId="c3146a91-e6bd-4264-bd86-e164e04bc32d" providerId="ADAL" clId="{4D52EBCE-105B-4172-B582-F70AE4F9D91E}" dt="2024-09-12T12:42:43.333" v="132"/>
          <ac:spMkLst>
            <pc:docMk/>
            <pc:sldMk cId="656700676" sldId="342"/>
            <ac:spMk id="2" creationId="{E5C468AA-D3CE-4030-647C-CA9A9082AD94}"/>
          </ac:spMkLst>
        </pc:spChg>
      </pc:sldChg>
      <pc:sldChg chg="addSp modSp modNotesTx">
        <pc:chgData name="Paul Winser" userId="c3146a91-e6bd-4264-bd86-e164e04bc32d" providerId="ADAL" clId="{4D52EBCE-105B-4172-B582-F70AE4F9D91E}" dt="2024-09-12T12:42:47.661" v="134" actId="6549"/>
        <pc:sldMkLst>
          <pc:docMk/>
          <pc:sldMk cId="3111744448" sldId="343"/>
        </pc:sldMkLst>
        <pc:spChg chg="add mod">
          <ac:chgData name="Paul Winser" userId="c3146a91-e6bd-4264-bd86-e164e04bc32d" providerId="ADAL" clId="{4D52EBCE-105B-4172-B582-F70AE4F9D91E}" dt="2024-09-12T12:42:45.345" v="133"/>
          <ac:spMkLst>
            <pc:docMk/>
            <pc:sldMk cId="3111744448" sldId="343"/>
            <ac:spMk id="2" creationId="{436B0714-428D-F777-E5E7-6834D618FD62}"/>
          </ac:spMkLst>
        </pc:spChg>
      </pc:sldChg>
      <pc:sldChg chg="addSp modSp modNotesTx">
        <pc:chgData name="Paul Winser" userId="c3146a91-e6bd-4264-bd86-e164e04bc32d" providerId="ADAL" clId="{4D52EBCE-105B-4172-B582-F70AE4F9D91E}" dt="2024-09-12T12:43:01.822" v="141" actId="6549"/>
        <pc:sldMkLst>
          <pc:docMk/>
          <pc:sldMk cId="1023059842" sldId="344"/>
        </pc:sldMkLst>
        <pc:spChg chg="add mod">
          <ac:chgData name="Paul Winser" userId="c3146a91-e6bd-4264-bd86-e164e04bc32d" providerId="ADAL" clId="{4D52EBCE-105B-4172-B582-F70AE4F9D91E}" dt="2024-09-12T12:42:59.904" v="140"/>
          <ac:spMkLst>
            <pc:docMk/>
            <pc:sldMk cId="1023059842" sldId="344"/>
            <ac:spMk id="2" creationId="{9472781F-00DD-8009-452A-CEEAF737A3AF}"/>
          </ac:spMkLst>
        </pc:spChg>
      </pc:sldChg>
      <pc:sldChg chg="addSp modSp mod">
        <pc:chgData name="Paul Winser" userId="c3146a91-e6bd-4264-bd86-e164e04bc32d" providerId="ADAL" clId="{4D52EBCE-105B-4172-B582-F70AE4F9D91E}" dt="2024-09-12T12:41:09.002" v="79" actId="1076"/>
        <pc:sldMkLst>
          <pc:docMk/>
          <pc:sldMk cId="1233014226" sldId="347"/>
        </pc:sldMkLst>
        <pc:spChg chg="add mod">
          <ac:chgData name="Paul Winser" userId="c3146a91-e6bd-4264-bd86-e164e04bc32d" providerId="ADAL" clId="{4D52EBCE-105B-4172-B582-F70AE4F9D91E}" dt="2024-09-12T12:41:00.751" v="76"/>
          <ac:spMkLst>
            <pc:docMk/>
            <pc:sldMk cId="1233014226" sldId="347"/>
            <ac:spMk id="2" creationId="{56FDAA40-09A4-6A27-4083-6689EC6488F8}"/>
          </ac:spMkLst>
        </pc:spChg>
        <pc:spChg chg="mod">
          <ac:chgData name="Paul Winser" userId="c3146a91-e6bd-4264-bd86-e164e04bc32d" providerId="ADAL" clId="{4D52EBCE-105B-4172-B582-F70AE4F9D91E}" dt="2024-09-12T12:41:04.036" v="77" actId="1076"/>
          <ac:spMkLst>
            <pc:docMk/>
            <pc:sldMk cId="1233014226" sldId="347"/>
            <ac:spMk id="13" creationId="{8EE637D7-2D50-826E-F095-EF3D4E2476E8}"/>
          </ac:spMkLst>
        </pc:spChg>
        <pc:spChg chg="mod">
          <ac:chgData name="Paul Winser" userId="c3146a91-e6bd-4264-bd86-e164e04bc32d" providerId="ADAL" clId="{4D52EBCE-105B-4172-B582-F70AE4F9D91E}" dt="2024-09-12T12:41:06.408" v="78" actId="1076"/>
          <ac:spMkLst>
            <pc:docMk/>
            <pc:sldMk cId="1233014226" sldId="347"/>
            <ac:spMk id="19" creationId="{E25DCFAA-D7BC-387D-AF4C-8779B504A419}"/>
          </ac:spMkLst>
        </pc:spChg>
        <pc:grpChg chg="mod">
          <ac:chgData name="Paul Winser" userId="c3146a91-e6bd-4264-bd86-e164e04bc32d" providerId="ADAL" clId="{4D52EBCE-105B-4172-B582-F70AE4F9D91E}" dt="2024-09-12T12:41:09.002" v="79" actId="1076"/>
          <ac:grpSpMkLst>
            <pc:docMk/>
            <pc:sldMk cId="1233014226" sldId="347"/>
            <ac:grpSpMk id="3" creationId="{F19CD4B7-B817-7B47-5FFB-B018ABC5F9F6}"/>
          </ac:grpSpMkLst>
        </pc:grpChg>
      </pc:sldChg>
      <pc:sldChg chg="addSp modSp">
        <pc:chgData name="Paul Winser" userId="c3146a91-e6bd-4264-bd86-e164e04bc32d" providerId="ADAL" clId="{4D52EBCE-105B-4172-B582-F70AE4F9D91E}" dt="2024-09-12T12:41:32.575" v="92"/>
        <pc:sldMkLst>
          <pc:docMk/>
          <pc:sldMk cId="2987746997" sldId="348"/>
        </pc:sldMkLst>
        <pc:spChg chg="add mod">
          <ac:chgData name="Paul Winser" userId="c3146a91-e6bd-4264-bd86-e164e04bc32d" providerId="ADAL" clId="{4D52EBCE-105B-4172-B582-F70AE4F9D91E}" dt="2024-09-12T12:41:32.575" v="92"/>
          <ac:spMkLst>
            <pc:docMk/>
            <pc:sldMk cId="2987746997" sldId="348"/>
            <ac:spMk id="9" creationId="{6711B4F6-235D-1B8B-83A8-1254FBE9B822}"/>
          </ac:spMkLst>
        </pc:spChg>
      </pc:sldChg>
      <pc:sldChg chg="addSp modSp mod">
        <pc:chgData name="Paul Winser" userId="c3146a91-e6bd-4264-bd86-e164e04bc32d" providerId="ADAL" clId="{4D52EBCE-105B-4172-B582-F70AE4F9D91E}" dt="2024-09-12T12:41:27.848" v="89" actId="1076"/>
        <pc:sldMkLst>
          <pc:docMk/>
          <pc:sldMk cId="3751527433" sldId="349"/>
        </pc:sldMkLst>
        <pc:spChg chg="add mod">
          <ac:chgData name="Paul Winser" userId="c3146a91-e6bd-4264-bd86-e164e04bc32d" providerId="ADAL" clId="{4D52EBCE-105B-4172-B582-F70AE4F9D91E}" dt="2024-09-12T12:41:25.975" v="88"/>
          <ac:spMkLst>
            <pc:docMk/>
            <pc:sldMk cId="3751527433" sldId="349"/>
            <ac:spMk id="6" creationId="{7F7272B6-D87A-CEFB-7864-5993AEFB63F6}"/>
          </ac:spMkLst>
        </pc:spChg>
        <pc:grpChg chg="mod">
          <ac:chgData name="Paul Winser" userId="c3146a91-e6bd-4264-bd86-e164e04bc32d" providerId="ADAL" clId="{4D52EBCE-105B-4172-B582-F70AE4F9D91E}" dt="2024-09-12T12:41:27.848" v="89" actId="1076"/>
          <ac:grpSpMkLst>
            <pc:docMk/>
            <pc:sldMk cId="3751527433" sldId="349"/>
            <ac:grpSpMk id="3" creationId="{B1C3473A-0B76-E234-FE67-C17F2FBD8D0C}"/>
          </ac:grpSpMkLst>
        </pc:grpChg>
      </pc:sldChg>
      <pc:sldChg chg="addSp modSp">
        <pc:chgData name="Paul Winser" userId="c3146a91-e6bd-4264-bd86-e164e04bc32d" providerId="ADAL" clId="{4D52EBCE-105B-4172-B582-F70AE4F9D91E}" dt="2024-09-12T12:41:23.825" v="87"/>
        <pc:sldMkLst>
          <pc:docMk/>
          <pc:sldMk cId="2236822125" sldId="350"/>
        </pc:sldMkLst>
        <pc:spChg chg="mod">
          <ac:chgData name="Paul Winser" userId="c3146a91-e6bd-4264-bd86-e164e04bc32d" providerId="ADAL" clId="{4D52EBCE-105B-4172-B582-F70AE4F9D91E}" dt="2024-09-12T12:41:21.433" v="86" actId="1035"/>
          <ac:spMkLst>
            <pc:docMk/>
            <pc:sldMk cId="2236822125" sldId="350"/>
            <ac:spMk id="2" creationId="{5C949211-C20A-5774-505E-6EE1A955AFC1}"/>
          </ac:spMkLst>
        </pc:spChg>
        <pc:spChg chg="add mod">
          <ac:chgData name="Paul Winser" userId="c3146a91-e6bd-4264-bd86-e164e04bc32d" providerId="ADAL" clId="{4D52EBCE-105B-4172-B582-F70AE4F9D91E}" dt="2024-09-12T12:41:23.825" v="87"/>
          <ac:spMkLst>
            <pc:docMk/>
            <pc:sldMk cId="2236822125" sldId="350"/>
            <ac:spMk id="3" creationId="{23E9D744-9369-E8F9-EFEC-517E85B0C1E5}"/>
          </ac:spMkLst>
        </pc:spChg>
        <pc:spChg chg="mod">
          <ac:chgData name="Paul Winser" userId="c3146a91-e6bd-4264-bd86-e164e04bc32d" providerId="ADAL" clId="{4D52EBCE-105B-4172-B582-F70AE4F9D91E}" dt="2024-09-12T12:41:21.433" v="86" actId="1035"/>
          <ac:spMkLst>
            <pc:docMk/>
            <pc:sldMk cId="2236822125" sldId="350"/>
            <ac:spMk id="11" creationId="{86904FDA-7DD9-F21F-0BC3-03F6070FC67B}"/>
          </ac:spMkLst>
        </pc:spChg>
        <pc:spChg chg="mod">
          <ac:chgData name="Paul Winser" userId="c3146a91-e6bd-4264-bd86-e164e04bc32d" providerId="ADAL" clId="{4D52EBCE-105B-4172-B582-F70AE4F9D91E}" dt="2024-09-12T12:41:21.433" v="86" actId="1035"/>
          <ac:spMkLst>
            <pc:docMk/>
            <pc:sldMk cId="2236822125" sldId="350"/>
            <ac:spMk id="12" creationId="{D23D8660-DB70-CE73-40EF-C4FAF39D056C}"/>
          </ac:spMkLst>
        </pc:spChg>
        <pc:spChg chg="mod">
          <ac:chgData name="Paul Winser" userId="c3146a91-e6bd-4264-bd86-e164e04bc32d" providerId="ADAL" clId="{4D52EBCE-105B-4172-B582-F70AE4F9D91E}" dt="2024-09-12T12:41:21.433" v="86" actId="1035"/>
          <ac:spMkLst>
            <pc:docMk/>
            <pc:sldMk cId="2236822125" sldId="350"/>
            <ac:spMk id="13" creationId="{477E8B5E-13C3-7134-4BA2-6C3EB6D599F5}"/>
          </ac:spMkLst>
        </pc:spChg>
        <pc:spChg chg="mod">
          <ac:chgData name="Paul Winser" userId="c3146a91-e6bd-4264-bd86-e164e04bc32d" providerId="ADAL" clId="{4D52EBCE-105B-4172-B582-F70AE4F9D91E}" dt="2024-09-12T12:41:21.433" v="86" actId="1035"/>
          <ac:spMkLst>
            <pc:docMk/>
            <pc:sldMk cId="2236822125" sldId="350"/>
            <ac:spMk id="14" creationId="{8F491500-56DD-2557-5EA5-A94BA3E71FF7}"/>
          </ac:spMkLst>
        </pc:spChg>
        <pc:spChg chg="mod">
          <ac:chgData name="Paul Winser" userId="c3146a91-e6bd-4264-bd86-e164e04bc32d" providerId="ADAL" clId="{4D52EBCE-105B-4172-B582-F70AE4F9D91E}" dt="2024-09-12T12:41:21.433" v="86" actId="1035"/>
          <ac:spMkLst>
            <pc:docMk/>
            <pc:sldMk cId="2236822125" sldId="350"/>
            <ac:spMk id="16" creationId="{7865EE04-3A8E-3C17-9BAD-67E19DF9D5D8}"/>
          </ac:spMkLst>
        </pc:spChg>
        <pc:spChg chg="mod">
          <ac:chgData name="Paul Winser" userId="c3146a91-e6bd-4264-bd86-e164e04bc32d" providerId="ADAL" clId="{4D52EBCE-105B-4172-B582-F70AE4F9D91E}" dt="2024-09-12T12:41:21.433" v="86" actId="1035"/>
          <ac:spMkLst>
            <pc:docMk/>
            <pc:sldMk cId="2236822125" sldId="350"/>
            <ac:spMk id="17" creationId="{2F598E07-E71D-66D2-D123-EC022F86B8C1}"/>
          </ac:spMkLst>
        </pc:spChg>
        <pc:grpChg chg="mod">
          <ac:chgData name="Paul Winser" userId="c3146a91-e6bd-4264-bd86-e164e04bc32d" providerId="ADAL" clId="{4D52EBCE-105B-4172-B582-F70AE4F9D91E}" dt="2024-09-12T12:41:21.433" v="86" actId="1035"/>
          <ac:grpSpMkLst>
            <pc:docMk/>
            <pc:sldMk cId="2236822125" sldId="350"/>
            <ac:grpSpMk id="10" creationId="{1B1C86F6-8863-2354-776C-B282EE536C95}"/>
          </ac:grpSpMkLst>
        </pc:grpChg>
        <pc:grpChg chg="mod">
          <ac:chgData name="Paul Winser" userId="c3146a91-e6bd-4264-bd86-e164e04bc32d" providerId="ADAL" clId="{4D52EBCE-105B-4172-B582-F70AE4F9D91E}" dt="2024-09-12T12:41:21.433" v="86" actId="1035"/>
          <ac:grpSpMkLst>
            <pc:docMk/>
            <pc:sldMk cId="2236822125" sldId="350"/>
            <ac:grpSpMk id="15" creationId="{E4E6E225-BE85-11A9-8627-D7CDCA98AC12}"/>
          </ac:grpSpMkLst>
        </pc:grpChg>
        <pc:graphicFrameChg chg="mod">
          <ac:chgData name="Paul Winser" userId="c3146a91-e6bd-4264-bd86-e164e04bc32d" providerId="ADAL" clId="{4D52EBCE-105B-4172-B582-F70AE4F9D91E}" dt="2024-09-12T12:41:21.433" v="86" actId="1035"/>
          <ac:graphicFrameMkLst>
            <pc:docMk/>
            <pc:sldMk cId="2236822125" sldId="350"/>
            <ac:graphicFrameMk id="7" creationId="{5E584BA8-C1BB-3A86-59A9-E52AEBB7D76F}"/>
          </ac:graphicFrameMkLst>
        </pc:graphicFrameChg>
      </pc:sldChg>
      <pc:sldChg chg="addSp modSp">
        <pc:chgData name="Paul Winser" userId="c3146a91-e6bd-4264-bd86-e164e04bc32d" providerId="ADAL" clId="{4D52EBCE-105B-4172-B582-F70AE4F9D91E}" dt="2024-09-12T12:42:29.110" v="118"/>
        <pc:sldMkLst>
          <pc:docMk/>
          <pc:sldMk cId="2272172193" sldId="352"/>
        </pc:sldMkLst>
        <pc:spChg chg="add mod">
          <ac:chgData name="Paul Winser" userId="c3146a91-e6bd-4264-bd86-e164e04bc32d" providerId="ADAL" clId="{4D52EBCE-105B-4172-B582-F70AE4F9D91E}" dt="2024-09-12T12:42:29.110" v="118"/>
          <ac:spMkLst>
            <pc:docMk/>
            <pc:sldMk cId="2272172193" sldId="352"/>
            <ac:spMk id="3" creationId="{1675C019-AB76-FA97-416E-5F75F3D868AA}"/>
          </ac:spMkLst>
        </pc:spChg>
      </pc:sldChg>
      <pc:sldChg chg="addSp modSp mod">
        <pc:chgData name="Paul Winser" userId="c3146a91-e6bd-4264-bd86-e164e04bc32d" providerId="ADAL" clId="{4D52EBCE-105B-4172-B582-F70AE4F9D91E}" dt="2024-09-12T12:42:06.334" v="107" actId="1076"/>
        <pc:sldMkLst>
          <pc:docMk/>
          <pc:sldMk cId="2674919253" sldId="353"/>
        </pc:sldMkLst>
        <pc:spChg chg="add mod">
          <ac:chgData name="Paul Winser" userId="c3146a91-e6bd-4264-bd86-e164e04bc32d" providerId="ADAL" clId="{4D52EBCE-105B-4172-B582-F70AE4F9D91E}" dt="2024-09-12T12:42:00.566" v="105"/>
          <ac:spMkLst>
            <pc:docMk/>
            <pc:sldMk cId="2674919253" sldId="353"/>
            <ac:spMk id="5" creationId="{5ABF805B-7E06-29F9-984B-C8E1A05BF20D}"/>
          </ac:spMkLst>
        </pc:spChg>
        <pc:grpChg chg="mod">
          <ac:chgData name="Paul Winser" userId="c3146a91-e6bd-4264-bd86-e164e04bc32d" providerId="ADAL" clId="{4D52EBCE-105B-4172-B582-F70AE4F9D91E}" dt="2024-09-12T12:42:06.334" v="107" actId="1076"/>
          <ac:grpSpMkLst>
            <pc:docMk/>
            <pc:sldMk cId="2674919253" sldId="353"/>
            <ac:grpSpMk id="9" creationId="{D946772D-52A5-F6C5-8F82-98E3905A23B9}"/>
          </ac:grpSpMkLst>
        </pc:grpChg>
        <pc:grpChg chg="mod">
          <ac:chgData name="Paul Winser" userId="c3146a91-e6bd-4264-bd86-e164e04bc32d" providerId="ADAL" clId="{4D52EBCE-105B-4172-B582-F70AE4F9D91E}" dt="2024-09-12T12:42:02.419" v="106" actId="1076"/>
          <ac:grpSpMkLst>
            <pc:docMk/>
            <pc:sldMk cId="2674919253" sldId="353"/>
            <ac:grpSpMk id="10" creationId="{1BAAFAB2-E488-E3BC-CD0C-C885B52BC396}"/>
          </ac:grpSpMkLst>
        </pc:grpChg>
      </pc:sldChg>
      <pc:sldChg chg="addSp modSp mod">
        <pc:chgData name="Paul Winser" userId="c3146a91-e6bd-4264-bd86-e164e04bc32d" providerId="ADAL" clId="{4D52EBCE-105B-4172-B582-F70AE4F9D91E}" dt="2024-09-12T12:41:54.154" v="101" actId="1076"/>
        <pc:sldMkLst>
          <pc:docMk/>
          <pc:sldMk cId="652034761" sldId="354"/>
        </pc:sldMkLst>
        <pc:spChg chg="add mod">
          <ac:chgData name="Paul Winser" userId="c3146a91-e6bd-4264-bd86-e164e04bc32d" providerId="ADAL" clId="{4D52EBCE-105B-4172-B582-F70AE4F9D91E}" dt="2024-09-12T12:41:43.986" v="98"/>
          <ac:spMkLst>
            <pc:docMk/>
            <pc:sldMk cId="652034761" sldId="354"/>
            <ac:spMk id="3" creationId="{10E269D4-4EF4-82F8-B680-2EA4151E350E}"/>
          </ac:spMkLst>
        </pc:spChg>
        <pc:spChg chg="mod">
          <ac:chgData name="Paul Winser" userId="c3146a91-e6bd-4264-bd86-e164e04bc32d" providerId="ADAL" clId="{4D52EBCE-105B-4172-B582-F70AE4F9D91E}" dt="2024-09-12T12:41:54.154" v="101" actId="1076"/>
          <ac:spMkLst>
            <pc:docMk/>
            <pc:sldMk cId="652034761" sldId="354"/>
            <ac:spMk id="4" creationId="{9D4F7DC0-6BE0-10B1-DF26-2915FDD5E3DA}"/>
          </ac:spMkLst>
        </pc:spChg>
        <pc:spChg chg="mod">
          <ac:chgData name="Paul Winser" userId="c3146a91-e6bd-4264-bd86-e164e04bc32d" providerId="ADAL" clId="{4D52EBCE-105B-4172-B582-F70AE4F9D91E}" dt="2024-09-12T12:41:45.999" v="100" actId="1076"/>
          <ac:spMkLst>
            <pc:docMk/>
            <pc:sldMk cId="652034761" sldId="354"/>
            <ac:spMk id="9" creationId="{6A2DB216-3014-3D49-9E85-9D21B4A767A1}"/>
          </ac:spMkLst>
        </pc:spChg>
      </pc:sldChg>
      <pc:sldChg chg="addSp modSp">
        <pc:chgData name="Paul Winser" userId="c3146a91-e6bd-4264-bd86-e164e04bc32d" providerId="ADAL" clId="{4D52EBCE-105B-4172-B582-F70AE4F9D91E}" dt="2024-09-12T12:41:56.377" v="102"/>
        <pc:sldMkLst>
          <pc:docMk/>
          <pc:sldMk cId="3615185163" sldId="355"/>
        </pc:sldMkLst>
        <pc:spChg chg="add mod">
          <ac:chgData name="Paul Winser" userId="c3146a91-e6bd-4264-bd86-e164e04bc32d" providerId="ADAL" clId="{4D52EBCE-105B-4172-B582-F70AE4F9D91E}" dt="2024-09-12T12:41:56.377" v="102"/>
          <ac:spMkLst>
            <pc:docMk/>
            <pc:sldMk cId="3615185163" sldId="355"/>
            <ac:spMk id="3" creationId="{F5FCFEE9-4328-8697-780D-51B8BD300D0B}"/>
          </ac:spMkLst>
        </pc:spChg>
      </pc:sldChg>
      <pc:sldChg chg="addSp modSp">
        <pc:chgData name="Paul Winser" userId="c3146a91-e6bd-4264-bd86-e164e04bc32d" providerId="ADAL" clId="{4D52EBCE-105B-4172-B582-F70AE4F9D91E}" dt="2024-09-12T12:41:12.665" v="81"/>
        <pc:sldMkLst>
          <pc:docMk/>
          <pc:sldMk cId="1606820529" sldId="356"/>
        </pc:sldMkLst>
        <pc:spChg chg="add mod">
          <ac:chgData name="Paul Winser" userId="c3146a91-e6bd-4264-bd86-e164e04bc32d" providerId="ADAL" clId="{4D52EBCE-105B-4172-B582-F70AE4F9D91E}" dt="2024-09-12T12:41:12.665" v="81"/>
          <ac:spMkLst>
            <pc:docMk/>
            <pc:sldMk cId="1606820529" sldId="356"/>
            <ac:spMk id="3" creationId="{65C4B86D-E3D8-BDC9-1058-BCBDC7C479D7}"/>
          </ac:spMkLst>
        </pc:spChg>
      </pc:sldChg>
      <pc:sldChg chg="addSp modSp">
        <pc:chgData name="Paul Winser" userId="c3146a91-e6bd-4264-bd86-e164e04bc32d" providerId="ADAL" clId="{4D52EBCE-105B-4172-B582-F70AE4F9D91E}" dt="2024-09-12T12:41:34.008" v="93"/>
        <pc:sldMkLst>
          <pc:docMk/>
          <pc:sldMk cId="2292041533" sldId="357"/>
        </pc:sldMkLst>
        <pc:spChg chg="add mod">
          <ac:chgData name="Paul Winser" userId="c3146a91-e6bd-4264-bd86-e164e04bc32d" providerId="ADAL" clId="{4D52EBCE-105B-4172-B582-F70AE4F9D91E}" dt="2024-09-12T12:41:34.008" v="93"/>
          <ac:spMkLst>
            <pc:docMk/>
            <pc:sldMk cId="2292041533" sldId="357"/>
            <ac:spMk id="3" creationId="{CD7E8BCA-CDEE-E4B1-60A2-5CE451B593FA}"/>
          </ac:spMkLst>
        </pc:spChg>
      </pc:sldChg>
      <pc:sldChg chg="addSp modSp">
        <pc:chgData name="Paul Winser" userId="c3146a91-e6bd-4264-bd86-e164e04bc32d" providerId="ADAL" clId="{4D52EBCE-105B-4172-B582-F70AE4F9D91E}" dt="2024-09-12T12:40:59.164" v="75"/>
        <pc:sldMkLst>
          <pc:docMk/>
          <pc:sldMk cId="114654061" sldId="358"/>
        </pc:sldMkLst>
        <pc:spChg chg="add mod">
          <ac:chgData name="Paul Winser" userId="c3146a91-e6bd-4264-bd86-e164e04bc32d" providerId="ADAL" clId="{4D52EBCE-105B-4172-B582-F70AE4F9D91E}" dt="2024-09-12T12:40:59.164" v="75"/>
          <ac:spMkLst>
            <pc:docMk/>
            <pc:sldMk cId="114654061" sldId="358"/>
            <ac:spMk id="3" creationId="{EBE1C6DD-B1A4-BC0E-670A-DEEA161A9CD1}"/>
          </ac:spMkLst>
        </pc:spChg>
      </pc:sldChg>
      <pc:sldChg chg="addSp modSp">
        <pc:chgData name="Paul Winser" userId="c3146a91-e6bd-4264-bd86-e164e04bc32d" providerId="ADAL" clId="{4D52EBCE-105B-4172-B582-F70AE4F9D91E}" dt="2024-09-12T12:41:29.347" v="90"/>
        <pc:sldMkLst>
          <pc:docMk/>
          <pc:sldMk cId="1493981163" sldId="359"/>
        </pc:sldMkLst>
        <pc:spChg chg="add mod">
          <ac:chgData name="Paul Winser" userId="c3146a91-e6bd-4264-bd86-e164e04bc32d" providerId="ADAL" clId="{4D52EBCE-105B-4172-B582-F70AE4F9D91E}" dt="2024-09-12T12:41:29.347" v="90"/>
          <ac:spMkLst>
            <pc:docMk/>
            <pc:sldMk cId="1493981163" sldId="359"/>
            <ac:spMk id="3" creationId="{591640CC-5A13-DAE3-E043-0BC01F83BBC3}"/>
          </ac:spMkLst>
        </pc:spChg>
      </pc:sldChg>
      <pc:sldChg chg="addSp modSp">
        <pc:chgData name="Paul Winser" userId="c3146a91-e6bd-4264-bd86-e164e04bc32d" providerId="ADAL" clId="{4D52EBCE-105B-4172-B582-F70AE4F9D91E}" dt="2024-09-12T12:42:19.173" v="112"/>
        <pc:sldMkLst>
          <pc:docMk/>
          <pc:sldMk cId="2711914234" sldId="360"/>
        </pc:sldMkLst>
        <pc:spChg chg="add mod">
          <ac:chgData name="Paul Winser" userId="c3146a91-e6bd-4264-bd86-e164e04bc32d" providerId="ADAL" clId="{4D52EBCE-105B-4172-B582-F70AE4F9D91E}" dt="2024-09-12T12:42:19.173" v="112"/>
          <ac:spMkLst>
            <pc:docMk/>
            <pc:sldMk cId="2711914234" sldId="360"/>
            <ac:spMk id="3" creationId="{244C1553-1DEB-CD01-E389-D24633CDC25F}"/>
          </ac:spMkLst>
        </pc:spChg>
      </pc:sldChg>
      <pc:sldChg chg="addSp modSp">
        <pc:chgData name="Paul Winser" userId="c3146a91-e6bd-4264-bd86-e164e04bc32d" providerId="ADAL" clId="{4D52EBCE-105B-4172-B582-F70AE4F9D91E}" dt="2024-09-12T12:40:43.064" v="69"/>
        <pc:sldMkLst>
          <pc:docMk/>
          <pc:sldMk cId="1013864512" sldId="361"/>
        </pc:sldMkLst>
        <pc:spChg chg="add mod">
          <ac:chgData name="Paul Winser" userId="c3146a91-e6bd-4264-bd86-e164e04bc32d" providerId="ADAL" clId="{4D52EBCE-105B-4172-B582-F70AE4F9D91E}" dt="2024-09-12T12:40:43.064" v="69"/>
          <ac:spMkLst>
            <pc:docMk/>
            <pc:sldMk cId="1013864512" sldId="361"/>
            <ac:spMk id="2" creationId="{DBE01E11-A682-8D59-2528-18F54BD44976}"/>
          </ac:spMkLst>
        </pc:spChg>
      </pc:sldChg>
      <pc:sldChg chg="addSp modSp">
        <pc:chgData name="Paul Winser" userId="c3146a91-e6bd-4264-bd86-e164e04bc32d" providerId="ADAL" clId="{4D52EBCE-105B-4172-B582-F70AE4F9D91E}" dt="2024-09-12T12:40:57.498" v="74"/>
        <pc:sldMkLst>
          <pc:docMk/>
          <pc:sldMk cId="565414413" sldId="362"/>
        </pc:sldMkLst>
        <pc:spChg chg="add mod">
          <ac:chgData name="Paul Winser" userId="c3146a91-e6bd-4264-bd86-e164e04bc32d" providerId="ADAL" clId="{4D52EBCE-105B-4172-B582-F70AE4F9D91E}" dt="2024-09-12T12:40:57.498" v="74"/>
          <ac:spMkLst>
            <pc:docMk/>
            <pc:sldMk cId="565414413" sldId="362"/>
            <ac:spMk id="2" creationId="{D61C23D5-9D92-6991-D3E8-745F7DC40AEB}"/>
          </ac:spMkLst>
        </pc:spChg>
      </pc:sldChg>
      <pc:sldChg chg="addSp modSp">
        <pc:chgData name="Paul Winser" userId="c3146a91-e6bd-4264-bd86-e164e04bc32d" providerId="ADAL" clId="{4D52EBCE-105B-4172-B582-F70AE4F9D91E}" dt="2024-09-12T12:41:30.826" v="91"/>
        <pc:sldMkLst>
          <pc:docMk/>
          <pc:sldMk cId="1065048393" sldId="363"/>
        </pc:sldMkLst>
        <pc:spChg chg="add mod">
          <ac:chgData name="Paul Winser" userId="c3146a91-e6bd-4264-bd86-e164e04bc32d" providerId="ADAL" clId="{4D52EBCE-105B-4172-B582-F70AE4F9D91E}" dt="2024-09-12T12:41:30.826" v="91"/>
          <ac:spMkLst>
            <pc:docMk/>
            <pc:sldMk cId="1065048393" sldId="363"/>
            <ac:spMk id="2" creationId="{CCB72A14-3C42-A97C-52A2-E58C6E7A5F45}"/>
          </ac:spMkLst>
        </pc:spChg>
      </pc:sldChg>
      <pc:sldChg chg="addSp modSp">
        <pc:chgData name="Paul Winser" userId="c3146a91-e6bd-4264-bd86-e164e04bc32d" providerId="ADAL" clId="{4D52EBCE-105B-4172-B582-F70AE4F9D91E}" dt="2024-09-12T12:41:10.527" v="80"/>
        <pc:sldMkLst>
          <pc:docMk/>
          <pc:sldMk cId="4289952855" sldId="364"/>
        </pc:sldMkLst>
        <pc:spChg chg="add mod">
          <ac:chgData name="Paul Winser" userId="c3146a91-e6bd-4264-bd86-e164e04bc32d" providerId="ADAL" clId="{4D52EBCE-105B-4172-B582-F70AE4F9D91E}" dt="2024-09-12T12:41:10.527" v="80"/>
          <ac:spMkLst>
            <pc:docMk/>
            <pc:sldMk cId="4289952855" sldId="364"/>
            <ac:spMk id="2" creationId="{033BB2D4-D10D-BAE6-4C10-ECC18646F293}"/>
          </ac:spMkLst>
        </pc:spChg>
      </pc:sldChg>
      <pc:sldChg chg="addSp modSp">
        <pc:chgData name="Paul Winser" userId="c3146a91-e6bd-4264-bd86-e164e04bc32d" providerId="ADAL" clId="{4D52EBCE-105B-4172-B582-F70AE4F9D91E}" dt="2024-09-12T12:41:42.383" v="97"/>
        <pc:sldMkLst>
          <pc:docMk/>
          <pc:sldMk cId="1703823786" sldId="365"/>
        </pc:sldMkLst>
        <pc:spChg chg="add mod">
          <ac:chgData name="Paul Winser" userId="c3146a91-e6bd-4264-bd86-e164e04bc32d" providerId="ADAL" clId="{4D52EBCE-105B-4172-B582-F70AE4F9D91E}" dt="2024-09-12T12:41:42.383" v="97"/>
          <ac:spMkLst>
            <pc:docMk/>
            <pc:sldMk cId="1703823786" sldId="365"/>
            <ac:spMk id="2" creationId="{68E07A7C-374A-39A6-EFFC-11DFB5C3159A}"/>
          </ac:spMkLst>
        </pc:spChg>
      </pc:sldChg>
      <pc:sldChg chg="addSp modSp">
        <pc:chgData name="Paul Winser" userId="c3146a91-e6bd-4264-bd86-e164e04bc32d" providerId="ADAL" clId="{4D52EBCE-105B-4172-B582-F70AE4F9D91E}" dt="2024-09-12T12:41:40.813" v="96"/>
        <pc:sldMkLst>
          <pc:docMk/>
          <pc:sldMk cId="850674827" sldId="366"/>
        </pc:sldMkLst>
        <pc:spChg chg="add mod">
          <ac:chgData name="Paul Winser" userId="c3146a91-e6bd-4264-bd86-e164e04bc32d" providerId="ADAL" clId="{4D52EBCE-105B-4172-B582-F70AE4F9D91E}" dt="2024-09-12T12:41:40.813" v="96"/>
          <ac:spMkLst>
            <pc:docMk/>
            <pc:sldMk cId="850674827" sldId="366"/>
            <ac:spMk id="2" creationId="{8BB2576C-53C1-44A0-A5DC-B3BF2CB3D273}"/>
          </ac:spMkLst>
        </pc:spChg>
      </pc:sldChg>
      <pc:sldChg chg="addSp modSp">
        <pc:chgData name="Paul Winser" userId="c3146a91-e6bd-4264-bd86-e164e04bc32d" providerId="ADAL" clId="{4D52EBCE-105B-4172-B582-F70AE4F9D91E}" dt="2024-09-12T12:41:59.148" v="104"/>
        <pc:sldMkLst>
          <pc:docMk/>
          <pc:sldMk cId="2011133996" sldId="367"/>
        </pc:sldMkLst>
        <pc:spChg chg="add mod">
          <ac:chgData name="Paul Winser" userId="c3146a91-e6bd-4264-bd86-e164e04bc32d" providerId="ADAL" clId="{4D52EBCE-105B-4172-B582-F70AE4F9D91E}" dt="2024-09-12T12:41:59.148" v="104"/>
          <ac:spMkLst>
            <pc:docMk/>
            <pc:sldMk cId="2011133996" sldId="367"/>
            <ac:spMk id="2" creationId="{94452BBF-CBDB-0D4E-484A-E2D788BACF5E}"/>
          </ac:spMkLst>
        </pc:spChg>
      </pc:sldChg>
      <pc:sldChg chg="addSp modSp">
        <pc:chgData name="Paul Winser" userId="c3146a91-e6bd-4264-bd86-e164e04bc32d" providerId="ADAL" clId="{4D52EBCE-105B-4172-B582-F70AE4F9D91E}" dt="2024-09-12T12:42:08.014" v="108"/>
        <pc:sldMkLst>
          <pc:docMk/>
          <pc:sldMk cId="4191928082" sldId="368"/>
        </pc:sldMkLst>
        <pc:spChg chg="add mod">
          <ac:chgData name="Paul Winser" userId="c3146a91-e6bd-4264-bd86-e164e04bc32d" providerId="ADAL" clId="{4D52EBCE-105B-4172-B582-F70AE4F9D91E}" dt="2024-09-12T12:42:08.014" v="108"/>
          <ac:spMkLst>
            <pc:docMk/>
            <pc:sldMk cId="4191928082" sldId="368"/>
            <ac:spMk id="2" creationId="{9EC15C30-CCF4-8EEB-F3C8-05BD8A88F621}"/>
          </ac:spMkLst>
        </pc:spChg>
      </pc:sldChg>
      <pc:sldChg chg="addSp modSp mod">
        <pc:chgData name="Paul Winser" userId="c3146a91-e6bd-4264-bd86-e164e04bc32d" providerId="ADAL" clId="{4D52EBCE-105B-4172-B582-F70AE4F9D91E}" dt="2024-09-12T12:42:17.633" v="111" actId="1076"/>
        <pc:sldMkLst>
          <pc:docMk/>
          <pc:sldMk cId="923483532" sldId="369"/>
        </pc:sldMkLst>
        <pc:spChg chg="add mod">
          <ac:chgData name="Paul Winser" userId="c3146a91-e6bd-4264-bd86-e164e04bc32d" providerId="ADAL" clId="{4D52EBCE-105B-4172-B582-F70AE4F9D91E}" dt="2024-09-12T12:42:14.665" v="110"/>
          <ac:spMkLst>
            <pc:docMk/>
            <pc:sldMk cId="923483532" sldId="369"/>
            <ac:spMk id="2" creationId="{CA92E601-8D8A-EF78-2BA2-A9B9329E8746}"/>
          </ac:spMkLst>
        </pc:spChg>
        <pc:grpChg chg="mod">
          <ac:chgData name="Paul Winser" userId="c3146a91-e6bd-4264-bd86-e164e04bc32d" providerId="ADAL" clId="{4D52EBCE-105B-4172-B582-F70AE4F9D91E}" dt="2024-09-12T12:42:17.633" v="111" actId="1076"/>
          <ac:grpSpMkLst>
            <pc:docMk/>
            <pc:sldMk cId="923483532" sldId="369"/>
            <ac:grpSpMk id="31" creationId="{5BC5C054-9962-F9FD-51E4-0F3DDB15F93C}"/>
          </ac:grpSpMkLst>
        </pc:grpChg>
      </pc:sldChg>
      <pc:sldChg chg="addSp modSp">
        <pc:chgData name="Paul Winser" userId="c3146a91-e6bd-4264-bd86-e164e04bc32d" providerId="ADAL" clId="{4D52EBCE-105B-4172-B582-F70AE4F9D91E}" dt="2024-09-12T12:42:25.119" v="115"/>
        <pc:sldMkLst>
          <pc:docMk/>
          <pc:sldMk cId="643327456" sldId="370"/>
        </pc:sldMkLst>
        <pc:spChg chg="add mod">
          <ac:chgData name="Paul Winser" userId="c3146a91-e6bd-4264-bd86-e164e04bc32d" providerId="ADAL" clId="{4D52EBCE-105B-4172-B582-F70AE4F9D91E}" dt="2024-09-12T12:42:25.119" v="115"/>
          <ac:spMkLst>
            <pc:docMk/>
            <pc:sldMk cId="643327456" sldId="370"/>
            <ac:spMk id="3" creationId="{C2CBD822-5AFA-ECD4-DD60-C8A5FF828356}"/>
          </ac:spMkLst>
        </pc:spChg>
      </pc:sldChg>
      <pc:sldChg chg="addSp modSp">
        <pc:chgData name="Paul Winser" userId="c3146a91-e6bd-4264-bd86-e164e04bc32d" providerId="ADAL" clId="{4D52EBCE-105B-4172-B582-F70AE4F9D91E}" dt="2024-09-12T12:42:26.250" v="116"/>
        <pc:sldMkLst>
          <pc:docMk/>
          <pc:sldMk cId="965069454" sldId="371"/>
        </pc:sldMkLst>
        <pc:spChg chg="add mod">
          <ac:chgData name="Paul Winser" userId="c3146a91-e6bd-4264-bd86-e164e04bc32d" providerId="ADAL" clId="{4D52EBCE-105B-4172-B582-F70AE4F9D91E}" dt="2024-09-12T12:42:26.250" v="116"/>
          <ac:spMkLst>
            <pc:docMk/>
            <pc:sldMk cId="965069454" sldId="371"/>
            <ac:spMk id="2" creationId="{A0609C26-6913-0D35-CC66-53DCCCCDC333}"/>
          </ac:spMkLst>
        </pc:spChg>
      </pc:sldChg>
      <pc:sldChg chg="addSp modSp modNotesTx">
        <pc:chgData name="Paul Winser" userId="c3146a91-e6bd-4264-bd86-e164e04bc32d" providerId="ADAL" clId="{4D52EBCE-105B-4172-B582-F70AE4F9D91E}" dt="2024-09-12T12:43:11.271" v="145" actId="6549"/>
        <pc:sldMkLst>
          <pc:docMk/>
          <pc:sldMk cId="175654089" sldId="372"/>
        </pc:sldMkLst>
        <pc:spChg chg="add mod">
          <ac:chgData name="Paul Winser" userId="c3146a91-e6bd-4264-bd86-e164e04bc32d" providerId="ADAL" clId="{4D52EBCE-105B-4172-B582-F70AE4F9D91E}" dt="2024-09-12T12:43:08.975" v="144"/>
          <ac:spMkLst>
            <pc:docMk/>
            <pc:sldMk cId="175654089" sldId="372"/>
            <ac:spMk id="2" creationId="{F4AB1D56-FD42-64F6-BB5B-DF1B72C27A52}"/>
          </ac:spMkLst>
        </pc:spChg>
      </pc:sldChg>
      <pc:sldChg chg="addSp modSp modNotesTx">
        <pc:chgData name="Paul Winser" userId="c3146a91-e6bd-4264-bd86-e164e04bc32d" providerId="ADAL" clId="{4D52EBCE-105B-4172-B582-F70AE4F9D91E}" dt="2024-09-12T12:42:51.743" v="136" actId="6549"/>
        <pc:sldMkLst>
          <pc:docMk/>
          <pc:sldMk cId="3729413707" sldId="373"/>
        </pc:sldMkLst>
        <pc:spChg chg="add mod">
          <ac:chgData name="Paul Winser" userId="c3146a91-e6bd-4264-bd86-e164e04bc32d" providerId="ADAL" clId="{4D52EBCE-105B-4172-B582-F70AE4F9D91E}" dt="2024-09-12T12:42:49.887" v="135"/>
          <ac:spMkLst>
            <pc:docMk/>
            <pc:sldMk cId="3729413707" sldId="373"/>
            <ac:spMk id="2" creationId="{315C9728-0A9E-F63A-BD57-13C55974637D}"/>
          </ac:spMkLst>
        </pc:spChg>
      </pc:sldChg>
      <pc:sldChg chg="addSp modSp mod">
        <pc:chgData name="Paul Winser" userId="c3146a91-e6bd-4264-bd86-e164e04bc32d" providerId="ADAL" clId="{4D52EBCE-105B-4172-B582-F70AE4F9D91E}" dt="2024-09-12T12:41:38.803" v="95" actId="1076"/>
        <pc:sldMkLst>
          <pc:docMk/>
          <pc:sldMk cId="1852021216" sldId="374"/>
        </pc:sldMkLst>
        <pc:spChg chg="add mod">
          <ac:chgData name="Paul Winser" userId="c3146a91-e6bd-4264-bd86-e164e04bc32d" providerId="ADAL" clId="{4D52EBCE-105B-4172-B582-F70AE4F9D91E}" dt="2024-09-12T12:41:35.895" v="94"/>
          <ac:spMkLst>
            <pc:docMk/>
            <pc:sldMk cId="1852021216" sldId="374"/>
            <ac:spMk id="2" creationId="{F93FF8DE-33E8-7C2F-07A6-51D1467419F2}"/>
          </ac:spMkLst>
        </pc:spChg>
        <pc:spChg chg="mod">
          <ac:chgData name="Paul Winser" userId="c3146a91-e6bd-4264-bd86-e164e04bc32d" providerId="ADAL" clId="{4D52EBCE-105B-4172-B582-F70AE4F9D91E}" dt="2024-09-12T12:41:38.803" v="95" actId="1076"/>
          <ac:spMkLst>
            <pc:docMk/>
            <pc:sldMk cId="1852021216" sldId="374"/>
            <ac:spMk id="9" creationId="{F78980D4-8E01-C8B4-5634-3F9604C22002}"/>
          </ac:spMkLst>
        </pc:spChg>
      </pc:sldChg>
      <pc:sldChg chg="addSp modSp modNotesTx">
        <pc:chgData name="Paul Winser" userId="c3146a91-e6bd-4264-bd86-e164e04bc32d" providerId="ADAL" clId="{4D52EBCE-105B-4172-B582-F70AE4F9D91E}" dt="2024-09-12T12:39:13.919" v="48" actId="20577"/>
        <pc:sldMkLst>
          <pc:docMk/>
          <pc:sldMk cId="490189605" sldId="375"/>
        </pc:sldMkLst>
        <pc:spChg chg="add mod">
          <ac:chgData name="Paul Winser" userId="c3146a91-e6bd-4264-bd86-e164e04bc32d" providerId="ADAL" clId="{4D52EBCE-105B-4172-B582-F70AE4F9D91E}" dt="2024-09-12T12:39:06.126" v="38"/>
          <ac:spMkLst>
            <pc:docMk/>
            <pc:sldMk cId="490189605" sldId="375"/>
            <ac:spMk id="5" creationId="{736D8E50-16DE-C689-5B14-2674C7EFFAFF}"/>
          </ac:spMkLst>
        </pc:spChg>
      </pc:sldChg>
      <pc:sldChg chg="addSp modSp">
        <pc:chgData name="Paul Winser" userId="c3146a91-e6bd-4264-bd86-e164e04bc32d" providerId="ADAL" clId="{4D52EBCE-105B-4172-B582-F70AE4F9D91E}" dt="2024-09-12T12:43:14.407" v="146"/>
        <pc:sldMkLst>
          <pc:docMk/>
          <pc:sldMk cId="0" sldId="402"/>
        </pc:sldMkLst>
        <pc:spChg chg="add mod">
          <ac:chgData name="Paul Winser" userId="c3146a91-e6bd-4264-bd86-e164e04bc32d" providerId="ADAL" clId="{4D52EBCE-105B-4172-B582-F70AE4F9D91E}" dt="2024-09-12T12:43:14.407" v="146"/>
          <ac:spMkLst>
            <pc:docMk/>
            <pc:sldMk cId="0" sldId="402"/>
            <ac:spMk id="3" creationId="{F42B8BA4-C02E-41A7-672E-AE8486A4F9C9}"/>
          </ac:spMkLst>
        </pc:spChg>
      </pc:sldChg>
    </pc:docChg>
  </pc:docChgLst>
  <pc:docChgLst>
    <pc:chgData name="Paul Winser" userId="c3146a91-e6bd-4264-bd86-e164e04bc32d" providerId="ADAL" clId="{1CA9B771-4459-4015-BB09-7ED0E0903D93}"/>
    <pc:docChg chg="undo custSel addSld modSld sldOrd">
      <pc:chgData name="Paul Winser" userId="c3146a91-e6bd-4264-bd86-e164e04bc32d" providerId="ADAL" clId="{1CA9B771-4459-4015-BB09-7ED0E0903D93}" dt="2024-08-20T17:00:57.828" v="223" actId="1076"/>
      <pc:docMkLst>
        <pc:docMk/>
      </pc:docMkLst>
      <pc:sldChg chg="addSp delSp modSp mod">
        <pc:chgData name="Paul Winser" userId="c3146a91-e6bd-4264-bd86-e164e04bc32d" providerId="ADAL" clId="{1CA9B771-4459-4015-BB09-7ED0E0903D93}" dt="2024-08-20T16:57:10.943" v="135" actId="1076"/>
        <pc:sldMkLst>
          <pc:docMk/>
          <pc:sldMk cId="0" sldId="256"/>
        </pc:sldMkLst>
        <pc:spChg chg="add mod">
          <ac:chgData name="Paul Winser" userId="c3146a91-e6bd-4264-bd86-e164e04bc32d" providerId="ADAL" clId="{1CA9B771-4459-4015-BB09-7ED0E0903D93}" dt="2024-08-20T16:56:26.089" v="129"/>
          <ac:spMkLst>
            <pc:docMk/>
            <pc:sldMk cId="0" sldId="256"/>
            <ac:spMk id="2" creationId="{48E640B3-F100-1022-8054-B984FDC82999}"/>
          </ac:spMkLst>
        </pc:spChg>
        <pc:spChg chg="mod">
          <ac:chgData name="Paul Winser" userId="c3146a91-e6bd-4264-bd86-e164e04bc32d" providerId="ADAL" clId="{1CA9B771-4459-4015-BB09-7ED0E0903D93}" dt="2024-08-19T14:01:58.150" v="0" actId="1076"/>
          <ac:spMkLst>
            <pc:docMk/>
            <pc:sldMk cId="0" sldId="256"/>
            <ac:spMk id="3" creationId="{986D29E0-B089-110D-BF1E-B3C37F2C37F9}"/>
          </ac:spMkLst>
        </pc:spChg>
        <pc:picChg chg="del mod">
          <ac:chgData name="Paul Winser" userId="c3146a91-e6bd-4264-bd86-e164e04bc32d" providerId="ADAL" clId="{1CA9B771-4459-4015-BB09-7ED0E0903D93}" dt="2024-08-20T16:57:04.538" v="130" actId="478"/>
          <ac:picMkLst>
            <pc:docMk/>
            <pc:sldMk cId="0" sldId="256"/>
            <ac:picMk id="5" creationId="{6ADE357B-3077-A9AA-607D-FEC599264EEC}"/>
          </ac:picMkLst>
        </pc:picChg>
        <pc:picChg chg="add mod">
          <ac:chgData name="Paul Winser" userId="c3146a91-e6bd-4264-bd86-e164e04bc32d" providerId="ADAL" clId="{1CA9B771-4459-4015-BB09-7ED0E0903D93}" dt="2024-08-20T16:57:10.943" v="135" actId="1076"/>
          <ac:picMkLst>
            <pc:docMk/>
            <pc:sldMk cId="0" sldId="256"/>
            <ac:picMk id="6" creationId="{4F940AE0-FCC2-C801-C2FA-00D8AF8708B9}"/>
          </ac:picMkLst>
        </pc:picChg>
      </pc:sldChg>
      <pc:sldChg chg="addSp delSp modSp mod">
        <pc:chgData name="Paul Winser" userId="c3146a91-e6bd-4264-bd86-e164e04bc32d" providerId="ADAL" clId="{1CA9B771-4459-4015-BB09-7ED0E0903D93}" dt="2024-08-20T16:57:22.824" v="141" actId="1076"/>
        <pc:sldMkLst>
          <pc:docMk/>
          <pc:sldMk cId="0" sldId="272"/>
        </pc:sldMkLst>
        <pc:picChg chg="del">
          <ac:chgData name="Paul Winser" userId="c3146a91-e6bd-4264-bd86-e164e04bc32d" providerId="ADAL" clId="{1CA9B771-4459-4015-BB09-7ED0E0903D93}" dt="2024-08-20T16:57:17.114" v="136" actId="478"/>
          <ac:picMkLst>
            <pc:docMk/>
            <pc:sldMk cId="0" sldId="272"/>
            <ac:picMk id="3" creationId="{F32D9A5E-0B99-F79E-D4E5-2E31CE19E87B}"/>
          </ac:picMkLst>
        </pc:picChg>
        <pc:picChg chg="add mod">
          <ac:chgData name="Paul Winser" userId="c3146a91-e6bd-4264-bd86-e164e04bc32d" providerId="ADAL" clId="{1CA9B771-4459-4015-BB09-7ED0E0903D93}" dt="2024-08-20T16:57:22.824" v="141" actId="1076"/>
          <ac:picMkLst>
            <pc:docMk/>
            <pc:sldMk cId="0" sldId="272"/>
            <ac:picMk id="4" creationId="{3A5DFA21-EBE2-5DC5-E86C-8F1474278B84}"/>
          </ac:picMkLst>
        </pc:picChg>
      </pc:sldChg>
      <pc:sldChg chg="modSp mod">
        <pc:chgData name="Paul Winser" userId="c3146a91-e6bd-4264-bd86-e164e04bc32d" providerId="ADAL" clId="{1CA9B771-4459-4015-BB09-7ED0E0903D93}" dt="2024-08-19T14:04:22.833" v="28" actId="20577"/>
        <pc:sldMkLst>
          <pc:docMk/>
          <pc:sldMk cId="3621417310" sldId="307"/>
        </pc:sldMkLst>
        <pc:spChg chg="mod">
          <ac:chgData name="Paul Winser" userId="c3146a91-e6bd-4264-bd86-e164e04bc32d" providerId="ADAL" clId="{1CA9B771-4459-4015-BB09-7ED0E0903D93}" dt="2024-08-19T14:04:22.833" v="28" actId="20577"/>
          <ac:spMkLst>
            <pc:docMk/>
            <pc:sldMk cId="3621417310" sldId="307"/>
            <ac:spMk id="34826" creationId="{ED989957-699C-8339-B66C-112C6135D93E}"/>
          </ac:spMkLst>
        </pc:spChg>
      </pc:sldChg>
      <pc:sldChg chg="modSp">
        <pc:chgData name="Paul Winser" userId="c3146a91-e6bd-4264-bd86-e164e04bc32d" providerId="ADAL" clId="{1CA9B771-4459-4015-BB09-7ED0E0903D93}" dt="2024-08-19T14:05:15.083" v="38" actId="14100"/>
        <pc:sldMkLst>
          <pc:docMk/>
          <pc:sldMk cId="47175209" sldId="309"/>
        </pc:sldMkLst>
        <pc:spChg chg="mod">
          <ac:chgData name="Paul Winser" userId="c3146a91-e6bd-4264-bd86-e164e04bc32d" providerId="ADAL" clId="{1CA9B771-4459-4015-BB09-7ED0E0903D93}" dt="2024-08-19T14:05:15.083" v="38" actId="14100"/>
          <ac:spMkLst>
            <pc:docMk/>
            <pc:sldMk cId="47175209" sldId="309"/>
            <ac:spMk id="5" creationId="{74905E82-7252-EFD5-550B-974C6A4C27D6}"/>
          </ac:spMkLst>
        </pc:spChg>
      </pc:sldChg>
      <pc:sldChg chg="modSp mod">
        <pc:chgData name="Paul Winser" userId="c3146a91-e6bd-4264-bd86-e164e04bc32d" providerId="ADAL" clId="{1CA9B771-4459-4015-BB09-7ED0E0903D93}" dt="2024-08-19T14:09:39.865" v="97" actId="20577"/>
        <pc:sldMkLst>
          <pc:docMk/>
          <pc:sldMk cId="1450907946" sldId="311"/>
        </pc:sldMkLst>
        <pc:spChg chg="mod">
          <ac:chgData name="Paul Winser" userId="c3146a91-e6bd-4264-bd86-e164e04bc32d" providerId="ADAL" clId="{1CA9B771-4459-4015-BB09-7ED0E0903D93}" dt="2024-08-19T14:09:39.865" v="97" actId="20577"/>
          <ac:spMkLst>
            <pc:docMk/>
            <pc:sldMk cId="1450907946" sldId="311"/>
            <ac:spMk id="34826" creationId="{02BFE9FA-57D6-4D7E-2636-4FE65CCBF84E}"/>
          </ac:spMkLst>
        </pc:spChg>
      </pc:sldChg>
      <pc:sldChg chg="modSp mod">
        <pc:chgData name="Paul Winser" userId="c3146a91-e6bd-4264-bd86-e164e04bc32d" providerId="ADAL" clId="{1CA9B771-4459-4015-BB09-7ED0E0903D93}" dt="2024-08-19T14:02:28.888" v="4" actId="1076"/>
        <pc:sldMkLst>
          <pc:docMk/>
          <pc:sldMk cId="1462100039" sldId="312"/>
        </pc:sldMkLst>
        <pc:graphicFrameChg chg="mod">
          <ac:chgData name="Paul Winser" userId="c3146a91-e6bd-4264-bd86-e164e04bc32d" providerId="ADAL" clId="{1CA9B771-4459-4015-BB09-7ED0E0903D93}" dt="2024-08-19T14:02:28.888" v="4" actId="1076"/>
          <ac:graphicFrameMkLst>
            <pc:docMk/>
            <pc:sldMk cId="1462100039" sldId="312"/>
            <ac:graphicFrameMk id="5" creationId="{9AA54A44-C5B4-7201-7A43-2CB30D2602F0}"/>
          </ac:graphicFrameMkLst>
        </pc:graphicFrameChg>
      </pc:sldChg>
      <pc:sldChg chg="addSp delSp modSp mod">
        <pc:chgData name="Paul Winser" userId="c3146a91-e6bd-4264-bd86-e164e04bc32d" providerId="ADAL" clId="{1CA9B771-4459-4015-BB09-7ED0E0903D93}" dt="2024-08-20T16:57:53.666" v="151" actId="27636"/>
        <pc:sldMkLst>
          <pc:docMk/>
          <pc:sldMk cId="3615509682" sldId="313"/>
        </pc:sldMkLst>
        <pc:spChg chg="mod">
          <ac:chgData name="Paul Winser" userId="c3146a91-e6bd-4264-bd86-e164e04bc32d" providerId="ADAL" clId="{1CA9B771-4459-4015-BB09-7ED0E0903D93}" dt="2024-08-20T16:57:53.666" v="151" actId="27636"/>
          <ac:spMkLst>
            <pc:docMk/>
            <pc:sldMk cId="3615509682" sldId="313"/>
            <ac:spMk id="30723" creationId="{B80AFBB7-E11C-B171-64E1-20F44E40F092}"/>
          </ac:spMkLst>
        </pc:spChg>
        <pc:picChg chg="add mod">
          <ac:chgData name="Paul Winser" userId="c3146a91-e6bd-4264-bd86-e164e04bc32d" providerId="ADAL" clId="{1CA9B771-4459-4015-BB09-7ED0E0903D93}" dt="2024-08-20T16:57:42.033" v="148" actId="1076"/>
          <ac:picMkLst>
            <pc:docMk/>
            <pc:sldMk cId="3615509682" sldId="313"/>
            <ac:picMk id="3" creationId="{2B426946-E4C5-7F97-5C85-7C99A1ED8A2D}"/>
          </ac:picMkLst>
        </pc:picChg>
        <pc:picChg chg="del">
          <ac:chgData name="Paul Winser" userId="c3146a91-e6bd-4264-bd86-e164e04bc32d" providerId="ADAL" clId="{1CA9B771-4459-4015-BB09-7ED0E0903D93}" dt="2024-08-20T16:57:36.226" v="142" actId="478"/>
          <ac:picMkLst>
            <pc:docMk/>
            <pc:sldMk cId="3615509682" sldId="313"/>
            <ac:picMk id="4" creationId="{ABAA6FBE-AEA8-BDBD-2B01-FACB108CA482}"/>
          </ac:picMkLst>
        </pc:picChg>
      </pc:sldChg>
      <pc:sldChg chg="addSp delSp modSp mod">
        <pc:chgData name="Paul Winser" userId="c3146a91-e6bd-4264-bd86-e164e04bc32d" providerId="ADAL" clId="{1CA9B771-4459-4015-BB09-7ED0E0903D93}" dt="2024-08-20T16:58:34.167" v="166" actId="1076"/>
        <pc:sldMkLst>
          <pc:docMk/>
          <pc:sldMk cId="1540339606" sldId="314"/>
        </pc:sldMkLst>
        <pc:picChg chg="del">
          <ac:chgData name="Paul Winser" userId="c3146a91-e6bd-4264-bd86-e164e04bc32d" providerId="ADAL" clId="{1CA9B771-4459-4015-BB09-7ED0E0903D93}" dt="2024-08-20T16:58:27.595" v="159" actId="478"/>
          <ac:picMkLst>
            <pc:docMk/>
            <pc:sldMk cId="1540339606" sldId="314"/>
            <ac:picMk id="4" creationId="{60102E90-B475-6B3C-3CF2-EC7A4E409673}"/>
          </ac:picMkLst>
        </pc:picChg>
        <pc:picChg chg="add mod">
          <ac:chgData name="Paul Winser" userId="c3146a91-e6bd-4264-bd86-e164e04bc32d" providerId="ADAL" clId="{1CA9B771-4459-4015-BB09-7ED0E0903D93}" dt="2024-08-20T16:58:34.167" v="166" actId="1076"/>
          <ac:picMkLst>
            <pc:docMk/>
            <pc:sldMk cId="1540339606" sldId="314"/>
            <ac:picMk id="5" creationId="{84FC9DC8-6907-4898-963F-BC1C384C1CD2}"/>
          </ac:picMkLst>
        </pc:picChg>
      </pc:sldChg>
      <pc:sldChg chg="addSp delSp modSp mod">
        <pc:chgData name="Paul Winser" userId="c3146a91-e6bd-4264-bd86-e164e04bc32d" providerId="ADAL" clId="{1CA9B771-4459-4015-BB09-7ED0E0903D93}" dt="2024-08-20T16:59:15.071" v="183" actId="1076"/>
        <pc:sldMkLst>
          <pc:docMk/>
          <pc:sldMk cId="2825405860" sldId="318"/>
        </pc:sldMkLst>
        <pc:spChg chg="mod">
          <ac:chgData name="Paul Winser" userId="c3146a91-e6bd-4264-bd86-e164e04bc32d" providerId="ADAL" clId="{1CA9B771-4459-4015-BB09-7ED0E0903D93}" dt="2024-08-19T14:04:50.690" v="35" actId="1076"/>
          <ac:spMkLst>
            <pc:docMk/>
            <pc:sldMk cId="2825405860" sldId="318"/>
            <ac:spMk id="3" creationId="{163D57C6-32E4-6FD8-AC55-BF634974E98C}"/>
          </ac:spMkLst>
        </pc:spChg>
        <pc:spChg chg="mod">
          <ac:chgData name="Paul Winser" userId="c3146a91-e6bd-4264-bd86-e164e04bc32d" providerId="ADAL" clId="{1CA9B771-4459-4015-BB09-7ED0E0903D93}" dt="2024-08-19T14:04:47.572" v="33" actId="1076"/>
          <ac:spMkLst>
            <pc:docMk/>
            <pc:sldMk cId="2825405860" sldId="318"/>
            <ac:spMk id="12" creationId="{BC77B05B-C211-6988-5B7E-22CD534B642D}"/>
          </ac:spMkLst>
        </pc:spChg>
        <pc:grpChg chg="mod">
          <ac:chgData name="Paul Winser" userId="c3146a91-e6bd-4264-bd86-e164e04bc32d" providerId="ADAL" clId="{1CA9B771-4459-4015-BB09-7ED0E0903D93}" dt="2024-08-19T14:04:56.305" v="37" actId="14100"/>
          <ac:grpSpMkLst>
            <pc:docMk/>
            <pc:sldMk cId="2825405860" sldId="318"/>
            <ac:grpSpMk id="10" creationId="{6789335E-38FD-9E11-DCAF-E596D54D429B}"/>
          </ac:grpSpMkLst>
        </pc:grpChg>
        <pc:picChg chg="add mod">
          <ac:chgData name="Paul Winser" userId="c3146a91-e6bd-4264-bd86-e164e04bc32d" providerId="ADAL" clId="{1CA9B771-4459-4015-BB09-7ED0E0903D93}" dt="2024-08-20T16:59:15.071" v="183" actId="1076"/>
          <ac:picMkLst>
            <pc:docMk/>
            <pc:sldMk cId="2825405860" sldId="318"/>
            <ac:picMk id="4" creationId="{297CC69A-9C95-4B8E-212B-D27FB1168C59}"/>
          </ac:picMkLst>
        </pc:picChg>
        <pc:picChg chg="del mod">
          <ac:chgData name="Paul Winser" userId="c3146a91-e6bd-4264-bd86-e164e04bc32d" providerId="ADAL" clId="{1CA9B771-4459-4015-BB09-7ED0E0903D93}" dt="2024-08-20T16:59:11.409" v="178" actId="478"/>
          <ac:picMkLst>
            <pc:docMk/>
            <pc:sldMk cId="2825405860" sldId="318"/>
            <ac:picMk id="9" creationId="{62970486-D161-08ED-FB19-88CA4707A155}"/>
          </ac:picMkLst>
        </pc:picChg>
      </pc:sldChg>
      <pc:sldChg chg="addSp delSp modSp mod">
        <pc:chgData name="Paul Winser" userId="c3146a91-e6bd-4264-bd86-e164e04bc32d" providerId="ADAL" clId="{1CA9B771-4459-4015-BB09-7ED0E0903D93}" dt="2024-08-20T16:59:36.425" v="189" actId="1076"/>
        <pc:sldMkLst>
          <pc:docMk/>
          <pc:sldMk cId="183995727" sldId="325"/>
        </pc:sldMkLst>
        <pc:spChg chg="mod">
          <ac:chgData name="Paul Winser" userId="c3146a91-e6bd-4264-bd86-e164e04bc32d" providerId="ADAL" clId="{1CA9B771-4459-4015-BB09-7ED0E0903D93}" dt="2024-08-19T14:09:54.103" v="101" actId="1076"/>
          <ac:spMkLst>
            <pc:docMk/>
            <pc:sldMk cId="183995727" sldId="325"/>
            <ac:spMk id="3" creationId="{C6DEFCB8-9475-62BA-02FD-7DFA84D480FF}"/>
          </ac:spMkLst>
        </pc:spChg>
        <pc:spChg chg="mod">
          <ac:chgData name="Paul Winser" userId="c3146a91-e6bd-4264-bd86-e164e04bc32d" providerId="ADAL" clId="{1CA9B771-4459-4015-BB09-7ED0E0903D93}" dt="2024-08-19T14:09:57.452" v="104" actId="6549"/>
          <ac:spMkLst>
            <pc:docMk/>
            <pc:sldMk cId="183995727" sldId="325"/>
            <ac:spMk id="9" creationId="{3FF2FF17-724C-B495-7E1E-ED757A67B229}"/>
          </ac:spMkLst>
        </pc:spChg>
        <pc:grpChg chg="mod">
          <ac:chgData name="Paul Winser" userId="c3146a91-e6bd-4264-bd86-e164e04bc32d" providerId="ADAL" clId="{1CA9B771-4459-4015-BB09-7ED0E0903D93}" dt="2024-08-19T14:10:00.951" v="105" actId="1076"/>
          <ac:grpSpMkLst>
            <pc:docMk/>
            <pc:sldMk cId="183995727" sldId="325"/>
            <ac:grpSpMk id="7" creationId="{7DA1E30F-0FA0-6E82-CE79-6FFEA5CB010A}"/>
          </ac:grpSpMkLst>
        </pc:grpChg>
        <pc:picChg chg="add mod">
          <ac:chgData name="Paul Winser" userId="c3146a91-e6bd-4264-bd86-e164e04bc32d" providerId="ADAL" clId="{1CA9B771-4459-4015-BB09-7ED0E0903D93}" dt="2024-08-20T16:59:36.425" v="189" actId="1076"/>
          <ac:picMkLst>
            <pc:docMk/>
            <pc:sldMk cId="183995727" sldId="325"/>
            <ac:picMk id="4" creationId="{7CAE0E12-FA1A-4EF3-7F1D-C26C15D376A9}"/>
          </ac:picMkLst>
        </pc:picChg>
        <pc:picChg chg="del mod">
          <ac:chgData name="Paul Winser" userId="c3146a91-e6bd-4264-bd86-e164e04bc32d" providerId="ADAL" clId="{1CA9B771-4459-4015-BB09-7ED0E0903D93}" dt="2024-08-20T16:59:31.058" v="184" actId="478"/>
          <ac:picMkLst>
            <pc:docMk/>
            <pc:sldMk cId="183995727" sldId="325"/>
            <ac:picMk id="6" creationId="{575F8C42-FBAD-4F53-A4B4-D53C314B1582}"/>
          </ac:picMkLst>
        </pc:picChg>
      </pc:sldChg>
      <pc:sldChg chg="modSp mod">
        <pc:chgData name="Paul Winser" userId="c3146a91-e6bd-4264-bd86-e164e04bc32d" providerId="ADAL" clId="{1CA9B771-4459-4015-BB09-7ED0E0903D93}" dt="2024-08-19T14:03:23.226" v="17" actId="1076"/>
        <pc:sldMkLst>
          <pc:docMk/>
          <pc:sldMk cId="2714913814" sldId="326"/>
        </pc:sldMkLst>
        <pc:spChg chg="mod">
          <ac:chgData name="Paul Winser" userId="c3146a91-e6bd-4264-bd86-e164e04bc32d" providerId="ADAL" clId="{1CA9B771-4459-4015-BB09-7ED0E0903D93}" dt="2024-08-19T14:03:19.958" v="16" actId="1076"/>
          <ac:spMkLst>
            <pc:docMk/>
            <pc:sldMk cId="2714913814" sldId="326"/>
            <ac:spMk id="3" creationId="{48CC36A6-73B8-0598-0061-FAE73DF191C5}"/>
          </ac:spMkLst>
        </pc:spChg>
        <pc:spChg chg="mod">
          <ac:chgData name="Paul Winser" userId="c3146a91-e6bd-4264-bd86-e164e04bc32d" providerId="ADAL" clId="{1CA9B771-4459-4015-BB09-7ED0E0903D93}" dt="2024-08-19T14:03:23.226" v="17" actId="1076"/>
          <ac:spMkLst>
            <pc:docMk/>
            <pc:sldMk cId="2714913814" sldId="326"/>
            <ac:spMk id="34820" creationId="{F24C7588-A6DB-4C06-2E6F-39F341C47E5A}"/>
          </ac:spMkLst>
        </pc:spChg>
      </pc:sldChg>
      <pc:sldChg chg="addSp delSp modSp mod">
        <pc:chgData name="Paul Winser" userId="c3146a91-e6bd-4264-bd86-e164e04bc32d" providerId="ADAL" clId="{1CA9B771-4459-4015-BB09-7ED0E0903D93}" dt="2024-08-20T16:58:14.868" v="158" actId="1076"/>
        <pc:sldMkLst>
          <pc:docMk/>
          <pc:sldMk cId="1910738549" sldId="327"/>
        </pc:sldMkLst>
        <pc:spChg chg="mod">
          <ac:chgData name="Paul Winser" userId="c3146a91-e6bd-4264-bd86-e164e04bc32d" providerId="ADAL" clId="{1CA9B771-4459-4015-BB09-7ED0E0903D93}" dt="2024-08-19T14:02:50.575" v="11" actId="1076"/>
          <ac:spMkLst>
            <pc:docMk/>
            <pc:sldMk cId="1910738549" sldId="327"/>
            <ac:spMk id="4" creationId="{6A9E4C24-61F6-1B80-A623-AE28E4FF6102}"/>
          </ac:spMkLst>
        </pc:spChg>
        <pc:spChg chg="mod">
          <ac:chgData name="Paul Winser" userId="c3146a91-e6bd-4264-bd86-e164e04bc32d" providerId="ADAL" clId="{1CA9B771-4459-4015-BB09-7ED0E0903D93}" dt="2024-08-19T14:02:57.776" v="15" actId="27636"/>
          <ac:spMkLst>
            <pc:docMk/>
            <pc:sldMk cId="1910738549" sldId="327"/>
            <ac:spMk id="30723" creationId="{2279CEF1-4B62-3F0E-66C8-EC1629359654}"/>
          </ac:spMkLst>
        </pc:spChg>
        <pc:picChg chg="del">
          <ac:chgData name="Paul Winser" userId="c3146a91-e6bd-4264-bd86-e164e04bc32d" providerId="ADAL" clId="{1CA9B771-4459-4015-BB09-7ED0E0903D93}" dt="2024-08-20T16:58:10.573" v="152" actId="478"/>
          <ac:picMkLst>
            <pc:docMk/>
            <pc:sldMk cId="1910738549" sldId="327"/>
            <ac:picMk id="3" creationId="{8A2B934C-127E-5DEE-94C3-8BBADB26A060}"/>
          </ac:picMkLst>
        </pc:picChg>
        <pc:picChg chg="add mod">
          <ac:chgData name="Paul Winser" userId="c3146a91-e6bd-4264-bd86-e164e04bc32d" providerId="ADAL" clId="{1CA9B771-4459-4015-BB09-7ED0E0903D93}" dt="2024-08-20T16:58:14.868" v="158" actId="1076"/>
          <ac:picMkLst>
            <pc:docMk/>
            <pc:sldMk cId="1910738549" sldId="327"/>
            <ac:picMk id="5" creationId="{CB0EAF80-1987-7481-B5DD-E26F40D76EC1}"/>
          </ac:picMkLst>
        </pc:picChg>
      </pc:sldChg>
      <pc:sldChg chg="modSp mod">
        <pc:chgData name="Paul Winser" userId="c3146a91-e6bd-4264-bd86-e164e04bc32d" providerId="ADAL" clId="{1CA9B771-4459-4015-BB09-7ED0E0903D93}" dt="2024-08-19T14:03:32.215" v="18" actId="14100"/>
        <pc:sldMkLst>
          <pc:docMk/>
          <pc:sldMk cId="1014398345" sldId="330"/>
        </pc:sldMkLst>
        <pc:grpChg chg="mod">
          <ac:chgData name="Paul Winser" userId="c3146a91-e6bd-4264-bd86-e164e04bc32d" providerId="ADAL" clId="{1CA9B771-4459-4015-BB09-7ED0E0903D93}" dt="2024-08-19T14:03:32.215" v="18" actId="14100"/>
          <ac:grpSpMkLst>
            <pc:docMk/>
            <pc:sldMk cId="1014398345" sldId="330"/>
            <ac:grpSpMk id="2" creationId="{077BB429-E4D5-7BC5-1CCD-C2AF3BBA114E}"/>
          </ac:grpSpMkLst>
        </pc:grpChg>
      </pc:sldChg>
      <pc:sldChg chg="modSp mod">
        <pc:chgData name="Paul Winser" userId="c3146a91-e6bd-4264-bd86-e164e04bc32d" providerId="ADAL" clId="{1CA9B771-4459-4015-BB09-7ED0E0903D93}" dt="2024-08-19T14:03:56.981" v="25" actId="1036"/>
        <pc:sldMkLst>
          <pc:docMk/>
          <pc:sldMk cId="1772789523" sldId="331"/>
        </pc:sldMkLst>
        <pc:spChg chg="mod">
          <ac:chgData name="Paul Winser" userId="c3146a91-e6bd-4264-bd86-e164e04bc32d" providerId="ADAL" clId="{1CA9B771-4459-4015-BB09-7ED0E0903D93}" dt="2024-08-19T14:03:53.033" v="19" actId="14100"/>
          <ac:spMkLst>
            <pc:docMk/>
            <pc:sldMk cId="1772789523" sldId="331"/>
            <ac:spMk id="34820" creationId="{8C737CCB-3E87-FAD3-24EE-AEC4D2EA576D}"/>
          </ac:spMkLst>
        </pc:spChg>
        <pc:grpChg chg="mod">
          <ac:chgData name="Paul Winser" userId="c3146a91-e6bd-4264-bd86-e164e04bc32d" providerId="ADAL" clId="{1CA9B771-4459-4015-BB09-7ED0E0903D93}" dt="2024-08-19T14:03:56.981" v="25" actId="1036"/>
          <ac:grpSpMkLst>
            <pc:docMk/>
            <pc:sldMk cId="1772789523" sldId="331"/>
            <ac:grpSpMk id="4" creationId="{77044EBC-F0C0-3246-A924-DC3E806AE12A}"/>
          </ac:grpSpMkLst>
        </pc:grpChg>
        <pc:grpChg chg="mod">
          <ac:chgData name="Paul Winser" userId="c3146a91-e6bd-4264-bd86-e164e04bc32d" providerId="ADAL" clId="{1CA9B771-4459-4015-BB09-7ED0E0903D93}" dt="2024-08-19T14:03:56.981" v="25" actId="1036"/>
          <ac:grpSpMkLst>
            <pc:docMk/>
            <pc:sldMk cId="1772789523" sldId="331"/>
            <ac:grpSpMk id="7" creationId="{E6BC33A5-D44C-C681-291A-6CCF83D014D1}"/>
          </ac:grpSpMkLst>
        </pc:grpChg>
      </pc:sldChg>
      <pc:sldChg chg="addSp delSp modSp mod">
        <pc:chgData name="Paul Winser" userId="c3146a91-e6bd-4264-bd86-e164e04bc32d" providerId="ADAL" clId="{1CA9B771-4459-4015-BB09-7ED0E0903D93}" dt="2024-08-20T16:59:02.465" v="177" actId="1076"/>
        <pc:sldMkLst>
          <pc:docMk/>
          <pc:sldMk cId="683332677" sldId="332"/>
        </pc:sldMkLst>
        <pc:picChg chg="add mod">
          <ac:chgData name="Paul Winser" userId="c3146a91-e6bd-4264-bd86-e164e04bc32d" providerId="ADAL" clId="{1CA9B771-4459-4015-BB09-7ED0E0903D93}" dt="2024-08-20T16:59:02.465" v="177" actId="1076"/>
          <ac:picMkLst>
            <pc:docMk/>
            <pc:sldMk cId="683332677" sldId="332"/>
            <ac:picMk id="3" creationId="{5EB200B1-91D4-F198-7F7F-2F741519680B}"/>
          </ac:picMkLst>
        </pc:picChg>
        <pc:picChg chg="del">
          <ac:chgData name="Paul Winser" userId="c3146a91-e6bd-4264-bd86-e164e04bc32d" providerId="ADAL" clId="{1CA9B771-4459-4015-BB09-7ED0E0903D93}" dt="2024-08-20T16:58:56.514" v="172" actId="478"/>
          <ac:picMkLst>
            <pc:docMk/>
            <pc:sldMk cId="683332677" sldId="332"/>
            <ac:picMk id="14" creationId="{F2DB8C44-90B8-4FD7-DB11-33E0126BBACB}"/>
          </ac:picMkLst>
        </pc:picChg>
      </pc:sldChg>
      <pc:sldChg chg="modSp mod">
        <pc:chgData name="Paul Winser" userId="c3146a91-e6bd-4264-bd86-e164e04bc32d" providerId="ADAL" clId="{1CA9B771-4459-4015-BB09-7ED0E0903D93}" dt="2024-08-19T14:08:47.561" v="84" actId="20577"/>
        <pc:sldMkLst>
          <pc:docMk/>
          <pc:sldMk cId="452220270" sldId="333"/>
        </pc:sldMkLst>
        <pc:spChg chg="mod">
          <ac:chgData name="Paul Winser" userId="c3146a91-e6bd-4264-bd86-e164e04bc32d" providerId="ADAL" clId="{1CA9B771-4459-4015-BB09-7ED0E0903D93}" dt="2024-08-19T14:08:47.561" v="84" actId="20577"/>
          <ac:spMkLst>
            <pc:docMk/>
            <pc:sldMk cId="452220270" sldId="333"/>
            <ac:spMk id="14" creationId="{FBE21E0B-12A3-F93D-6E60-E7C75E959DD5}"/>
          </ac:spMkLst>
        </pc:spChg>
      </pc:sldChg>
      <pc:sldChg chg="modSp mod">
        <pc:chgData name="Paul Winser" userId="c3146a91-e6bd-4264-bd86-e164e04bc32d" providerId="ADAL" clId="{1CA9B771-4459-4015-BB09-7ED0E0903D93}" dt="2024-08-19T14:09:00.310" v="86" actId="1076"/>
        <pc:sldMkLst>
          <pc:docMk/>
          <pc:sldMk cId="1742737839" sldId="336"/>
        </pc:sldMkLst>
        <pc:grpChg chg="mod">
          <ac:chgData name="Paul Winser" userId="c3146a91-e6bd-4264-bd86-e164e04bc32d" providerId="ADAL" clId="{1CA9B771-4459-4015-BB09-7ED0E0903D93}" dt="2024-08-19T14:09:00.310" v="86" actId="1076"/>
          <ac:grpSpMkLst>
            <pc:docMk/>
            <pc:sldMk cId="1742737839" sldId="336"/>
            <ac:grpSpMk id="15" creationId="{544E6894-D904-F6A4-0F1A-EC9EE607D0C7}"/>
          </ac:grpSpMkLst>
        </pc:grpChg>
        <pc:graphicFrameChg chg="mod">
          <ac:chgData name="Paul Winser" userId="c3146a91-e6bd-4264-bd86-e164e04bc32d" providerId="ADAL" clId="{1CA9B771-4459-4015-BB09-7ED0E0903D93}" dt="2024-08-19T14:08:57.283" v="85" actId="1076"/>
          <ac:graphicFrameMkLst>
            <pc:docMk/>
            <pc:sldMk cId="1742737839" sldId="336"/>
            <ac:graphicFrameMk id="8" creationId="{0E9E9BB2-92E5-2F9F-BDF7-E0EB59AB7367}"/>
          </ac:graphicFrameMkLst>
        </pc:graphicFrameChg>
      </pc:sldChg>
      <pc:sldChg chg="addSp delSp modSp mod">
        <pc:chgData name="Paul Winser" userId="c3146a91-e6bd-4264-bd86-e164e04bc32d" providerId="ADAL" clId="{1CA9B771-4459-4015-BB09-7ED0E0903D93}" dt="2024-08-20T17:00:27.335" v="211" actId="1076"/>
        <pc:sldMkLst>
          <pc:docMk/>
          <pc:sldMk cId="184860315" sldId="339"/>
        </pc:sldMkLst>
        <pc:picChg chg="add mod">
          <ac:chgData name="Paul Winser" userId="c3146a91-e6bd-4264-bd86-e164e04bc32d" providerId="ADAL" clId="{1CA9B771-4459-4015-BB09-7ED0E0903D93}" dt="2024-08-20T17:00:27.335" v="211" actId="1076"/>
          <ac:picMkLst>
            <pc:docMk/>
            <pc:sldMk cId="184860315" sldId="339"/>
            <ac:picMk id="7" creationId="{F0FBBA7E-1A6E-D6BB-3B52-36F7B0FE9536}"/>
          </ac:picMkLst>
        </pc:picChg>
        <pc:picChg chg="del">
          <ac:chgData name="Paul Winser" userId="c3146a91-e6bd-4264-bd86-e164e04bc32d" providerId="ADAL" clId="{1CA9B771-4459-4015-BB09-7ED0E0903D93}" dt="2024-08-20T17:00:21.888" v="205" actId="478"/>
          <ac:picMkLst>
            <pc:docMk/>
            <pc:sldMk cId="184860315" sldId="339"/>
            <ac:picMk id="9" creationId="{AEA8DA8A-E9B2-08BA-ECA9-0E94DDCEDC5F}"/>
          </ac:picMkLst>
        </pc:picChg>
      </pc:sldChg>
      <pc:sldChg chg="modSp mod">
        <pc:chgData name="Paul Winser" userId="c3146a91-e6bd-4264-bd86-e164e04bc32d" providerId="ADAL" clId="{1CA9B771-4459-4015-BB09-7ED0E0903D93}" dt="2024-08-19T14:10:13.706" v="108" actId="1076"/>
        <pc:sldMkLst>
          <pc:docMk/>
          <pc:sldMk cId="656700676" sldId="342"/>
        </pc:sldMkLst>
        <pc:spChg chg="mod">
          <ac:chgData name="Paul Winser" userId="c3146a91-e6bd-4264-bd86-e164e04bc32d" providerId="ADAL" clId="{1CA9B771-4459-4015-BB09-7ED0E0903D93}" dt="2024-08-19T14:10:13.706" v="108" actId="1076"/>
          <ac:spMkLst>
            <pc:docMk/>
            <pc:sldMk cId="656700676" sldId="342"/>
            <ac:spMk id="34818" creationId="{834A564C-7601-9839-8D99-E7C793BAD70B}"/>
          </ac:spMkLst>
        </pc:spChg>
        <pc:grpChg chg="mod">
          <ac:chgData name="Paul Winser" userId="c3146a91-e6bd-4264-bd86-e164e04bc32d" providerId="ADAL" clId="{1CA9B771-4459-4015-BB09-7ED0E0903D93}" dt="2024-08-19T14:10:11.617" v="107" actId="1076"/>
          <ac:grpSpMkLst>
            <pc:docMk/>
            <pc:sldMk cId="656700676" sldId="342"/>
            <ac:grpSpMk id="6" creationId="{C4529906-2217-0469-76A0-25B24915A90B}"/>
          </ac:grpSpMkLst>
        </pc:grpChg>
      </pc:sldChg>
      <pc:sldChg chg="addSp delSp modSp mod">
        <pc:chgData name="Paul Winser" userId="c3146a91-e6bd-4264-bd86-e164e04bc32d" providerId="ADAL" clId="{1CA9B771-4459-4015-BB09-7ED0E0903D93}" dt="2024-08-20T17:00:38.992" v="217" actId="14100"/>
        <pc:sldMkLst>
          <pc:docMk/>
          <pc:sldMk cId="1023059842" sldId="344"/>
        </pc:sldMkLst>
        <pc:picChg chg="del">
          <ac:chgData name="Paul Winser" userId="c3146a91-e6bd-4264-bd86-e164e04bc32d" providerId="ADAL" clId="{1CA9B771-4459-4015-BB09-7ED0E0903D93}" dt="2024-08-20T17:00:33.932" v="212" actId="478"/>
          <ac:picMkLst>
            <pc:docMk/>
            <pc:sldMk cId="1023059842" sldId="344"/>
            <ac:picMk id="2" creationId="{75735B29-8989-95D3-0E38-8FCEC34371A7}"/>
          </ac:picMkLst>
        </pc:picChg>
        <pc:picChg chg="add mod">
          <ac:chgData name="Paul Winser" userId="c3146a91-e6bd-4264-bd86-e164e04bc32d" providerId="ADAL" clId="{1CA9B771-4459-4015-BB09-7ED0E0903D93}" dt="2024-08-20T17:00:38.992" v="217" actId="14100"/>
          <ac:picMkLst>
            <pc:docMk/>
            <pc:sldMk cId="1023059842" sldId="344"/>
            <ac:picMk id="4" creationId="{B501BAE7-7609-D861-CEDE-3CC11204DC97}"/>
          </ac:picMkLst>
        </pc:picChg>
      </pc:sldChg>
      <pc:sldChg chg="modSp mod">
        <pc:chgData name="Paul Winser" userId="c3146a91-e6bd-4264-bd86-e164e04bc32d" providerId="ADAL" clId="{1CA9B771-4459-4015-BB09-7ED0E0903D93}" dt="2024-08-19T14:07:25.847" v="59" actId="1076"/>
        <pc:sldMkLst>
          <pc:docMk/>
          <pc:sldMk cId="2987746997" sldId="348"/>
        </pc:sldMkLst>
        <pc:spChg chg="mod">
          <ac:chgData name="Paul Winser" userId="c3146a91-e6bd-4264-bd86-e164e04bc32d" providerId="ADAL" clId="{1CA9B771-4459-4015-BB09-7ED0E0903D93}" dt="2024-08-19T14:07:20.926" v="58" actId="1076"/>
          <ac:spMkLst>
            <pc:docMk/>
            <pc:sldMk cId="2987746997" sldId="348"/>
            <ac:spMk id="17" creationId="{5F00978A-B953-0245-55CE-044E2AF686A4}"/>
          </ac:spMkLst>
        </pc:spChg>
        <pc:grpChg chg="mod">
          <ac:chgData name="Paul Winser" userId="c3146a91-e6bd-4264-bd86-e164e04bc32d" providerId="ADAL" clId="{1CA9B771-4459-4015-BB09-7ED0E0903D93}" dt="2024-08-19T14:07:25.847" v="59" actId="1076"/>
          <ac:grpSpMkLst>
            <pc:docMk/>
            <pc:sldMk cId="2987746997" sldId="348"/>
            <ac:grpSpMk id="15" creationId="{ECCDD9FD-AD8E-8C71-B0CC-B04E80E1DD06}"/>
          </ac:grpSpMkLst>
        </pc:grpChg>
      </pc:sldChg>
      <pc:sldChg chg="modSp">
        <pc:chgData name="Paul Winser" userId="c3146a91-e6bd-4264-bd86-e164e04bc32d" providerId="ADAL" clId="{1CA9B771-4459-4015-BB09-7ED0E0903D93}" dt="2024-08-19T14:06:38.886" v="49" actId="122"/>
        <pc:sldMkLst>
          <pc:docMk/>
          <pc:sldMk cId="2236822125" sldId="350"/>
        </pc:sldMkLst>
        <pc:spChg chg="mod">
          <ac:chgData name="Paul Winser" userId="c3146a91-e6bd-4264-bd86-e164e04bc32d" providerId="ADAL" clId="{1CA9B771-4459-4015-BB09-7ED0E0903D93}" dt="2024-08-19T14:06:38.886" v="49" actId="122"/>
          <ac:spMkLst>
            <pc:docMk/>
            <pc:sldMk cId="2236822125" sldId="350"/>
            <ac:spMk id="14" creationId="{8F491500-56DD-2557-5EA5-A94BA3E71FF7}"/>
          </ac:spMkLst>
        </pc:spChg>
      </pc:sldChg>
      <pc:sldChg chg="modSp mod">
        <pc:chgData name="Paul Winser" userId="c3146a91-e6bd-4264-bd86-e164e04bc32d" providerId="ADAL" clId="{1CA9B771-4459-4015-BB09-7ED0E0903D93}" dt="2024-08-19T14:09:31.539" v="95" actId="1076"/>
        <pc:sldMkLst>
          <pc:docMk/>
          <pc:sldMk cId="2272172193" sldId="352"/>
        </pc:sldMkLst>
        <pc:spChg chg="mod">
          <ac:chgData name="Paul Winser" userId="c3146a91-e6bd-4264-bd86-e164e04bc32d" providerId="ADAL" clId="{1CA9B771-4459-4015-BB09-7ED0E0903D93}" dt="2024-08-19T14:09:27.628" v="94" actId="1037"/>
          <ac:spMkLst>
            <pc:docMk/>
            <pc:sldMk cId="2272172193" sldId="352"/>
            <ac:spMk id="8" creationId="{9E50935A-1E6C-7113-B118-5BF3DAC01D59}"/>
          </ac:spMkLst>
        </pc:spChg>
        <pc:spChg chg="mod">
          <ac:chgData name="Paul Winser" userId="c3146a91-e6bd-4264-bd86-e164e04bc32d" providerId="ADAL" clId="{1CA9B771-4459-4015-BB09-7ED0E0903D93}" dt="2024-08-19T14:09:31.539" v="95" actId="1076"/>
          <ac:spMkLst>
            <pc:docMk/>
            <pc:sldMk cId="2272172193" sldId="352"/>
            <ac:spMk id="10" creationId="{46041F52-598F-0D48-B422-A2D551CD4596}"/>
          </ac:spMkLst>
        </pc:spChg>
        <pc:spChg chg="mod">
          <ac:chgData name="Paul Winser" userId="c3146a91-e6bd-4264-bd86-e164e04bc32d" providerId="ADAL" clId="{1CA9B771-4459-4015-BB09-7ED0E0903D93}" dt="2024-08-19T14:09:27.628" v="94" actId="1037"/>
          <ac:spMkLst>
            <pc:docMk/>
            <pc:sldMk cId="2272172193" sldId="352"/>
            <ac:spMk id="26" creationId="{4DE7CAB4-F44F-B4EC-5C45-D0213BEE44D2}"/>
          </ac:spMkLst>
        </pc:spChg>
        <pc:spChg chg="mod">
          <ac:chgData name="Paul Winser" userId="c3146a91-e6bd-4264-bd86-e164e04bc32d" providerId="ADAL" clId="{1CA9B771-4459-4015-BB09-7ED0E0903D93}" dt="2024-08-19T14:09:27.628" v="94" actId="1037"/>
          <ac:spMkLst>
            <pc:docMk/>
            <pc:sldMk cId="2272172193" sldId="352"/>
            <ac:spMk id="41" creationId="{52830193-790C-6FD9-1EE1-4CCAB3C731D8}"/>
          </ac:spMkLst>
        </pc:spChg>
        <pc:spChg chg="mod">
          <ac:chgData name="Paul Winser" userId="c3146a91-e6bd-4264-bd86-e164e04bc32d" providerId="ADAL" clId="{1CA9B771-4459-4015-BB09-7ED0E0903D93}" dt="2024-08-19T14:09:27.628" v="94" actId="1037"/>
          <ac:spMkLst>
            <pc:docMk/>
            <pc:sldMk cId="2272172193" sldId="352"/>
            <ac:spMk id="43" creationId="{C8788D17-ED0C-AB2E-743C-CA63D3A8E12B}"/>
          </ac:spMkLst>
        </pc:spChg>
        <pc:spChg chg="mod">
          <ac:chgData name="Paul Winser" userId="c3146a91-e6bd-4264-bd86-e164e04bc32d" providerId="ADAL" clId="{1CA9B771-4459-4015-BB09-7ED0E0903D93}" dt="2024-08-19T14:09:27.628" v="94" actId="1037"/>
          <ac:spMkLst>
            <pc:docMk/>
            <pc:sldMk cId="2272172193" sldId="352"/>
            <ac:spMk id="55" creationId="{20754C18-002C-2A13-0D26-DC896318B390}"/>
          </ac:spMkLst>
        </pc:spChg>
        <pc:spChg chg="mod">
          <ac:chgData name="Paul Winser" userId="c3146a91-e6bd-4264-bd86-e164e04bc32d" providerId="ADAL" clId="{1CA9B771-4459-4015-BB09-7ED0E0903D93}" dt="2024-08-19T14:09:27.628" v="94" actId="1037"/>
          <ac:spMkLst>
            <pc:docMk/>
            <pc:sldMk cId="2272172193" sldId="352"/>
            <ac:spMk id="62" creationId="{3D0FCE5F-99C3-9412-948C-CB68AE2F2413}"/>
          </ac:spMkLst>
        </pc:spChg>
        <pc:graphicFrameChg chg="mod">
          <ac:chgData name="Paul Winser" userId="c3146a91-e6bd-4264-bd86-e164e04bc32d" providerId="ADAL" clId="{1CA9B771-4459-4015-BB09-7ED0E0903D93}" dt="2024-08-19T14:09:27.628" v="94" actId="1037"/>
          <ac:graphicFrameMkLst>
            <pc:docMk/>
            <pc:sldMk cId="2272172193" sldId="352"/>
            <ac:graphicFrameMk id="2" creationId="{27191C75-F87A-6F2E-BDDA-4869F06CC453}"/>
          </ac:graphicFrameMkLst>
        </pc:graphicFrameChg>
        <pc:cxnChg chg="mod">
          <ac:chgData name="Paul Winser" userId="c3146a91-e6bd-4264-bd86-e164e04bc32d" providerId="ADAL" clId="{1CA9B771-4459-4015-BB09-7ED0E0903D93}" dt="2024-08-19T14:09:27.628" v="94" actId="1037"/>
          <ac:cxnSpMkLst>
            <pc:docMk/>
            <pc:sldMk cId="2272172193" sldId="352"/>
            <ac:cxnSpMk id="7" creationId="{1D375179-F27D-F7F4-BB50-9BA2340ECE07}"/>
          </ac:cxnSpMkLst>
        </pc:cxnChg>
        <pc:cxnChg chg="mod">
          <ac:chgData name="Paul Winser" userId="c3146a91-e6bd-4264-bd86-e164e04bc32d" providerId="ADAL" clId="{1CA9B771-4459-4015-BB09-7ED0E0903D93}" dt="2024-08-19T14:09:27.628" v="94" actId="1037"/>
          <ac:cxnSpMkLst>
            <pc:docMk/>
            <pc:sldMk cId="2272172193" sldId="352"/>
            <ac:cxnSpMk id="37" creationId="{B7D6E90C-5695-5ED0-7FB2-4E84BDF6B5B7}"/>
          </ac:cxnSpMkLst>
        </pc:cxnChg>
        <pc:cxnChg chg="mod">
          <ac:chgData name="Paul Winser" userId="c3146a91-e6bd-4264-bd86-e164e04bc32d" providerId="ADAL" clId="{1CA9B771-4459-4015-BB09-7ED0E0903D93}" dt="2024-08-19T14:09:27.628" v="94" actId="1037"/>
          <ac:cxnSpMkLst>
            <pc:docMk/>
            <pc:sldMk cId="2272172193" sldId="352"/>
            <ac:cxnSpMk id="44" creationId="{3085F791-9514-B3FF-2AE8-035670E9AB98}"/>
          </ac:cxnSpMkLst>
        </pc:cxnChg>
        <pc:cxnChg chg="mod">
          <ac:chgData name="Paul Winser" userId="c3146a91-e6bd-4264-bd86-e164e04bc32d" providerId="ADAL" clId="{1CA9B771-4459-4015-BB09-7ED0E0903D93}" dt="2024-08-19T14:09:27.628" v="94" actId="1037"/>
          <ac:cxnSpMkLst>
            <pc:docMk/>
            <pc:sldMk cId="2272172193" sldId="352"/>
            <ac:cxnSpMk id="63" creationId="{916B1F3C-CB2E-1BC6-D128-54618D60A9EA}"/>
          </ac:cxnSpMkLst>
        </pc:cxnChg>
      </pc:sldChg>
      <pc:sldChg chg="modSp">
        <pc:chgData name="Paul Winser" userId="c3146a91-e6bd-4264-bd86-e164e04bc32d" providerId="ADAL" clId="{1CA9B771-4459-4015-BB09-7ED0E0903D93}" dt="2024-08-19T14:06:24.618" v="47" actId="2711"/>
        <pc:sldMkLst>
          <pc:docMk/>
          <pc:sldMk cId="1606820529" sldId="356"/>
        </pc:sldMkLst>
        <pc:spChg chg="mod">
          <ac:chgData name="Paul Winser" userId="c3146a91-e6bd-4264-bd86-e164e04bc32d" providerId="ADAL" clId="{1CA9B771-4459-4015-BB09-7ED0E0903D93}" dt="2024-08-19T14:06:24.618" v="47" actId="2711"/>
          <ac:spMkLst>
            <pc:docMk/>
            <pc:sldMk cId="1606820529" sldId="356"/>
            <ac:spMk id="14" creationId="{402214DB-9CBE-89F7-68B0-C56E77734A74}"/>
          </ac:spMkLst>
        </pc:spChg>
      </pc:sldChg>
      <pc:sldChg chg="modSp mod">
        <pc:chgData name="Paul Winser" userId="c3146a91-e6bd-4264-bd86-e164e04bc32d" providerId="ADAL" clId="{1CA9B771-4459-4015-BB09-7ED0E0903D93}" dt="2024-08-19T14:05:55.276" v="44" actId="1037"/>
        <pc:sldMkLst>
          <pc:docMk/>
          <pc:sldMk cId="114654061" sldId="358"/>
        </pc:sldMkLst>
        <pc:spChg chg="mod">
          <ac:chgData name="Paul Winser" userId="c3146a91-e6bd-4264-bd86-e164e04bc32d" providerId="ADAL" clId="{1CA9B771-4459-4015-BB09-7ED0E0903D93}" dt="2024-08-19T14:05:55.276" v="44" actId="1037"/>
          <ac:spMkLst>
            <pc:docMk/>
            <pc:sldMk cId="114654061" sldId="358"/>
            <ac:spMk id="4" creationId="{56DB19B4-580D-101A-CC4F-FFF5EA827FF9}"/>
          </ac:spMkLst>
        </pc:spChg>
        <pc:spChg chg="mod">
          <ac:chgData name="Paul Winser" userId="c3146a91-e6bd-4264-bd86-e164e04bc32d" providerId="ADAL" clId="{1CA9B771-4459-4015-BB09-7ED0E0903D93}" dt="2024-08-19T14:05:55.276" v="44" actId="1037"/>
          <ac:spMkLst>
            <pc:docMk/>
            <pc:sldMk cId="114654061" sldId="358"/>
            <ac:spMk id="5" creationId="{6E5FE468-34F9-2E57-9FB6-7DA24594B609}"/>
          </ac:spMkLst>
        </pc:spChg>
      </pc:sldChg>
      <pc:sldChg chg="modSp mod">
        <pc:chgData name="Paul Winser" userId="c3146a91-e6bd-4264-bd86-e164e04bc32d" providerId="ADAL" clId="{1CA9B771-4459-4015-BB09-7ED0E0903D93}" dt="2024-08-19T14:07:10.862" v="54" actId="1076"/>
        <pc:sldMkLst>
          <pc:docMk/>
          <pc:sldMk cId="1493981163" sldId="359"/>
        </pc:sldMkLst>
        <pc:grpChg chg="mod">
          <ac:chgData name="Paul Winser" userId="c3146a91-e6bd-4264-bd86-e164e04bc32d" providerId="ADAL" clId="{1CA9B771-4459-4015-BB09-7ED0E0903D93}" dt="2024-08-19T14:07:10.862" v="54" actId="1076"/>
          <ac:grpSpMkLst>
            <pc:docMk/>
            <pc:sldMk cId="1493981163" sldId="359"/>
            <ac:grpSpMk id="10" creationId="{201E6765-6CC5-82F9-8E69-F645DA22EC9C}"/>
          </ac:grpSpMkLst>
        </pc:grpChg>
        <pc:graphicFrameChg chg="modGraphic">
          <ac:chgData name="Paul Winser" userId="c3146a91-e6bd-4264-bd86-e164e04bc32d" providerId="ADAL" clId="{1CA9B771-4459-4015-BB09-7ED0E0903D93}" dt="2024-08-19T14:06:50.625" v="50" actId="14100"/>
          <ac:graphicFrameMkLst>
            <pc:docMk/>
            <pc:sldMk cId="1493981163" sldId="359"/>
            <ac:graphicFrameMk id="2" creationId="{0F05A39F-6C8F-1437-29C9-AB94B7F38B72}"/>
          </ac:graphicFrameMkLst>
        </pc:graphicFrameChg>
      </pc:sldChg>
      <pc:sldChg chg="modSp mod">
        <pc:chgData name="Paul Winser" userId="c3146a91-e6bd-4264-bd86-e164e04bc32d" providerId="ADAL" clId="{1CA9B771-4459-4015-BB09-7ED0E0903D93}" dt="2024-08-19T14:05:33.943" v="41" actId="14100"/>
        <pc:sldMkLst>
          <pc:docMk/>
          <pc:sldMk cId="1013864512" sldId="361"/>
        </pc:sldMkLst>
        <pc:spChg chg="mod">
          <ac:chgData name="Paul Winser" userId="c3146a91-e6bd-4264-bd86-e164e04bc32d" providerId="ADAL" clId="{1CA9B771-4459-4015-BB09-7ED0E0903D93}" dt="2024-08-19T14:05:33.943" v="41" actId="14100"/>
          <ac:spMkLst>
            <pc:docMk/>
            <pc:sldMk cId="1013864512" sldId="361"/>
            <ac:spMk id="34820" creationId="{00A035C0-223E-DD77-4285-8CDBCBF02664}"/>
          </ac:spMkLst>
        </pc:spChg>
      </pc:sldChg>
      <pc:sldChg chg="ord">
        <pc:chgData name="Paul Winser" userId="c3146a91-e6bd-4264-bd86-e164e04bc32d" providerId="ADAL" clId="{1CA9B771-4459-4015-BB09-7ED0E0903D93}" dt="2024-08-19T14:08:05.472" v="61"/>
        <pc:sldMkLst>
          <pc:docMk/>
          <pc:sldMk cId="850674827" sldId="366"/>
        </pc:sldMkLst>
      </pc:sldChg>
      <pc:sldChg chg="delSp modSp mod">
        <pc:chgData name="Paul Winser" userId="c3146a91-e6bd-4264-bd86-e164e04bc32d" providerId="ADAL" clId="{1CA9B771-4459-4015-BB09-7ED0E0903D93}" dt="2024-08-19T14:09:13.277" v="88" actId="1076"/>
        <pc:sldMkLst>
          <pc:docMk/>
          <pc:sldMk cId="643327456" sldId="370"/>
        </pc:sldMkLst>
        <pc:spChg chg="mod">
          <ac:chgData name="Paul Winser" userId="c3146a91-e6bd-4264-bd86-e164e04bc32d" providerId="ADAL" clId="{1CA9B771-4459-4015-BB09-7ED0E0903D93}" dt="2024-08-19T14:09:13.277" v="88" actId="1076"/>
          <ac:spMkLst>
            <pc:docMk/>
            <pc:sldMk cId="643327456" sldId="370"/>
            <ac:spMk id="2" creationId="{CD2A9865-351F-15FD-D99D-CCEB715B1A9A}"/>
          </ac:spMkLst>
        </pc:spChg>
        <pc:grpChg chg="mod">
          <ac:chgData name="Paul Winser" userId="c3146a91-e6bd-4264-bd86-e164e04bc32d" providerId="ADAL" clId="{1CA9B771-4459-4015-BB09-7ED0E0903D93}" dt="2024-08-19T14:09:13.277" v="88" actId="1076"/>
          <ac:grpSpMkLst>
            <pc:docMk/>
            <pc:sldMk cId="643327456" sldId="370"/>
            <ac:grpSpMk id="15" creationId="{B17B9F57-A852-EDE4-7560-4F56611DF2E8}"/>
          </ac:grpSpMkLst>
        </pc:grpChg>
        <pc:graphicFrameChg chg="mod">
          <ac:chgData name="Paul Winser" userId="c3146a91-e6bd-4264-bd86-e164e04bc32d" providerId="ADAL" clId="{1CA9B771-4459-4015-BB09-7ED0E0903D93}" dt="2024-08-19T14:09:13.277" v="88" actId="1076"/>
          <ac:graphicFrameMkLst>
            <pc:docMk/>
            <pc:sldMk cId="643327456" sldId="370"/>
            <ac:graphicFrameMk id="8" creationId="{435F181C-3062-77BA-BF76-40504A80C680}"/>
          </ac:graphicFrameMkLst>
        </pc:graphicFrameChg>
        <pc:picChg chg="del">
          <ac:chgData name="Paul Winser" userId="c3146a91-e6bd-4264-bd86-e164e04bc32d" providerId="ADAL" clId="{1CA9B771-4459-4015-BB09-7ED0E0903D93}" dt="2024-08-19T14:09:08.596" v="87" actId="478"/>
          <ac:picMkLst>
            <pc:docMk/>
            <pc:sldMk cId="643327456" sldId="370"/>
            <ac:picMk id="7169" creationId="{D4608A0D-8B63-CA21-EC4E-A6E5967781B2}"/>
          </ac:picMkLst>
        </pc:picChg>
      </pc:sldChg>
      <pc:sldChg chg="addSp delSp modSp mod">
        <pc:chgData name="Paul Winser" userId="c3146a91-e6bd-4264-bd86-e164e04bc32d" providerId="ADAL" clId="{1CA9B771-4459-4015-BB09-7ED0E0903D93}" dt="2024-08-20T17:00:57.828" v="223" actId="1076"/>
        <pc:sldMkLst>
          <pc:docMk/>
          <pc:sldMk cId="175654089" sldId="372"/>
        </pc:sldMkLst>
        <pc:spChg chg="mod">
          <ac:chgData name="Paul Winser" userId="c3146a91-e6bd-4264-bd86-e164e04bc32d" providerId="ADAL" clId="{1CA9B771-4459-4015-BB09-7ED0E0903D93}" dt="2024-08-19T14:10:46.923" v="123" actId="20577"/>
          <ac:spMkLst>
            <pc:docMk/>
            <pc:sldMk cId="175654089" sldId="372"/>
            <ac:spMk id="30722" creationId="{5A86376C-CBB6-29CE-44CD-C70A532E719A}"/>
          </ac:spMkLst>
        </pc:spChg>
        <pc:picChg chg="del">
          <ac:chgData name="Paul Winser" userId="c3146a91-e6bd-4264-bd86-e164e04bc32d" providerId="ADAL" clId="{1CA9B771-4459-4015-BB09-7ED0E0903D93}" dt="2024-08-20T17:00:50.825" v="218" actId="478"/>
          <ac:picMkLst>
            <pc:docMk/>
            <pc:sldMk cId="175654089" sldId="372"/>
            <ac:picMk id="2" creationId="{36C43E17-4132-0553-9C55-1E769077A397}"/>
          </ac:picMkLst>
        </pc:picChg>
        <pc:picChg chg="add mod">
          <ac:chgData name="Paul Winser" userId="c3146a91-e6bd-4264-bd86-e164e04bc32d" providerId="ADAL" clId="{1CA9B771-4459-4015-BB09-7ED0E0903D93}" dt="2024-08-20T17:00:57.828" v="223" actId="1076"/>
          <ac:picMkLst>
            <pc:docMk/>
            <pc:sldMk cId="175654089" sldId="372"/>
            <ac:picMk id="4" creationId="{81D39F96-9F0E-14E8-E9BA-36B0760F94EF}"/>
          </ac:picMkLst>
        </pc:picChg>
      </pc:sldChg>
      <pc:sldChg chg="addSp delSp modSp mod">
        <pc:chgData name="Paul Winser" userId="c3146a91-e6bd-4264-bd86-e164e04bc32d" providerId="ADAL" clId="{1CA9B771-4459-4015-BB09-7ED0E0903D93}" dt="2024-08-20T17:00:09.636" v="204" actId="1076"/>
        <pc:sldMkLst>
          <pc:docMk/>
          <pc:sldMk cId="3729413707" sldId="373"/>
        </pc:sldMkLst>
        <pc:spChg chg="mod">
          <ac:chgData name="Paul Winser" userId="c3146a91-e6bd-4264-bd86-e164e04bc32d" providerId="ADAL" clId="{1CA9B771-4459-4015-BB09-7ED0E0903D93}" dt="2024-08-20T17:00:05.882" v="202" actId="1076"/>
          <ac:spMkLst>
            <pc:docMk/>
            <pc:sldMk cId="3729413707" sldId="373"/>
            <ac:spMk id="3" creationId="{0993C104-E9C6-2E00-1BA1-77D25969A224}"/>
          </ac:spMkLst>
        </pc:spChg>
        <pc:spChg chg="mod">
          <ac:chgData name="Paul Winser" userId="c3146a91-e6bd-4264-bd86-e164e04bc32d" providerId="ADAL" clId="{1CA9B771-4459-4015-BB09-7ED0E0903D93}" dt="2024-08-20T17:00:08.097" v="203" actId="1076"/>
          <ac:spMkLst>
            <pc:docMk/>
            <pc:sldMk cId="3729413707" sldId="373"/>
            <ac:spMk id="17" creationId="{E45E9BA5-37EE-8706-74D4-63AC5F52C49C}"/>
          </ac:spMkLst>
        </pc:spChg>
        <pc:picChg chg="add mod">
          <ac:chgData name="Paul Winser" userId="c3146a91-e6bd-4264-bd86-e164e04bc32d" providerId="ADAL" clId="{1CA9B771-4459-4015-BB09-7ED0E0903D93}" dt="2024-08-20T17:00:09.636" v="204" actId="1076"/>
          <ac:picMkLst>
            <pc:docMk/>
            <pc:sldMk cId="3729413707" sldId="373"/>
            <ac:picMk id="4" creationId="{41CD703C-17DB-8B66-FD8A-0D9404BE2933}"/>
          </ac:picMkLst>
        </pc:picChg>
        <pc:picChg chg="del mod">
          <ac:chgData name="Paul Winser" userId="c3146a91-e6bd-4264-bd86-e164e04bc32d" providerId="ADAL" clId="{1CA9B771-4459-4015-BB09-7ED0E0903D93}" dt="2024-08-20T16:59:43.071" v="190" actId="478"/>
          <ac:picMkLst>
            <pc:docMk/>
            <pc:sldMk cId="3729413707" sldId="373"/>
            <ac:picMk id="15" creationId="{C78C4898-C113-C630-9427-8927DAE55616}"/>
          </ac:picMkLst>
        </pc:picChg>
      </pc:sldChg>
      <pc:sldChg chg="addSp delSp modSp mod">
        <pc:chgData name="Paul Winser" userId="c3146a91-e6bd-4264-bd86-e164e04bc32d" providerId="ADAL" clId="{1CA9B771-4459-4015-BB09-7ED0E0903D93}" dt="2024-08-20T16:58:49.929" v="171" actId="1076"/>
        <pc:sldMkLst>
          <pc:docMk/>
          <pc:sldMk cId="490189605" sldId="375"/>
        </pc:sldMkLst>
        <pc:picChg chg="del mod">
          <ac:chgData name="Paul Winser" userId="c3146a91-e6bd-4264-bd86-e164e04bc32d" providerId="ADAL" clId="{1CA9B771-4459-4015-BB09-7ED0E0903D93}" dt="2024-08-20T16:58:45.521" v="167" actId="478"/>
          <ac:picMkLst>
            <pc:docMk/>
            <pc:sldMk cId="490189605" sldId="375"/>
            <ac:picMk id="6" creationId="{10470A80-AD46-2065-009D-0C83F180D841}"/>
          </ac:picMkLst>
        </pc:picChg>
        <pc:picChg chg="add mod">
          <ac:chgData name="Paul Winser" userId="c3146a91-e6bd-4264-bd86-e164e04bc32d" providerId="ADAL" clId="{1CA9B771-4459-4015-BB09-7ED0E0903D93}" dt="2024-08-20T16:58:49.929" v="171" actId="1076"/>
          <ac:picMkLst>
            <pc:docMk/>
            <pc:sldMk cId="490189605" sldId="375"/>
            <ac:picMk id="10" creationId="{5EBB1B6D-0BC4-8B37-C86C-BC4CDB4845F4}"/>
          </ac:picMkLst>
        </pc:picChg>
      </pc:sldChg>
      <pc:sldChg chg="modSp add mod modTransition">
        <pc:chgData name="Paul Winser" userId="c3146a91-e6bd-4264-bd86-e164e04bc32d" providerId="ADAL" clId="{1CA9B771-4459-4015-BB09-7ED0E0903D93}" dt="2024-08-20T16:32:29.027" v="128" actId="113"/>
        <pc:sldMkLst>
          <pc:docMk/>
          <pc:sldMk cId="0" sldId="402"/>
        </pc:sldMkLst>
        <pc:spChg chg="mod">
          <ac:chgData name="Paul Winser" userId="c3146a91-e6bd-4264-bd86-e164e04bc32d" providerId="ADAL" clId="{1CA9B771-4459-4015-BB09-7ED0E0903D93}" dt="2024-08-20T16:32:29.027" v="128" actId="113"/>
          <ac:spMkLst>
            <pc:docMk/>
            <pc:sldMk cId="0" sldId="402"/>
            <ac:spMk id="2" creationId="{571ED6DB-1193-D7D6-14BD-76307D6EBFD2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93AB728B-EDDE-A6C5-D196-B3077ECC9741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r" rtl="1" eaLnBrk="1" hangingPunct="1">
              <a:defRPr sz="12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C1A56322-4069-E1FA-88E7-034F66FE7B8C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r" rtl="1" eaLnBrk="1" hangingPunct="1">
              <a:defRPr sz="12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27652" name="Rectangle 4">
            <a:extLst>
              <a:ext uri="{FF2B5EF4-FFF2-40B4-BE49-F238E27FC236}">
                <a16:creationId xmlns:a16="http://schemas.microsoft.com/office/drawing/2014/main" id="{C5D99386-CD4E-9616-9887-3542DB3323EA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01" name="Rectangle 5">
            <a:extLst>
              <a:ext uri="{FF2B5EF4-FFF2-40B4-BE49-F238E27FC236}">
                <a16:creationId xmlns:a16="http://schemas.microsoft.com/office/drawing/2014/main" id="{A535B185-CC76-5645-CC21-C267467C34E3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lvl="0" rtl="1"/>
            <a:r>
              <a:rPr lang="ar" noProof="0" dirty="0"/>
              <a:t>Click to edit Master text styles</a:t>
            </a:r>
          </a:p>
          <a:p>
            <a:pPr lvl="1" rtl="1"/>
            <a:r>
              <a:rPr lang="ar" noProof="0" dirty="0"/>
              <a:t>Second level</a:t>
            </a:r>
          </a:p>
          <a:p>
            <a:pPr lvl="2" rtl="1"/>
            <a:r>
              <a:rPr lang="ar" noProof="0" dirty="0"/>
              <a:t>Third level</a:t>
            </a:r>
          </a:p>
          <a:p>
            <a:pPr lvl="3" rtl="1"/>
            <a:r>
              <a:rPr lang="ar" noProof="0" dirty="0"/>
              <a:t>Fourth level</a:t>
            </a:r>
          </a:p>
          <a:p>
            <a:pPr lvl="4" rtl="1"/>
            <a:r>
              <a:rPr lang="ar" noProof="0" dirty="0"/>
              <a:t>Fifth level</a:t>
            </a:r>
          </a:p>
        </p:txBody>
      </p:sp>
      <p:sp>
        <p:nvSpPr>
          <p:cNvPr id="4102" name="Rectangle 6">
            <a:extLst>
              <a:ext uri="{FF2B5EF4-FFF2-40B4-BE49-F238E27FC236}">
                <a16:creationId xmlns:a16="http://schemas.microsoft.com/office/drawing/2014/main" id="{C151C7C9-7DD8-CB43-3488-140DE9ADA703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rtlCol="1" anchor="b" anchorCtr="0" compatLnSpc="1">
            <a:prstTxWarp prst="textNoShape">
              <a:avLst/>
            </a:prstTxWarp>
          </a:bodyPr>
          <a:lstStyle>
            <a:lvl1pPr algn="r" rtl="1" eaLnBrk="1" hangingPunct="1">
              <a:defRPr sz="12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4103" name="Rectangle 7">
            <a:extLst>
              <a:ext uri="{FF2B5EF4-FFF2-40B4-BE49-F238E27FC236}">
                <a16:creationId xmlns:a16="http://schemas.microsoft.com/office/drawing/2014/main" id="{0EA804D7-B145-B6C4-EAF9-FBA810DF658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rtlCol="1" anchor="b" anchorCtr="0" compatLnSpc="1">
            <a:prstTxWarp prst="textNoShape">
              <a:avLst/>
            </a:prstTxWarp>
          </a:bodyPr>
          <a:lstStyle>
            <a:lvl1pPr algn="r" rtl="1" eaLnBrk="1" hangingPunct="1">
              <a:defRPr sz="12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>
              <a:defRPr/>
            </a:pPr>
            <a:fld id="{4D3E6F70-5D4D-4B7F-8590-7D87CFB0B671}" type="slidenum">
              <a:rPr lang="en-GB" altLang="en-US" smtClean="0"/>
              <a:pPr>
                <a:defRPr/>
              </a:pPr>
              <a:t>‹#›</a:t>
            </a:fld>
            <a:endParaRPr lang="en-GB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Sakkal Majalla" panose="02000000000000000000" pitchFamily="2" charset="-78"/>
        <a:ea typeface="+mn-ea"/>
        <a:cs typeface="Sakkal Majalla" panose="02000000000000000000" pitchFamily="2" charset="-78"/>
      </a:defRPr>
    </a:lvl1pPr>
    <a:lvl2pPr marL="457200"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Sakkal Majalla" panose="02000000000000000000" pitchFamily="2" charset="-78"/>
        <a:ea typeface="+mn-ea"/>
        <a:cs typeface="Sakkal Majalla" panose="02000000000000000000" pitchFamily="2" charset="-78"/>
      </a:defRPr>
    </a:lvl2pPr>
    <a:lvl3pPr marL="914400"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Sakkal Majalla" panose="02000000000000000000" pitchFamily="2" charset="-78"/>
        <a:ea typeface="+mn-ea"/>
        <a:cs typeface="Sakkal Majalla" panose="02000000000000000000" pitchFamily="2" charset="-78"/>
      </a:defRPr>
    </a:lvl3pPr>
    <a:lvl4pPr marL="1371600"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Sakkal Majalla" panose="02000000000000000000" pitchFamily="2" charset="-78"/>
        <a:ea typeface="+mn-ea"/>
        <a:cs typeface="Sakkal Majalla" panose="02000000000000000000" pitchFamily="2" charset="-78"/>
      </a:defRPr>
    </a:lvl4pPr>
    <a:lvl5pPr marL="1828800"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Sakkal Majalla" panose="02000000000000000000" pitchFamily="2" charset="-78"/>
        <a:ea typeface="+mn-ea"/>
        <a:cs typeface="Sakkal Majalla" panose="02000000000000000000" pitchFamily="2" charset="-78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Slide Image Placeholder 1">
            <a:extLst>
              <a:ext uri="{FF2B5EF4-FFF2-40B4-BE49-F238E27FC236}">
                <a16:creationId xmlns:a16="http://schemas.microsoft.com/office/drawing/2014/main" id="{F5058D73-7FD6-09C5-76B9-3C505DF2D38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698" name="Notes Placeholder 2">
            <a:extLst>
              <a:ext uri="{FF2B5EF4-FFF2-40B4-BE49-F238E27FC236}">
                <a16:creationId xmlns:a16="http://schemas.microsoft.com/office/drawing/2014/main" id="{12D40D7A-D6BB-CE8D-DF00-54DBA2F5CDC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marL="0" marR="0" lvl="0" indent="0" algn="l" defTabSz="914400" rtl="1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ar" b="1" i="0" u="none" strike="noStrike" dirty="0">
              <a:effectLst/>
              <a:latin typeface="Roboto" panose="020F0502020204030204" pitchFamily="34" charset="0"/>
            </a:endParaRPr>
          </a:p>
        </p:txBody>
      </p:sp>
      <p:sp>
        <p:nvSpPr>
          <p:cNvPr id="29699" name="Slide Number Placeholder 3">
            <a:extLst>
              <a:ext uri="{FF2B5EF4-FFF2-40B4-BE49-F238E27FC236}">
                <a16:creationId xmlns:a16="http://schemas.microsoft.com/office/drawing/2014/main" id="{3E420995-9E0A-E982-F791-9C9605CD7FA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9D6F72BC-0F0F-4CC6-9390-4A76262B3721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1</a:t>
            </a:fld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Slide Image Placeholder 1">
            <a:extLst>
              <a:ext uri="{FF2B5EF4-FFF2-40B4-BE49-F238E27FC236}">
                <a16:creationId xmlns:a16="http://schemas.microsoft.com/office/drawing/2014/main" id="{3D8168B1-514D-B744-0AB4-18F401D0F2E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6" name="Notes Placeholder 2">
            <a:extLst>
              <a:ext uri="{FF2B5EF4-FFF2-40B4-BE49-F238E27FC236}">
                <a16:creationId xmlns:a16="http://schemas.microsoft.com/office/drawing/2014/main" id="{2808C18D-CFC6-93E5-A579-22B817EE692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/>
          </a:p>
        </p:txBody>
      </p:sp>
      <p:sp>
        <p:nvSpPr>
          <p:cNvPr id="31747" name="Slide Number Placeholder 3">
            <a:extLst>
              <a:ext uri="{FF2B5EF4-FFF2-40B4-BE49-F238E27FC236}">
                <a16:creationId xmlns:a16="http://schemas.microsoft.com/office/drawing/2014/main" id="{D87B04DE-239C-3B08-3E65-22AF4B195E4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C03E5EE9-67E6-4917-B003-BB6C447A0174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2</a:t>
            </a:fld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algn="ctr" rtl="1"/>
            <a:endParaRPr lang="ar" b="1" i="0" u="none" strike="noStrike" dirty="0">
              <a:effectLst/>
              <a:latin typeface="Roboto" panose="02000000000000000000" pitchFamily="2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3</a:t>
            </a:fld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6CF29C-60F7-E1F0-AE41-5D88545712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Slide Image Placeholder 1">
            <a:extLst>
              <a:ext uri="{FF2B5EF4-FFF2-40B4-BE49-F238E27FC236}">
                <a16:creationId xmlns:a16="http://schemas.microsoft.com/office/drawing/2014/main" id="{51B65633-FCED-66C9-3BA4-DE4A782C6F9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6" name="Notes Placeholder 2">
            <a:extLst>
              <a:ext uri="{FF2B5EF4-FFF2-40B4-BE49-F238E27FC236}">
                <a16:creationId xmlns:a16="http://schemas.microsoft.com/office/drawing/2014/main" id="{DF231252-95A1-4000-F22A-64821FD97F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marL="0" marR="0" lvl="0" indent="0" algn="l" defTabSz="914400" rtl="1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GB" b="1" i="0" u="none" strike="noStrike" dirty="0">
              <a:effectLst/>
              <a:latin typeface="Roboto" panose="02000000000000000000" pitchFamily="2" charset="0"/>
            </a:endParaRPr>
          </a:p>
        </p:txBody>
      </p:sp>
      <p:sp>
        <p:nvSpPr>
          <p:cNvPr id="31747" name="Slide Number Placeholder 3">
            <a:extLst>
              <a:ext uri="{FF2B5EF4-FFF2-40B4-BE49-F238E27FC236}">
                <a16:creationId xmlns:a16="http://schemas.microsoft.com/office/drawing/2014/main" id="{6550F044-16E4-EA92-AF18-35300F7D36C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C03E5EE9-67E6-4917-B003-BB6C447A0174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4</a:t>
            </a:fld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9685392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7FBD45-6ADD-4D94-96EB-CA91E08A08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Slide Image Placeholder 1">
            <a:extLst>
              <a:ext uri="{FF2B5EF4-FFF2-40B4-BE49-F238E27FC236}">
                <a16:creationId xmlns:a16="http://schemas.microsoft.com/office/drawing/2014/main" id="{A41E9BB1-4D4A-665E-9F05-41EE7EC42A3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6" name="Notes Placeholder 2">
            <a:extLst>
              <a:ext uri="{FF2B5EF4-FFF2-40B4-BE49-F238E27FC236}">
                <a16:creationId xmlns:a16="http://schemas.microsoft.com/office/drawing/2014/main" id="{FF5EDE3B-470E-729E-E5A9-F1EFB2AE8CE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marL="0" marR="0" lvl="0" indent="0" algn="l" defTabSz="914400" rtl="1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ar" b="1" i="0" u="none" strike="noStrike" dirty="0">
                <a:effectLst/>
                <a:latin typeface="Roboto" panose="02000000000000000000" pitchFamily="2" charset="0"/>
              </a:rPr>
              <a:t>AL1471621</a:t>
            </a:r>
            <a:endParaRPr lang="en-GB" altLang="en-US" dirty="0"/>
          </a:p>
          <a:p>
            <a:pPr rtl="1"/>
            <a:endParaRPr lang="en-GB" altLang="en-US" dirty="0"/>
          </a:p>
        </p:txBody>
      </p:sp>
      <p:sp>
        <p:nvSpPr>
          <p:cNvPr id="31747" name="Slide Number Placeholder 3">
            <a:extLst>
              <a:ext uri="{FF2B5EF4-FFF2-40B4-BE49-F238E27FC236}">
                <a16:creationId xmlns:a16="http://schemas.microsoft.com/office/drawing/2014/main" id="{7610ED42-683C-D4A3-DF14-7BAF6F2E017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C03E5EE9-67E6-4917-B003-BB6C447A0174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5</a:t>
            </a:fld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77575438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AD2658-068E-7A76-5C5F-2748296E75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Slide Image Placeholder 1">
            <a:extLst>
              <a:ext uri="{FF2B5EF4-FFF2-40B4-BE49-F238E27FC236}">
                <a16:creationId xmlns:a16="http://schemas.microsoft.com/office/drawing/2014/main" id="{F14E00CC-40CE-1E62-FBD1-DDE6E563C2C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6" name="Notes Placeholder 2">
            <a:extLst>
              <a:ext uri="{FF2B5EF4-FFF2-40B4-BE49-F238E27FC236}">
                <a16:creationId xmlns:a16="http://schemas.microsoft.com/office/drawing/2014/main" id="{4E81B539-9697-6F57-4686-43FBE4295CA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ar" b="1" i="0" u="none" strike="noStrike" dirty="0">
              <a:effectLst/>
              <a:latin typeface="Roboto" panose="02000000000000000000" pitchFamily="2" charset="0"/>
            </a:endParaRPr>
          </a:p>
        </p:txBody>
      </p:sp>
      <p:sp>
        <p:nvSpPr>
          <p:cNvPr id="31747" name="Slide Number Placeholder 3">
            <a:extLst>
              <a:ext uri="{FF2B5EF4-FFF2-40B4-BE49-F238E27FC236}">
                <a16:creationId xmlns:a16="http://schemas.microsoft.com/office/drawing/2014/main" id="{E0517457-5679-C019-CBEB-8D980D96205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C03E5EE9-67E6-4917-B003-BB6C447A0174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6</a:t>
            </a:fld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421367574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Slide Image Placeholder 1">
            <a:extLst>
              <a:ext uri="{FF2B5EF4-FFF2-40B4-BE49-F238E27FC236}">
                <a16:creationId xmlns:a16="http://schemas.microsoft.com/office/drawing/2014/main" id="{067531E3-7725-4BFC-6978-A4907F20260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4" name="Notes Placeholder 2">
            <a:extLst>
              <a:ext uri="{FF2B5EF4-FFF2-40B4-BE49-F238E27FC236}">
                <a16:creationId xmlns:a16="http://schemas.microsoft.com/office/drawing/2014/main" id="{77188842-F5EB-8E4E-C61A-E4F41BF1A3C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/>
          </a:p>
        </p:txBody>
      </p:sp>
      <p:sp>
        <p:nvSpPr>
          <p:cNvPr id="33795" name="Slide Number Placeholder 3">
            <a:extLst>
              <a:ext uri="{FF2B5EF4-FFF2-40B4-BE49-F238E27FC236}">
                <a16:creationId xmlns:a16="http://schemas.microsoft.com/office/drawing/2014/main" id="{415CA19B-7BA9-BBB0-E62C-1C0DA5306B0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196034ED-D7F7-483D-8544-ED89FE784A02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7</a:t>
            </a:fld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6C28D6-90BE-56CB-A674-6BE2BB307E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F27FAA46-EF5B-101B-7E23-40E383AC3FE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16AB63F5-9176-FF99-DDC0-09537691987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/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AFAA6F9E-8ABC-0672-FECF-1796C37BCA4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8</a:t>
            </a:fld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09991844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/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9</a:t>
            </a:fld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56875142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21C38C-BF6E-4D5D-F187-A0B93D8901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16CAD6-BCC7-CBA2-4DA3-5E2A5FECADE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2F0564FB-B640-C8FD-EC8B-66599B814EE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marL="0" marR="0" lvl="0" indent="0" algn="l" defTabSz="914400" rtl="1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ar" b="1" i="0" u="none" strike="noStrike" dirty="0">
              <a:effectLst/>
              <a:latin typeface="Roboto" panose="02000000000000000000" pitchFamily="2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E9296082-AC17-1CB6-2B8C-8C6CD7D4219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10</a:t>
            </a:fld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7613880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67777D-7DC8-2CF6-F4CB-4351B96D20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70441836-7F06-529D-4407-A46B75EBF9A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9A3688E-A685-1FBE-0D93-8194B51B71B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r>
              <a:rPr lang="ar" dirty="0"/>
              <a:t> </a:t>
            </a: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E5FF7359-258A-6BF0-84BB-7E6DC027585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11</a:t>
            </a:fld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7632036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556BFE-3E99-6520-B3FD-C2AF5707C5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08F925BD-98C9-8A5C-0677-8EB8775886A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6C5B55E-69F8-A002-759E-95838E9C521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/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ACB4EA18-DDC0-9D28-1025-781698D622D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12</a:t>
            </a:fld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94635663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9BE904-7129-F4AB-5B55-C458D48BCF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6CF055BC-EE11-9F80-E574-9E2CD326B88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9F2D8E67-9655-1016-D1E6-A8E7E6C8755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/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357F9312-46EE-93E5-74B0-8D195BC4FB5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13</a:t>
            </a:fld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9166886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D07F9E-1A3C-D66B-E573-57F7D64806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14D1F4F0-BFAE-6BB6-67E3-1C9572913CA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1089103A-44B6-AEC0-0EEE-E39822765D9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/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E5BC7ED9-665A-F038-80EF-4542367994E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14</a:t>
            </a:fld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16170119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460FB6-FFB3-0E87-F617-A0C64D2AFA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1EA7F9CF-6B24-CAB9-4804-0AD9549D21A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4AF84D98-DA4D-3EAE-9083-387F9E48E34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b="0" dirty="0"/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19A10899-973A-E500-B56C-0D531FE8601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15</a:t>
            </a:fld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54921892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55B61F-B7CE-E548-89BD-84DE448805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FCD3DDBD-BDD8-37C2-9C21-940C4642BB0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C0C078CB-AD00-6D5E-8EA5-1017D4C866B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marL="0" marR="0" lvl="0" indent="0" algn="l" defTabSz="914400" rtl="1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GB" altLang="en-US" b="0" dirty="0"/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1295B4AF-D16E-524A-2A2A-0520BB601E8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16</a:t>
            </a:fld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03804064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/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17</a:t>
            </a:fld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47877466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/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18</a:t>
            </a:fld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409477461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BF610C-B5DB-B567-A2F9-9824F228AD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FCBE0742-E544-A1B0-C7F8-E2542D3711E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3E11EF99-65F7-9CEC-DB85-BC4EAD0AB3F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algn="ctr" rtl="1"/>
            <a:endParaRPr lang="en-GB" b="1" i="0" u="none" strike="noStrike" dirty="0">
              <a:effectLst/>
              <a:latin typeface="Roboto" panose="02000000000000000000" pitchFamily="2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77AC3A0D-8AE1-445A-9395-DEB659E766F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19</a:t>
            </a:fld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07698084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7FB0B1-B050-2FA6-FA5D-BACEBAD4A2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B45DE564-D1E8-1583-E711-B65EA4398B4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40496729-773B-FE29-0262-01835D8D3B5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marL="0" marR="0" lvl="0" indent="0" algn="l" defTabSz="914400" rtl="1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ar" b="1" i="0" u="none" strike="noStrike" dirty="0">
              <a:effectLst/>
              <a:latin typeface="Roboto" panose="020F050202020403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04C751E4-EDEB-9AC7-D45D-B9D53EFE22C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20</a:t>
            </a:fld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41379683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DDC32F-FF70-1DB1-A9F3-80A3443373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8DAA38D9-114A-E7CC-C9DC-BDF69B58FB5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926019EA-1C62-D8FD-3EC8-476B287A622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/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8A6B52F2-1C94-2C98-3293-4F8CD55F0E3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21</a:t>
            </a:fld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60029728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/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22</a:t>
            </a:fld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30098947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/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23</a:t>
            </a:fld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30196838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C3EC39-2E1C-1665-2C8C-D6712DDE63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3A49D7B1-395B-B134-9279-A6B3D19D0D4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34C9C49B-A053-C6B3-E87D-426AB801CC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/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023E7DE5-FB74-C5B5-E262-DDE1E071E0C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24</a:t>
            </a:fld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79033958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5E4F40-CD81-6C93-E87B-FC00EAF8FB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97BD20D6-971C-9787-76EE-9E884585124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7FEEEF58-A0CF-4992-185C-88921773597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/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8066E67D-0308-73ED-2290-0800730190C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25</a:t>
            </a:fld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26073910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B5B886-2F22-A433-F278-42C5D8B7F9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FF253710-5EF0-4AEC-050A-1BF882B3E33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D4023A13-4F49-C775-34DF-B9F56FE236D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r>
              <a:rPr lang="ar" dirty="0"/>
              <a:t>*The book has a table that shows profit/loss??? Page 45.</a:t>
            </a: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2443E80B-83E7-AD6D-6A6D-B6B3F2664BD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26</a:t>
            </a:fld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7528535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1EEFB5-C54C-7B58-7DD9-89E7BEB3B2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78782F34-7CBC-C267-72CF-E46FFD7A45E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6302FB1B-2C3C-FBCF-27BC-C35E872EC6F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/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BB6621BF-2348-3EB8-3841-26A7B1D280A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27</a:t>
            </a:fld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1200759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9C9CD7-EBCA-745F-1010-6CBC252359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CCFA5D-76D7-C2AC-8584-3056CC6B3D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323206-6E29-1679-381C-3733980927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1"/>
          <a:lstStyle/>
          <a:p>
            <a:pPr rt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04BD98-A3D9-DB66-C188-F71D473842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1"/>
          <a:lstStyle/>
          <a:p>
            <a:pPr rtl="1">
              <a:defRPr/>
            </a:pPr>
            <a:fld id="{4D3E6F70-5D4D-4B7F-8590-7D87CFB0B671}" type="slidenum">
              <a:rPr lang="en-GB" altLang="en-US" smtClean="0"/>
              <a:pPr>
                <a:defRPr/>
              </a:pPr>
              <a:t>28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70723311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BE8AC0-D78F-786B-27C9-9F8D59A78A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58544358-9F1B-FE7A-0753-E66A3CD6CAD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BC9C021A-6628-F975-E342-24A3B6C7AC5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/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80A8BEAD-52F8-FBDC-3F5A-91F7AD83264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29</a:t>
            </a:fld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430929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6DF43E-77A7-BD9B-36E4-F0579C5E1C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067362A2-A464-3FEF-6FF7-73419EF317F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2ABA676F-0A52-2248-C61E-75AEA94687A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/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96938539-6EEF-D9AE-7355-8A6A6CF026C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30</a:t>
            </a:fld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34060962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4D5B9F-227D-B4AF-A9EE-C2EDB302FB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3548A265-0423-C159-6A47-686C51DD116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331599D6-58EB-C61E-0CEB-817710807EF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/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E790FCF8-BEBF-9839-E453-6E5A5ECD91F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31</a:t>
            </a:fld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77221469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437827-F4C8-A5DC-F350-C0A6B99B94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2ACAE65B-0927-130C-DAA2-E33A166FAF3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44B18679-D14F-6EBE-D319-45A00A8DA51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/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8FBBCF80-5661-8D34-2457-59F93388AD7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32</a:t>
            </a:fld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71216428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1602B2-1AB3-8DEB-E36A-B53C648B09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4BED82D5-7224-9D88-A80E-000095EBF8A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373F0F-02A5-A375-70BC-8F36E4F14AE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marL="0" indent="0" rtl="1">
              <a:buFont typeface="Arial" panose="020B0604020202020204" pitchFamily="34" charset="0"/>
              <a:buNone/>
            </a:pPr>
            <a:endParaRPr lang="en-GB" altLang="en-US" dirty="0"/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63360346-B1A8-B441-1BF3-B47C688D1BA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33</a:t>
            </a:fld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2274113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5F2491-13A8-1090-936F-77D728D900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1CF6638D-92E8-E2CD-4168-B91653D1996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7874C96B-63C7-F006-5A6C-F3322AAEBB7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/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2C9B41A6-E3BE-47F9-6F67-3687A3A6115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34</a:t>
            </a:fld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31290652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97D5E7-4B20-2BDE-24E2-DD1E8188F9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7DEA0CF2-474F-C6A7-44BE-B71F8EBCFFE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19D86019-1DD7-2624-87A4-CFE3AB67E7B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/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655BF75E-A06A-F373-FA85-88D63C2071B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35</a:t>
            </a:fld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181256315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993A63-9B3E-D813-3439-93ED329FA1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F3D6BAEF-590E-0E93-D617-D75E842F335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E5CBF89B-95A6-A6E3-B9F5-4C5048D2138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/>
          </a:p>
          <a:p>
            <a:pPr marL="0" marR="0" lvl="0" indent="0" algn="l" defTabSz="914400" rtl="1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ar" sz="1200" b="0" dirty="0">
                <a:solidFill>
                  <a:schemeClr val="tx1"/>
                </a:solidFill>
                <a:effectLst/>
              </a:rPr>
              <a:t>Equity/owners capital</a:t>
            </a:r>
            <a:endParaRPr lang="en-GB" sz="1200" b="0" dirty="0"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rtl="1"/>
            <a:endParaRPr lang="en-GB" altLang="en-US" dirty="0"/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25F5473B-E988-80F3-34A3-F4E173B7FE6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36</a:t>
            </a:fld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400891973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1"/>
          <a:lstStyle/>
          <a:p>
            <a:pPr rt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 rtlCol="1"/>
          <a:lstStyle/>
          <a:p>
            <a:pPr rtl="1">
              <a:defRPr/>
            </a:pPr>
            <a:fld id="{4D3E6F70-5D4D-4B7F-8590-7D87CFB0B671}" type="slidenum">
              <a:rPr lang="en-GB" altLang="en-US" smtClean="0"/>
              <a:pPr>
                <a:defRPr/>
              </a:pPr>
              <a:t>37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236447525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E9871A-A767-CAE0-DB96-F3048E9957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5A1DD6D0-5542-19E9-B69D-22E12201E80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1189B6D3-F8D4-ED14-AAE6-C05770F5708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/>
          </a:p>
          <a:p>
            <a:pPr marL="0" marR="0" lvl="0" indent="0" algn="l" defTabSz="914400" rtl="1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ar" sz="1200" b="0" dirty="0">
                <a:solidFill>
                  <a:schemeClr val="tx1"/>
                </a:solidFill>
                <a:effectLst/>
              </a:rPr>
              <a:t>Equity/owners capital</a:t>
            </a:r>
            <a:endParaRPr lang="en-GB" sz="1200" b="0" dirty="0"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rtl="1"/>
            <a:endParaRPr lang="en-GB" altLang="en-US" dirty="0"/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91E1CC54-EBC8-5CE4-0927-C690F6E4C3D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38</a:t>
            </a:fld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037317015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AABD0D-5841-8DE0-5ABE-37E2291F9C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D7A30924-DA25-7CE9-99D5-04AD2F2F750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737C721A-E49C-9C5A-47AD-3B741D9B23A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/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0AA9F278-C38A-3748-76C8-2C9A22B9335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39</a:t>
            </a:fld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626274467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6EC08A-BD88-04DA-CC47-E57136E23A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676FA367-7BE0-873C-1888-45CEE73871D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9930A105-905E-043A-F179-14FD57DC781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/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D6DA26DE-9DA4-9B1A-324E-8A8AA0E73DC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40</a:t>
            </a:fld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317193448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175B72-5F95-7A66-6102-5CBB38FD84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AD6E7B19-6687-0D89-5A2A-43EA895BE09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980FDD5B-475B-89F8-DE9F-95908F0D55B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/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89FD11A6-3B61-C9F0-1F46-478DC7D2753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41</a:t>
            </a:fld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83130388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1"/>
          <a:lstStyle/>
          <a:p>
            <a:pPr rt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 rtlCol="1"/>
          <a:lstStyle/>
          <a:p>
            <a:pPr rtl="1">
              <a:defRPr/>
            </a:pPr>
            <a:fld id="{4D3E6F70-5D4D-4B7F-8590-7D87CFB0B671}" type="slidenum">
              <a:rPr lang="en-GB" altLang="en-US" smtClean="0"/>
              <a:pPr>
                <a:defRPr/>
              </a:pPr>
              <a:t>42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521142060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2CD088-2F13-B201-5AEA-8DBBD2A35D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1AC6E3D6-23F6-1BD9-645C-93F944DCF7D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D86E09B6-F899-5A62-6733-C20A9DD6CB8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/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549390F3-E393-310D-0AF9-51062142D77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43</a:t>
            </a:fld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773562313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6D118A-7DDF-51D6-30C9-C1214B2DD5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4D3A2EDD-0D75-94F4-88D6-0E30EF3B157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EAF63F17-0E55-D32B-1DE3-F6DE2CF78B6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/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E40DC43A-9A43-28EB-23E6-9A896E95040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44</a:t>
            </a:fld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371803539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E694C4-F7DC-B0A5-9456-33C189D13A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48813BC5-167D-77EE-5782-F0A82C20033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AC9004C3-417E-849D-9E95-EC2A2C446AD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/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33E41F08-8399-6CCA-4A49-BBBCFF3E640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45</a:t>
            </a:fld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80470241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35805C-5730-10A1-FA04-E1B7CA54EC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770C69BF-CB7E-E378-F5FF-F17A0443477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AA03221E-F291-B43F-3285-147617B076E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/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32C90390-8430-D190-9266-E4C1B5C955C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46</a:t>
            </a:fld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222121167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EBBF4A-1BA5-DF69-4E89-F282408DE1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2B61FEEF-8451-33BF-E6BB-EC7C7AFE7D3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A673A0A2-1974-B133-B4C3-EBE3F666338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/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794207B8-3EC1-A6BB-7470-CD77006B8DB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47</a:t>
            </a:fld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800650615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31DE20-7E4D-D07D-882C-CC33BA9A7B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74CE03E0-BF87-D566-1D21-230D7EB8D83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22477D68-8223-39B3-5715-60BBBDDDC9E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/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DF2EB73A-F633-F2B8-677A-69270535663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48</a:t>
            </a:fld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4231516708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1"/>
          <a:lstStyle/>
          <a:p>
            <a:pPr marL="171450" indent="-171450" rtl="1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 rtlCol="1"/>
          <a:lstStyle/>
          <a:p>
            <a:pPr rtl="1">
              <a:defRPr/>
            </a:pPr>
            <a:fld id="{4D3E6F70-5D4D-4B7F-8590-7D87CFB0B671}" type="slidenum">
              <a:rPr lang="en-GB" altLang="en-US" smtClean="0"/>
              <a:pPr>
                <a:defRPr/>
              </a:pPr>
              <a:t>49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412332773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15397F-344A-1D36-3008-2953D613F1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F214C55E-781F-41DD-14B5-2586CFE9F57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C44E2E0B-7F1A-2EBF-0347-900F88AA40D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/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CEC14E2F-495F-A2E5-5718-74054D39AA2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50</a:t>
            </a:fld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235040425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C149D9-2C82-A1C6-08EC-7FB2E4ED1B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DE3DBA69-0445-B34A-E414-47A3C50F9D3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785E760C-E7A5-9230-B25D-23E49CDDDC2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/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42EFE831-5AC9-69DB-5360-59899DBC23B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51</a:t>
            </a:fld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386686293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580D0B-56B7-F6A4-557D-CF36790F10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D0EB8D25-6D83-484B-1FDD-4AAA0E0C600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463E855F-42BB-4BAA-A5D2-11FE96803BD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/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0DFA9AAF-03CA-777B-37B1-05DFED70B65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52</a:t>
            </a:fld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680667366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97C09D-FB90-754A-24D4-C7224C7F82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43EEC50E-6495-BC92-FA08-BF57355AD08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A5D99BB-6315-0C9A-70FA-8640E3CB0CE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/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B29F657B-806E-AECC-858A-8840DE31415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53</a:t>
            </a:fld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447847619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72F89F-297F-F9B4-CAE7-EE93772DB0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7A7742A4-EBB6-D97D-1136-1E167505E27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1497045E-D79D-C728-C1C5-56C880A7309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/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A5AFA313-B138-5B63-5C52-E65D4CE9270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54</a:t>
            </a:fld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221243684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C27289-2FEC-D66B-BA3E-184651C024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E9E6FAB2-456E-BE06-86B4-DC5DF9CED7F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E8626FA4-3973-2CAF-619D-C932E02B1AA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/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4D845DB7-76D0-1CD0-EC27-9B57905C53E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55</a:t>
            </a:fld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4248163969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E1E252-229C-1012-6294-CD62C6B6A4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5C2EB698-6BC6-D64F-76CA-8FABF9A57C6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C0FF4FAC-421D-4C79-2169-2CC92B156BB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/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5FBEC7D4-A10A-7B73-D780-3340B4F203B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56</a:t>
            </a:fld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578352107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2DCA91-6CF7-FCA1-D8BB-B8D94D2091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E5A714CF-B9EF-7F32-1CC6-05170127BBF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6448ADBF-36FA-AF97-8A61-02853B04825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/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148637AB-2EBA-4831-757D-A892DEF110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57</a:t>
            </a:fld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737672798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67E8B5-0222-0F6D-4F34-1BFDFE8022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4CEB81FD-9D7F-68D4-25A4-0BD381ACFB7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E871F0D1-48A5-427B-8B47-3673DF15899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/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78EAA0D5-A6C9-A1F1-EE6B-8957F6305EC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58</a:t>
            </a:fld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772369548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FE239B-B75E-8346-7E86-3007E22D28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D5FDA9F6-6D08-EC17-E551-B0CFA07047E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AE74842E-13B9-9A90-4914-CD09657F754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marL="0" marR="0" lvl="0" indent="0" algn="l" defTabSz="914400" rtl="1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ar" b="1" i="0" u="none" strike="noStrike" dirty="0">
              <a:effectLst/>
              <a:latin typeface="Roboto" panose="02000000000000000000" pitchFamily="2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6E537DA0-3D83-53C4-4D8C-EBD5A40CB9F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59</a:t>
            </a:fld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043293975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ECDE73-FFFC-5F2E-CAC5-B2A056559F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23F5D641-3BBC-BB38-3B9A-3FBC7E199D3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20C3AF72-71C9-01CE-4057-22BDE90FF8B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marL="0" marR="0" lvl="0" indent="0" algn="l" defTabSz="914400" rtl="1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GB" b="1" i="0" u="none" strike="noStrike" dirty="0">
              <a:effectLst/>
              <a:latin typeface="Roboto" panose="02000000000000000000" pitchFamily="2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26E8F4F2-B15C-E1F9-A1A4-CE58655F2DE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60</a:t>
            </a:fld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641448136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5CD18A-B4A3-7768-CEB4-4890E364DB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2CAC802C-908E-E839-4277-B265032D368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7F40C6A6-0737-CF4E-596F-F04C485D1B9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/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B282D0A6-35BB-F27C-F3E3-20DE084529B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61</a:t>
            </a:fld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366821010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308BD8-6AD3-E852-12D4-99AA10A09F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2C8C83EE-D33D-6613-A0A1-AD9C49930FD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D01B4F4A-0AE7-C079-1D8A-2C211B5E461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marL="0" marR="0" lvl="0" indent="0" algn="l" defTabSz="914400" rtl="1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GB" b="1" i="0" u="none" strike="noStrike" dirty="0">
              <a:effectLst/>
              <a:latin typeface="Roboto" panose="02000000000000000000" pitchFamily="2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A1A78503-5B2C-00EC-AE4B-E9835BDDE38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62</a:t>
            </a:fld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541764355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C5F274-3E94-78B3-4936-4072296D2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AF9BC10C-CA28-013D-18D7-A68675346E8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9BE4513E-7F5A-E5F3-7117-EFBBF6CC752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marL="0" marR="0" lvl="0" indent="0" algn="l" defTabSz="914400" rtl="1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GB" b="1" i="0" u="none" strike="noStrike" dirty="0">
              <a:effectLst/>
              <a:latin typeface="Roboto" panose="02000000000000000000" pitchFamily="2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9B93D130-2404-C652-7F59-EB430FC3706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63</a:t>
            </a:fld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410736875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8832A0-1729-09B8-AADA-0CB2FCDCCC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BE770E96-77CA-A32A-C75D-CE1F961FF7A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5B3DA9EC-7F1C-C07A-7F63-21E944B4CA1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/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698164C9-306A-548B-4C14-543D2645845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64</a:t>
            </a:fld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957333110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396B2D-07D6-D4F6-63E3-AC2AED210F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E113130F-D2A5-296E-2F74-5C2702FBD0D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E679E37F-DB12-0CB5-3315-FEB430C1524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/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D579A407-605C-949E-8568-5F7319501A1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65</a:t>
            </a:fld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528133545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CDABF2-4243-0537-AAA7-1D671A3AA5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E66B7D6B-9AAD-1A7C-B435-86254580E0E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8FEF540F-628D-7305-4738-F9730F12DF8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/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0D77D157-F4BF-98CD-B4CC-135D75FAFD1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66</a:t>
            </a:fld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0659526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A7D1C9-FB8D-51EC-F675-914EDCB367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AEC10DED-8C4A-A8AE-5916-AA09C9C13B8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4868AE81-E7FD-B210-29C4-2AE3522CAD5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/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65BDD670-9D18-20F1-374B-7D650F26038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67</a:t>
            </a:fld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425604230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9A17D3-F0B9-D84A-364C-374D644671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1CCDEE8-F98C-227C-A0DB-C7AF240AFA6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748B8A2-023B-1169-20C9-76B73415F37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marL="0" marR="0" lvl="0" indent="0" algn="l" defTabSz="914400" rtl="1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GB" b="1" i="0" u="none" strike="noStrike" dirty="0">
              <a:effectLst/>
              <a:latin typeface="Roboto" panose="02000000000000000000" pitchFamily="2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9104719-70AA-C542-9CC8-858DAC07CC8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68</a:t>
            </a:fld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555954516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221242-D0E0-3452-9DB1-225E6EE376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Slide Image Placeholder 1">
            <a:extLst>
              <a:ext uri="{FF2B5EF4-FFF2-40B4-BE49-F238E27FC236}">
                <a16:creationId xmlns:a16="http://schemas.microsoft.com/office/drawing/2014/main" id="{7B47416D-FAA1-F20C-B362-2D70F8A0BB5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6" name="Notes Placeholder 2">
            <a:extLst>
              <a:ext uri="{FF2B5EF4-FFF2-40B4-BE49-F238E27FC236}">
                <a16:creationId xmlns:a16="http://schemas.microsoft.com/office/drawing/2014/main" id="{C10E4D8D-D2B4-4E1F-6B6D-06CC68D0D39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b="1" i="0" u="none" strike="noStrike" dirty="0">
              <a:effectLst/>
              <a:latin typeface="Roboto" panose="02000000000000000000" pitchFamily="2" charset="0"/>
            </a:endParaRPr>
          </a:p>
        </p:txBody>
      </p:sp>
      <p:sp>
        <p:nvSpPr>
          <p:cNvPr id="31747" name="Slide Number Placeholder 3">
            <a:extLst>
              <a:ext uri="{FF2B5EF4-FFF2-40B4-BE49-F238E27FC236}">
                <a16:creationId xmlns:a16="http://schemas.microsoft.com/office/drawing/2014/main" id="{1EFC3412-E6C2-E174-D863-6DC325E768D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C03E5EE9-67E6-4917-B003-BB6C447A0174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69</a:t>
            </a:fld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501318552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Slide Image Placeholder 1">
            <a:extLst>
              <a:ext uri="{FF2B5EF4-FFF2-40B4-BE49-F238E27FC236}">
                <a16:creationId xmlns:a16="http://schemas.microsoft.com/office/drawing/2014/main" id="{3D8168B1-514D-B744-0AB4-18F401D0F2E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6" name="Notes Placeholder 2">
            <a:extLst>
              <a:ext uri="{FF2B5EF4-FFF2-40B4-BE49-F238E27FC236}">
                <a16:creationId xmlns:a16="http://schemas.microsoft.com/office/drawing/2014/main" id="{2808C18D-CFC6-93E5-A579-22B817EE692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/>
          </a:p>
          <a:p>
            <a:pPr rtl="1"/>
            <a:endParaRPr lang="en-GB" altLang="en-US" dirty="0"/>
          </a:p>
        </p:txBody>
      </p:sp>
      <p:sp>
        <p:nvSpPr>
          <p:cNvPr id="31747" name="Slide Number Placeholder 3">
            <a:extLst>
              <a:ext uri="{FF2B5EF4-FFF2-40B4-BE49-F238E27FC236}">
                <a16:creationId xmlns:a16="http://schemas.microsoft.com/office/drawing/2014/main" id="{D87B04DE-239C-3B08-3E65-22AF4B195E4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C03E5EE9-67E6-4917-B003-BB6C447A0174}" type="slidenum">
              <a:rPr lang="en-GB" altLang="en-US" smtClean="0">
                <a:latin typeface="Sakkal Majalla" panose="02000000000000000000" pitchFamily="2" charset="-78"/>
                <a:cs typeface="Sakkal Majalla" panose="02000000000000000000" pitchFamily="2" charset="-78"/>
              </a:rPr>
              <a:pPr/>
              <a:t>70</a:t>
            </a:fld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6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6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7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7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7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7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7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7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7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7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7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8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8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0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0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0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0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0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0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0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0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0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1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1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1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1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1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1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1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1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2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2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2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ctrTitle"/>
          </p:nvPr>
        </p:nvSpPr>
        <p:spPr>
          <a:xfrm>
            <a:off x="0" y="2130425"/>
            <a:ext cx="9144000" cy="1470025"/>
          </a:xfrm>
          <a:prstGeom prst="rect">
            <a:avLst/>
          </a:prstGeom>
        </p:spPr>
        <p:txBody>
          <a:bodyPr rtlCol="1"/>
          <a:lstStyle>
            <a:lvl1pPr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 rtl="1"/>
            <a:r>
              <a:rPr lang="ar" dirty="0"/>
              <a:t>Unit X: xxxxxxxxxxxxxxxxxxxxx</a:t>
            </a:r>
            <a:endParaRPr lang="en-GB" altLang="en-US" dirty="0"/>
          </a:p>
        </p:txBody>
      </p:sp>
      <p:sp>
        <p:nvSpPr>
          <p:cNvPr id="7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rtlCol="1"/>
          <a:lstStyle>
            <a:lvl1pPr marL="0" indent="0" algn="ctr" rtl="1">
              <a:buNone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 rtl="1"/>
            <a:r>
              <a:rPr lang="ar" dirty="0"/>
              <a:t>Learning aim x</a:t>
            </a:r>
            <a:endParaRPr lang="en-US" alt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C6EB150E-6A8C-9996-298D-28DD3D2ABEF4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ar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0922775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457200" y="1195388"/>
            <a:ext cx="8229600" cy="863600"/>
          </a:xfrm>
          <a:prstGeom prst="rect">
            <a:avLst/>
          </a:prstGeom>
        </p:spPr>
        <p:txBody>
          <a:bodyPr rtlCol="1"/>
          <a:lstStyle>
            <a:lvl1pPr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 rtl="1"/>
            <a:r>
              <a:rPr lang="ar" dirty="0"/>
              <a:t>Heading</a:t>
            </a:r>
          </a:p>
        </p:txBody>
      </p:sp>
      <p:sp>
        <p:nvSpPr>
          <p:cNvPr id="6" name="Content Placeholder 6"/>
          <p:cNvSpPr>
            <a:spLocks noGrp="1"/>
          </p:cNvSpPr>
          <p:nvPr>
            <p:ph sz="half" idx="1"/>
          </p:nvPr>
        </p:nvSpPr>
        <p:spPr>
          <a:xfrm>
            <a:off x="468313" y="2212975"/>
            <a:ext cx="2303462" cy="3592513"/>
          </a:xfrm>
          <a:prstGeom prst="rect">
            <a:avLst/>
          </a:prstGeom>
        </p:spPr>
        <p:txBody>
          <a:bodyPr rtlCol="1"/>
          <a:lstStyle>
            <a:lvl1pPr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 rtl="1"/>
            <a:r>
              <a:rPr lang="ar" dirty="0"/>
              <a:t>Subhead</a:t>
            </a:r>
          </a:p>
          <a:p>
            <a:pPr rtl="1"/>
            <a:r>
              <a:rPr lang="ar" dirty="0"/>
              <a:t>Bullet text</a:t>
            </a:r>
          </a:p>
          <a:p>
            <a:pPr rtl="1"/>
            <a:endParaRPr lang="en-GB" dirty="0"/>
          </a:p>
        </p:txBody>
      </p:sp>
      <p:sp>
        <p:nvSpPr>
          <p:cNvPr id="7" name="Content Placeholder 6"/>
          <p:cNvSpPr>
            <a:spLocks noGrp="1"/>
          </p:cNvSpPr>
          <p:nvPr>
            <p:ph sz="half" idx="10"/>
          </p:nvPr>
        </p:nvSpPr>
        <p:spPr>
          <a:xfrm>
            <a:off x="3421063" y="2212975"/>
            <a:ext cx="2303462" cy="3449638"/>
          </a:xfrm>
          <a:prstGeom prst="rect">
            <a:avLst/>
          </a:prstGeom>
        </p:spPr>
        <p:txBody>
          <a:bodyPr rtlCol="1"/>
          <a:lstStyle>
            <a:lvl1pPr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 rtl="1"/>
            <a:r>
              <a:rPr lang="ar" dirty="0"/>
              <a:t>Subhead</a:t>
            </a:r>
          </a:p>
          <a:p>
            <a:pPr rtl="1"/>
            <a:r>
              <a:rPr lang="ar" dirty="0"/>
              <a:t>Bullet text</a:t>
            </a:r>
          </a:p>
          <a:p>
            <a:pPr rtl="1"/>
            <a:endParaRPr lang="en-GB" dirty="0"/>
          </a:p>
        </p:txBody>
      </p:sp>
      <p:sp>
        <p:nvSpPr>
          <p:cNvPr id="8" name="Content Placeholder 6"/>
          <p:cNvSpPr>
            <a:spLocks noGrp="1"/>
          </p:cNvSpPr>
          <p:nvPr>
            <p:ph sz="half" idx="11"/>
          </p:nvPr>
        </p:nvSpPr>
        <p:spPr>
          <a:xfrm>
            <a:off x="6156325" y="2212975"/>
            <a:ext cx="2592388" cy="3736975"/>
          </a:xfrm>
          <a:prstGeom prst="rect">
            <a:avLst/>
          </a:prstGeom>
        </p:spPr>
        <p:txBody>
          <a:bodyPr rtlCol="1"/>
          <a:lstStyle>
            <a:lvl1pPr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 rtl="1"/>
            <a:r>
              <a:rPr lang="ar" dirty="0"/>
              <a:t>Subhead</a:t>
            </a:r>
          </a:p>
          <a:p>
            <a:pPr rtl="1"/>
            <a:r>
              <a:rPr lang="ar" dirty="0"/>
              <a:t>Bullet text</a:t>
            </a: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5AD71432-24B0-8453-1747-48D9C9A162AD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34855643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0" y="1195388"/>
            <a:ext cx="9144000" cy="863600"/>
          </a:xfrm>
          <a:prstGeom prst="rect">
            <a:avLst/>
          </a:prstGeom>
        </p:spPr>
        <p:txBody>
          <a:bodyPr rtlCol="1"/>
          <a:lstStyle>
            <a:lvl1pPr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 rtl="1"/>
            <a:r>
              <a:rPr lang="ar" dirty="0"/>
              <a:t>Heading</a:t>
            </a: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280AFA65-534B-3AE4-50A7-9C86BDCF1EA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47240884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1195388"/>
            <a:ext cx="8229600" cy="863600"/>
          </a:xfrm>
          <a:prstGeom prst="rect">
            <a:avLst/>
          </a:prstGeom>
        </p:spPr>
        <p:txBody>
          <a:bodyPr rtlCol="1"/>
          <a:lstStyle>
            <a:lvl1pPr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 rtl="1"/>
            <a:r>
              <a:rPr lang="ar" dirty="0"/>
              <a:t>Heading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sz="half" idx="2"/>
          </p:nvPr>
        </p:nvSpPr>
        <p:spPr>
          <a:xfrm>
            <a:off x="684213" y="2195513"/>
            <a:ext cx="7991475" cy="3609975"/>
          </a:xfrm>
          <a:prstGeom prst="rect">
            <a:avLst/>
          </a:prstGeom>
        </p:spPr>
        <p:txBody>
          <a:bodyPr rtlCol="1"/>
          <a:lstStyle>
            <a:lvl1pPr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</a:lstStyle>
          <a:p>
            <a:pPr rtl="1"/>
            <a:r>
              <a:rPr lang="ar" dirty="0"/>
              <a:t>Body text xxxxxxxxxxxxxxxxxxxxxxxxxxxxxxxxxxxxxxxxx:</a:t>
            </a:r>
          </a:p>
          <a:p>
            <a:pPr lvl="1" rtl="1"/>
            <a:r>
              <a:rPr lang="ar" dirty="0"/>
              <a:t>Bullet text</a:t>
            </a:r>
          </a:p>
          <a:p>
            <a:pPr lvl="1" rtl="1"/>
            <a:r>
              <a:rPr lang="ar" dirty="0"/>
              <a:t>Bullet text</a:t>
            </a:r>
          </a:p>
          <a:p>
            <a:pPr lvl="1" rtl="1"/>
            <a:endParaRPr lang="en-GB" alt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47F8C46B-97F2-9941-FA1B-60A0A697ED7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14891031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5" descr="Always Learning">
            <a:extLst>
              <a:ext uri="{FF2B5EF4-FFF2-40B4-BE49-F238E27FC236}">
                <a16:creationId xmlns:a16="http://schemas.microsoft.com/office/drawing/2014/main" id="{9444950F-E59A-A8D3-7314-C784866DE21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457200" y="1195388"/>
            <a:ext cx="8229600" cy="863600"/>
          </a:xfrm>
          <a:prstGeom prst="rect">
            <a:avLst/>
          </a:prstGeom>
        </p:spPr>
        <p:txBody>
          <a:bodyPr rtlCol="1"/>
          <a:lstStyle>
            <a:lvl1pPr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 rtl="1"/>
            <a:r>
              <a:rPr lang="ar" dirty="0"/>
              <a:t>Heading</a:t>
            </a:r>
            <a:endParaRPr lang="en-GB" alt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half" idx="1"/>
          </p:nvPr>
        </p:nvSpPr>
        <p:spPr>
          <a:xfrm>
            <a:off x="468313" y="2195513"/>
            <a:ext cx="4027487" cy="3681412"/>
          </a:xfrm>
          <a:prstGeom prst="rect">
            <a:avLst/>
          </a:prstGeom>
        </p:spPr>
        <p:txBody>
          <a:bodyPr rtlCol="1"/>
          <a:lstStyle>
            <a:lvl1pPr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 rtl="1"/>
            <a:r>
              <a:rPr lang="ar" dirty="0"/>
              <a:t>Blue subhead</a:t>
            </a:r>
          </a:p>
          <a:p>
            <a:pPr rtl="1"/>
            <a:r>
              <a:rPr lang="ar" dirty="0"/>
              <a:t>Bullet text</a:t>
            </a:r>
          </a:p>
          <a:p>
            <a:pPr rtl="1"/>
            <a:endParaRPr lang="en-GB" dirty="0"/>
          </a:p>
          <a:p>
            <a:pPr rtl="1"/>
            <a:endParaRPr lang="en-GB" dirty="0"/>
          </a:p>
        </p:txBody>
      </p:sp>
      <p:sp>
        <p:nvSpPr>
          <p:cNvPr id="11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5512"/>
            <a:ext cx="4027488" cy="3681411"/>
          </a:xfrm>
          <a:prstGeom prst="rect">
            <a:avLst/>
          </a:prstGeom>
        </p:spPr>
        <p:txBody>
          <a:bodyPr rtlCol="1"/>
          <a:lstStyle>
            <a:lvl1pPr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 rtl="1"/>
            <a:r>
              <a:rPr lang="ar" dirty="0"/>
              <a:t>Blue subhead</a:t>
            </a:r>
          </a:p>
          <a:p>
            <a:pPr rtl="1"/>
            <a:r>
              <a:rPr lang="ar" dirty="0"/>
              <a:t>Bullet text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6D75EA28-7A23-3108-7470-D2312D0B43D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ar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83655394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 rtl="1"/>
            <a:r>
              <a:rPr lang="ar" dirty="0"/>
              <a:t>Click to edit Master title style</a:t>
            </a:r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7AF04B97-CC31-299F-C1D9-4AD1810429B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61693332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0B917A8A-EC74-8439-7D0C-B004E910A772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06754479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 rtl="1"/>
            <a:r>
              <a:rPr lang="ar" dirty="0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 dirty="0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85122E-CC0D-DE46-E6F4-AAE67430FCE8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29105686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1">
            <a:normAutofit/>
          </a:bodyPr>
          <a:lstStyle>
            <a:lvl1pPr marL="0" indent="0" algn="r" rtl="1">
              <a:buNone/>
              <a:defRPr sz="32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lvl="0" rtl="1"/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 rtl="1"/>
            <a:r>
              <a:rPr lang="ar" dirty="0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 dirty="0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A1D94B-CB73-9993-AEF0-ECDA613327D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59765421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 rtl="1"/>
            <a:r>
              <a:rPr lang="ar" dirty="0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 rtlCol="1"/>
          <a:lstStyle>
            <a:lvl1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136979FB-E9CD-4D7F-ABCE-40BC623DD6ED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1891796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 rtl="1"/>
            <a:r>
              <a:rPr lang="ar" dirty="0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1D78BFAD-CC17-3CA0-DBB1-5C8C41D9126F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01435549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 rtl="1"/>
            <a:r>
              <a:rPr lang="ar" dirty="0"/>
              <a:t>Click to edit Master title style</a:t>
            </a:r>
            <a:endParaRPr lang="en-GB" dirty="0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1">
            <a:normAutofit/>
          </a:bodyPr>
          <a:lstStyle>
            <a:lvl1pPr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 lvl="0" rtl="1"/>
            <a:endParaRPr lang="en-GB" noProof="0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91736A9-B278-442F-0C6C-537088E454BA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31463787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rtlCol="1"/>
          <a:lstStyle>
            <a:lvl1pPr marL="0" indent="0" algn="ctr" rtl="1">
              <a:buNone/>
              <a:defRPr/>
            </a:lvl1pPr>
            <a:lvl2pPr marL="457200" indent="0" algn="ctr" rtl="1">
              <a:buNone/>
              <a:defRPr/>
            </a:lvl2pPr>
            <a:lvl3pPr marL="914400" indent="0" algn="ctr" rtl="1">
              <a:buNone/>
              <a:defRPr/>
            </a:lvl3pPr>
            <a:lvl4pPr marL="1371600" indent="0" algn="ctr" rtl="1">
              <a:buNone/>
              <a:defRPr/>
            </a:lvl4pPr>
            <a:lvl5pPr marL="1828800" indent="0" algn="ctr" rtl="1">
              <a:buNone/>
              <a:defRPr/>
            </a:lvl5pPr>
            <a:lvl6pPr marL="2286000" indent="0" algn="ctr" rtl="1">
              <a:buNone/>
              <a:defRPr/>
            </a:lvl6pPr>
            <a:lvl7pPr marL="2743200" indent="0" algn="ctr" rtl="1">
              <a:buNone/>
              <a:defRPr/>
            </a:lvl7pPr>
            <a:lvl8pPr marL="3200400" indent="0" algn="ctr" rtl="1">
              <a:buNone/>
              <a:defRPr/>
            </a:lvl8pPr>
            <a:lvl9pPr marL="3657600" indent="0" algn="ctr" rtl="1">
              <a:buNone/>
              <a:defRPr/>
            </a:lvl9pPr>
          </a:lstStyle>
          <a:p>
            <a:pPr rtl="1"/>
            <a:r>
              <a:rPr lang="ar"/>
              <a:t>Click to edit Master subtitle style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55507622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54525289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rtlCol="1" anchor="t"/>
          <a:lstStyle>
            <a:lvl1pPr algn="r" rtl="1">
              <a:defRPr sz="4000" b="1" cap="all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000"/>
            </a:lvl1pPr>
            <a:lvl2pPr marL="457200" indent="0" algn="r" rtl="1">
              <a:buNone/>
              <a:defRPr sz="1800"/>
            </a:lvl2pPr>
            <a:lvl3pPr marL="914400" indent="0" algn="r" rtl="1">
              <a:buNone/>
              <a:defRPr sz="1600"/>
            </a:lvl3pPr>
            <a:lvl4pPr marL="1371600" indent="0" algn="r" rtl="1">
              <a:buNone/>
              <a:defRPr sz="1400"/>
            </a:lvl4pPr>
            <a:lvl5pPr marL="1828800" indent="0" algn="r" rtl="1">
              <a:buNone/>
              <a:defRPr sz="1400"/>
            </a:lvl5pPr>
            <a:lvl6pPr marL="2286000" indent="0" algn="r" rtl="1">
              <a:buNone/>
              <a:defRPr sz="1400"/>
            </a:lvl6pPr>
            <a:lvl7pPr marL="2743200" indent="0" algn="r" rtl="1">
              <a:buNone/>
              <a:defRPr sz="1400"/>
            </a:lvl7pPr>
            <a:lvl8pPr marL="3200400" indent="0" algn="r" rtl="1">
              <a:buNone/>
              <a:defRPr sz="1400"/>
            </a:lvl8pPr>
            <a:lvl9pPr marL="3657600" indent="0" algn="r" rtl="1">
              <a:buNone/>
              <a:defRPr sz="14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84416965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9464605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 algn="r" rtl="1">
              <a:defRPr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ar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46373342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24083350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48102592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50161041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1">
            <a:normAutofit/>
          </a:bodyPr>
          <a:lstStyle>
            <a:lvl1pPr marL="0" indent="0" algn="r" rtl="1">
              <a:buNone/>
              <a:defRPr sz="3200"/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lvl="0" rtl="1"/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29311893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 rtlCol="1"/>
          <a:lstStyle>
            <a:lvl1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08911330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 rtl="1"/>
            <a:r>
              <a:rPr lang="ar" dirty="0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89698890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1">
            <a:normAutofit/>
          </a:bodyPr>
          <a:lstStyle/>
          <a:p>
            <a:pPr lvl="0" rtl="1"/>
            <a:endParaRPr lang="en-GB" noProof="0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71633317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1195388"/>
            <a:ext cx="8229600" cy="8636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Heading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sz="half" idx="2"/>
          </p:nvPr>
        </p:nvSpPr>
        <p:spPr>
          <a:xfrm>
            <a:off x="684213" y="2195513"/>
            <a:ext cx="7991475" cy="3609975"/>
          </a:xfrm>
          <a:prstGeom prst="rect">
            <a:avLst/>
          </a:prstGeom>
        </p:spPr>
        <p:txBody>
          <a:bodyPr rtlCol="1"/>
          <a:lstStyle>
            <a:lvl2pPr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</a:lstStyle>
          <a:p>
            <a:pPr rtl="1"/>
            <a:r>
              <a:rPr lang="ar" dirty="0"/>
              <a:t>Body text xxxxxxxxxxxxxxxxxxxxxxxxxxxxxxxxxxxxxxxxx:</a:t>
            </a:r>
          </a:p>
          <a:p>
            <a:pPr lvl="1" rtl="1"/>
            <a:r>
              <a:rPr lang="ar" dirty="0"/>
              <a:t>Bullet text</a:t>
            </a:r>
          </a:p>
          <a:p>
            <a:pPr lvl="1" rtl="1"/>
            <a:r>
              <a:rPr lang="ar" dirty="0"/>
              <a:t>Bullet text</a:t>
            </a:r>
          </a:p>
          <a:p>
            <a:pPr lvl="1" rtl="1"/>
            <a:endParaRPr lang="en-GB" alt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47F8C46B-97F2-9941-FA1B-60A0A697ED7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52923088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rtlCol="1"/>
          <a:lstStyle>
            <a:lvl1pPr marL="0" indent="0" algn="ctr" rtl="1">
              <a:buNone/>
              <a:defRPr/>
            </a:lvl1pPr>
            <a:lvl2pPr marL="457200" indent="0" algn="ctr" rtl="1">
              <a:buNone/>
              <a:defRPr/>
            </a:lvl2pPr>
            <a:lvl3pPr marL="914400" indent="0" algn="ctr" rtl="1">
              <a:buNone/>
              <a:defRPr/>
            </a:lvl3pPr>
            <a:lvl4pPr marL="1371600" indent="0" algn="ctr" rtl="1">
              <a:buNone/>
              <a:defRPr/>
            </a:lvl4pPr>
            <a:lvl5pPr marL="1828800" indent="0" algn="ctr" rtl="1">
              <a:buNone/>
              <a:defRPr/>
            </a:lvl5pPr>
            <a:lvl6pPr marL="2286000" indent="0" algn="ctr" rtl="1">
              <a:buNone/>
              <a:defRPr/>
            </a:lvl6pPr>
            <a:lvl7pPr marL="2743200" indent="0" algn="ctr" rtl="1">
              <a:buNone/>
              <a:defRPr/>
            </a:lvl7pPr>
            <a:lvl8pPr marL="3200400" indent="0" algn="ctr" rtl="1">
              <a:buNone/>
              <a:defRPr/>
            </a:lvl8pPr>
            <a:lvl9pPr marL="3657600" indent="0" algn="ctr" rtl="1">
              <a:buNone/>
              <a:defRPr/>
            </a:lvl9pPr>
          </a:lstStyle>
          <a:p>
            <a:pPr rtl="1"/>
            <a:r>
              <a:rPr lang="ar"/>
              <a:t>Click to edit Master subtitle style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8354849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13092648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rtlCol="1" anchor="t"/>
          <a:lstStyle>
            <a:lvl1pPr algn="r" rtl="1">
              <a:defRPr sz="4000" b="1" cap="all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000"/>
            </a:lvl1pPr>
            <a:lvl2pPr marL="457200" indent="0" algn="r" rtl="1">
              <a:buNone/>
              <a:defRPr sz="1800"/>
            </a:lvl2pPr>
            <a:lvl3pPr marL="914400" indent="0" algn="r" rtl="1">
              <a:buNone/>
              <a:defRPr sz="1600"/>
            </a:lvl3pPr>
            <a:lvl4pPr marL="1371600" indent="0" algn="r" rtl="1">
              <a:buNone/>
              <a:defRPr sz="1400"/>
            </a:lvl4pPr>
            <a:lvl5pPr marL="1828800" indent="0" algn="r" rtl="1">
              <a:buNone/>
              <a:defRPr sz="1400"/>
            </a:lvl5pPr>
            <a:lvl6pPr marL="2286000" indent="0" algn="r" rtl="1">
              <a:buNone/>
              <a:defRPr sz="1400"/>
            </a:lvl6pPr>
            <a:lvl7pPr marL="2743200" indent="0" algn="r" rtl="1">
              <a:buNone/>
              <a:defRPr sz="1400"/>
            </a:lvl7pPr>
            <a:lvl8pPr marL="3200400" indent="0" algn="r" rtl="1">
              <a:buNone/>
              <a:defRPr sz="1400"/>
            </a:lvl8pPr>
            <a:lvl9pPr marL="3657600" indent="0" algn="r" rtl="1">
              <a:buNone/>
              <a:defRPr sz="14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56289520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13866800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 algn="r" rtl="1">
              <a:defRPr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ar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38706466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2164928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01593109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02315117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1">
            <a:normAutofit/>
          </a:bodyPr>
          <a:lstStyle>
            <a:lvl1pPr marL="0" indent="0" algn="r" rtl="1">
              <a:buNone/>
              <a:defRPr sz="3200"/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lvl="0" rtl="1"/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4390330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 rtlCol="1"/>
          <a:lstStyle>
            <a:lvl1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95572074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 rtl="1"/>
            <a:r>
              <a:rPr lang="ar" dirty="0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61559906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1">
            <a:normAutofit/>
          </a:bodyPr>
          <a:lstStyle/>
          <a:p>
            <a:pPr lvl="0" rtl="1"/>
            <a:endParaRPr lang="en-GB" noProof="0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66816360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1195388"/>
            <a:ext cx="8229600" cy="8636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Heading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sz="half" idx="2"/>
          </p:nvPr>
        </p:nvSpPr>
        <p:spPr>
          <a:xfrm>
            <a:off x="684213" y="2195513"/>
            <a:ext cx="7991475" cy="3609975"/>
          </a:xfrm>
          <a:prstGeom prst="rect">
            <a:avLst/>
          </a:prstGeom>
        </p:spPr>
        <p:txBody>
          <a:bodyPr rtlCol="1"/>
          <a:lstStyle>
            <a:lvl2pPr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</a:lstStyle>
          <a:p>
            <a:pPr rtl="1"/>
            <a:r>
              <a:rPr lang="ar" dirty="0"/>
              <a:t>Body text xxxxxxxxxxxxxxxxxxxxxxxxxxxxxxxxxxxxxxxxx:</a:t>
            </a:r>
          </a:p>
          <a:p>
            <a:pPr lvl="1" rtl="1"/>
            <a:r>
              <a:rPr lang="ar" dirty="0"/>
              <a:t>Bullet text</a:t>
            </a:r>
          </a:p>
          <a:p>
            <a:pPr lvl="1" rtl="1"/>
            <a:r>
              <a:rPr lang="ar" dirty="0"/>
              <a:t>Bullet text</a:t>
            </a:r>
          </a:p>
          <a:p>
            <a:pPr lvl="1" rtl="1"/>
            <a:endParaRPr lang="en-GB" alt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47F8C46B-97F2-9941-FA1B-60A0A697ED7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23816230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rtlCol="1"/>
          <a:lstStyle>
            <a:lvl1pPr marL="0" indent="0" algn="ctr" rtl="1">
              <a:buNone/>
              <a:defRPr/>
            </a:lvl1pPr>
            <a:lvl2pPr marL="457200" indent="0" algn="ctr" rtl="1">
              <a:buNone/>
              <a:defRPr/>
            </a:lvl2pPr>
            <a:lvl3pPr marL="914400" indent="0" algn="ctr" rtl="1">
              <a:buNone/>
              <a:defRPr/>
            </a:lvl3pPr>
            <a:lvl4pPr marL="1371600" indent="0" algn="ctr" rtl="1">
              <a:buNone/>
              <a:defRPr/>
            </a:lvl4pPr>
            <a:lvl5pPr marL="1828800" indent="0" algn="ctr" rtl="1">
              <a:buNone/>
              <a:defRPr/>
            </a:lvl5pPr>
            <a:lvl6pPr marL="2286000" indent="0" algn="ctr" rtl="1">
              <a:buNone/>
              <a:defRPr/>
            </a:lvl6pPr>
            <a:lvl7pPr marL="2743200" indent="0" algn="ctr" rtl="1">
              <a:buNone/>
              <a:defRPr/>
            </a:lvl7pPr>
            <a:lvl8pPr marL="3200400" indent="0" algn="ctr" rtl="1">
              <a:buNone/>
              <a:defRPr/>
            </a:lvl8pPr>
            <a:lvl9pPr marL="3657600" indent="0" algn="ctr" rtl="1">
              <a:buNone/>
              <a:defRPr/>
            </a:lvl9pPr>
          </a:lstStyle>
          <a:p>
            <a:pPr rtl="1"/>
            <a:r>
              <a:rPr lang="ar"/>
              <a:t>Click to edit Master subtitle style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73874686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12709728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rtlCol="1" anchor="t"/>
          <a:lstStyle>
            <a:lvl1pPr algn="r" rtl="1">
              <a:defRPr sz="4000" b="1" cap="all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000"/>
            </a:lvl1pPr>
            <a:lvl2pPr marL="457200" indent="0" algn="r" rtl="1">
              <a:buNone/>
              <a:defRPr sz="1800"/>
            </a:lvl2pPr>
            <a:lvl3pPr marL="914400" indent="0" algn="r" rtl="1">
              <a:buNone/>
              <a:defRPr sz="1600"/>
            </a:lvl3pPr>
            <a:lvl4pPr marL="1371600" indent="0" algn="r" rtl="1">
              <a:buNone/>
              <a:defRPr sz="1400"/>
            </a:lvl4pPr>
            <a:lvl5pPr marL="1828800" indent="0" algn="r" rtl="1">
              <a:buNone/>
              <a:defRPr sz="1400"/>
            </a:lvl5pPr>
            <a:lvl6pPr marL="2286000" indent="0" algn="r" rtl="1">
              <a:buNone/>
              <a:defRPr sz="1400"/>
            </a:lvl6pPr>
            <a:lvl7pPr marL="2743200" indent="0" algn="r" rtl="1">
              <a:buNone/>
              <a:defRPr sz="1400"/>
            </a:lvl7pPr>
            <a:lvl8pPr marL="3200400" indent="0" algn="r" rtl="1">
              <a:buNone/>
              <a:defRPr sz="1400"/>
            </a:lvl8pPr>
            <a:lvl9pPr marL="3657600" indent="0" algn="r" rtl="1">
              <a:buNone/>
              <a:defRPr sz="14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91592001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03814516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 algn="r" rtl="1">
              <a:defRPr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ar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62140350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7493989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59324686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988662026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1">
            <a:normAutofit/>
          </a:bodyPr>
          <a:lstStyle>
            <a:lvl1pPr marL="0" indent="0" algn="r" rtl="1">
              <a:buNone/>
              <a:defRPr sz="3200"/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lvl="0" rtl="1"/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81803065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 rtlCol="1"/>
          <a:lstStyle>
            <a:lvl1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60647238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 rtl="1"/>
            <a:r>
              <a:rPr lang="ar" dirty="0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40210140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1">
            <a:normAutofit/>
          </a:bodyPr>
          <a:lstStyle/>
          <a:p>
            <a:pPr lvl="0" rtl="1"/>
            <a:endParaRPr lang="en-GB" noProof="0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43754738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rtlCol="1"/>
          <a:lstStyle>
            <a:lvl1pPr marL="0" indent="0" algn="ctr" rtl="1">
              <a:buNone/>
              <a:defRPr/>
            </a:lvl1pPr>
            <a:lvl2pPr marL="457200" indent="0" algn="ctr" rtl="1">
              <a:buNone/>
              <a:defRPr/>
            </a:lvl2pPr>
            <a:lvl3pPr marL="914400" indent="0" algn="ctr" rtl="1">
              <a:buNone/>
              <a:defRPr/>
            </a:lvl3pPr>
            <a:lvl4pPr marL="1371600" indent="0" algn="ctr" rtl="1">
              <a:buNone/>
              <a:defRPr/>
            </a:lvl4pPr>
            <a:lvl5pPr marL="1828800" indent="0" algn="ctr" rtl="1">
              <a:buNone/>
              <a:defRPr/>
            </a:lvl5pPr>
            <a:lvl6pPr marL="2286000" indent="0" algn="ctr" rtl="1">
              <a:buNone/>
              <a:defRPr/>
            </a:lvl6pPr>
            <a:lvl7pPr marL="2743200" indent="0" algn="ctr" rtl="1">
              <a:buNone/>
              <a:defRPr/>
            </a:lvl7pPr>
            <a:lvl8pPr marL="3200400" indent="0" algn="ctr" rtl="1">
              <a:buNone/>
              <a:defRPr/>
            </a:lvl8pPr>
            <a:lvl9pPr marL="3657600" indent="0" algn="ctr" rtl="1">
              <a:buNone/>
              <a:defRPr/>
            </a:lvl9pPr>
          </a:lstStyle>
          <a:p>
            <a:pPr rtl="1"/>
            <a:r>
              <a:rPr lang="ar"/>
              <a:t>Click to edit Master subtitle style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7849203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28189699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rtlCol="1" anchor="t"/>
          <a:lstStyle>
            <a:lvl1pPr algn="r" rtl="1">
              <a:defRPr sz="4000" b="1" cap="all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000"/>
            </a:lvl1pPr>
            <a:lvl2pPr marL="457200" indent="0" algn="r" rtl="1">
              <a:buNone/>
              <a:defRPr sz="1800"/>
            </a:lvl2pPr>
            <a:lvl3pPr marL="914400" indent="0" algn="r" rtl="1">
              <a:buNone/>
              <a:defRPr sz="1600"/>
            </a:lvl3pPr>
            <a:lvl4pPr marL="1371600" indent="0" algn="r" rtl="1">
              <a:buNone/>
              <a:defRPr sz="1400"/>
            </a:lvl4pPr>
            <a:lvl5pPr marL="1828800" indent="0" algn="r" rtl="1">
              <a:buNone/>
              <a:defRPr sz="1400"/>
            </a:lvl5pPr>
            <a:lvl6pPr marL="2286000" indent="0" algn="r" rtl="1">
              <a:buNone/>
              <a:defRPr sz="1400"/>
            </a:lvl6pPr>
            <a:lvl7pPr marL="2743200" indent="0" algn="r" rtl="1">
              <a:buNone/>
              <a:defRPr sz="1400"/>
            </a:lvl7pPr>
            <a:lvl8pPr marL="3200400" indent="0" algn="r" rtl="1">
              <a:buNone/>
              <a:defRPr sz="1400"/>
            </a:lvl8pPr>
            <a:lvl9pPr marL="3657600" indent="0" algn="r" rtl="1">
              <a:buNone/>
              <a:defRPr sz="14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591361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7368271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 algn="r" rtl="1">
              <a:defRPr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ar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42667902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10415480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86937537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52432981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1">
            <a:normAutofit/>
          </a:bodyPr>
          <a:lstStyle>
            <a:lvl1pPr marL="0" indent="0" algn="r" rtl="1">
              <a:buNone/>
              <a:defRPr sz="3200"/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lvl="0" rtl="1"/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59725271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 rtlCol="1"/>
          <a:lstStyle>
            <a:lvl1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80230170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 rtl="1"/>
            <a:r>
              <a:rPr lang="ar" dirty="0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06282950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1">
            <a:normAutofit/>
          </a:bodyPr>
          <a:lstStyle/>
          <a:p>
            <a:pPr lvl="0" rtl="1"/>
            <a:endParaRPr lang="en-GB" noProof="0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65525115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rtlCol="1"/>
          <a:lstStyle>
            <a:lvl1pPr marL="0" indent="0" algn="ctr" rtl="1">
              <a:buNone/>
              <a:defRPr/>
            </a:lvl1pPr>
            <a:lvl2pPr marL="457200" indent="0" algn="ctr" rtl="1">
              <a:buNone/>
              <a:defRPr/>
            </a:lvl2pPr>
            <a:lvl3pPr marL="914400" indent="0" algn="ctr" rtl="1">
              <a:buNone/>
              <a:defRPr/>
            </a:lvl3pPr>
            <a:lvl4pPr marL="1371600" indent="0" algn="ctr" rtl="1">
              <a:buNone/>
              <a:defRPr/>
            </a:lvl4pPr>
            <a:lvl5pPr marL="1828800" indent="0" algn="ctr" rtl="1">
              <a:buNone/>
              <a:defRPr/>
            </a:lvl5pPr>
            <a:lvl6pPr marL="2286000" indent="0" algn="ctr" rtl="1">
              <a:buNone/>
              <a:defRPr/>
            </a:lvl6pPr>
            <a:lvl7pPr marL="2743200" indent="0" algn="ctr" rtl="1">
              <a:buNone/>
              <a:defRPr/>
            </a:lvl7pPr>
            <a:lvl8pPr marL="3200400" indent="0" algn="ctr" rtl="1">
              <a:buNone/>
              <a:defRPr/>
            </a:lvl8pPr>
            <a:lvl9pPr marL="3657600" indent="0" algn="ctr" rtl="1">
              <a:buNone/>
              <a:defRPr/>
            </a:lvl9pPr>
          </a:lstStyle>
          <a:p>
            <a:pPr rtl="1"/>
            <a:r>
              <a:rPr lang="ar"/>
              <a:t>Click to edit Master subtitle style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18993083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15078411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rtlCol="1" anchor="t"/>
          <a:lstStyle>
            <a:lvl1pPr algn="r" rtl="1">
              <a:defRPr sz="4000" b="1" cap="all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000"/>
            </a:lvl1pPr>
            <a:lvl2pPr marL="457200" indent="0" algn="r" rtl="1">
              <a:buNone/>
              <a:defRPr sz="1800"/>
            </a:lvl2pPr>
            <a:lvl3pPr marL="914400" indent="0" algn="r" rtl="1">
              <a:buNone/>
              <a:defRPr sz="1600"/>
            </a:lvl3pPr>
            <a:lvl4pPr marL="1371600" indent="0" algn="r" rtl="1">
              <a:buNone/>
              <a:defRPr sz="1400"/>
            </a:lvl4pPr>
            <a:lvl5pPr marL="1828800" indent="0" algn="r" rtl="1">
              <a:buNone/>
              <a:defRPr sz="1400"/>
            </a:lvl5pPr>
            <a:lvl6pPr marL="2286000" indent="0" algn="r" rtl="1">
              <a:buNone/>
              <a:defRPr sz="1400"/>
            </a:lvl6pPr>
            <a:lvl7pPr marL="2743200" indent="0" algn="r" rtl="1">
              <a:buNone/>
              <a:defRPr sz="1400"/>
            </a:lvl7pPr>
            <a:lvl8pPr marL="3200400" indent="0" algn="r" rtl="1">
              <a:buNone/>
              <a:defRPr sz="1400"/>
            </a:lvl8pPr>
            <a:lvl9pPr marL="3657600" indent="0" algn="r" rtl="1">
              <a:buNone/>
              <a:defRPr sz="14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86546021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975168846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 algn="r" rtl="1">
              <a:defRPr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ar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02524804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8029150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11214302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82694476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1">
            <a:normAutofit/>
          </a:bodyPr>
          <a:lstStyle>
            <a:lvl1pPr marL="0" indent="0" algn="r" rtl="1">
              <a:buNone/>
              <a:defRPr sz="3200"/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lvl="0" rtl="1"/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84612630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 rtlCol="1"/>
          <a:lstStyle>
            <a:lvl1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09128796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 rtl="1"/>
            <a:r>
              <a:rPr lang="ar" dirty="0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1254036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1">
            <a:normAutofit/>
          </a:bodyPr>
          <a:lstStyle/>
          <a:p>
            <a:pPr lvl="0" rtl="1"/>
            <a:endParaRPr lang="en-GB" noProof="0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53189422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rtlCol="1"/>
          <a:lstStyle>
            <a:lvl1pPr marL="0" indent="0" algn="ctr" rtl="1">
              <a:buNone/>
              <a:defRPr/>
            </a:lvl1pPr>
            <a:lvl2pPr marL="457200" indent="0" algn="ctr" rtl="1">
              <a:buNone/>
              <a:defRPr/>
            </a:lvl2pPr>
            <a:lvl3pPr marL="914400" indent="0" algn="ctr" rtl="1">
              <a:buNone/>
              <a:defRPr/>
            </a:lvl3pPr>
            <a:lvl4pPr marL="1371600" indent="0" algn="ctr" rtl="1">
              <a:buNone/>
              <a:defRPr/>
            </a:lvl4pPr>
            <a:lvl5pPr marL="1828800" indent="0" algn="ctr" rtl="1">
              <a:buNone/>
              <a:defRPr/>
            </a:lvl5pPr>
            <a:lvl6pPr marL="2286000" indent="0" algn="ctr" rtl="1">
              <a:buNone/>
              <a:defRPr/>
            </a:lvl6pPr>
            <a:lvl7pPr marL="2743200" indent="0" algn="ctr" rtl="1">
              <a:buNone/>
              <a:defRPr/>
            </a:lvl7pPr>
            <a:lvl8pPr marL="3200400" indent="0" algn="ctr" rtl="1">
              <a:buNone/>
              <a:defRPr/>
            </a:lvl8pPr>
            <a:lvl9pPr marL="3657600" indent="0" algn="ctr" rtl="1">
              <a:buNone/>
              <a:defRPr/>
            </a:lvl9pPr>
          </a:lstStyle>
          <a:p>
            <a:pPr rtl="1"/>
            <a:r>
              <a:rPr lang="ar"/>
              <a:t>Click to edit Master subtitle style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20184758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19905896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rtlCol="1" anchor="t"/>
          <a:lstStyle>
            <a:lvl1pPr algn="r" rtl="1">
              <a:defRPr sz="4000" b="1" cap="all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000"/>
            </a:lvl1pPr>
            <a:lvl2pPr marL="457200" indent="0" algn="r" rtl="1">
              <a:buNone/>
              <a:defRPr sz="1800"/>
            </a:lvl2pPr>
            <a:lvl3pPr marL="914400" indent="0" algn="r" rtl="1">
              <a:buNone/>
              <a:defRPr sz="1600"/>
            </a:lvl3pPr>
            <a:lvl4pPr marL="1371600" indent="0" algn="r" rtl="1">
              <a:buNone/>
              <a:defRPr sz="1400"/>
            </a:lvl4pPr>
            <a:lvl5pPr marL="1828800" indent="0" algn="r" rtl="1">
              <a:buNone/>
              <a:defRPr sz="1400"/>
            </a:lvl5pPr>
            <a:lvl6pPr marL="2286000" indent="0" algn="r" rtl="1">
              <a:buNone/>
              <a:defRPr sz="1400"/>
            </a:lvl6pPr>
            <a:lvl7pPr marL="2743200" indent="0" algn="r" rtl="1">
              <a:buNone/>
              <a:defRPr sz="1400"/>
            </a:lvl7pPr>
            <a:lvl8pPr marL="3200400" indent="0" algn="r" rtl="1">
              <a:buNone/>
              <a:defRPr sz="1400"/>
            </a:lvl8pPr>
            <a:lvl9pPr marL="3657600" indent="0" algn="r" rtl="1">
              <a:buNone/>
              <a:defRPr sz="14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375318916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82359597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 algn="r" rtl="1">
              <a:defRPr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ar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35596079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51334262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96085842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74360605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1">
            <a:normAutofit/>
          </a:bodyPr>
          <a:lstStyle>
            <a:lvl1pPr marL="0" indent="0" algn="r" rtl="1">
              <a:buNone/>
              <a:defRPr sz="3200"/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lvl="0" rtl="1"/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8942771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 rtlCol="1"/>
          <a:lstStyle>
            <a:lvl1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48843480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 rtl="1"/>
            <a:r>
              <a:rPr lang="ar" dirty="0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63065849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1">
            <a:normAutofit/>
          </a:bodyPr>
          <a:lstStyle/>
          <a:p>
            <a:pPr lvl="0" rtl="1"/>
            <a:endParaRPr lang="en-GB" noProof="0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26884690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rtlCol="1"/>
          <a:lstStyle>
            <a:lvl1pPr marL="0" indent="0" algn="ctr" rtl="1">
              <a:buNone/>
              <a:defRPr/>
            </a:lvl1pPr>
            <a:lvl2pPr marL="457200" indent="0" algn="ctr" rtl="1">
              <a:buNone/>
              <a:defRPr/>
            </a:lvl2pPr>
            <a:lvl3pPr marL="914400" indent="0" algn="ctr" rtl="1">
              <a:buNone/>
              <a:defRPr/>
            </a:lvl3pPr>
            <a:lvl4pPr marL="1371600" indent="0" algn="ctr" rtl="1">
              <a:buNone/>
              <a:defRPr/>
            </a:lvl4pPr>
            <a:lvl5pPr marL="1828800" indent="0" algn="ctr" rtl="1">
              <a:buNone/>
              <a:defRPr/>
            </a:lvl5pPr>
            <a:lvl6pPr marL="2286000" indent="0" algn="ctr" rtl="1">
              <a:buNone/>
              <a:defRPr/>
            </a:lvl6pPr>
            <a:lvl7pPr marL="2743200" indent="0" algn="ctr" rtl="1">
              <a:buNone/>
              <a:defRPr/>
            </a:lvl7pPr>
            <a:lvl8pPr marL="3200400" indent="0" algn="ctr" rtl="1">
              <a:buNone/>
              <a:defRPr/>
            </a:lvl8pPr>
            <a:lvl9pPr marL="3657600" indent="0" algn="ctr" rtl="1">
              <a:buNone/>
              <a:defRPr/>
            </a:lvl9pPr>
          </a:lstStyle>
          <a:p>
            <a:pPr rtl="1"/>
            <a:r>
              <a:rPr lang="ar"/>
              <a:t>Click to edit Master subtitle style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10982271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10733503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rtlCol="1" anchor="t"/>
          <a:lstStyle>
            <a:lvl1pPr algn="r" rtl="1">
              <a:defRPr sz="4000" b="1" cap="all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000"/>
            </a:lvl1pPr>
            <a:lvl2pPr marL="457200" indent="0" algn="r" rtl="1">
              <a:buNone/>
              <a:defRPr sz="1800"/>
            </a:lvl2pPr>
            <a:lvl3pPr marL="914400" indent="0" algn="r" rtl="1">
              <a:buNone/>
              <a:defRPr sz="1600"/>
            </a:lvl3pPr>
            <a:lvl4pPr marL="1371600" indent="0" algn="r" rtl="1">
              <a:buNone/>
              <a:defRPr sz="1400"/>
            </a:lvl4pPr>
            <a:lvl5pPr marL="1828800" indent="0" algn="r" rtl="1">
              <a:buNone/>
              <a:defRPr sz="1400"/>
            </a:lvl5pPr>
            <a:lvl6pPr marL="2286000" indent="0" algn="r" rtl="1">
              <a:buNone/>
              <a:defRPr sz="1400"/>
            </a:lvl6pPr>
            <a:lvl7pPr marL="2743200" indent="0" algn="r" rtl="1">
              <a:buNone/>
              <a:defRPr sz="1400"/>
            </a:lvl7pPr>
            <a:lvl8pPr marL="3200400" indent="0" algn="r" rtl="1">
              <a:buNone/>
              <a:defRPr sz="1400"/>
            </a:lvl8pPr>
            <a:lvl9pPr marL="3657600" indent="0" algn="r" rtl="1">
              <a:buNone/>
              <a:defRPr sz="14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58672170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32801202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 algn="r" rtl="1">
              <a:defRPr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ar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46143447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09363915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8314548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22680351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1">
            <a:normAutofit/>
          </a:bodyPr>
          <a:lstStyle>
            <a:lvl1pPr marL="0" indent="0" algn="r" rtl="1">
              <a:buNone/>
              <a:defRPr sz="3200"/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lvl="0" rtl="1"/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7536616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 rtlCol="1"/>
          <a:lstStyle>
            <a:lvl1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53544828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 rtl="1"/>
            <a:r>
              <a:rPr lang="ar" dirty="0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09556367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1">
            <a:normAutofit/>
          </a:bodyPr>
          <a:lstStyle/>
          <a:p>
            <a:pPr lvl="0" rtl="1"/>
            <a:endParaRPr lang="en-GB" noProof="0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66091891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rtlCol="1"/>
          <a:lstStyle>
            <a:lvl1pPr marL="0" indent="0" algn="ctr" rtl="1">
              <a:buNone/>
              <a:defRPr/>
            </a:lvl1pPr>
            <a:lvl2pPr marL="457200" indent="0" algn="ctr" rtl="1">
              <a:buNone/>
              <a:defRPr/>
            </a:lvl2pPr>
            <a:lvl3pPr marL="914400" indent="0" algn="ctr" rtl="1">
              <a:buNone/>
              <a:defRPr/>
            </a:lvl3pPr>
            <a:lvl4pPr marL="1371600" indent="0" algn="ctr" rtl="1">
              <a:buNone/>
              <a:defRPr/>
            </a:lvl4pPr>
            <a:lvl5pPr marL="1828800" indent="0" algn="ctr" rtl="1">
              <a:buNone/>
              <a:defRPr/>
            </a:lvl5pPr>
            <a:lvl6pPr marL="2286000" indent="0" algn="ctr" rtl="1">
              <a:buNone/>
              <a:defRPr/>
            </a:lvl6pPr>
            <a:lvl7pPr marL="2743200" indent="0" algn="ctr" rtl="1">
              <a:buNone/>
              <a:defRPr/>
            </a:lvl7pPr>
            <a:lvl8pPr marL="3200400" indent="0" algn="ctr" rtl="1">
              <a:buNone/>
              <a:defRPr/>
            </a:lvl8pPr>
            <a:lvl9pPr marL="3657600" indent="0" algn="ctr" rtl="1">
              <a:buNone/>
              <a:defRPr/>
            </a:lvl9pPr>
          </a:lstStyle>
          <a:p>
            <a:pPr rtl="1"/>
            <a:r>
              <a:rPr lang="ar"/>
              <a:t>Click to edit Master subtitle style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17646543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60132638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rtlCol="1" anchor="t"/>
          <a:lstStyle>
            <a:lvl1pPr algn="r" rtl="1">
              <a:defRPr sz="4000" b="1" cap="all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000"/>
            </a:lvl1pPr>
            <a:lvl2pPr marL="457200" indent="0" algn="r" rtl="1">
              <a:buNone/>
              <a:defRPr sz="1800"/>
            </a:lvl2pPr>
            <a:lvl3pPr marL="914400" indent="0" algn="r" rtl="1">
              <a:buNone/>
              <a:defRPr sz="1600"/>
            </a:lvl3pPr>
            <a:lvl4pPr marL="1371600" indent="0" algn="r" rtl="1">
              <a:buNone/>
              <a:defRPr sz="1400"/>
            </a:lvl4pPr>
            <a:lvl5pPr marL="1828800" indent="0" algn="r" rtl="1">
              <a:buNone/>
              <a:defRPr sz="1400"/>
            </a:lvl5pPr>
            <a:lvl6pPr marL="2286000" indent="0" algn="r" rtl="1">
              <a:buNone/>
              <a:defRPr sz="1400"/>
            </a:lvl6pPr>
            <a:lvl7pPr marL="2743200" indent="0" algn="r" rtl="1">
              <a:buNone/>
              <a:defRPr sz="1400"/>
            </a:lvl7pPr>
            <a:lvl8pPr marL="3200400" indent="0" algn="r" rtl="1">
              <a:buNone/>
              <a:defRPr sz="1400"/>
            </a:lvl8pPr>
            <a:lvl9pPr marL="3657600" indent="0" algn="r" rtl="1">
              <a:buNone/>
              <a:defRPr sz="14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18605759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5360313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 algn="r" rtl="1">
              <a:defRPr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ar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57165819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16812172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45466716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1382759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1">
            <a:normAutofit/>
          </a:bodyPr>
          <a:lstStyle>
            <a:lvl1pPr marL="0" indent="0" algn="r" rtl="1">
              <a:buNone/>
              <a:defRPr sz="3200"/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lvl="0" rtl="1"/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34103147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 rtlCol="1"/>
          <a:lstStyle>
            <a:lvl1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7465027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 rtl="1"/>
            <a:r>
              <a:rPr lang="ar" dirty="0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918494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1">
            <a:normAutofit/>
          </a:bodyPr>
          <a:lstStyle/>
          <a:p>
            <a:pPr lvl="0" rtl="1"/>
            <a:endParaRPr lang="en-GB" noProof="0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1267096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rtlCol="1"/>
          <a:lstStyle>
            <a:lvl1pPr marL="0" indent="0" algn="ctr" rtl="1">
              <a:buNone/>
              <a:defRPr/>
            </a:lvl1pPr>
            <a:lvl2pPr marL="457200" indent="0" algn="ctr" rtl="1">
              <a:buNone/>
              <a:defRPr/>
            </a:lvl2pPr>
            <a:lvl3pPr marL="914400" indent="0" algn="ctr" rtl="1">
              <a:buNone/>
              <a:defRPr/>
            </a:lvl3pPr>
            <a:lvl4pPr marL="1371600" indent="0" algn="ctr" rtl="1">
              <a:buNone/>
              <a:defRPr/>
            </a:lvl4pPr>
            <a:lvl5pPr marL="1828800" indent="0" algn="ctr" rtl="1">
              <a:buNone/>
              <a:defRPr/>
            </a:lvl5pPr>
            <a:lvl6pPr marL="2286000" indent="0" algn="ctr" rtl="1">
              <a:buNone/>
              <a:defRPr/>
            </a:lvl6pPr>
            <a:lvl7pPr marL="2743200" indent="0" algn="ctr" rtl="1">
              <a:buNone/>
              <a:defRPr/>
            </a:lvl7pPr>
            <a:lvl8pPr marL="3200400" indent="0" algn="ctr" rtl="1">
              <a:buNone/>
              <a:defRPr/>
            </a:lvl8pPr>
            <a:lvl9pPr marL="3657600" indent="0" algn="ctr" rtl="1">
              <a:buNone/>
              <a:defRPr/>
            </a:lvl9pPr>
          </a:lstStyle>
          <a:p>
            <a:pPr rtl="1"/>
            <a:r>
              <a:rPr lang="ar"/>
              <a:t>Click to edit Master subtitle style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12659393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65395922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rtlCol="1" anchor="t"/>
          <a:lstStyle>
            <a:lvl1pPr algn="r" rtl="1">
              <a:defRPr sz="4000" b="1" cap="all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000"/>
            </a:lvl1pPr>
            <a:lvl2pPr marL="457200" indent="0" algn="r" rtl="1">
              <a:buNone/>
              <a:defRPr sz="1800"/>
            </a:lvl2pPr>
            <a:lvl3pPr marL="914400" indent="0" algn="r" rtl="1">
              <a:buNone/>
              <a:defRPr sz="1600"/>
            </a:lvl3pPr>
            <a:lvl4pPr marL="1371600" indent="0" algn="r" rtl="1">
              <a:buNone/>
              <a:defRPr sz="1400"/>
            </a:lvl4pPr>
            <a:lvl5pPr marL="1828800" indent="0" algn="r" rtl="1">
              <a:buNone/>
              <a:defRPr sz="1400"/>
            </a:lvl5pPr>
            <a:lvl6pPr marL="2286000" indent="0" algn="r" rtl="1">
              <a:buNone/>
              <a:defRPr sz="1400"/>
            </a:lvl6pPr>
            <a:lvl7pPr marL="2743200" indent="0" algn="r" rtl="1">
              <a:buNone/>
              <a:defRPr sz="1400"/>
            </a:lvl7pPr>
            <a:lvl8pPr marL="3200400" indent="0" algn="r" rtl="1">
              <a:buNone/>
              <a:defRPr sz="1400"/>
            </a:lvl8pPr>
            <a:lvl9pPr marL="3657600" indent="0" algn="r" rtl="1">
              <a:buNone/>
              <a:defRPr sz="14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95094335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43709302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 algn="r" rtl="1">
              <a:defRPr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ar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09416790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72576267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3738034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 sz="2400"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87196095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1">
            <a:normAutofit/>
          </a:bodyPr>
          <a:lstStyle>
            <a:lvl1pPr marL="0" indent="0" algn="r" rtl="1">
              <a:buNone/>
              <a:defRPr sz="3200"/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lvl="0" rtl="1"/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2962851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 rtlCol="1"/>
          <a:lstStyle>
            <a:lvl1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19874433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 rtl="1"/>
            <a:r>
              <a:rPr lang="ar" dirty="0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  <a:lvl2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2pPr>
            <a:lvl3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3pPr>
            <a:lvl4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4pPr>
            <a:lvl5pPr algn="r" rtl="1">
              <a:buFont typeface="Wingdings" pitchFamily="2" charset="2"/>
              <a:buChar char="§"/>
              <a:defRPr>
                <a:latin typeface="Sakkal Majalla" panose="02000000000000000000" pitchFamily="2" charset="-78"/>
                <a:cs typeface="Sakkal Majalla" panose="02000000000000000000" pitchFamily="2" charset="-78"/>
              </a:defRPr>
            </a:lvl5pPr>
          </a:lstStyle>
          <a:p>
            <a:pPr lvl="0" rtl="1"/>
            <a:r>
              <a:rPr lang="ar" dirty="0"/>
              <a:t>Click to edit Master text styles</a:t>
            </a:r>
          </a:p>
          <a:p>
            <a:pPr lvl="1" rtl="1"/>
            <a:r>
              <a:rPr lang="ar" dirty="0"/>
              <a:t>Second level</a:t>
            </a:r>
          </a:p>
          <a:p>
            <a:pPr lvl="2" rtl="1"/>
            <a:r>
              <a:rPr lang="ar" dirty="0"/>
              <a:t>Third level</a:t>
            </a:r>
          </a:p>
          <a:p>
            <a:pPr lvl="3" rtl="1"/>
            <a:r>
              <a:rPr lang="ar" dirty="0"/>
              <a:t>Fourth level</a:t>
            </a:r>
          </a:p>
          <a:p>
            <a:pPr lvl="4" rtl="1"/>
            <a:r>
              <a:rPr lang="ar" dirty="0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96067014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1">
            <a:normAutofit/>
          </a:bodyPr>
          <a:lstStyle/>
          <a:p>
            <a:pPr lvl="0" rtl="1"/>
            <a:endParaRPr lang="en-GB" noProof="0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64947810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audio" Target="../media/audio1.bin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6" Type="http://schemas.openxmlformats.org/officeDocument/2006/relationships/image" Target="../media/image3.jpeg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audio" Target="../media/audio1.bin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3.xml"/><Relationship Id="rId13" Type="http://schemas.openxmlformats.org/officeDocument/2006/relationships/slideLayout" Target="../slideLayouts/slideLayout38.xml"/><Relationship Id="rId3" Type="http://schemas.openxmlformats.org/officeDocument/2006/relationships/slideLayout" Target="../slideLayouts/slideLayout28.xml"/><Relationship Id="rId7" Type="http://schemas.openxmlformats.org/officeDocument/2006/relationships/slideLayout" Target="../slideLayouts/slideLayout32.xml"/><Relationship Id="rId12" Type="http://schemas.openxmlformats.org/officeDocument/2006/relationships/slideLayout" Target="../slideLayouts/slideLayout37.xml"/><Relationship Id="rId2" Type="http://schemas.openxmlformats.org/officeDocument/2006/relationships/slideLayout" Target="../slideLayouts/slideLayout27.xml"/><Relationship Id="rId16" Type="http://schemas.openxmlformats.org/officeDocument/2006/relationships/image" Target="../media/image4.jpeg"/><Relationship Id="rId1" Type="http://schemas.openxmlformats.org/officeDocument/2006/relationships/slideLayout" Target="../slideLayouts/slideLayout26.xml"/><Relationship Id="rId6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0.xml"/><Relationship Id="rId15" Type="http://schemas.openxmlformats.org/officeDocument/2006/relationships/audio" Target="../media/audio1.bin"/><Relationship Id="rId10" Type="http://schemas.openxmlformats.org/officeDocument/2006/relationships/slideLayout" Target="../slideLayouts/slideLayout35.xml"/><Relationship Id="rId4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4.xml"/><Relationship Id="rId1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6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5.xml"/><Relationship Id="rId12" Type="http://schemas.openxmlformats.org/officeDocument/2006/relationships/slideLayout" Target="../slideLayouts/slideLayout50.xml"/><Relationship Id="rId2" Type="http://schemas.openxmlformats.org/officeDocument/2006/relationships/slideLayout" Target="../slideLayouts/slideLayout40.xml"/><Relationship Id="rId1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4.xml"/><Relationship Id="rId11" Type="http://schemas.openxmlformats.org/officeDocument/2006/relationships/slideLayout" Target="../slideLayouts/slideLayout49.xml"/><Relationship Id="rId5" Type="http://schemas.openxmlformats.org/officeDocument/2006/relationships/slideLayout" Target="../slideLayouts/slideLayout43.xml"/><Relationship Id="rId15" Type="http://schemas.openxmlformats.org/officeDocument/2006/relationships/image" Target="../media/image5.jpeg"/><Relationship Id="rId10" Type="http://schemas.openxmlformats.org/officeDocument/2006/relationships/slideLayout" Target="../slideLayouts/slideLayout48.xml"/><Relationship Id="rId4" Type="http://schemas.openxmlformats.org/officeDocument/2006/relationships/slideLayout" Target="../slideLayouts/slideLayout42.xml"/><Relationship Id="rId9" Type="http://schemas.openxmlformats.org/officeDocument/2006/relationships/slideLayout" Target="../slideLayouts/slideLayout47.xml"/><Relationship Id="rId14" Type="http://schemas.openxmlformats.org/officeDocument/2006/relationships/audio" Target="../media/audio1.bin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8.xml"/><Relationship Id="rId13" Type="http://schemas.openxmlformats.org/officeDocument/2006/relationships/theme" Target="../theme/theme5.xml"/><Relationship Id="rId3" Type="http://schemas.openxmlformats.org/officeDocument/2006/relationships/slideLayout" Target="../slideLayouts/slideLayout53.xml"/><Relationship Id="rId7" Type="http://schemas.openxmlformats.org/officeDocument/2006/relationships/slideLayout" Target="../slideLayouts/slideLayout57.xml"/><Relationship Id="rId12" Type="http://schemas.openxmlformats.org/officeDocument/2006/relationships/slideLayout" Target="../slideLayouts/slideLayout62.xml"/><Relationship Id="rId2" Type="http://schemas.openxmlformats.org/officeDocument/2006/relationships/slideLayout" Target="../slideLayouts/slideLayout52.xml"/><Relationship Id="rId1" Type="http://schemas.openxmlformats.org/officeDocument/2006/relationships/slideLayout" Target="../slideLayouts/slideLayout51.xml"/><Relationship Id="rId6" Type="http://schemas.openxmlformats.org/officeDocument/2006/relationships/slideLayout" Target="../slideLayouts/slideLayout56.xml"/><Relationship Id="rId11" Type="http://schemas.openxmlformats.org/officeDocument/2006/relationships/slideLayout" Target="../slideLayouts/slideLayout61.xml"/><Relationship Id="rId5" Type="http://schemas.openxmlformats.org/officeDocument/2006/relationships/slideLayout" Target="../slideLayouts/slideLayout55.xml"/><Relationship Id="rId15" Type="http://schemas.openxmlformats.org/officeDocument/2006/relationships/image" Target="../media/image6.jpeg"/><Relationship Id="rId10" Type="http://schemas.openxmlformats.org/officeDocument/2006/relationships/slideLayout" Target="../slideLayouts/slideLayout60.xml"/><Relationship Id="rId4" Type="http://schemas.openxmlformats.org/officeDocument/2006/relationships/slideLayout" Target="../slideLayouts/slideLayout54.xml"/><Relationship Id="rId9" Type="http://schemas.openxmlformats.org/officeDocument/2006/relationships/slideLayout" Target="../slideLayouts/slideLayout59.xml"/><Relationship Id="rId14" Type="http://schemas.openxmlformats.org/officeDocument/2006/relationships/audio" Target="../media/audio1.bin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0.xml"/><Relationship Id="rId13" Type="http://schemas.openxmlformats.org/officeDocument/2006/relationships/theme" Target="../theme/theme6.xml"/><Relationship Id="rId3" Type="http://schemas.openxmlformats.org/officeDocument/2006/relationships/slideLayout" Target="../slideLayouts/slideLayout65.xml"/><Relationship Id="rId7" Type="http://schemas.openxmlformats.org/officeDocument/2006/relationships/slideLayout" Target="../slideLayouts/slideLayout69.xml"/><Relationship Id="rId12" Type="http://schemas.openxmlformats.org/officeDocument/2006/relationships/slideLayout" Target="../slideLayouts/slideLayout74.xml"/><Relationship Id="rId2" Type="http://schemas.openxmlformats.org/officeDocument/2006/relationships/slideLayout" Target="../slideLayouts/slideLayout64.xml"/><Relationship Id="rId1" Type="http://schemas.openxmlformats.org/officeDocument/2006/relationships/slideLayout" Target="../slideLayouts/slideLayout63.xml"/><Relationship Id="rId6" Type="http://schemas.openxmlformats.org/officeDocument/2006/relationships/slideLayout" Target="../slideLayouts/slideLayout68.xml"/><Relationship Id="rId11" Type="http://schemas.openxmlformats.org/officeDocument/2006/relationships/slideLayout" Target="../slideLayouts/slideLayout73.xml"/><Relationship Id="rId5" Type="http://schemas.openxmlformats.org/officeDocument/2006/relationships/slideLayout" Target="../slideLayouts/slideLayout67.xml"/><Relationship Id="rId15" Type="http://schemas.openxmlformats.org/officeDocument/2006/relationships/image" Target="../media/image7.jpeg"/><Relationship Id="rId10" Type="http://schemas.openxmlformats.org/officeDocument/2006/relationships/slideLayout" Target="../slideLayouts/slideLayout72.xml"/><Relationship Id="rId4" Type="http://schemas.openxmlformats.org/officeDocument/2006/relationships/slideLayout" Target="../slideLayouts/slideLayout66.xml"/><Relationship Id="rId9" Type="http://schemas.openxmlformats.org/officeDocument/2006/relationships/slideLayout" Target="../slideLayouts/slideLayout71.xml"/><Relationship Id="rId14" Type="http://schemas.openxmlformats.org/officeDocument/2006/relationships/audio" Target="../media/audio1.bin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2.xml"/><Relationship Id="rId13" Type="http://schemas.openxmlformats.org/officeDocument/2006/relationships/theme" Target="../theme/theme7.xml"/><Relationship Id="rId3" Type="http://schemas.openxmlformats.org/officeDocument/2006/relationships/slideLayout" Target="../slideLayouts/slideLayout77.xml"/><Relationship Id="rId7" Type="http://schemas.openxmlformats.org/officeDocument/2006/relationships/slideLayout" Target="../slideLayouts/slideLayout81.xml"/><Relationship Id="rId12" Type="http://schemas.openxmlformats.org/officeDocument/2006/relationships/slideLayout" Target="../slideLayouts/slideLayout86.xml"/><Relationship Id="rId2" Type="http://schemas.openxmlformats.org/officeDocument/2006/relationships/slideLayout" Target="../slideLayouts/slideLayout76.xml"/><Relationship Id="rId1" Type="http://schemas.openxmlformats.org/officeDocument/2006/relationships/slideLayout" Target="../slideLayouts/slideLayout75.xml"/><Relationship Id="rId6" Type="http://schemas.openxmlformats.org/officeDocument/2006/relationships/slideLayout" Target="../slideLayouts/slideLayout80.xml"/><Relationship Id="rId11" Type="http://schemas.openxmlformats.org/officeDocument/2006/relationships/slideLayout" Target="../slideLayouts/slideLayout85.xml"/><Relationship Id="rId5" Type="http://schemas.openxmlformats.org/officeDocument/2006/relationships/slideLayout" Target="../slideLayouts/slideLayout79.xml"/><Relationship Id="rId15" Type="http://schemas.openxmlformats.org/officeDocument/2006/relationships/image" Target="../media/image8.jpeg"/><Relationship Id="rId10" Type="http://schemas.openxmlformats.org/officeDocument/2006/relationships/slideLayout" Target="../slideLayouts/slideLayout84.xml"/><Relationship Id="rId4" Type="http://schemas.openxmlformats.org/officeDocument/2006/relationships/slideLayout" Target="../slideLayouts/slideLayout78.xml"/><Relationship Id="rId9" Type="http://schemas.openxmlformats.org/officeDocument/2006/relationships/slideLayout" Target="../slideLayouts/slideLayout83.xml"/><Relationship Id="rId14" Type="http://schemas.openxmlformats.org/officeDocument/2006/relationships/audio" Target="../media/audio1.bin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4.xml"/><Relationship Id="rId13" Type="http://schemas.openxmlformats.org/officeDocument/2006/relationships/theme" Target="../theme/theme8.xml"/><Relationship Id="rId3" Type="http://schemas.openxmlformats.org/officeDocument/2006/relationships/slideLayout" Target="../slideLayouts/slideLayout89.xml"/><Relationship Id="rId7" Type="http://schemas.openxmlformats.org/officeDocument/2006/relationships/slideLayout" Target="../slideLayouts/slideLayout93.xml"/><Relationship Id="rId12" Type="http://schemas.openxmlformats.org/officeDocument/2006/relationships/slideLayout" Target="../slideLayouts/slideLayout98.xml"/><Relationship Id="rId2" Type="http://schemas.openxmlformats.org/officeDocument/2006/relationships/slideLayout" Target="../slideLayouts/slideLayout88.xml"/><Relationship Id="rId1" Type="http://schemas.openxmlformats.org/officeDocument/2006/relationships/slideLayout" Target="../slideLayouts/slideLayout87.xml"/><Relationship Id="rId6" Type="http://schemas.openxmlformats.org/officeDocument/2006/relationships/slideLayout" Target="../slideLayouts/slideLayout92.xml"/><Relationship Id="rId11" Type="http://schemas.openxmlformats.org/officeDocument/2006/relationships/slideLayout" Target="../slideLayouts/slideLayout97.xml"/><Relationship Id="rId5" Type="http://schemas.openxmlformats.org/officeDocument/2006/relationships/slideLayout" Target="../slideLayouts/slideLayout91.xml"/><Relationship Id="rId15" Type="http://schemas.openxmlformats.org/officeDocument/2006/relationships/image" Target="../media/image9.jpeg"/><Relationship Id="rId10" Type="http://schemas.openxmlformats.org/officeDocument/2006/relationships/slideLayout" Target="../slideLayouts/slideLayout96.xml"/><Relationship Id="rId4" Type="http://schemas.openxmlformats.org/officeDocument/2006/relationships/slideLayout" Target="../slideLayouts/slideLayout90.xml"/><Relationship Id="rId9" Type="http://schemas.openxmlformats.org/officeDocument/2006/relationships/slideLayout" Target="../slideLayouts/slideLayout95.xml"/><Relationship Id="rId14" Type="http://schemas.openxmlformats.org/officeDocument/2006/relationships/audio" Target="../media/audio1.bin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6.xml"/><Relationship Id="rId13" Type="http://schemas.openxmlformats.org/officeDocument/2006/relationships/theme" Target="../theme/theme9.xml"/><Relationship Id="rId3" Type="http://schemas.openxmlformats.org/officeDocument/2006/relationships/slideLayout" Target="../slideLayouts/slideLayout101.xml"/><Relationship Id="rId7" Type="http://schemas.openxmlformats.org/officeDocument/2006/relationships/slideLayout" Target="../slideLayouts/slideLayout105.xml"/><Relationship Id="rId12" Type="http://schemas.openxmlformats.org/officeDocument/2006/relationships/slideLayout" Target="../slideLayouts/slideLayout110.xml"/><Relationship Id="rId2" Type="http://schemas.openxmlformats.org/officeDocument/2006/relationships/slideLayout" Target="../slideLayouts/slideLayout100.xml"/><Relationship Id="rId1" Type="http://schemas.openxmlformats.org/officeDocument/2006/relationships/slideLayout" Target="../slideLayouts/slideLayout99.xml"/><Relationship Id="rId6" Type="http://schemas.openxmlformats.org/officeDocument/2006/relationships/slideLayout" Target="../slideLayouts/slideLayout104.xml"/><Relationship Id="rId11" Type="http://schemas.openxmlformats.org/officeDocument/2006/relationships/slideLayout" Target="../slideLayouts/slideLayout109.xml"/><Relationship Id="rId5" Type="http://schemas.openxmlformats.org/officeDocument/2006/relationships/slideLayout" Target="../slideLayouts/slideLayout103.xml"/><Relationship Id="rId15" Type="http://schemas.openxmlformats.org/officeDocument/2006/relationships/image" Target="../media/image10.jpeg"/><Relationship Id="rId10" Type="http://schemas.openxmlformats.org/officeDocument/2006/relationships/slideLayout" Target="../slideLayouts/slideLayout108.xml"/><Relationship Id="rId4" Type="http://schemas.openxmlformats.org/officeDocument/2006/relationships/slideLayout" Target="../slideLayouts/slideLayout102.xml"/><Relationship Id="rId9" Type="http://schemas.openxmlformats.org/officeDocument/2006/relationships/slideLayout" Target="../slideLayouts/slideLayout107.xml"/><Relationship Id="rId14" Type="http://schemas.openxmlformats.org/officeDocument/2006/relationships/audio" Target="../media/audio1.bin"/></Relationships>
</file>

<file path=ppt/slideMasters/_rels/slideMaster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8.xml"/><Relationship Id="rId13" Type="http://schemas.openxmlformats.org/officeDocument/2006/relationships/theme" Target="../theme/theme10.xml"/><Relationship Id="rId3" Type="http://schemas.openxmlformats.org/officeDocument/2006/relationships/slideLayout" Target="../slideLayouts/slideLayout113.xml"/><Relationship Id="rId7" Type="http://schemas.openxmlformats.org/officeDocument/2006/relationships/slideLayout" Target="../slideLayouts/slideLayout117.xml"/><Relationship Id="rId12" Type="http://schemas.openxmlformats.org/officeDocument/2006/relationships/slideLayout" Target="../slideLayouts/slideLayout122.xml"/><Relationship Id="rId2" Type="http://schemas.openxmlformats.org/officeDocument/2006/relationships/slideLayout" Target="../slideLayouts/slideLayout112.xml"/><Relationship Id="rId1" Type="http://schemas.openxmlformats.org/officeDocument/2006/relationships/slideLayout" Target="../slideLayouts/slideLayout111.xml"/><Relationship Id="rId6" Type="http://schemas.openxmlformats.org/officeDocument/2006/relationships/slideLayout" Target="../slideLayouts/slideLayout116.xml"/><Relationship Id="rId11" Type="http://schemas.openxmlformats.org/officeDocument/2006/relationships/slideLayout" Target="../slideLayouts/slideLayout121.xml"/><Relationship Id="rId5" Type="http://schemas.openxmlformats.org/officeDocument/2006/relationships/slideLayout" Target="../slideLayouts/slideLayout115.xml"/><Relationship Id="rId15" Type="http://schemas.openxmlformats.org/officeDocument/2006/relationships/image" Target="../media/image11.jpeg"/><Relationship Id="rId10" Type="http://schemas.openxmlformats.org/officeDocument/2006/relationships/slideLayout" Target="../slideLayouts/slideLayout120.xml"/><Relationship Id="rId4" Type="http://schemas.openxmlformats.org/officeDocument/2006/relationships/slideLayout" Target="../slideLayouts/slideLayout114.xml"/><Relationship Id="rId9" Type="http://schemas.openxmlformats.org/officeDocument/2006/relationships/slideLayout" Target="../slideLayouts/slideLayout119.xml"/><Relationship Id="rId14" Type="http://schemas.openxmlformats.org/officeDocument/2006/relationships/audio" Target="../media/audio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5" descr="Always Learning">
            <a:extLst>
              <a:ext uri="{FF2B5EF4-FFF2-40B4-BE49-F238E27FC236}">
                <a16:creationId xmlns:a16="http://schemas.microsoft.com/office/drawing/2014/main" id="{3B94A5EC-21A3-C7EE-ADC3-348E4DF7A1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3C16AA13-905D-5202-1E26-68E3C21E253B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ar" dirty="0"/>
              <a:t>© Pearson Education Ltd 2023. Copying permitted for purchasing institution only. </a:t>
            </a:r>
          </a:p>
        </p:txBody>
      </p:sp>
      <p:pic>
        <p:nvPicPr>
          <p:cNvPr id="1028" name="Picture 2">
            <a:extLst>
              <a:ext uri="{FF2B5EF4-FFF2-40B4-BE49-F238E27FC236}">
                <a16:creationId xmlns:a16="http://schemas.microsoft.com/office/drawing/2014/main" id="{96A689FF-8B47-679F-73A4-A5EFC01904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-1390" y="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14A8C3D6-05BF-679E-EE30-8DC1DACFD32A}"/>
              </a:ext>
            </a:extLst>
          </p:cNvPr>
          <p:cNvGrpSpPr/>
          <p:nvPr userDrawn="1"/>
        </p:nvGrpSpPr>
        <p:grpSpPr>
          <a:xfrm>
            <a:off x="189038" y="111125"/>
            <a:ext cx="8847458" cy="869603"/>
            <a:chOff x="189038" y="111125"/>
            <a:chExt cx="8847458" cy="869603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F0DC7724-2EC8-3129-3A90-F138BC082D10}"/>
                </a:ext>
              </a:extLst>
            </p:cNvPr>
            <p:cNvSpPr/>
            <p:nvPr userDrawn="1"/>
          </p:nvSpPr>
          <p:spPr>
            <a:xfrm>
              <a:off x="189038" y="129909"/>
              <a:ext cx="3744415" cy="85081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rtlCol="1">
              <a:noAutofit/>
            </a:bodyPr>
            <a:lstStyle/>
            <a:p>
              <a:pPr indent="0" algn="l" rtl="1">
                <a:lnSpc>
                  <a:spcPct val="110000"/>
                </a:lnSpc>
              </a:pPr>
              <a:r>
                <a:rPr lang="ar" sz="2500" b="1" dirty="0">
                  <a:latin typeface="Sakkal Majalla" panose="02000000000000000000" pitchFamily="2" charset="-78"/>
                  <a:cs typeface="Sakkal Majalla" panose="02000000000000000000" pitchFamily="2" charset="-78"/>
                </a:rPr>
                <a:t>شهادة BTEC International من المستوى </a:t>
              </a:r>
              <a:r>
                <a:rPr lang="en-US" sz="2500" b="1" noProof="0" dirty="0">
                  <a:latin typeface="Sakkal Majalla" panose="02000000000000000000" pitchFamily="2" charset="-78"/>
                  <a:cs typeface="Sakkal Majalla" panose="02000000000000000000" pitchFamily="2" charset="-78"/>
                </a:rPr>
                <a:t>3</a:t>
              </a:r>
            </a:p>
            <a:p>
              <a:pPr algn="l">
                <a:lnSpc>
                  <a:spcPct val="110000"/>
                </a:lnSpc>
              </a:pPr>
              <a:r>
                <a:rPr lang="ar-EG" sz="2500" b="1" dirty="0">
                  <a:latin typeface="Sakkal Majalla" panose="02000000000000000000" pitchFamily="2" charset="-78"/>
                  <a:cs typeface="Sakkal Majalla" panose="02000000000000000000" pitchFamily="2" charset="-78"/>
                </a:rPr>
                <a:t>الأعمال</a:t>
              </a:r>
              <a:endParaRPr lang="ar" sz="2500" b="1" dirty="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C8EA1F78-37F7-3E24-62CC-74FA86E5FC85}"/>
                </a:ext>
              </a:extLst>
            </p:cNvPr>
            <p:cNvSpPr/>
            <p:nvPr userDrawn="1"/>
          </p:nvSpPr>
          <p:spPr>
            <a:xfrm>
              <a:off x="5796136" y="111125"/>
              <a:ext cx="3240360" cy="850819"/>
            </a:xfrm>
            <a:prstGeom prst="rect">
              <a:avLst/>
            </a:prstGeom>
            <a:solidFill>
              <a:srgbClr val="33B2C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4801" r:id="rId1"/>
    <p:sldLayoutId id="2147484802" r:id="rId2"/>
    <p:sldLayoutId id="2147484803" r:id="rId3"/>
    <p:sldLayoutId id="2147484804" r:id="rId4"/>
    <p:sldLayoutId id="2147484805" r:id="rId5"/>
    <p:sldLayoutId id="2147484806" r:id="rId6"/>
    <p:sldLayoutId id="2147484807" r:id="rId7"/>
    <p:sldLayoutId id="2147484808" r:id="rId8"/>
    <p:sldLayoutId id="2147484809" r:id="rId9"/>
    <p:sldLayoutId id="2147484810" r:id="rId10"/>
    <p:sldLayoutId id="2147484811" r:id="rId11"/>
    <p:sldLayoutId id="2147484812" r:id="rId12"/>
  </p:sldLayoutIdLst>
  <p:transition>
    <p:sndAc>
      <p:stSnd>
        <p:snd r:embed="rId14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 rtlCol="1">
            <a:sp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 eaLnBrk="1" hangingPunct="1">
              <a:defRPr/>
            </a:pPr>
            <a:r>
              <a:rPr lang="ar" sz="1100" b="1" dirty="0">
                <a:solidFill>
                  <a:schemeClr val="bg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</a:bodyPr>
          <a:lstStyle/>
          <a:p>
            <a:pPr lvl="0" rtl="1"/>
            <a:r>
              <a:rPr lang="ar" dirty="0"/>
              <a:t>Click to edit Master title style</a:t>
            </a:r>
            <a:endParaRPr lang="en-GB" altLang="en-US" dirty="0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lvl="0" rtl="1"/>
            <a:r>
              <a:rPr lang="ar" dirty="0"/>
              <a:t>Use simple bullet points and lines, with no more than two lines per bullet point if possible.</a:t>
            </a:r>
          </a:p>
          <a:p>
            <a:pPr lvl="0" rtl="1"/>
            <a:r>
              <a:rPr lang="ar" dirty="0"/>
              <a:t>Try to use a maximum of ten words per line. </a:t>
            </a:r>
          </a:p>
          <a:p>
            <a:pPr lvl="0" rtl="1"/>
            <a:r>
              <a:rPr lang="ar" dirty="0"/>
              <a:t>Set up generic formatting on this master. </a:t>
            </a:r>
          </a:p>
          <a:p>
            <a:pPr lvl="0" rtl="1"/>
            <a:r>
              <a:rPr lang="ar" dirty="0"/>
              <a:t>By applying this master to your slides, you’ll maintain consistent font and bullet style.</a:t>
            </a:r>
          </a:p>
          <a:p>
            <a:pPr lvl="0" rtl="1"/>
            <a:r>
              <a:rPr lang="ar" dirty="0"/>
              <a:t>To change the layout of individual slides, select ‘Slide layout’ and choose the desired layout from the right-hand menu.</a:t>
            </a:r>
          </a:p>
          <a:p>
            <a:pPr lvl="0" rtl="1"/>
            <a:r>
              <a:rPr lang="ar" dirty="0"/>
              <a:t>Read the PowerPoint guidelines before creating a slide show.</a:t>
            </a:r>
          </a:p>
        </p:txBody>
      </p:sp>
      <p:pic>
        <p:nvPicPr>
          <p:cNvPr id="14341" name="Picture 8">
            <a:extLst>
              <a:ext uri="{FF2B5EF4-FFF2-40B4-BE49-F238E27FC236}">
                <a16:creationId xmlns:a16="http://schemas.microsoft.com/office/drawing/2014/main" id="{FEDC9336-94D7-0F7A-9422-574A068E95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ar" dirty="0"/>
              <a:t>© Pearson Education Ltd 2023. Copying permitted for purchasing institution only. 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FE10A76D-8A32-5824-3EC0-D2A41CA99630}"/>
              </a:ext>
            </a:extLst>
          </p:cNvPr>
          <p:cNvGrpSpPr/>
          <p:nvPr userDrawn="1"/>
        </p:nvGrpSpPr>
        <p:grpSpPr>
          <a:xfrm>
            <a:off x="189038" y="111125"/>
            <a:ext cx="8847458" cy="869603"/>
            <a:chOff x="189038" y="111125"/>
            <a:chExt cx="8847458" cy="869603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4468B9A9-85F2-2745-203C-3DBAA0B8D3C1}"/>
                </a:ext>
              </a:extLst>
            </p:cNvPr>
            <p:cNvSpPr/>
            <p:nvPr userDrawn="1"/>
          </p:nvSpPr>
          <p:spPr>
            <a:xfrm>
              <a:off x="189038" y="129909"/>
              <a:ext cx="3744415" cy="85081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rtlCol="1">
              <a:noAutofit/>
            </a:bodyPr>
            <a:lstStyle/>
            <a:p>
              <a:pPr indent="0" algn="l" rtl="1">
                <a:lnSpc>
                  <a:spcPct val="110000"/>
                </a:lnSpc>
              </a:pPr>
              <a:r>
                <a:rPr lang="ar" sz="2500" b="1" dirty="0">
                  <a:latin typeface="Sakkal Majalla" panose="02000000000000000000" pitchFamily="2" charset="-78"/>
                  <a:cs typeface="Sakkal Majalla" panose="02000000000000000000" pitchFamily="2" charset="-78"/>
                </a:rPr>
                <a:t>شهادة BTEC International من المستوى </a:t>
              </a:r>
              <a:r>
                <a:rPr lang="en-US" sz="2500" b="1" noProof="0" dirty="0">
                  <a:latin typeface="Sakkal Majalla" panose="02000000000000000000" pitchFamily="2" charset="-78"/>
                  <a:cs typeface="Sakkal Majalla" panose="02000000000000000000" pitchFamily="2" charset="-78"/>
                </a:rPr>
                <a:t>3</a:t>
              </a:r>
            </a:p>
            <a:p>
              <a:pPr algn="l">
                <a:lnSpc>
                  <a:spcPct val="110000"/>
                </a:lnSpc>
              </a:pPr>
              <a:r>
                <a:rPr lang="ar-EG" sz="2500" b="1" dirty="0">
                  <a:latin typeface="Sakkal Majalla" panose="02000000000000000000" pitchFamily="2" charset="-78"/>
                  <a:cs typeface="Sakkal Majalla" panose="02000000000000000000" pitchFamily="2" charset="-78"/>
                </a:rPr>
                <a:t>الأعمال</a:t>
              </a:r>
              <a:endParaRPr lang="ar" sz="2500" b="1" dirty="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16B93830-6A19-3E06-4D65-3A411D96DE04}"/>
                </a:ext>
              </a:extLst>
            </p:cNvPr>
            <p:cNvSpPr/>
            <p:nvPr userDrawn="1"/>
          </p:nvSpPr>
          <p:spPr>
            <a:xfrm>
              <a:off x="5796136" y="111125"/>
              <a:ext cx="3240360" cy="850819"/>
            </a:xfrm>
            <a:prstGeom prst="rect">
              <a:avLst/>
            </a:prstGeom>
            <a:solidFill>
              <a:srgbClr val="33B2C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4813" r:id="rId1"/>
    <p:sldLayoutId id="2147484814" r:id="rId2"/>
    <p:sldLayoutId id="2147484815" r:id="rId3"/>
    <p:sldLayoutId id="2147484816" r:id="rId4"/>
    <p:sldLayoutId id="2147484817" r:id="rId5"/>
    <p:sldLayoutId id="2147484818" r:id="rId6"/>
    <p:sldLayoutId id="2147484819" r:id="rId7"/>
    <p:sldLayoutId id="2147484820" r:id="rId8"/>
    <p:sldLayoutId id="2147484821" r:id="rId9"/>
    <p:sldLayoutId id="2147484822" r:id="rId10"/>
    <p:sldLayoutId id="2147484823" r:id="rId11"/>
    <p:sldLayoutId id="2147484824" r:id="rId12"/>
    <p:sldLayoutId id="2147484929" r:id="rId13"/>
  </p:sldLayoutIdLst>
  <p:transition>
    <p:sndAc>
      <p:stSnd>
        <p:snd r:embed="rId15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Sakkal Majalla" panose="02000000000000000000" pitchFamily="2" charset="-78"/>
          <a:ea typeface="Sakkal Majalla" panose="02000000000000000000" pitchFamily="2" charset="-78"/>
          <a:cs typeface="Sakkal Majalla" panose="02000000000000000000" pitchFamily="2" charset="-78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Sakkal Majalla" panose="02000000000000000000" pitchFamily="2" charset="-78"/>
          <a:ea typeface="Sakkal Majalla" panose="02000000000000000000" pitchFamily="2" charset="-78"/>
          <a:cs typeface="Sakkal Majalla" panose="02000000000000000000" pitchFamily="2" charset="-78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 rtlCol="1">
            <a:sp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 eaLnBrk="1" hangingPunct="1">
              <a:defRPr/>
            </a:pPr>
            <a:r>
              <a:rPr lang="ar" sz="1100" b="1" dirty="0">
                <a:solidFill>
                  <a:schemeClr val="bg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</a:bodyPr>
          <a:lstStyle/>
          <a:p>
            <a:pPr lvl="0" rtl="1"/>
            <a:r>
              <a:rPr lang="ar" dirty="0"/>
              <a:t>Click to edit Master title style</a:t>
            </a:r>
            <a:endParaRPr lang="en-GB" altLang="en-US" dirty="0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lvl="0" rtl="1"/>
            <a:r>
              <a:rPr lang="ar" dirty="0"/>
              <a:t>Use simple bullet points and lines, with no more than two lines per bullet point if possible.</a:t>
            </a:r>
          </a:p>
          <a:p>
            <a:pPr lvl="0" rtl="1"/>
            <a:r>
              <a:rPr lang="ar" dirty="0"/>
              <a:t>Try to use a maximum of ten words per line. </a:t>
            </a:r>
          </a:p>
          <a:p>
            <a:pPr lvl="0" rtl="1"/>
            <a:r>
              <a:rPr lang="ar" dirty="0"/>
              <a:t>Set up generic formatting on this master. </a:t>
            </a:r>
          </a:p>
          <a:p>
            <a:pPr lvl="0" rtl="1"/>
            <a:r>
              <a:rPr lang="ar" dirty="0"/>
              <a:t>By applying this master to your slides, you’ll maintain consistent font and bullet style.</a:t>
            </a:r>
          </a:p>
          <a:p>
            <a:pPr lvl="0" rtl="1"/>
            <a:r>
              <a:rPr lang="ar" dirty="0"/>
              <a:t>To change the layout of individual slides, select ‘Slide layout’ and choose the desired layout from the right-hand menu.</a:t>
            </a:r>
          </a:p>
          <a:p>
            <a:pPr lvl="0" rtl="1"/>
            <a:r>
              <a:rPr lang="ar" dirty="0"/>
              <a:t>Read the PowerPoint guidelines before creating a slide show.</a:t>
            </a:r>
          </a:p>
        </p:txBody>
      </p:sp>
      <p:pic>
        <p:nvPicPr>
          <p:cNvPr id="14341" name="Picture 8">
            <a:extLst>
              <a:ext uri="{FF2B5EF4-FFF2-40B4-BE49-F238E27FC236}">
                <a16:creationId xmlns:a16="http://schemas.microsoft.com/office/drawing/2014/main" id="{FEDC9336-94D7-0F7A-9422-574A068E95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ar" dirty="0"/>
              <a:t>© Pearson Education Ltd 2023. Copying permitted for purchasing institution only. 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78D6FEA2-33E1-37FE-AFC8-583B62F8218F}"/>
              </a:ext>
            </a:extLst>
          </p:cNvPr>
          <p:cNvGrpSpPr/>
          <p:nvPr userDrawn="1"/>
        </p:nvGrpSpPr>
        <p:grpSpPr>
          <a:xfrm>
            <a:off x="189038" y="111125"/>
            <a:ext cx="8847458" cy="869603"/>
            <a:chOff x="189038" y="111125"/>
            <a:chExt cx="8847458" cy="869603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BB1B34BF-3600-6FE3-078E-AA0CEC3E2F76}"/>
                </a:ext>
              </a:extLst>
            </p:cNvPr>
            <p:cNvSpPr/>
            <p:nvPr userDrawn="1"/>
          </p:nvSpPr>
          <p:spPr>
            <a:xfrm>
              <a:off x="189038" y="129909"/>
              <a:ext cx="3744415" cy="85081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rtlCol="1">
              <a:noAutofit/>
            </a:bodyPr>
            <a:lstStyle/>
            <a:p>
              <a:pPr indent="0" algn="l" rtl="1">
                <a:lnSpc>
                  <a:spcPct val="110000"/>
                </a:lnSpc>
              </a:pPr>
              <a:r>
                <a:rPr lang="ar" sz="2500" b="1" dirty="0">
                  <a:latin typeface="Sakkal Majalla" panose="02000000000000000000" pitchFamily="2" charset="-78"/>
                  <a:cs typeface="Sakkal Majalla" panose="02000000000000000000" pitchFamily="2" charset="-78"/>
                </a:rPr>
                <a:t>شهادة BTEC International من المستوى </a:t>
              </a:r>
              <a:r>
                <a:rPr lang="en-US" sz="2500" b="1" noProof="0" dirty="0">
                  <a:latin typeface="Sakkal Majalla" panose="02000000000000000000" pitchFamily="2" charset="-78"/>
                  <a:cs typeface="Sakkal Majalla" panose="02000000000000000000" pitchFamily="2" charset="-78"/>
                </a:rPr>
                <a:t>3</a:t>
              </a:r>
            </a:p>
            <a:p>
              <a:pPr algn="l">
                <a:lnSpc>
                  <a:spcPct val="110000"/>
                </a:lnSpc>
              </a:pPr>
              <a:r>
                <a:rPr lang="ar-EG" sz="2500" b="1" dirty="0">
                  <a:latin typeface="Sakkal Majalla" panose="02000000000000000000" pitchFamily="2" charset="-78"/>
                  <a:cs typeface="Sakkal Majalla" panose="02000000000000000000" pitchFamily="2" charset="-78"/>
                </a:rPr>
                <a:t>الأعمال</a:t>
              </a:r>
              <a:endParaRPr lang="ar" sz="2500" b="1" dirty="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5E5F9AF3-3CB1-05B5-800A-DB7C74B32032}"/>
                </a:ext>
              </a:extLst>
            </p:cNvPr>
            <p:cNvSpPr/>
            <p:nvPr userDrawn="1"/>
          </p:nvSpPr>
          <p:spPr>
            <a:xfrm>
              <a:off x="5796136" y="111125"/>
              <a:ext cx="3240360" cy="850819"/>
            </a:xfrm>
            <a:prstGeom prst="rect">
              <a:avLst/>
            </a:prstGeom>
            <a:solidFill>
              <a:srgbClr val="33B2C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4551037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26" r:id="rId1"/>
    <p:sldLayoutId id="2147484827" r:id="rId2"/>
    <p:sldLayoutId id="2147484828" r:id="rId3"/>
    <p:sldLayoutId id="2147484829" r:id="rId4"/>
    <p:sldLayoutId id="2147484830" r:id="rId5"/>
    <p:sldLayoutId id="2147484831" r:id="rId6"/>
    <p:sldLayoutId id="2147484832" r:id="rId7"/>
    <p:sldLayoutId id="2147484833" r:id="rId8"/>
    <p:sldLayoutId id="2147484834" r:id="rId9"/>
    <p:sldLayoutId id="2147484835" r:id="rId10"/>
    <p:sldLayoutId id="2147484836" r:id="rId11"/>
    <p:sldLayoutId id="2147484837" r:id="rId12"/>
    <p:sldLayoutId id="2147484930" r:id="rId13"/>
  </p:sldLayoutIdLst>
  <p:transition>
    <p:sndAc>
      <p:stSnd>
        <p:snd r:embed="rId15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Sakkal Majalla" panose="02000000000000000000" pitchFamily="2" charset="-78"/>
          <a:ea typeface="Sakkal Majalla" panose="02000000000000000000" pitchFamily="2" charset="-78"/>
          <a:cs typeface="Sakkal Majalla" panose="02000000000000000000" pitchFamily="2" charset="-78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Sakkal Majalla" panose="02000000000000000000" pitchFamily="2" charset="-78"/>
          <a:ea typeface="Sakkal Majalla" panose="02000000000000000000" pitchFamily="2" charset="-78"/>
          <a:cs typeface="Sakkal Majalla" panose="02000000000000000000" pitchFamily="2" charset="-78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 rtlCol="1">
            <a:sp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 eaLnBrk="1" hangingPunct="1">
              <a:defRPr/>
            </a:pPr>
            <a:r>
              <a:rPr lang="ar" sz="1100" b="1" dirty="0">
                <a:solidFill>
                  <a:schemeClr val="bg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</a:bodyPr>
          <a:lstStyle/>
          <a:p>
            <a:pPr lvl="0" rtl="1"/>
            <a:r>
              <a:rPr lang="ar" dirty="0"/>
              <a:t>Click to edit Master title style</a:t>
            </a:r>
            <a:endParaRPr lang="en-GB" altLang="en-US" dirty="0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lvl="0" rtl="1"/>
            <a:r>
              <a:rPr lang="ar" dirty="0"/>
              <a:t>Use simple bullet points and lines, with no more than two lines per bullet point if possible.</a:t>
            </a:r>
          </a:p>
          <a:p>
            <a:pPr lvl="0" rtl="1"/>
            <a:r>
              <a:rPr lang="ar" dirty="0"/>
              <a:t>Try to use a maximum of ten words per line. </a:t>
            </a:r>
          </a:p>
          <a:p>
            <a:pPr lvl="0" rtl="1"/>
            <a:r>
              <a:rPr lang="ar" dirty="0"/>
              <a:t>Set up generic formatting on this master. </a:t>
            </a:r>
          </a:p>
          <a:p>
            <a:pPr lvl="0" rtl="1"/>
            <a:r>
              <a:rPr lang="ar" dirty="0"/>
              <a:t>By applying this master to your slides, you’ll maintain consistent font and bullet style.</a:t>
            </a:r>
          </a:p>
          <a:p>
            <a:pPr lvl="0" rtl="1"/>
            <a:r>
              <a:rPr lang="ar" dirty="0"/>
              <a:t>To change the layout of individual slides, select ‘Slide layout’ and choose the desired layout from the right-hand menu.</a:t>
            </a:r>
          </a:p>
          <a:p>
            <a:pPr lvl="0" rtl="1"/>
            <a:r>
              <a:rPr lang="ar" dirty="0"/>
              <a:t>Read the PowerPoint guidelines before creating a slide show.</a:t>
            </a:r>
          </a:p>
        </p:txBody>
      </p:sp>
      <p:pic>
        <p:nvPicPr>
          <p:cNvPr id="14341" name="Picture 8">
            <a:extLst>
              <a:ext uri="{FF2B5EF4-FFF2-40B4-BE49-F238E27FC236}">
                <a16:creationId xmlns:a16="http://schemas.microsoft.com/office/drawing/2014/main" id="{FEDC9336-94D7-0F7A-9422-574A068E95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ar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7706921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39" r:id="rId1"/>
    <p:sldLayoutId id="2147484840" r:id="rId2"/>
    <p:sldLayoutId id="2147484841" r:id="rId3"/>
    <p:sldLayoutId id="2147484842" r:id="rId4"/>
    <p:sldLayoutId id="2147484843" r:id="rId5"/>
    <p:sldLayoutId id="2147484844" r:id="rId6"/>
    <p:sldLayoutId id="2147484845" r:id="rId7"/>
    <p:sldLayoutId id="2147484846" r:id="rId8"/>
    <p:sldLayoutId id="2147484847" r:id="rId9"/>
    <p:sldLayoutId id="2147484848" r:id="rId10"/>
    <p:sldLayoutId id="2147484849" r:id="rId11"/>
    <p:sldLayoutId id="2147484850" r:id="rId12"/>
  </p:sldLayoutIdLst>
  <p:transition>
    <p:sndAc>
      <p:stSnd>
        <p:snd r:embed="rId14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Sakkal Majalla" panose="02000000000000000000" pitchFamily="2" charset="-78"/>
          <a:ea typeface="Sakkal Majalla" panose="02000000000000000000" pitchFamily="2" charset="-78"/>
          <a:cs typeface="Sakkal Majalla" panose="02000000000000000000" pitchFamily="2" charset="-78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Sakkal Majalla" panose="02000000000000000000" pitchFamily="2" charset="-78"/>
          <a:ea typeface="Sakkal Majalla" panose="02000000000000000000" pitchFamily="2" charset="-78"/>
          <a:cs typeface="Sakkal Majalla" panose="02000000000000000000" pitchFamily="2" charset="-78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 rtlCol="1">
            <a:sp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 eaLnBrk="1" hangingPunct="1">
              <a:defRPr/>
            </a:pPr>
            <a:r>
              <a:rPr lang="ar" sz="1100" b="1" dirty="0">
                <a:solidFill>
                  <a:schemeClr val="bg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</a:bodyPr>
          <a:lstStyle/>
          <a:p>
            <a:pPr lvl="0" rtl="1"/>
            <a:r>
              <a:rPr lang="ar" dirty="0"/>
              <a:t>Click to edit Master title style</a:t>
            </a:r>
            <a:endParaRPr lang="en-GB" altLang="en-US" dirty="0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lvl="0" rtl="1"/>
            <a:r>
              <a:rPr lang="ar" dirty="0"/>
              <a:t>Use simple bullet points and lines, with no more than two lines per bullet point if possible.</a:t>
            </a:r>
          </a:p>
          <a:p>
            <a:pPr lvl="0" rtl="1"/>
            <a:r>
              <a:rPr lang="ar" dirty="0"/>
              <a:t>Try to use a maximum of ten words per line. </a:t>
            </a:r>
          </a:p>
          <a:p>
            <a:pPr lvl="0" rtl="1"/>
            <a:r>
              <a:rPr lang="ar" dirty="0"/>
              <a:t>Set up generic formatting on this master. </a:t>
            </a:r>
          </a:p>
          <a:p>
            <a:pPr lvl="0" rtl="1"/>
            <a:r>
              <a:rPr lang="ar" dirty="0"/>
              <a:t>By applying this master to your slides, you’ll maintain consistent font and bullet style.</a:t>
            </a:r>
          </a:p>
          <a:p>
            <a:pPr lvl="0" rtl="1"/>
            <a:r>
              <a:rPr lang="ar" dirty="0"/>
              <a:t>To change the layout of individual slides, select ‘Slide layout’ and choose the desired layout from the right-hand menu.</a:t>
            </a:r>
          </a:p>
          <a:p>
            <a:pPr lvl="0" rtl="1"/>
            <a:r>
              <a:rPr lang="ar" dirty="0"/>
              <a:t>Read the PowerPoint guidelines before creating a slide show.</a:t>
            </a:r>
          </a:p>
        </p:txBody>
      </p:sp>
      <p:pic>
        <p:nvPicPr>
          <p:cNvPr id="14341" name="Picture 8">
            <a:extLst>
              <a:ext uri="{FF2B5EF4-FFF2-40B4-BE49-F238E27FC236}">
                <a16:creationId xmlns:a16="http://schemas.microsoft.com/office/drawing/2014/main" id="{FEDC9336-94D7-0F7A-9422-574A068E95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ar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9093568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52" r:id="rId1"/>
    <p:sldLayoutId id="2147484853" r:id="rId2"/>
    <p:sldLayoutId id="2147484854" r:id="rId3"/>
    <p:sldLayoutId id="2147484855" r:id="rId4"/>
    <p:sldLayoutId id="2147484856" r:id="rId5"/>
    <p:sldLayoutId id="2147484857" r:id="rId6"/>
    <p:sldLayoutId id="2147484858" r:id="rId7"/>
    <p:sldLayoutId id="2147484859" r:id="rId8"/>
    <p:sldLayoutId id="2147484860" r:id="rId9"/>
    <p:sldLayoutId id="2147484861" r:id="rId10"/>
    <p:sldLayoutId id="2147484862" r:id="rId11"/>
    <p:sldLayoutId id="2147484863" r:id="rId12"/>
  </p:sldLayoutIdLst>
  <p:transition>
    <p:sndAc>
      <p:stSnd>
        <p:snd r:embed="rId14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Sakkal Majalla" panose="02000000000000000000" pitchFamily="2" charset="-78"/>
          <a:ea typeface="Sakkal Majalla" panose="02000000000000000000" pitchFamily="2" charset="-78"/>
          <a:cs typeface="Sakkal Majalla" panose="02000000000000000000" pitchFamily="2" charset="-78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Sakkal Majalla" panose="02000000000000000000" pitchFamily="2" charset="-78"/>
          <a:ea typeface="Sakkal Majalla" panose="02000000000000000000" pitchFamily="2" charset="-78"/>
          <a:cs typeface="Sakkal Majalla" panose="02000000000000000000" pitchFamily="2" charset="-78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 rtlCol="1">
            <a:sp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 eaLnBrk="1" hangingPunct="1">
              <a:defRPr/>
            </a:pPr>
            <a:r>
              <a:rPr lang="ar" sz="1100" b="1" dirty="0">
                <a:solidFill>
                  <a:schemeClr val="bg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</a:bodyPr>
          <a:lstStyle/>
          <a:p>
            <a:pPr lvl="0" rtl="1"/>
            <a:r>
              <a:rPr lang="ar" dirty="0"/>
              <a:t>Click to edit Master title style</a:t>
            </a:r>
            <a:endParaRPr lang="en-GB" altLang="en-US" dirty="0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lvl="0" rtl="1"/>
            <a:r>
              <a:rPr lang="ar" dirty="0"/>
              <a:t>Use simple bullet points and lines, with no more than two lines per bullet point if possible.</a:t>
            </a:r>
          </a:p>
          <a:p>
            <a:pPr lvl="0" rtl="1"/>
            <a:r>
              <a:rPr lang="ar" dirty="0"/>
              <a:t>Try to use a maximum of ten words per line. </a:t>
            </a:r>
          </a:p>
          <a:p>
            <a:pPr lvl="0" rtl="1"/>
            <a:r>
              <a:rPr lang="ar" dirty="0"/>
              <a:t>Set up generic formatting on this master. </a:t>
            </a:r>
          </a:p>
          <a:p>
            <a:pPr lvl="0" rtl="1"/>
            <a:r>
              <a:rPr lang="ar" dirty="0"/>
              <a:t>By applying this master to your slides, you’ll maintain consistent font and bullet style.</a:t>
            </a:r>
          </a:p>
          <a:p>
            <a:pPr lvl="0" rtl="1"/>
            <a:r>
              <a:rPr lang="ar" dirty="0"/>
              <a:t>To change the layout of individual slides, select ‘Slide layout’ and choose the desired layout from the right-hand menu.</a:t>
            </a:r>
          </a:p>
          <a:p>
            <a:pPr lvl="0" rtl="1"/>
            <a:r>
              <a:rPr lang="ar" dirty="0"/>
              <a:t>Read the PowerPoint guidelines before creating a slide show.</a:t>
            </a:r>
          </a:p>
        </p:txBody>
      </p:sp>
      <p:pic>
        <p:nvPicPr>
          <p:cNvPr id="14341" name="Picture 8">
            <a:extLst>
              <a:ext uri="{FF2B5EF4-FFF2-40B4-BE49-F238E27FC236}">
                <a16:creationId xmlns:a16="http://schemas.microsoft.com/office/drawing/2014/main" id="{FEDC9336-94D7-0F7A-9422-574A068E95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ar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0288252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65" r:id="rId1"/>
    <p:sldLayoutId id="2147484866" r:id="rId2"/>
    <p:sldLayoutId id="2147484867" r:id="rId3"/>
    <p:sldLayoutId id="2147484868" r:id="rId4"/>
    <p:sldLayoutId id="2147484869" r:id="rId5"/>
    <p:sldLayoutId id="2147484870" r:id="rId6"/>
    <p:sldLayoutId id="2147484871" r:id="rId7"/>
    <p:sldLayoutId id="2147484872" r:id="rId8"/>
    <p:sldLayoutId id="2147484873" r:id="rId9"/>
    <p:sldLayoutId id="2147484874" r:id="rId10"/>
    <p:sldLayoutId id="2147484875" r:id="rId11"/>
    <p:sldLayoutId id="2147484876" r:id="rId12"/>
  </p:sldLayoutIdLst>
  <p:transition>
    <p:sndAc>
      <p:stSnd>
        <p:snd r:embed="rId14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Sakkal Majalla" panose="02000000000000000000" pitchFamily="2" charset="-78"/>
          <a:ea typeface="Sakkal Majalla" panose="02000000000000000000" pitchFamily="2" charset="-78"/>
          <a:cs typeface="Sakkal Majalla" panose="02000000000000000000" pitchFamily="2" charset="-78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Sakkal Majalla" panose="02000000000000000000" pitchFamily="2" charset="-78"/>
          <a:ea typeface="Sakkal Majalla" panose="02000000000000000000" pitchFamily="2" charset="-78"/>
          <a:cs typeface="Sakkal Majalla" panose="02000000000000000000" pitchFamily="2" charset="-78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 rtlCol="1">
            <a:sp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 eaLnBrk="1" hangingPunct="1">
              <a:defRPr/>
            </a:pPr>
            <a:r>
              <a:rPr lang="ar" sz="1100" b="1" dirty="0">
                <a:solidFill>
                  <a:schemeClr val="bg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</a:bodyPr>
          <a:lstStyle/>
          <a:p>
            <a:pPr lvl="0" rtl="1"/>
            <a:r>
              <a:rPr lang="ar" dirty="0"/>
              <a:t>Click to edit Master title style</a:t>
            </a:r>
            <a:endParaRPr lang="en-GB" altLang="en-US" dirty="0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lvl="0" rtl="1"/>
            <a:r>
              <a:rPr lang="ar" dirty="0"/>
              <a:t>Use simple bullet points and lines, with no more than two lines per bullet point if possible.</a:t>
            </a:r>
          </a:p>
          <a:p>
            <a:pPr lvl="0" rtl="1"/>
            <a:r>
              <a:rPr lang="ar" dirty="0"/>
              <a:t>Try to use a maximum of ten words per line. </a:t>
            </a:r>
          </a:p>
          <a:p>
            <a:pPr lvl="0" rtl="1"/>
            <a:r>
              <a:rPr lang="ar" dirty="0"/>
              <a:t>Set up generic formatting on this master. </a:t>
            </a:r>
          </a:p>
          <a:p>
            <a:pPr lvl="0" rtl="1"/>
            <a:r>
              <a:rPr lang="ar" dirty="0"/>
              <a:t>By applying this master to your slides, you’ll maintain consistent font and bullet style.</a:t>
            </a:r>
          </a:p>
          <a:p>
            <a:pPr lvl="0" rtl="1"/>
            <a:r>
              <a:rPr lang="ar" dirty="0"/>
              <a:t>To change the layout of individual slides, select ‘Slide layout’ and choose the desired layout from the right-hand menu.</a:t>
            </a:r>
          </a:p>
          <a:p>
            <a:pPr lvl="0" rtl="1"/>
            <a:r>
              <a:rPr lang="ar" dirty="0"/>
              <a:t>Read the PowerPoint guidelines before creating a slide show.</a:t>
            </a:r>
          </a:p>
        </p:txBody>
      </p:sp>
      <p:pic>
        <p:nvPicPr>
          <p:cNvPr id="14341" name="Picture 8">
            <a:extLst>
              <a:ext uri="{FF2B5EF4-FFF2-40B4-BE49-F238E27FC236}">
                <a16:creationId xmlns:a16="http://schemas.microsoft.com/office/drawing/2014/main" id="{FEDC9336-94D7-0F7A-9422-574A068E95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ar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7018971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78" r:id="rId1"/>
    <p:sldLayoutId id="2147484879" r:id="rId2"/>
    <p:sldLayoutId id="2147484880" r:id="rId3"/>
    <p:sldLayoutId id="2147484881" r:id="rId4"/>
    <p:sldLayoutId id="2147484882" r:id="rId5"/>
    <p:sldLayoutId id="2147484883" r:id="rId6"/>
    <p:sldLayoutId id="2147484884" r:id="rId7"/>
    <p:sldLayoutId id="2147484885" r:id="rId8"/>
    <p:sldLayoutId id="2147484886" r:id="rId9"/>
    <p:sldLayoutId id="2147484887" r:id="rId10"/>
    <p:sldLayoutId id="2147484888" r:id="rId11"/>
    <p:sldLayoutId id="2147484889" r:id="rId12"/>
  </p:sldLayoutIdLst>
  <p:transition>
    <p:sndAc>
      <p:stSnd>
        <p:snd r:embed="rId14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Sakkal Majalla" panose="02000000000000000000" pitchFamily="2" charset="-78"/>
          <a:ea typeface="Sakkal Majalla" panose="02000000000000000000" pitchFamily="2" charset="-78"/>
          <a:cs typeface="Sakkal Majalla" panose="02000000000000000000" pitchFamily="2" charset="-78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Sakkal Majalla" panose="02000000000000000000" pitchFamily="2" charset="-78"/>
          <a:ea typeface="Sakkal Majalla" panose="02000000000000000000" pitchFamily="2" charset="-78"/>
          <a:cs typeface="Sakkal Majalla" panose="02000000000000000000" pitchFamily="2" charset="-78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 rtlCol="1">
            <a:sp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 eaLnBrk="1" hangingPunct="1">
              <a:defRPr/>
            </a:pPr>
            <a:r>
              <a:rPr lang="ar" sz="1100" b="1" dirty="0">
                <a:solidFill>
                  <a:schemeClr val="bg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</a:bodyPr>
          <a:lstStyle/>
          <a:p>
            <a:pPr lvl="0" rtl="1"/>
            <a:r>
              <a:rPr lang="ar" dirty="0"/>
              <a:t>Click to edit Master title style</a:t>
            </a:r>
            <a:endParaRPr lang="en-GB" altLang="en-US" dirty="0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lvl="0" rtl="1"/>
            <a:r>
              <a:rPr lang="ar" dirty="0"/>
              <a:t>Use simple bullet points and lines, with no more than two lines per bullet point if possible.</a:t>
            </a:r>
          </a:p>
          <a:p>
            <a:pPr lvl="0" rtl="1"/>
            <a:r>
              <a:rPr lang="ar" dirty="0"/>
              <a:t>Try to use a maximum of ten words per line. </a:t>
            </a:r>
          </a:p>
          <a:p>
            <a:pPr lvl="0" rtl="1"/>
            <a:r>
              <a:rPr lang="ar" dirty="0"/>
              <a:t>Set up generic formatting on this master. </a:t>
            </a:r>
          </a:p>
          <a:p>
            <a:pPr lvl="0" rtl="1"/>
            <a:r>
              <a:rPr lang="ar" dirty="0"/>
              <a:t>By applying this master to your slides, you’ll maintain consistent font and bullet style.</a:t>
            </a:r>
          </a:p>
          <a:p>
            <a:pPr lvl="0" rtl="1"/>
            <a:r>
              <a:rPr lang="ar" dirty="0"/>
              <a:t>To change the layout of individual slides, select ‘Slide layout’ and choose the desired layout from the right-hand menu.</a:t>
            </a:r>
          </a:p>
          <a:p>
            <a:pPr lvl="0" rtl="1"/>
            <a:r>
              <a:rPr lang="ar" dirty="0"/>
              <a:t>Read the PowerPoint guidelines before creating a slide show.</a:t>
            </a:r>
          </a:p>
        </p:txBody>
      </p:sp>
      <p:pic>
        <p:nvPicPr>
          <p:cNvPr id="14341" name="Picture 8">
            <a:extLst>
              <a:ext uri="{FF2B5EF4-FFF2-40B4-BE49-F238E27FC236}">
                <a16:creationId xmlns:a16="http://schemas.microsoft.com/office/drawing/2014/main" id="{FEDC9336-94D7-0F7A-9422-574A068E95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ar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1824710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91" r:id="rId1"/>
    <p:sldLayoutId id="2147484892" r:id="rId2"/>
    <p:sldLayoutId id="2147484893" r:id="rId3"/>
    <p:sldLayoutId id="2147484894" r:id="rId4"/>
    <p:sldLayoutId id="2147484895" r:id="rId5"/>
    <p:sldLayoutId id="2147484896" r:id="rId6"/>
    <p:sldLayoutId id="2147484897" r:id="rId7"/>
    <p:sldLayoutId id="2147484898" r:id="rId8"/>
    <p:sldLayoutId id="2147484899" r:id="rId9"/>
    <p:sldLayoutId id="2147484900" r:id="rId10"/>
    <p:sldLayoutId id="2147484901" r:id="rId11"/>
    <p:sldLayoutId id="2147484902" r:id="rId12"/>
  </p:sldLayoutIdLst>
  <p:transition>
    <p:sndAc>
      <p:stSnd>
        <p:snd r:embed="rId14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Sakkal Majalla" panose="02000000000000000000" pitchFamily="2" charset="-78"/>
          <a:ea typeface="Sakkal Majalla" panose="02000000000000000000" pitchFamily="2" charset="-78"/>
          <a:cs typeface="Sakkal Majalla" panose="02000000000000000000" pitchFamily="2" charset="-78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Sakkal Majalla" panose="02000000000000000000" pitchFamily="2" charset="-78"/>
          <a:ea typeface="Sakkal Majalla" panose="02000000000000000000" pitchFamily="2" charset="-78"/>
          <a:cs typeface="Sakkal Majalla" panose="02000000000000000000" pitchFamily="2" charset="-78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 rtlCol="1">
            <a:sp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 eaLnBrk="1" hangingPunct="1">
              <a:defRPr/>
            </a:pPr>
            <a:r>
              <a:rPr lang="ar" sz="1100" b="1" dirty="0">
                <a:solidFill>
                  <a:schemeClr val="bg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</a:bodyPr>
          <a:lstStyle/>
          <a:p>
            <a:pPr lvl="0" rtl="1"/>
            <a:r>
              <a:rPr lang="ar" dirty="0"/>
              <a:t>Click to edit Master title style</a:t>
            </a:r>
            <a:endParaRPr lang="en-GB" altLang="en-US" dirty="0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lvl="0" rtl="1"/>
            <a:r>
              <a:rPr lang="ar" dirty="0"/>
              <a:t>Use simple bullet points and lines, with no more than two lines per bullet point if possible.</a:t>
            </a:r>
          </a:p>
          <a:p>
            <a:pPr lvl="0" rtl="1"/>
            <a:r>
              <a:rPr lang="ar" dirty="0"/>
              <a:t>Try to use a maximum of ten words per line. </a:t>
            </a:r>
          </a:p>
          <a:p>
            <a:pPr lvl="0" rtl="1"/>
            <a:r>
              <a:rPr lang="ar" dirty="0"/>
              <a:t>Set up generic formatting on this master. </a:t>
            </a:r>
          </a:p>
          <a:p>
            <a:pPr lvl="0" rtl="1"/>
            <a:r>
              <a:rPr lang="ar" dirty="0"/>
              <a:t>By applying this master to your slides, you’ll maintain consistent font and bullet style.</a:t>
            </a:r>
          </a:p>
          <a:p>
            <a:pPr lvl="0" rtl="1"/>
            <a:r>
              <a:rPr lang="ar" dirty="0"/>
              <a:t>To change the layout of individual slides, select ‘Slide layout’ and choose the desired layout from the right-hand menu.</a:t>
            </a:r>
          </a:p>
          <a:p>
            <a:pPr lvl="0" rtl="1"/>
            <a:r>
              <a:rPr lang="ar" dirty="0"/>
              <a:t>Read the PowerPoint guidelines before creating a slide show.</a:t>
            </a:r>
          </a:p>
        </p:txBody>
      </p:sp>
      <p:pic>
        <p:nvPicPr>
          <p:cNvPr id="14341" name="Picture 8">
            <a:extLst>
              <a:ext uri="{FF2B5EF4-FFF2-40B4-BE49-F238E27FC236}">
                <a16:creationId xmlns:a16="http://schemas.microsoft.com/office/drawing/2014/main" id="{FEDC9336-94D7-0F7A-9422-574A068E95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ar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3103220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904" r:id="rId1"/>
    <p:sldLayoutId id="2147484905" r:id="rId2"/>
    <p:sldLayoutId id="2147484906" r:id="rId3"/>
    <p:sldLayoutId id="2147484907" r:id="rId4"/>
    <p:sldLayoutId id="2147484908" r:id="rId5"/>
    <p:sldLayoutId id="2147484909" r:id="rId6"/>
    <p:sldLayoutId id="2147484910" r:id="rId7"/>
    <p:sldLayoutId id="2147484911" r:id="rId8"/>
    <p:sldLayoutId id="2147484912" r:id="rId9"/>
    <p:sldLayoutId id="2147484913" r:id="rId10"/>
    <p:sldLayoutId id="2147484914" r:id="rId11"/>
    <p:sldLayoutId id="2147484915" r:id="rId12"/>
  </p:sldLayoutIdLst>
  <p:transition>
    <p:sndAc>
      <p:stSnd>
        <p:snd r:embed="rId14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Sakkal Majalla" panose="02000000000000000000" pitchFamily="2" charset="-78"/>
          <a:ea typeface="Sakkal Majalla" panose="02000000000000000000" pitchFamily="2" charset="-78"/>
          <a:cs typeface="Sakkal Majalla" panose="02000000000000000000" pitchFamily="2" charset="-78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Sakkal Majalla" panose="02000000000000000000" pitchFamily="2" charset="-78"/>
          <a:ea typeface="Sakkal Majalla" panose="02000000000000000000" pitchFamily="2" charset="-78"/>
          <a:cs typeface="Sakkal Majalla" panose="02000000000000000000" pitchFamily="2" charset="-78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 rtlCol="1">
            <a:sp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 eaLnBrk="1" hangingPunct="1">
              <a:defRPr/>
            </a:pPr>
            <a:r>
              <a:rPr lang="ar" sz="1100" b="1" dirty="0">
                <a:solidFill>
                  <a:schemeClr val="bg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</a:bodyPr>
          <a:lstStyle/>
          <a:p>
            <a:pPr lvl="0" rtl="1"/>
            <a:r>
              <a:rPr lang="ar" dirty="0"/>
              <a:t>Click to edit Master title style</a:t>
            </a:r>
            <a:endParaRPr lang="en-GB" altLang="en-US" dirty="0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lvl="0" rtl="1"/>
            <a:r>
              <a:rPr lang="ar" dirty="0"/>
              <a:t>Use simple bullet points and lines, with no more than two lines per bullet point if possible.</a:t>
            </a:r>
          </a:p>
          <a:p>
            <a:pPr lvl="0" rtl="1"/>
            <a:r>
              <a:rPr lang="ar" dirty="0"/>
              <a:t>Try to use a maximum of ten words per line. </a:t>
            </a:r>
          </a:p>
          <a:p>
            <a:pPr lvl="0" rtl="1"/>
            <a:r>
              <a:rPr lang="ar" dirty="0"/>
              <a:t>Set up generic formatting on this master. </a:t>
            </a:r>
          </a:p>
          <a:p>
            <a:pPr lvl="0" rtl="1"/>
            <a:r>
              <a:rPr lang="ar" dirty="0"/>
              <a:t>By applying this master to your slides, you’ll maintain consistent font and bullet style.</a:t>
            </a:r>
          </a:p>
          <a:p>
            <a:pPr lvl="0" rtl="1"/>
            <a:r>
              <a:rPr lang="ar" dirty="0"/>
              <a:t>To change the layout of individual slides, select ‘Slide layout’ and choose the desired layout from the right-hand menu.</a:t>
            </a:r>
          </a:p>
          <a:p>
            <a:pPr lvl="0" rtl="1"/>
            <a:r>
              <a:rPr lang="ar" dirty="0"/>
              <a:t>Read the PowerPoint guidelines before creating a slide show.</a:t>
            </a:r>
          </a:p>
        </p:txBody>
      </p:sp>
      <p:pic>
        <p:nvPicPr>
          <p:cNvPr id="14341" name="Picture 8">
            <a:extLst>
              <a:ext uri="{FF2B5EF4-FFF2-40B4-BE49-F238E27FC236}">
                <a16:creationId xmlns:a16="http://schemas.microsoft.com/office/drawing/2014/main" id="{FEDC9336-94D7-0F7A-9422-574A068E95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ar" dirty="0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5126744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917" r:id="rId1"/>
    <p:sldLayoutId id="2147484918" r:id="rId2"/>
    <p:sldLayoutId id="2147484919" r:id="rId3"/>
    <p:sldLayoutId id="2147484920" r:id="rId4"/>
    <p:sldLayoutId id="2147484921" r:id="rId5"/>
    <p:sldLayoutId id="2147484922" r:id="rId6"/>
    <p:sldLayoutId id="2147484923" r:id="rId7"/>
    <p:sldLayoutId id="2147484924" r:id="rId8"/>
    <p:sldLayoutId id="2147484925" r:id="rId9"/>
    <p:sldLayoutId id="2147484926" r:id="rId10"/>
    <p:sldLayoutId id="2147484927" r:id="rId11"/>
    <p:sldLayoutId id="2147484928" r:id="rId12"/>
  </p:sldLayoutIdLst>
  <p:transition>
    <p:sndAc>
      <p:stSnd>
        <p:snd r:embed="rId14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Sakkal Majalla" panose="02000000000000000000" pitchFamily="2" charset="-78"/>
          <a:ea typeface="Sakkal Majalla" panose="02000000000000000000" pitchFamily="2" charset="-78"/>
          <a:cs typeface="Sakkal Majalla" panose="02000000000000000000" pitchFamily="2" charset="-78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Sakkal Majalla" panose="02000000000000000000" pitchFamily="2" charset="-78"/>
          <a:ea typeface="Sakkal Majalla" panose="02000000000000000000" pitchFamily="2" charset="-78"/>
          <a:cs typeface="Sakkal Majalla" panose="02000000000000000000" pitchFamily="2" charset="-78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6.xml"/><Relationship Id="rId4" Type="http://schemas.openxmlformats.org/officeDocument/2006/relationships/image" Target="../media/image1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3.xml"/><Relationship Id="rId4" Type="http://schemas.openxmlformats.org/officeDocument/2006/relationships/image" Target="../media/image13.jpe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audio" Target="../media/audio1.bin"/><Relationship Id="rId7" Type="http://schemas.openxmlformats.org/officeDocument/2006/relationships/image" Target="../media/image17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9.xml"/><Relationship Id="rId6" Type="http://schemas.openxmlformats.org/officeDocument/2006/relationships/image" Target="../media/image16.png"/><Relationship Id="rId5" Type="http://schemas.openxmlformats.org/officeDocument/2006/relationships/image" Target="../media/image15.svg"/><Relationship Id="rId4" Type="http://schemas.openxmlformats.org/officeDocument/2006/relationships/image" Target="../media/image14.png"/><Relationship Id="rId9" Type="http://schemas.openxmlformats.org/officeDocument/2006/relationships/image" Target="../media/image19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20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21.jp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audio" Target="../media/audio1.bin"/><Relationship Id="rId7" Type="http://schemas.openxmlformats.org/officeDocument/2006/relationships/image" Target="../media/image25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7.xml"/><Relationship Id="rId6" Type="http://schemas.openxmlformats.org/officeDocument/2006/relationships/image" Target="../media/image24.png"/><Relationship Id="rId11" Type="http://schemas.openxmlformats.org/officeDocument/2006/relationships/image" Target="../media/image29.svg"/><Relationship Id="rId5" Type="http://schemas.openxmlformats.org/officeDocument/2006/relationships/image" Target="../media/image23.svg"/><Relationship Id="rId10" Type="http://schemas.openxmlformats.org/officeDocument/2006/relationships/image" Target="../media/image28.png"/><Relationship Id="rId4" Type="http://schemas.openxmlformats.org/officeDocument/2006/relationships/image" Target="../media/image22.png"/><Relationship Id="rId9" Type="http://schemas.openxmlformats.org/officeDocument/2006/relationships/image" Target="../media/image27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8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13" Type="http://schemas.openxmlformats.org/officeDocument/2006/relationships/image" Target="../media/image39.svg"/><Relationship Id="rId3" Type="http://schemas.openxmlformats.org/officeDocument/2006/relationships/audio" Target="../media/audio1.bin"/><Relationship Id="rId7" Type="http://schemas.openxmlformats.org/officeDocument/2006/relationships/image" Target="../media/image33.svg"/><Relationship Id="rId12" Type="http://schemas.openxmlformats.org/officeDocument/2006/relationships/image" Target="../media/image3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9.xml"/><Relationship Id="rId6" Type="http://schemas.openxmlformats.org/officeDocument/2006/relationships/image" Target="../media/image32.png"/><Relationship Id="rId11" Type="http://schemas.openxmlformats.org/officeDocument/2006/relationships/image" Target="../media/image37.svg"/><Relationship Id="rId5" Type="http://schemas.openxmlformats.org/officeDocument/2006/relationships/image" Target="../media/image31.svg"/><Relationship Id="rId10" Type="http://schemas.openxmlformats.org/officeDocument/2006/relationships/image" Target="../media/image36.png"/><Relationship Id="rId4" Type="http://schemas.openxmlformats.org/officeDocument/2006/relationships/image" Target="../media/image30.png"/><Relationship Id="rId9" Type="http://schemas.openxmlformats.org/officeDocument/2006/relationships/image" Target="../media/image35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40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8.xml"/><Relationship Id="rId4" Type="http://schemas.openxmlformats.org/officeDocument/2006/relationships/image" Target="../media/image41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8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audio" Target="../media/audio1.bin"/><Relationship Id="rId7" Type="http://schemas.openxmlformats.org/officeDocument/2006/relationships/image" Target="../media/image43.sv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9.xml"/><Relationship Id="rId6" Type="http://schemas.openxmlformats.org/officeDocument/2006/relationships/image" Target="../media/image42.png"/><Relationship Id="rId5" Type="http://schemas.openxmlformats.org/officeDocument/2006/relationships/image" Target="../media/image31.svg"/><Relationship Id="rId4" Type="http://schemas.openxmlformats.org/officeDocument/2006/relationships/image" Target="../media/image30.png"/><Relationship Id="rId9" Type="http://schemas.openxmlformats.org/officeDocument/2006/relationships/image" Target="../media/image44.sv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45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3.xml"/><Relationship Id="rId4" Type="http://schemas.openxmlformats.org/officeDocument/2006/relationships/image" Target="../media/image46.jp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0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8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13" Type="http://schemas.openxmlformats.org/officeDocument/2006/relationships/image" Target="../media/image53.svg"/><Relationship Id="rId3" Type="http://schemas.openxmlformats.org/officeDocument/2006/relationships/audio" Target="../media/audio1.bin"/><Relationship Id="rId7" Type="http://schemas.openxmlformats.org/officeDocument/2006/relationships/image" Target="../media/image47.svg"/><Relationship Id="rId12" Type="http://schemas.openxmlformats.org/officeDocument/2006/relationships/image" Target="../media/image5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9.xml"/><Relationship Id="rId6" Type="http://schemas.openxmlformats.org/officeDocument/2006/relationships/image" Target="../media/image42.png"/><Relationship Id="rId11" Type="http://schemas.openxmlformats.org/officeDocument/2006/relationships/image" Target="../media/image51.svg"/><Relationship Id="rId5" Type="http://schemas.openxmlformats.org/officeDocument/2006/relationships/image" Target="../media/image31.svg"/><Relationship Id="rId10" Type="http://schemas.openxmlformats.org/officeDocument/2006/relationships/image" Target="../media/image50.png"/><Relationship Id="rId4" Type="http://schemas.openxmlformats.org/officeDocument/2006/relationships/image" Target="../media/image30.png"/><Relationship Id="rId9" Type="http://schemas.openxmlformats.org/officeDocument/2006/relationships/image" Target="../media/image49.sv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8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8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8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8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0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8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8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8.xml"/><Relationship Id="rId5" Type="http://schemas.openxmlformats.org/officeDocument/2006/relationships/image" Target="../media/image54.emf"/><Relationship Id="rId4" Type="http://schemas.openxmlformats.org/officeDocument/2006/relationships/package" Target="../embeddings/Microsoft_Excel_Worksheet.xlsx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8.xml"/><Relationship Id="rId5" Type="http://schemas.openxmlformats.org/officeDocument/2006/relationships/image" Target="../media/image55.emf"/><Relationship Id="rId4" Type="http://schemas.openxmlformats.org/officeDocument/2006/relationships/package" Target="../embeddings/Microsoft_Excel_Worksheet1.xlsx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8.xml"/><Relationship Id="rId4" Type="http://schemas.openxmlformats.org/officeDocument/2006/relationships/image" Target="../media/image56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8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8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3" Type="http://schemas.openxmlformats.org/officeDocument/2006/relationships/audio" Target="../media/audio1.bin"/><Relationship Id="rId7" Type="http://schemas.openxmlformats.org/officeDocument/2006/relationships/image" Target="../media/image60.sv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8.xml"/><Relationship Id="rId6" Type="http://schemas.openxmlformats.org/officeDocument/2006/relationships/image" Target="../media/image59.png"/><Relationship Id="rId5" Type="http://schemas.openxmlformats.org/officeDocument/2006/relationships/image" Target="../media/image58.svg"/><Relationship Id="rId4" Type="http://schemas.openxmlformats.org/officeDocument/2006/relationships/image" Target="../media/image57.png"/><Relationship Id="rId9" Type="http://schemas.openxmlformats.org/officeDocument/2006/relationships/image" Target="../media/image62.sv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0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8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8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38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38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3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37.xml"/><Relationship Id="rId4" Type="http://schemas.openxmlformats.org/officeDocument/2006/relationships/image" Target="../media/image63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38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38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38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38.xml"/><Relationship Id="rId4" Type="http://schemas.openxmlformats.org/officeDocument/2006/relationships/image" Target="../media/image64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38.xml"/><Relationship Id="rId4" Type="http://schemas.openxmlformats.org/officeDocument/2006/relationships/image" Target="../media/image64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38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38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38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38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38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38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37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37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38.xml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audio" Target="../media/audio1.bin"/><Relationship Id="rId7" Type="http://schemas.openxmlformats.org/officeDocument/2006/relationships/image" Target="../media/image66.sv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9.xml"/><Relationship Id="rId6" Type="http://schemas.openxmlformats.org/officeDocument/2006/relationships/image" Target="../media/image65.png"/><Relationship Id="rId11" Type="http://schemas.openxmlformats.org/officeDocument/2006/relationships/image" Target="../media/image68.svg"/><Relationship Id="rId5" Type="http://schemas.openxmlformats.org/officeDocument/2006/relationships/image" Target="../media/image31.svg"/><Relationship Id="rId10" Type="http://schemas.openxmlformats.org/officeDocument/2006/relationships/image" Target="../media/image67.png"/><Relationship Id="rId4" Type="http://schemas.openxmlformats.org/officeDocument/2006/relationships/image" Target="../media/image30.png"/><Relationship Id="rId9" Type="http://schemas.openxmlformats.org/officeDocument/2006/relationships/image" Target="../media/image37.sv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38.xml"/><Relationship Id="rId4" Type="http://schemas.openxmlformats.org/officeDocument/2006/relationships/image" Target="../media/image69.jpe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38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38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38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38.xml"/><Relationship Id="rId4" Type="http://schemas.openxmlformats.org/officeDocument/2006/relationships/image" Target="../media/image70.jpe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38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38.xml"/><Relationship Id="rId4" Type="http://schemas.openxmlformats.org/officeDocument/2006/relationships/image" Target="../media/image71.jp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9.xml"/><Relationship Id="rId5" Type="http://schemas.openxmlformats.org/officeDocument/2006/relationships/image" Target="../media/image72.jpeg"/><Relationship Id="rId4" Type="http://schemas.openxmlformats.org/officeDocument/2006/relationships/hyperlink" Target="https://qualifications.pearson.com/en/qualifications/btec-international-level-3/business.html#%2Ftab-ExtendedDiploma" TargetMode="Externa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37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37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73.jpe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3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86D29E0-B089-110D-BF1E-B3C37F2C37F9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 bwMode="auto">
          <a:xfrm>
            <a:off x="685800" y="1484784"/>
            <a:ext cx="7772400" cy="14700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rtl="1"/>
            <a:r>
              <a:rPr lang="ar" sz="4600" dirty="0"/>
              <a:t>الوحدة 7</a:t>
            </a:r>
            <a:br>
              <a:rPr lang="en-GB" altLang="en-US" sz="4600" dirty="0"/>
            </a:br>
            <a:r>
              <a:rPr lang="ar" sz="4600" dirty="0"/>
              <a:t>اتخاذ قرارات الأعمال</a:t>
            </a:r>
            <a:br>
              <a:rPr lang="en-GB" altLang="en-US" sz="4600" dirty="0"/>
            </a:br>
            <a:br>
              <a:rPr lang="en-US" altLang="en-US" sz="4600" dirty="0"/>
            </a:br>
            <a:endParaRPr lang="en-GB" altLang="en-US" sz="4600" dirty="0"/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48E640B3-F100-1022-8054-B984FDC8299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0" y="6459538"/>
            <a:ext cx="9144000" cy="287337"/>
          </a:xfrm>
        </p:spPr>
        <p:txBody>
          <a:bodyPr wrap="square" rtlCol="1" anchor="t">
            <a:noAutofit/>
          </a:bodyPr>
          <a:lstStyle/>
          <a:p>
            <a:pPr algn="ctr" rtl="1">
              <a:lnSpc>
                <a:spcPct val="90000"/>
              </a:lnSpc>
              <a:spcAft>
                <a:spcPts val="600"/>
              </a:spcAft>
              <a:defRPr/>
            </a:pPr>
            <a:r>
              <a:rPr lang="ar" sz="1600" dirty="0"/>
              <a:t>© حقوق التأليف والنشر لعام 2024 محفوظة لشركة بيرسون إديوكيشن ليمتد يُسمح بالنسخ للمؤسسة المشترية فقط. </a:t>
            </a:r>
          </a:p>
        </p:txBody>
      </p:sp>
      <p:pic>
        <p:nvPicPr>
          <p:cNvPr id="6" name="Picture 5" descr="A person with arrows pointing to her head&#10;&#10;Description automatically generated">
            <a:extLst>
              <a:ext uri="{FF2B5EF4-FFF2-40B4-BE49-F238E27FC236}">
                <a16:creationId xmlns:a16="http://schemas.microsoft.com/office/drawing/2014/main" id="{4F940AE0-FCC2-C801-C2FA-00D8AF8708B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509060" y="3212976"/>
            <a:ext cx="4125880" cy="2663821"/>
          </a:xfrm>
          <a:prstGeom prst="rect">
            <a:avLst/>
          </a:prstGeom>
        </p:spPr>
      </p:pic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DAD2CC28-BF62-5D12-2500-3337105E1C6F}"/>
              </a:ext>
            </a:extLst>
          </p:cNvPr>
          <p:cNvSpPr txBox="1">
            <a:spLocks/>
          </p:cNvSpPr>
          <p:nvPr/>
        </p:nvSpPr>
        <p:spPr bwMode="auto">
          <a:xfrm>
            <a:off x="35496" y="6603206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/>
          </a:bodyPr>
          <a:lstStyle>
            <a:defPPr>
              <a:defRPr lang="en-GB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9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A103000398478</a:t>
            </a:r>
            <a:endParaRPr lang="ar" sz="900" dirty="0"/>
          </a:p>
        </p:txBody>
      </p:sp>
    </p:spTree>
  </p:cSld>
  <p:clrMapOvr>
    <a:masterClrMapping/>
  </p:clrMapOvr>
  <p:transition>
    <p:sndAc>
      <p:stSnd>
        <p:snd r:embed="rId3" name="click.wav"/>
      </p:stSnd>
    </p:sndAc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2">
            <a:extLst>
              <a:ext uri="{FF2B5EF4-FFF2-40B4-BE49-F238E27FC236}">
                <a16:creationId xmlns:a16="http://schemas.microsoft.com/office/drawing/2014/main" id="{FC4F7FC9-2CE9-41A9-0CEE-4C8BD93B578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323528" y="1195388"/>
            <a:ext cx="8640960" cy="8636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rtl="1"/>
            <a:r>
              <a:rPr lang="ar" sz="4600" dirty="0"/>
              <a:t>اتخاذ قرارات الأعمال</a:t>
            </a:r>
            <a:endParaRPr lang="en-GB" altLang="en-US" sz="4600" dirty="0">
              <a:highlight>
                <a:srgbClr val="FFFF00"/>
              </a:highlight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3DEA785-E339-61CC-BFA1-36B32902D74D}"/>
              </a:ext>
            </a:extLst>
          </p:cNvPr>
          <p:cNvSpPr txBox="1"/>
          <p:nvPr/>
        </p:nvSpPr>
        <p:spPr>
          <a:xfrm>
            <a:off x="1043609" y="2422020"/>
            <a:ext cx="7144383" cy="2862322"/>
          </a:xfrm>
          <a:prstGeom prst="rect">
            <a:avLst/>
          </a:prstGeom>
          <a:gradFill flip="none" rotWithShape="1">
            <a:gsLst>
              <a:gs pos="63000">
                <a:schemeClr val="accent5"/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13500000" scaled="1"/>
            <a:tileRect/>
          </a:gradFill>
        </p:spPr>
        <p:txBody>
          <a:bodyPr wrap="square" rtlCol="1">
            <a:spAutoFit/>
          </a:bodyPr>
          <a:lstStyle/>
          <a:p>
            <a:pPr rtl="1"/>
            <a:r>
              <a:rPr lang="ar" sz="20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ستتعلم في هذه الوحدة كيفية اتخاذ القرارات في سياق الأعمال. ستكتسب معرفة وستتعلم كيفية استغلال المهارات التي تحتاج إليها لاتخاذ قرارات أعمال مستنيرة لتحقيق أهداف وغايات الأعمال. </a:t>
            </a:r>
          </a:p>
          <a:p>
            <a:pPr rtl="1"/>
            <a:endParaRPr lang="en-GB" sz="20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rtl="1"/>
            <a:r>
              <a:rPr lang="ar" sz="20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ستتناول الآتي: </a:t>
            </a:r>
          </a:p>
          <a:p>
            <a:pPr marL="171450" indent="-171450" rtl="1">
              <a:buFont typeface="Arial" panose="020B0604020202020204" pitchFamily="34" charset="0"/>
              <a:buChar char="•"/>
            </a:pPr>
            <a:r>
              <a:rPr lang="ar" sz="20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مبادئ وممارسات الشركات التي تحدد القرارات الخاصة بالأعمال</a:t>
            </a:r>
          </a:p>
          <a:p>
            <a:pPr marL="171450" indent="-171450" rtl="1">
              <a:buFont typeface="Arial" panose="020B0604020202020204" pitchFamily="34" charset="0"/>
              <a:buChar char="•"/>
            </a:pPr>
            <a:r>
              <a:rPr lang="ar" sz="20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أدوات مراجعة وتفسير بيانات ومعلومات الأعمال</a:t>
            </a:r>
          </a:p>
          <a:p>
            <a:pPr marL="171450" indent="-171450" rtl="1">
              <a:buFont typeface="Arial" panose="020B0604020202020204" pitchFamily="34" charset="0"/>
              <a:buChar char="•"/>
            </a:pPr>
            <a:r>
              <a:rPr lang="ar" sz="20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المهارات اللازمة لصياغة القرارات والحلول لمشكلات الأعمال </a:t>
            </a:r>
          </a:p>
          <a:p>
            <a:pPr marL="171450" indent="-171450" rtl="1">
              <a:buFont typeface="Arial" panose="020B0604020202020204" pitchFamily="34" charset="0"/>
              <a:buChar char="•"/>
            </a:pPr>
            <a:r>
              <a:rPr lang="ar" sz="20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المعرفة والمهارات المطلوبة لإعداد مستندات الأعمال لتقديم قرار يتعلق بالأعمال.</a:t>
            </a:r>
            <a:endParaRPr lang="en-US" sz="20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rtl="1"/>
            <a:endParaRPr lang="en-US" sz="20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82FF5BBC-7942-DD8D-73A0-3F6F173A128E}"/>
              </a:ext>
            </a:extLst>
          </p:cNvPr>
          <p:cNvSpPr txBox="1">
            <a:spLocks/>
          </p:cNvSpPr>
          <p:nvPr/>
        </p:nvSpPr>
        <p:spPr bwMode="auto">
          <a:xfrm>
            <a:off x="35496" y="6603206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/>
          </a:bodyPr>
          <a:lstStyle>
            <a:defPPr>
              <a:defRPr lang="en-GB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9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A103000398478</a:t>
            </a:r>
            <a:endParaRPr lang="ar" sz="900" dirty="0"/>
          </a:p>
        </p:txBody>
      </p:sp>
    </p:spTree>
  </p:cSld>
  <p:clrMapOvr>
    <a:masterClrMapping/>
  </p:clrMapOvr>
  <p:transition>
    <p:sndAc>
      <p:stSnd>
        <p:snd r:embed="rId3" name="click.wav"/>
      </p:stSnd>
    </p:sndAc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5" name="Title 1">
            <a:extLst>
              <a:ext uri="{FF2B5EF4-FFF2-40B4-BE49-F238E27FC236}">
                <a16:creationId xmlns:a16="http://schemas.microsoft.com/office/drawing/2014/main" id="{C41CA81E-DA66-1E64-DC2F-53CD819E08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1195200"/>
            <a:ext cx="8229600" cy="506991"/>
          </a:xfrm>
        </p:spPr>
        <p:txBody>
          <a:bodyPr vert="horz" wrap="square" lIns="91440" tIns="45720" rIns="91440" bIns="45720" numCol="1" rtlCol="1" anchor="b" anchorCtr="0" compatLnSpc="1">
            <a:prstTxWarp prst="textNoShape">
              <a:avLst/>
            </a:prstTxWarp>
            <a:normAutofit/>
          </a:bodyPr>
          <a:lstStyle/>
          <a:p>
            <a:pPr algn="ctr" rtl="1"/>
            <a:r>
              <a:rPr lang="ar" sz="2700" dirty="0"/>
              <a:t>جمع المعرفة</a:t>
            </a:r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32040" y="2103239"/>
            <a:ext cx="3754759" cy="3046689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defTabSz="431800" rtl="1">
              <a:lnSpc>
                <a:spcPct val="120000"/>
              </a:lnSpc>
              <a:spcBef>
                <a:spcPct val="20000"/>
              </a:spcBef>
            </a:pPr>
            <a:r>
              <a:rPr lang="ar" dirty="0">
                <a:latin typeface="Sakkal Majalla" panose="02000000000000000000" pitchFamily="2" charset="-78"/>
                <a:ea typeface="Arial" charset="0"/>
                <a:cs typeface="Sakkal Majalla" panose="02000000000000000000" pitchFamily="2" charset="-78"/>
              </a:rPr>
              <a:t>ستكون قد درست بالفعل العديد من المفاهيم في هذه الوحدة في وحدات الأعمال الإلزامية الخاصة بك:</a:t>
            </a:r>
          </a:p>
          <a:p>
            <a:pPr defTabSz="431800" rtl="1">
              <a:lnSpc>
                <a:spcPct val="120000"/>
              </a:lnSpc>
              <a:spcBef>
                <a:spcPct val="20000"/>
              </a:spcBef>
            </a:pPr>
            <a:endParaRPr lang="en-US" altLang="en-US" sz="1050" dirty="0">
              <a:latin typeface="Sakkal Majalla" panose="02000000000000000000" pitchFamily="2" charset="-78"/>
              <a:ea typeface="Arial" charset="0"/>
              <a:cs typeface="Sakkal Majalla" panose="02000000000000000000" pitchFamily="2" charset="-78"/>
            </a:endParaRPr>
          </a:p>
          <a:p>
            <a:pPr marL="342900" indent="-342900" defTabSz="431800" rtl="1">
              <a:lnSpc>
                <a:spcPct val="120000"/>
              </a:lnSpc>
              <a:spcBef>
                <a:spcPct val="20000"/>
              </a:spcBef>
              <a:buFont typeface="+mj-lt"/>
              <a:buAutoNum type="arabicPeriod"/>
            </a:pPr>
            <a:r>
              <a:rPr lang="ar" dirty="0">
                <a:latin typeface="Sakkal Majalla" panose="02000000000000000000" pitchFamily="2" charset="-78"/>
                <a:ea typeface="Arial" charset="0"/>
                <a:cs typeface="Sakkal Majalla" panose="02000000000000000000" pitchFamily="2" charset="-78"/>
              </a:rPr>
              <a:t>استكشاف الأعمال</a:t>
            </a:r>
          </a:p>
          <a:p>
            <a:pPr marL="342900" indent="-342900" defTabSz="431800" rtl="1">
              <a:lnSpc>
                <a:spcPct val="120000"/>
              </a:lnSpc>
              <a:spcBef>
                <a:spcPct val="20000"/>
              </a:spcBef>
              <a:buFont typeface="+mj-lt"/>
              <a:buAutoNum type="arabicPeriod"/>
            </a:pPr>
            <a:r>
              <a:rPr lang="ar" dirty="0">
                <a:latin typeface="Sakkal Majalla" panose="02000000000000000000" pitchFamily="2" charset="-78"/>
                <a:ea typeface="Arial" charset="0"/>
                <a:cs typeface="Sakkal Majalla" panose="02000000000000000000" pitchFamily="2" charset="-78"/>
              </a:rPr>
              <a:t>البحث والتخطيط لحملة تسويقية</a:t>
            </a:r>
          </a:p>
          <a:p>
            <a:pPr marL="342900" indent="-342900" defTabSz="431800" rtl="1">
              <a:lnSpc>
                <a:spcPct val="120000"/>
              </a:lnSpc>
              <a:spcBef>
                <a:spcPct val="20000"/>
              </a:spcBef>
              <a:buFont typeface="+mj-lt"/>
              <a:buAutoNum type="arabicPeriod"/>
            </a:pPr>
            <a:r>
              <a:rPr lang="ar" dirty="0">
                <a:latin typeface="Sakkal Majalla" panose="02000000000000000000" pitchFamily="2" charset="-78"/>
                <a:ea typeface="Arial" charset="0"/>
                <a:cs typeface="Sakkal Majalla" panose="02000000000000000000" pitchFamily="2" charset="-78"/>
              </a:rPr>
              <a:t>تمويل الأعمال</a:t>
            </a:r>
          </a:p>
          <a:p>
            <a:pPr marL="342900" indent="-342900" defTabSz="431800" rtl="1">
              <a:lnSpc>
                <a:spcPct val="120000"/>
              </a:lnSpc>
              <a:spcBef>
                <a:spcPct val="20000"/>
              </a:spcBef>
              <a:buFont typeface="+mj-lt"/>
              <a:buAutoNum type="arabicPeriod"/>
            </a:pPr>
            <a:endParaRPr lang="en-US" altLang="en-US" sz="700" dirty="0">
              <a:latin typeface="Sakkal Majalla" panose="02000000000000000000" pitchFamily="2" charset="-78"/>
              <a:ea typeface="Arial" charset="0"/>
              <a:cs typeface="Sakkal Majalla" panose="02000000000000000000" pitchFamily="2" charset="-78"/>
            </a:endParaRPr>
          </a:p>
          <a:p>
            <a:pPr defTabSz="431800" rtl="1">
              <a:lnSpc>
                <a:spcPct val="120000"/>
              </a:lnSpc>
              <a:spcBef>
                <a:spcPct val="20000"/>
              </a:spcBef>
            </a:pPr>
            <a:r>
              <a:rPr lang="ar" dirty="0">
                <a:latin typeface="Sakkal Majalla" panose="02000000000000000000" pitchFamily="2" charset="-78"/>
                <a:ea typeface="Arial" charset="0"/>
                <a:cs typeface="Sakkal Majalla" panose="02000000000000000000" pitchFamily="2" charset="-78"/>
              </a:rPr>
              <a:t>ربما تكون قد درست أيضًا الوحدة الآتية:</a:t>
            </a:r>
          </a:p>
          <a:p>
            <a:pPr marL="342900" indent="-342900" defTabSz="431800" rtl="1">
              <a:lnSpc>
                <a:spcPct val="120000"/>
              </a:lnSpc>
              <a:spcBef>
                <a:spcPct val="20000"/>
              </a:spcBef>
              <a:buFont typeface="+mj-lt"/>
              <a:buAutoNum type="arabicPeriod" startAt="4"/>
            </a:pPr>
            <a:r>
              <a:rPr lang="ar" dirty="0">
                <a:latin typeface="Sakkal Majalla" panose="02000000000000000000" pitchFamily="2" charset="-78"/>
                <a:ea typeface="Arial" charset="0"/>
                <a:cs typeface="Sakkal Majalla" panose="02000000000000000000" pitchFamily="2" charset="-78"/>
              </a:rPr>
              <a:t>إدارة إحدى الفعاليات</a:t>
            </a:r>
            <a:endParaRPr lang="en-US" altLang="en-US" dirty="0">
              <a:latin typeface="Sakkal Majalla" panose="02000000000000000000" pitchFamily="2" charset="-78"/>
              <a:ea typeface="Arial" charset="0"/>
              <a:cs typeface="Sakkal Majalla" panose="02000000000000000000" pitchFamily="2" charset="-78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271FE74-EB15-6DE9-62F0-E993D49FD72F}"/>
              </a:ext>
            </a:extLst>
          </p:cNvPr>
          <p:cNvSpPr txBox="1"/>
          <p:nvPr/>
        </p:nvSpPr>
        <p:spPr>
          <a:xfrm>
            <a:off x="424550" y="5550976"/>
            <a:ext cx="8229599" cy="70788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defTabSz="431800" rtl="1">
              <a:spcBef>
                <a:spcPct val="20000"/>
              </a:spcBef>
            </a:pPr>
            <a:r>
              <a:rPr lang="ar" sz="2000" dirty="0">
                <a:latin typeface="Sakkal Majalla" panose="02000000000000000000" pitchFamily="2" charset="-78"/>
                <a:ea typeface="Arial" charset="0"/>
                <a:cs typeface="Sakkal Majalla" panose="02000000000000000000" pitchFamily="2" charset="-78"/>
              </a:rPr>
              <a:t>ستجمع، في التقييم الخاص بك، بين معرفتك ومهاراتك المكتسبة من دراسة هذه الوحدات والوحدة 7 لإظهار فهمك لاتخاذ قرارات الأعمال.</a:t>
            </a:r>
          </a:p>
        </p:txBody>
      </p:sp>
      <p:pic>
        <p:nvPicPr>
          <p:cNvPr id="4" name="Picture 3" descr="A cartoon of a person holding a book above his head&#10;&#10;Description automatically generated">
            <a:extLst>
              <a:ext uri="{FF2B5EF4-FFF2-40B4-BE49-F238E27FC236}">
                <a16:creationId xmlns:a16="http://schemas.microsoft.com/office/drawing/2014/main" id="{3A5DFA21-EBE2-5DC5-E86C-8F1474278B8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12656" y="2412143"/>
            <a:ext cx="3643320" cy="2428880"/>
          </a:xfrm>
          <a:prstGeom prst="rect">
            <a:avLst/>
          </a:prstGeom>
        </p:spPr>
      </p:pic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87EFF1BB-D4C5-3A8E-671A-1DF497B3FBDF}"/>
              </a:ext>
            </a:extLst>
          </p:cNvPr>
          <p:cNvSpPr txBox="1">
            <a:spLocks/>
          </p:cNvSpPr>
          <p:nvPr/>
        </p:nvSpPr>
        <p:spPr bwMode="auto">
          <a:xfrm>
            <a:off x="35496" y="6603206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/>
          </a:bodyPr>
          <a:lstStyle>
            <a:defPPr>
              <a:defRPr lang="en-GB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9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A103000398478</a:t>
            </a:r>
            <a:endParaRPr lang="ar" sz="900" dirty="0"/>
          </a:p>
        </p:txBody>
      </p:sp>
    </p:spTree>
  </p:cSld>
  <p:clrMapOvr>
    <a:masterClrMapping/>
  </p:clrMapOvr>
  <p:transition>
    <p:sndAc>
      <p:stSnd>
        <p:snd r:embed="rId3" name="click.wav"/>
      </p:stSnd>
    </p:sndAc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2715C3-2163-B9EE-9B6E-E9AB2B0471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2">
            <a:extLst>
              <a:ext uri="{FF2B5EF4-FFF2-40B4-BE49-F238E27FC236}">
                <a16:creationId xmlns:a16="http://schemas.microsoft.com/office/drawing/2014/main" id="{FBE43A64-630B-33D8-60B0-723B68362A5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195200"/>
            <a:ext cx="8229600" cy="649624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  <a:normAutofit/>
          </a:bodyPr>
          <a:lstStyle/>
          <a:p>
            <a:pPr rtl="1"/>
            <a:r>
              <a:rPr lang="ar" sz="2200" b="1" dirty="0"/>
              <a:t>كيف يتم تقييم الوحدة 7؟</a:t>
            </a:r>
            <a:endParaRPr lang="en-GB" altLang="en-US" sz="2200" b="1" dirty="0">
              <a:highlight>
                <a:srgbClr val="FFFF00"/>
              </a:highlight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E00D5FAD-7E79-F1B6-6180-3410F0C5D7E6}"/>
              </a:ext>
            </a:extLst>
          </p:cNvPr>
          <p:cNvGrpSpPr/>
          <p:nvPr/>
        </p:nvGrpSpPr>
        <p:grpSpPr>
          <a:xfrm flipH="1">
            <a:off x="1593681" y="2348880"/>
            <a:ext cx="5430279" cy="3587230"/>
            <a:chOff x="1593681" y="2348880"/>
            <a:chExt cx="5430279" cy="3587230"/>
          </a:xfrm>
        </p:grpSpPr>
        <p:sp>
          <p:nvSpPr>
            <p:cNvPr id="3" name="Freeform: Shape 2">
              <a:extLst>
                <a:ext uri="{FF2B5EF4-FFF2-40B4-BE49-F238E27FC236}">
                  <a16:creationId xmlns:a16="http://schemas.microsoft.com/office/drawing/2014/main" id="{842B0E82-65E6-CF64-9EB4-D6E1690A4DCF}"/>
                </a:ext>
              </a:extLst>
            </p:cNvPr>
            <p:cNvSpPr/>
            <p:nvPr/>
          </p:nvSpPr>
          <p:spPr>
            <a:xfrm rot="21600000">
              <a:off x="2555073" y="2362331"/>
              <a:ext cx="4405449" cy="996947"/>
            </a:xfrm>
            <a:custGeom>
              <a:avLst/>
              <a:gdLst>
                <a:gd name="connsiteX0" fmla="*/ 0 w 4405449"/>
                <a:gd name="connsiteY0" fmla="*/ 0 h 996945"/>
                <a:gd name="connsiteX1" fmla="*/ 3906977 w 4405449"/>
                <a:gd name="connsiteY1" fmla="*/ 0 h 996945"/>
                <a:gd name="connsiteX2" fmla="*/ 4405449 w 4405449"/>
                <a:gd name="connsiteY2" fmla="*/ 498473 h 996945"/>
                <a:gd name="connsiteX3" fmla="*/ 3906977 w 4405449"/>
                <a:gd name="connsiteY3" fmla="*/ 996945 h 996945"/>
                <a:gd name="connsiteX4" fmla="*/ 0 w 4405449"/>
                <a:gd name="connsiteY4" fmla="*/ 996945 h 996945"/>
                <a:gd name="connsiteX5" fmla="*/ 0 w 4405449"/>
                <a:gd name="connsiteY5" fmla="*/ 0 h 996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405449" h="996945">
                  <a:moveTo>
                    <a:pt x="4405449" y="996944"/>
                  </a:moveTo>
                  <a:lnTo>
                    <a:pt x="498472" y="996944"/>
                  </a:lnTo>
                  <a:lnTo>
                    <a:pt x="0" y="498472"/>
                  </a:lnTo>
                  <a:lnTo>
                    <a:pt x="498472" y="1"/>
                  </a:lnTo>
                  <a:lnTo>
                    <a:pt x="4405449" y="1"/>
                  </a:lnTo>
                  <a:lnTo>
                    <a:pt x="4405449" y="996944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09728" tIns="60961" rIns="685800" bIns="60961" numCol="1" spcCol="1270" rtlCol="1" anchor="ctr" anchorCtr="0">
              <a:noAutofit/>
            </a:bodyPr>
            <a:lstStyle/>
            <a:p>
              <a:pPr marL="0" lvl="0" indent="0" algn="ctr" defTabSz="711200" rtl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ar" sz="1600" b="0" kern="1200" dirty="0">
                  <a:solidFill>
                    <a:schemeClr val="tx1"/>
                  </a:solidFill>
                  <a:latin typeface="Sakkal Majalla" panose="02000000000000000000" pitchFamily="2" charset="-78"/>
                </a:rPr>
                <a:t>تخضع هذه الوحدة للتقييم باستخدام موجز واجبات Pearson المحددة (PSA).</a:t>
              </a:r>
              <a:endParaRPr lang="en-GB" sz="1600" b="0" kern="1200" dirty="0">
                <a:latin typeface="Sakkal Majalla" panose="02000000000000000000" pitchFamily="2" charset="-78"/>
              </a:endParaRPr>
            </a:p>
          </p:txBody>
        </p:sp>
        <p:sp>
          <p:nvSpPr>
            <p:cNvPr id="4" name="Rectangle 3" descr="Document">
              <a:extLst>
                <a:ext uri="{FF2B5EF4-FFF2-40B4-BE49-F238E27FC236}">
                  <a16:creationId xmlns:a16="http://schemas.microsoft.com/office/drawing/2014/main" id="{FD5BC3D1-E00A-40BF-A76B-A378B3EF9066}"/>
                </a:ext>
              </a:extLst>
            </p:cNvPr>
            <p:cNvSpPr/>
            <p:nvPr/>
          </p:nvSpPr>
          <p:spPr>
            <a:xfrm flipH="1">
              <a:off x="1593681" y="2348880"/>
              <a:ext cx="996945" cy="996945"/>
            </a:xfrm>
            <a:prstGeom prst="rect">
              <a:avLst/>
            </a:prstGeom>
            <a:blipFill>
              <a:blip r:embed="rId4">
                <a:extLst>
                  <a:ext uri="{28A0092B-C50C-407E-A947-70E740481C1C}">
                    <a14:useLocalDpi xmlns:a14="http://schemas.microsoft.com/office/drawing/2010/main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 dirty="0">
                <a:latin typeface="Sakkal Majalla" panose="02000000000000000000" pitchFamily="2" charset="-78"/>
              </a:endParaRPr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76DD3C7E-327A-E807-BA6D-AD165FD1E3C3}"/>
                </a:ext>
              </a:extLst>
            </p:cNvPr>
            <p:cNvSpPr/>
            <p:nvPr/>
          </p:nvSpPr>
          <p:spPr>
            <a:xfrm rot="21600000">
              <a:off x="2618511" y="3644021"/>
              <a:ext cx="4405449" cy="996946"/>
            </a:xfrm>
            <a:custGeom>
              <a:avLst/>
              <a:gdLst>
                <a:gd name="connsiteX0" fmla="*/ 0 w 4405449"/>
                <a:gd name="connsiteY0" fmla="*/ 0 h 996945"/>
                <a:gd name="connsiteX1" fmla="*/ 3906977 w 4405449"/>
                <a:gd name="connsiteY1" fmla="*/ 0 h 996945"/>
                <a:gd name="connsiteX2" fmla="*/ 4405449 w 4405449"/>
                <a:gd name="connsiteY2" fmla="*/ 498473 h 996945"/>
                <a:gd name="connsiteX3" fmla="*/ 3906977 w 4405449"/>
                <a:gd name="connsiteY3" fmla="*/ 996945 h 996945"/>
                <a:gd name="connsiteX4" fmla="*/ 0 w 4405449"/>
                <a:gd name="connsiteY4" fmla="*/ 996945 h 996945"/>
                <a:gd name="connsiteX5" fmla="*/ 0 w 4405449"/>
                <a:gd name="connsiteY5" fmla="*/ 0 h 996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405449" h="996945">
                  <a:moveTo>
                    <a:pt x="4405449" y="996944"/>
                  </a:moveTo>
                  <a:lnTo>
                    <a:pt x="498472" y="996944"/>
                  </a:lnTo>
                  <a:lnTo>
                    <a:pt x="0" y="498472"/>
                  </a:lnTo>
                  <a:lnTo>
                    <a:pt x="498472" y="1"/>
                  </a:lnTo>
                  <a:lnTo>
                    <a:pt x="4405449" y="1"/>
                  </a:lnTo>
                  <a:lnTo>
                    <a:pt x="4405449" y="996944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09728" tIns="60961" rIns="685800" bIns="60960" numCol="1" spcCol="1270" rtlCol="1" anchor="ctr" anchorCtr="0">
              <a:noAutofit/>
            </a:bodyPr>
            <a:lstStyle/>
            <a:p>
              <a:pPr marL="0" lvl="0" indent="0" algn="ctr" defTabSz="711200" rtl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ar" sz="1600" kern="1200" dirty="0">
                  <a:solidFill>
                    <a:schemeClr val="tx1"/>
                  </a:solidFill>
                  <a:latin typeface="Sakkal Majalla" panose="02000000000000000000" pitchFamily="2" charset="-78"/>
                </a:rPr>
                <a:t>تحتوي واجبات Pearson المحددة على سيناريو يطلب فيه مالك الشركة مساعدتك على اتخاذ قرار بشأن الخيار الأنسب من بين خيارين تجاريين معينين لمؤسسته.</a:t>
              </a:r>
            </a:p>
          </p:txBody>
        </p:sp>
        <p:sp>
          <p:nvSpPr>
            <p:cNvPr id="7" name="Oval 6" descr="Man with solid fill">
              <a:extLst>
                <a:ext uri="{FF2B5EF4-FFF2-40B4-BE49-F238E27FC236}">
                  <a16:creationId xmlns:a16="http://schemas.microsoft.com/office/drawing/2014/main" id="{A42B74F0-B5F3-3F5E-1447-2C7B479B3BF5}"/>
                </a:ext>
              </a:extLst>
            </p:cNvPr>
            <p:cNvSpPr/>
            <p:nvPr/>
          </p:nvSpPr>
          <p:spPr>
            <a:xfrm flipH="1">
              <a:off x="1593681" y="3657043"/>
              <a:ext cx="996945" cy="996945"/>
            </a:xfrm>
            <a:prstGeom prst="ellipse">
              <a:avLst/>
            </a:pr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rcRect/>
              <a:stretch>
                <a:fillRect/>
              </a:stretch>
            </a:blip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 dirty="0">
                <a:latin typeface="Sakkal Majalla" panose="02000000000000000000" pitchFamily="2" charset="-78"/>
              </a:endParaRPr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508B9E6D-085C-54B0-9D90-B974FB28E690}"/>
                </a:ext>
              </a:extLst>
            </p:cNvPr>
            <p:cNvSpPr/>
            <p:nvPr/>
          </p:nvSpPr>
          <p:spPr>
            <a:xfrm rot="21600000">
              <a:off x="2618511" y="4938562"/>
              <a:ext cx="4405449" cy="996946"/>
            </a:xfrm>
            <a:custGeom>
              <a:avLst/>
              <a:gdLst>
                <a:gd name="connsiteX0" fmla="*/ 0 w 4405449"/>
                <a:gd name="connsiteY0" fmla="*/ 0 h 996945"/>
                <a:gd name="connsiteX1" fmla="*/ 3906977 w 4405449"/>
                <a:gd name="connsiteY1" fmla="*/ 0 h 996945"/>
                <a:gd name="connsiteX2" fmla="*/ 4405449 w 4405449"/>
                <a:gd name="connsiteY2" fmla="*/ 498473 h 996945"/>
                <a:gd name="connsiteX3" fmla="*/ 3906977 w 4405449"/>
                <a:gd name="connsiteY3" fmla="*/ 996945 h 996945"/>
                <a:gd name="connsiteX4" fmla="*/ 0 w 4405449"/>
                <a:gd name="connsiteY4" fmla="*/ 996945 h 996945"/>
                <a:gd name="connsiteX5" fmla="*/ 0 w 4405449"/>
                <a:gd name="connsiteY5" fmla="*/ 0 h 996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405449" h="996945">
                  <a:moveTo>
                    <a:pt x="4405449" y="996944"/>
                  </a:moveTo>
                  <a:lnTo>
                    <a:pt x="498472" y="996944"/>
                  </a:lnTo>
                  <a:lnTo>
                    <a:pt x="0" y="498472"/>
                  </a:lnTo>
                  <a:lnTo>
                    <a:pt x="498472" y="1"/>
                  </a:lnTo>
                  <a:lnTo>
                    <a:pt x="4405449" y="1"/>
                  </a:lnTo>
                  <a:lnTo>
                    <a:pt x="4405449" y="996944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09728" tIns="60961" rIns="685800" bIns="60960" numCol="1" spcCol="1270" rtlCol="1" anchor="ctr" anchorCtr="0">
              <a:noAutofit/>
            </a:bodyPr>
            <a:lstStyle/>
            <a:p>
              <a:pPr marL="0" lvl="0" indent="0" algn="ctr" defTabSz="711200" rtl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ar" sz="1600" kern="1200" dirty="0">
                  <a:solidFill>
                    <a:schemeClr val="tx1"/>
                  </a:solidFill>
                  <a:latin typeface="Sakkal Majalla" panose="02000000000000000000" pitchFamily="2" charset="-78"/>
                </a:rPr>
                <a:t>ستخضع لتقييم معلمك داخليًّا</a:t>
              </a:r>
            </a:p>
          </p:txBody>
        </p:sp>
        <p:sp>
          <p:nvSpPr>
            <p:cNvPr id="9" name="Oval 8" descr="Magnifying glass with solid fill">
              <a:extLst>
                <a:ext uri="{FF2B5EF4-FFF2-40B4-BE49-F238E27FC236}">
                  <a16:creationId xmlns:a16="http://schemas.microsoft.com/office/drawing/2014/main" id="{907F9782-A381-8D9D-D7FA-74F0290792C6}"/>
                </a:ext>
              </a:extLst>
            </p:cNvPr>
            <p:cNvSpPr/>
            <p:nvPr/>
          </p:nvSpPr>
          <p:spPr>
            <a:xfrm flipH="1">
              <a:off x="1653678" y="4939165"/>
              <a:ext cx="996945" cy="996945"/>
            </a:xfrm>
            <a:prstGeom prst="ellipse">
              <a:avLst/>
            </a:pr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rcRect/>
              <a:stretch>
                <a:fillRect/>
              </a:stretch>
            </a:blip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 dirty="0">
                <a:latin typeface="Sakkal Majalla" panose="02000000000000000000" pitchFamily="2" charset="-78"/>
              </a:endParaRPr>
            </a:p>
          </p:txBody>
        </p:sp>
      </p:grp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247105CE-BF9F-FF84-4586-78302314F780}"/>
              </a:ext>
            </a:extLst>
          </p:cNvPr>
          <p:cNvSpPr txBox="1">
            <a:spLocks/>
          </p:cNvSpPr>
          <p:nvPr/>
        </p:nvSpPr>
        <p:spPr bwMode="auto">
          <a:xfrm>
            <a:off x="35496" y="6603206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/>
          </a:bodyPr>
          <a:lstStyle>
            <a:defPPr>
              <a:defRPr lang="en-GB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9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A103000398478</a:t>
            </a:r>
            <a:endParaRPr lang="ar" sz="900" dirty="0"/>
          </a:p>
        </p:txBody>
      </p:sp>
    </p:spTree>
    <p:extLst>
      <p:ext uri="{BB962C8B-B14F-4D97-AF65-F5344CB8AC3E}">
        <p14:creationId xmlns:p14="http://schemas.microsoft.com/office/powerpoint/2010/main" val="1462100039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1D6E64-F5FC-18AB-523B-721BF85BB2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2">
            <a:extLst>
              <a:ext uri="{FF2B5EF4-FFF2-40B4-BE49-F238E27FC236}">
                <a16:creationId xmlns:a16="http://schemas.microsoft.com/office/drawing/2014/main" id="{50F233EA-03E9-8757-5602-0A3805379C7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195200"/>
            <a:ext cx="8229600" cy="8640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  <a:normAutofit/>
          </a:bodyPr>
          <a:lstStyle/>
          <a:p>
            <a:pPr rtl="1"/>
            <a:r>
              <a:rPr lang="ar" sz="2200" b="1" dirty="0"/>
              <a:t>ماذا يجب أن أفعل في تقييمي؟ (1)</a:t>
            </a:r>
            <a:endParaRPr lang="en-GB" altLang="en-US" sz="2200" b="1" dirty="0">
              <a:highlight>
                <a:srgbClr val="FFFF00"/>
              </a:highlight>
            </a:endParaRPr>
          </a:p>
        </p:txBody>
      </p:sp>
      <p:sp>
        <p:nvSpPr>
          <p:cNvPr id="30723" name="Content Placeholder 3">
            <a:extLst>
              <a:ext uri="{FF2B5EF4-FFF2-40B4-BE49-F238E27FC236}">
                <a16:creationId xmlns:a16="http://schemas.microsoft.com/office/drawing/2014/main" id="{B80AFBB7-E11C-B171-64E1-20F44E40F092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611560" y="2059200"/>
            <a:ext cx="8352928" cy="1873856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Autofit/>
          </a:bodyPr>
          <a:lstStyle/>
          <a:p>
            <a:pPr marL="257175" indent="-257175" rtl="1">
              <a:buFont typeface="Arial" panose="020B0604020202020204" pitchFamily="34" charset="0"/>
              <a:buChar char="•"/>
            </a:pPr>
            <a:r>
              <a:rPr lang="ar" sz="2000" dirty="0"/>
              <a:t>ستؤدي دور </a:t>
            </a:r>
            <a:r>
              <a:rPr lang="ar" sz="2000" b="1" dirty="0"/>
              <a:t>المستشار المحترف للشركات الصغيرة</a:t>
            </a:r>
            <a:endParaRPr lang="en-US" sz="2000" dirty="0"/>
          </a:p>
          <a:p>
            <a:pPr marL="257175" indent="-257175" rtl="1">
              <a:buFont typeface="Arial" panose="020B0604020202020204" pitchFamily="34" charset="0"/>
              <a:buChar char="•"/>
            </a:pPr>
            <a:r>
              <a:rPr lang="ar" sz="2000" dirty="0"/>
              <a:t>سيتم تزويدك بدراسة حالة غير </a:t>
            </a:r>
            <a:r>
              <a:rPr lang="ar" sz="2000" b="1" dirty="0"/>
              <a:t> مرئية </a:t>
            </a:r>
            <a:r>
              <a:rPr lang="ar" sz="2000" dirty="0"/>
              <a:t> تحتوي على: </a:t>
            </a:r>
          </a:p>
          <a:p>
            <a:pPr marL="541338" lvl="1" indent="-271463" rtl="1">
              <a:lnSpc>
                <a:spcPct val="115000"/>
              </a:lnSpc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ar" sz="2000" dirty="0"/>
              <a:t>مجموعة من البيانات التي قدمها صاب العمل إلى مستشار الأعمال</a:t>
            </a:r>
          </a:p>
          <a:p>
            <a:pPr marL="541338" lvl="1" indent="-271463" rtl="1">
              <a:lnSpc>
                <a:spcPct val="115000"/>
              </a:lnSpc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ar" sz="2000" dirty="0"/>
              <a:t>تفاصيل خيارين مستقبلين يتعلقان بالشركة يرغب المالك في الاختيار بينهما لتضمين كيفية عمل الشركة والتنبؤات المالية</a:t>
            </a:r>
            <a:endParaRPr lang="en-US" sz="2000" dirty="0">
              <a:cs typeface="+mn-cs"/>
            </a:endParaRPr>
          </a:p>
        </p:txBody>
      </p:sp>
      <p:pic>
        <p:nvPicPr>
          <p:cNvPr id="3" name="Picture 2" descr="A group of people working on a tablet&#10;&#10;Description automatically generated">
            <a:extLst>
              <a:ext uri="{FF2B5EF4-FFF2-40B4-BE49-F238E27FC236}">
                <a16:creationId xmlns:a16="http://schemas.microsoft.com/office/drawing/2014/main" id="{2B426946-E4C5-7F97-5C85-7C99A1ED8A2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51720" y="4149080"/>
            <a:ext cx="4968552" cy="2129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5509682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AACCCD-9F42-8DC0-6347-26B6C13D81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2">
            <a:extLst>
              <a:ext uri="{FF2B5EF4-FFF2-40B4-BE49-F238E27FC236}">
                <a16:creationId xmlns:a16="http://schemas.microsoft.com/office/drawing/2014/main" id="{356C616A-3320-F421-1921-2F8F91D710E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195200"/>
            <a:ext cx="8229600" cy="8640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  <a:normAutofit/>
          </a:bodyPr>
          <a:lstStyle/>
          <a:p>
            <a:pPr rtl="1"/>
            <a:r>
              <a:rPr lang="ar" sz="2200" b="1" dirty="0"/>
              <a:t>ماذا يجب أن أفعل في تقييمي؟ (2)</a:t>
            </a:r>
            <a:endParaRPr lang="en-GB" altLang="en-US" sz="2200" b="1" dirty="0">
              <a:highlight>
                <a:srgbClr val="FFFF00"/>
              </a:highlight>
            </a:endParaRPr>
          </a:p>
        </p:txBody>
      </p:sp>
      <p:sp>
        <p:nvSpPr>
          <p:cNvPr id="30723" name="Content Placeholder 3">
            <a:extLst>
              <a:ext uri="{FF2B5EF4-FFF2-40B4-BE49-F238E27FC236}">
                <a16:creationId xmlns:a16="http://schemas.microsoft.com/office/drawing/2014/main" id="{2279CEF1-4B62-3F0E-66C8-EC1629359654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370381" y="2196001"/>
            <a:ext cx="3913587" cy="3393239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Autofit/>
          </a:bodyPr>
          <a:lstStyle/>
          <a:p>
            <a:pPr marL="0" indent="0" rtl="1">
              <a:buNone/>
            </a:pPr>
            <a:r>
              <a:rPr lang="ar" dirty="0"/>
              <a:t>يجب أن تُظهر قدرتك على اتخاذ قرارات العمل</a:t>
            </a:r>
            <a:r>
              <a:rPr lang="ar" b="1" dirty="0"/>
              <a:t> باستخدام بيانات معينة</a:t>
            </a:r>
            <a:r>
              <a:rPr lang="ar" dirty="0"/>
              <a:t>. </a:t>
            </a:r>
          </a:p>
          <a:p>
            <a:pPr marL="0" indent="0" rtl="1">
              <a:buNone/>
            </a:pPr>
            <a:endParaRPr lang="en-GB" altLang="en-US" sz="900" dirty="0"/>
          </a:p>
          <a:p>
            <a:pPr marL="0" indent="0" rtl="1">
              <a:buNone/>
            </a:pPr>
            <a:r>
              <a:rPr lang="ar" dirty="0"/>
              <a:t>هذا يعني اختيار</a:t>
            </a:r>
            <a:r>
              <a:rPr lang="ar" b="1" dirty="0"/>
              <a:t> أحد</a:t>
            </a:r>
            <a:r>
              <a:rPr lang="ar" dirty="0"/>
              <a:t> الخيارات المحددة بناءً على المعلومات لتضمين: </a:t>
            </a:r>
          </a:p>
          <a:p>
            <a:pPr rtl="1"/>
            <a:r>
              <a:rPr lang="ar" dirty="0"/>
              <a:t>الأهداف والغايات التي قدمها المالك</a:t>
            </a:r>
          </a:p>
          <a:p>
            <a:pPr rtl="1"/>
            <a:r>
              <a:rPr lang="ar" dirty="0"/>
              <a:t>معرفة وخبرة مالك الشركة العمل والسوق للأعمال المقترحة الموضحة في السيناريو  </a:t>
            </a:r>
          </a:p>
          <a:p>
            <a:pPr rtl="1"/>
            <a:r>
              <a:rPr lang="ar" dirty="0"/>
              <a:t>القوائم المالية المقدمة لكل خيار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9E4C24-61F6-1B80-A623-AE28E4FF6102}"/>
              </a:ext>
            </a:extLst>
          </p:cNvPr>
          <p:cNvSpPr txBox="1"/>
          <p:nvPr/>
        </p:nvSpPr>
        <p:spPr>
          <a:xfrm>
            <a:off x="3995936" y="6025827"/>
            <a:ext cx="4621816" cy="70788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0" indent="0" rtl="1">
              <a:buNone/>
            </a:pPr>
            <a:r>
              <a:rPr lang="ar" sz="20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لا</a:t>
            </a:r>
            <a:r>
              <a:rPr lang="ar" sz="20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 يُتوقع منك التمتع بأي معرفة مسبقة بالسوق في دراسة حالة </a:t>
            </a:r>
            <a:r>
              <a:rPr lang="ar" sz="20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أو</a:t>
            </a:r>
            <a:r>
              <a:rPr lang="ar" sz="20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 إجراء أي بحث إضافي.</a:t>
            </a:r>
          </a:p>
        </p:txBody>
      </p:sp>
      <p:pic>
        <p:nvPicPr>
          <p:cNvPr id="5" name="Picture 4" descr="A group of people working on a computer&#10;&#10;Description automatically generated">
            <a:extLst>
              <a:ext uri="{FF2B5EF4-FFF2-40B4-BE49-F238E27FC236}">
                <a16:creationId xmlns:a16="http://schemas.microsoft.com/office/drawing/2014/main" id="{CB0EAF80-1987-7481-B5DD-E26F40D76EC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93136" y="2276872"/>
            <a:ext cx="3913587" cy="2885963"/>
          </a:xfrm>
          <a:prstGeom prst="rect">
            <a:avLst/>
          </a:prstGeom>
        </p:spPr>
      </p:pic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4B3515DE-CDD1-C3B0-85D7-FC570552F6D1}"/>
              </a:ext>
            </a:extLst>
          </p:cNvPr>
          <p:cNvSpPr txBox="1">
            <a:spLocks/>
          </p:cNvSpPr>
          <p:nvPr/>
        </p:nvSpPr>
        <p:spPr bwMode="auto">
          <a:xfrm>
            <a:off x="35496" y="6603206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/>
          </a:bodyPr>
          <a:lstStyle>
            <a:defPPr>
              <a:defRPr lang="en-GB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9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A103000398478</a:t>
            </a:r>
            <a:endParaRPr lang="ar" sz="900" dirty="0"/>
          </a:p>
        </p:txBody>
      </p:sp>
    </p:spTree>
    <p:extLst>
      <p:ext uri="{BB962C8B-B14F-4D97-AF65-F5344CB8AC3E}">
        <p14:creationId xmlns:p14="http://schemas.microsoft.com/office/powerpoint/2010/main" val="1910738549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2">
            <a:extLst>
              <a:ext uri="{FF2B5EF4-FFF2-40B4-BE49-F238E27FC236}">
                <a16:creationId xmlns:a16="http://schemas.microsoft.com/office/drawing/2014/main" id="{CD9316BF-B3CE-8341-5A0A-249747D6C6E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195200"/>
            <a:ext cx="8229600" cy="8640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  <a:normAutofit/>
          </a:bodyPr>
          <a:lstStyle/>
          <a:p>
            <a:pPr rtl="1"/>
            <a:r>
              <a:rPr lang="ar" sz="2600" b="1" dirty="0"/>
              <a:t>محتوى الوحدة - نتاجات التعلم من أ إلى د</a:t>
            </a:r>
            <a:endParaRPr lang="en-GB" altLang="en-US" sz="2600" b="1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064C261-DF11-0D58-5EF8-A6489C5B4F61}"/>
              </a:ext>
            </a:extLst>
          </p:cNvPr>
          <p:cNvGrpSpPr/>
          <p:nvPr/>
        </p:nvGrpSpPr>
        <p:grpSpPr>
          <a:xfrm flipH="1">
            <a:off x="468314" y="2197609"/>
            <a:ext cx="8207375" cy="3875217"/>
            <a:chOff x="468314" y="2197609"/>
            <a:chExt cx="8207375" cy="3875217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82E259AA-A6DE-6202-C281-D9F6F48329F6}"/>
                </a:ext>
              </a:extLst>
            </p:cNvPr>
            <p:cNvSpPr/>
            <p:nvPr/>
          </p:nvSpPr>
          <p:spPr>
            <a:xfrm>
              <a:off x="468314" y="2197609"/>
              <a:ext cx="8207375" cy="815835"/>
            </a:xfrm>
            <a:prstGeom prst="roundRect">
              <a:avLst>
                <a:gd name="adj" fmla="val 10000"/>
              </a:avLst>
            </a:prstGeom>
          </p:spPr>
          <p:style>
            <a:lnRef idx="0">
              <a:schemeClr val="accent2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 dirty="0">
                <a:latin typeface="Sakkal Majalla" panose="02000000000000000000" pitchFamily="2" charset="-78"/>
              </a:endParaRPr>
            </a:p>
          </p:txBody>
        </p:sp>
        <p:sp>
          <p:nvSpPr>
            <p:cNvPr id="4" name="Rectangle 3" descr="Magnifying glass">
              <a:extLst>
                <a:ext uri="{FF2B5EF4-FFF2-40B4-BE49-F238E27FC236}">
                  <a16:creationId xmlns:a16="http://schemas.microsoft.com/office/drawing/2014/main" id="{3716CDA3-3A14-3851-8B13-65C5E97894C3}"/>
                </a:ext>
              </a:extLst>
            </p:cNvPr>
            <p:cNvSpPr/>
            <p:nvPr/>
          </p:nvSpPr>
          <p:spPr>
            <a:xfrm flipH="1">
              <a:off x="715104" y="2381172"/>
              <a:ext cx="448709" cy="448709"/>
            </a:xfrm>
            <a:prstGeom prst="rect">
              <a:avLst/>
            </a:prstGeom>
            <a:blipFill>
              <a:blip r:embed="rId4">
                <a:extLst>
                  <a:ext uri="{28A0092B-C50C-407E-A947-70E740481C1C}">
                    <a14:useLocalDpi xmlns:a14="http://schemas.microsoft.com/office/drawing/2010/main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dirty="0">
                <a:latin typeface="Sakkal Majalla" panose="02000000000000000000" pitchFamily="2" charset="-78"/>
              </a:endParaRPr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A7CEA97B-6131-F15A-014C-B0062267421B}"/>
                </a:ext>
              </a:extLst>
            </p:cNvPr>
            <p:cNvSpPr/>
            <p:nvPr/>
          </p:nvSpPr>
          <p:spPr>
            <a:xfrm>
              <a:off x="1410603" y="2197609"/>
              <a:ext cx="7265085" cy="815835"/>
            </a:xfrm>
            <a:custGeom>
              <a:avLst/>
              <a:gdLst>
                <a:gd name="connsiteX0" fmla="*/ 0 w 7265085"/>
                <a:gd name="connsiteY0" fmla="*/ 0 h 815835"/>
                <a:gd name="connsiteX1" fmla="*/ 7265085 w 7265085"/>
                <a:gd name="connsiteY1" fmla="*/ 0 h 815835"/>
                <a:gd name="connsiteX2" fmla="*/ 7265085 w 7265085"/>
                <a:gd name="connsiteY2" fmla="*/ 815835 h 815835"/>
                <a:gd name="connsiteX3" fmla="*/ 0 w 7265085"/>
                <a:gd name="connsiteY3" fmla="*/ 815835 h 815835"/>
                <a:gd name="connsiteX4" fmla="*/ 0 w 7265085"/>
                <a:gd name="connsiteY4" fmla="*/ 0 h 815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265085" h="815835">
                  <a:moveTo>
                    <a:pt x="0" y="0"/>
                  </a:moveTo>
                  <a:lnTo>
                    <a:pt x="7265085" y="0"/>
                  </a:lnTo>
                  <a:lnTo>
                    <a:pt x="7265085" y="815835"/>
                  </a:lnTo>
                  <a:lnTo>
                    <a:pt x="0" y="815835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86343" tIns="86343" rIns="86343" bIns="86343" numCol="1" spcCol="1270" rtlCol="1" anchor="ctr" anchorCtr="0">
              <a:noAutofit/>
            </a:bodyPr>
            <a:lstStyle/>
            <a:p>
              <a:pPr marL="0" lvl="0" indent="0" algn="r" defTabSz="977900" rtl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ar" sz="2400" b="1" kern="1200" dirty="0">
                  <a:latin typeface="Sakkal Majalla" panose="02000000000000000000" pitchFamily="2" charset="-78"/>
                </a:rPr>
                <a:t>أ </a:t>
              </a:r>
              <a:r>
                <a:rPr lang="ar" sz="2400" b="0" kern="1200" dirty="0">
                  <a:latin typeface="Sakkal Majalla" panose="02000000000000000000" pitchFamily="2" charset="-78"/>
                </a:rPr>
                <a:t>دراسة مبادئ وممارسات الشركات التي تحدد القرارات الخاصة بالأعمال</a:t>
              </a:r>
              <a:endParaRPr lang="en-US" sz="2400" b="0" kern="1200" dirty="0">
                <a:latin typeface="Sakkal Majalla" panose="02000000000000000000" pitchFamily="2" charset="-78"/>
              </a:endParaRPr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052C0FFD-E644-24DD-9696-5D9E53AC8D0E}"/>
                </a:ext>
              </a:extLst>
            </p:cNvPr>
            <p:cNvSpPr/>
            <p:nvPr/>
          </p:nvSpPr>
          <p:spPr>
            <a:xfrm>
              <a:off x="468314" y="3217403"/>
              <a:ext cx="8207375" cy="815835"/>
            </a:xfrm>
            <a:prstGeom prst="roundRect">
              <a:avLst>
                <a:gd name="adj" fmla="val 10000"/>
              </a:avLst>
            </a:prstGeom>
          </p:spPr>
          <p:style>
            <a:lnRef idx="0">
              <a:schemeClr val="accent2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 dirty="0">
                <a:latin typeface="Sakkal Majalla" panose="02000000000000000000" pitchFamily="2" charset="-78"/>
              </a:endParaRPr>
            </a:p>
          </p:txBody>
        </p:sp>
        <p:sp>
          <p:nvSpPr>
            <p:cNvPr id="7" name="Rectangle 6" descr="Bar chart">
              <a:extLst>
                <a:ext uri="{FF2B5EF4-FFF2-40B4-BE49-F238E27FC236}">
                  <a16:creationId xmlns:a16="http://schemas.microsoft.com/office/drawing/2014/main" id="{3148EE4C-1D86-7284-B6AC-AED1934718BF}"/>
                </a:ext>
              </a:extLst>
            </p:cNvPr>
            <p:cNvSpPr/>
            <p:nvPr/>
          </p:nvSpPr>
          <p:spPr>
            <a:xfrm flipH="1">
              <a:off x="715104" y="3400966"/>
              <a:ext cx="448709" cy="448709"/>
            </a:xfrm>
            <a:prstGeom prst="rect">
              <a:avLst/>
            </a:prstGeom>
            <a:blipFill>
              <a:blip r:embed="rId6">
                <a:extLst>
                  <a:ext uri="{28A0092B-C50C-407E-A947-70E740481C1C}">
                    <a14:useLocalDpi xmlns:a14="http://schemas.microsoft.com/office/drawing/2010/main"/>
                  </a:ex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dirty="0">
                <a:latin typeface="Sakkal Majalla" panose="02000000000000000000" pitchFamily="2" charset="-78"/>
              </a:endParaRPr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FAC31445-789A-BB18-6C18-C2B644FA0F17}"/>
                </a:ext>
              </a:extLst>
            </p:cNvPr>
            <p:cNvSpPr/>
            <p:nvPr/>
          </p:nvSpPr>
          <p:spPr>
            <a:xfrm>
              <a:off x="1410603" y="3217403"/>
              <a:ext cx="7265085" cy="815835"/>
            </a:xfrm>
            <a:custGeom>
              <a:avLst/>
              <a:gdLst>
                <a:gd name="connsiteX0" fmla="*/ 0 w 7265085"/>
                <a:gd name="connsiteY0" fmla="*/ 0 h 815835"/>
                <a:gd name="connsiteX1" fmla="*/ 7265085 w 7265085"/>
                <a:gd name="connsiteY1" fmla="*/ 0 h 815835"/>
                <a:gd name="connsiteX2" fmla="*/ 7265085 w 7265085"/>
                <a:gd name="connsiteY2" fmla="*/ 815835 h 815835"/>
                <a:gd name="connsiteX3" fmla="*/ 0 w 7265085"/>
                <a:gd name="connsiteY3" fmla="*/ 815835 h 815835"/>
                <a:gd name="connsiteX4" fmla="*/ 0 w 7265085"/>
                <a:gd name="connsiteY4" fmla="*/ 0 h 815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265085" h="815835">
                  <a:moveTo>
                    <a:pt x="0" y="0"/>
                  </a:moveTo>
                  <a:lnTo>
                    <a:pt x="7265085" y="0"/>
                  </a:lnTo>
                  <a:lnTo>
                    <a:pt x="7265085" y="815835"/>
                  </a:lnTo>
                  <a:lnTo>
                    <a:pt x="0" y="815835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86343" tIns="86343" rIns="86343" bIns="86343" numCol="1" spcCol="1270" rtlCol="1" anchor="ctr" anchorCtr="0">
              <a:noAutofit/>
            </a:bodyPr>
            <a:lstStyle/>
            <a:p>
              <a:pPr marL="0" lvl="0" indent="0" algn="r" defTabSz="977900" rtl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ar" sz="2400" b="1" kern="1200" dirty="0">
                  <a:latin typeface="Sakkal Majalla" panose="02000000000000000000" pitchFamily="2" charset="-78"/>
                </a:rPr>
                <a:t>ب </a:t>
              </a:r>
              <a:r>
                <a:rPr lang="ar" sz="2400" b="0" kern="1200" dirty="0">
                  <a:latin typeface="Sakkal Majalla" panose="02000000000000000000" pitchFamily="2" charset="-78"/>
                </a:rPr>
                <a:t>مراجعة وتفسير بيانات ومعلومات الأعمال</a:t>
              </a:r>
              <a:endParaRPr lang="en-US" sz="2400" b="0" kern="1200" dirty="0">
                <a:latin typeface="Sakkal Majalla" panose="02000000000000000000" pitchFamily="2" charset="-78"/>
              </a:endParaRPr>
            </a:p>
          </p:txBody>
        </p:sp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9FB2B4BD-86A4-C29A-5932-5E1158DFE8C8}"/>
                </a:ext>
              </a:extLst>
            </p:cNvPr>
            <p:cNvSpPr/>
            <p:nvPr/>
          </p:nvSpPr>
          <p:spPr>
            <a:xfrm>
              <a:off x="468314" y="4237197"/>
              <a:ext cx="8207375" cy="815835"/>
            </a:xfrm>
            <a:prstGeom prst="roundRect">
              <a:avLst>
                <a:gd name="adj" fmla="val 10000"/>
              </a:avLst>
            </a:prstGeom>
          </p:spPr>
          <p:style>
            <a:lnRef idx="0">
              <a:schemeClr val="accent2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 dirty="0">
                <a:latin typeface="Sakkal Majalla" panose="02000000000000000000" pitchFamily="2" charset="-78"/>
              </a:endParaRPr>
            </a:p>
          </p:txBody>
        </p:sp>
        <p:sp>
          <p:nvSpPr>
            <p:cNvPr id="10" name="Rectangle 9" descr="Head with Gears">
              <a:extLst>
                <a:ext uri="{FF2B5EF4-FFF2-40B4-BE49-F238E27FC236}">
                  <a16:creationId xmlns:a16="http://schemas.microsoft.com/office/drawing/2014/main" id="{C9A25892-1555-B85E-22AD-F063365168C5}"/>
                </a:ext>
              </a:extLst>
            </p:cNvPr>
            <p:cNvSpPr/>
            <p:nvPr/>
          </p:nvSpPr>
          <p:spPr>
            <a:xfrm flipH="1">
              <a:off x="715104" y="4420760"/>
              <a:ext cx="448709" cy="448709"/>
            </a:xfrm>
            <a:prstGeom prst="rect">
              <a:avLst/>
            </a:prstGeom>
            <a:blipFill>
              <a:blip r:embed="rId8">
                <a:extLst>
                  <a:ext uri="{28A0092B-C50C-407E-A947-70E740481C1C}">
                    <a14:useLocalDpi xmlns:a14="http://schemas.microsoft.com/office/drawing/2010/main"/>
                  </a:ex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dirty="0">
                <a:latin typeface="Sakkal Majalla" panose="02000000000000000000" pitchFamily="2" charset="-78"/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6FA1A240-E4C3-C3E9-0756-CFE3FC4BB065}"/>
                </a:ext>
              </a:extLst>
            </p:cNvPr>
            <p:cNvSpPr/>
            <p:nvPr/>
          </p:nvSpPr>
          <p:spPr>
            <a:xfrm>
              <a:off x="1410603" y="4237197"/>
              <a:ext cx="7265085" cy="815835"/>
            </a:xfrm>
            <a:custGeom>
              <a:avLst/>
              <a:gdLst>
                <a:gd name="connsiteX0" fmla="*/ 0 w 7265085"/>
                <a:gd name="connsiteY0" fmla="*/ 0 h 815835"/>
                <a:gd name="connsiteX1" fmla="*/ 7265085 w 7265085"/>
                <a:gd name="connsiteY1" fmla="*/ 0 h 815835"/>
                <a:gd name="connsiteX2" fmla="*/ 7265085 w 7265085"/>
                <a:gd name="connsiteY2" fmla="*/ 815835 h 815835"/>
                <a:gd name="connsiteX3" fmla="*/ 0 w 7265085"/>
                <a:gd name="connsiteY3" fmla="*/ 815835 h 815835"/>
                <a:gd name="connsiteX4" fmla="*/ 0 w 7265085"/>
                <a:gd name="connsiteY4" fmla="*/ 0 h 815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265085" h="815835">
                  <a:moveTo>
                    <a:pt x="0" y="0"/>
                  </a:moveTo>
                  <a:lnTo>
                    <a:pt x="7265085" y="0"/>
                  </a:lnTo>
                  <a:lnTo>
                    <a:pt x="7265085" y="815835"/>
                  </a:lnTo>
                  <a:lnTo>
                    <a:pt x="0" y="815835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86343" tIns="86343" rIns="86343" bIns="86343" numCol="1" spcCol="1270" rtlCol="1" anchor="ctr" anchorCtr="0">
              <a:noAutofit/>
            </a:bodyPr>
            <a:lstStyle/>
            <a:p>
              <a:pPr marL="0" lvl="0" indent="0" algn="r" defTabSz="977900" rtl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ar" sz="2400" b="1" kern="1200" dirty="0">
                  <a:latin typeface="Sakkal Majalla" panose="02000000000000000000" pitchFamily="2" charset="-78"/>
                </a:rPr>
                <a:t>ج </a:t>
              </a:r>
              <a:r>
                <a:rPr lang="ar" sz="2400" b="0" kern="1200" dirty="0">
                  <a:latin typeface="Sakkal Majalla" panose="02000000000000000000" pitchFamily="2" charset="-78"/>
                </a:rPr>
                <a:t>صياغة القرارات والحلول لمشكلات الأعمال</a:t>
              </a:r>
              <a:endParaRPr lang="en-US" sz="2400" b="0" kern="1200" dirty="0">
                <a:latin typeface="Sakkal Majalla" panose="02000000000000000000" pitchFamily="2" charset="-78"/>
              </a:endParaRPr>
            </a:p>
          </p:txBody>
        </p:sp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54D1C3E2-D2CB-5330-AE07-EE08D3BBADD7}"/>
                </a:ext>
              </a:extLst>
            </p:cNvPr>
            <p:cNvSpPr/>
            <p:nvPr/>
          </p:nvSpPr>
          <p:spPr>
            <a:xfrm>
              <a:off x="468314" y="5256991"/>
              <a:ext cx="8207375" cy="815835"/>
            </a:xfrm>
            <a:prstGeom prst="roundRect">
              <a:avLst>
                <a:gd name="adj" fmla="val 10000"/>
              </a:avLst>
            </a:prstGeom>
          </p:spPr>
          <p:style>
            <a:lnRef idx="0">
              <a:schemeClr val="accent2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 dirty="0">
                <a:latin typeface="Sakkal Majalla" panose="02000000000000000000" pitchFamily="2" charset="-78"/>
              </a:endParaRPr>
            </a:p>
          </p:txBody>
        </p:sp>
        <p:sp>
          <p:nvSpPr>
            <p:cNvPr id="13" name="Rectangle 12" descr="Meeting">
              <a:extLst>
                <a:ext uri="{FF2B5EF4-FFF2-40B4-BE49-F238E27FC236}">
                  <a16:creationId xmlns:a16="http://schemas.microsoft.com/office/drawing/2014/main" id="{154AA834-3CE1-9198-FC0C-8BB2DEABF769}"/>
                </a:ext>
              </a:extLst>
            </p:cNvPr>
            <p:cNvSpPr/>
            <p:nvPr/>
          </p:nvSpPr>
          <p:spPr>
            <a:xfrm flipH="1">
              <a:off x="715104" y="5440554"/>
              <a:ext cx="448709" cy="448709"/>
            </a:xfrm>
            <a:prstGeom prst="rect">
              <a:avLst/>
            </a:prstGeom>
            <a:blipFill>
              <a:blip r:embed="rId10">
                <a:extLst>
                  <a:ext uri="{28A0092B-C50C-407E-A947-70E740481C1C}">
                    <a14:useLocalDpi xmlns:a14="http://schemas.microsoft.com/office/drawing/2010/main"/>
                  </a:ex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dirty="0">
                <a:latin typeface="Sakkal Majalla" panose="02000000000000000000" pitchFamily="2" charset="-78"/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5A5E83F0-533C-D495-1772-991B6E2A2BEC}"/>
                </a:ext>
              </a:extLst>
            </p:cNvPr>
            <p:cNvSpPr/>
            <p:nvPr/>
          </p:nvSpPr>
          <p:spPr>
            <a:xfrm>
              <a:off x="1410603" y="5256991"/>
              <a:ext cx="7265085" cy="815835"/>
            </a:xfrm>
            <a:custGeom>
              <a:avLst/>
              <a:gdLst>
                <a:gd name="connsiteX0" fmla="*/ 0 w 7265085"/>
                <a:gd name="connsiteY0" fmla="*/ 0 h 815835"/>
                <a:gd name="connsiteX1" fmla="*/ 7265085 w 7265085"/>
                <a:gd name="connsiteY1" fmla="*/ 0 h 815835"/>
                <a:gd name="connsiteX2" fmla="*/ 7265085 w 7265085"/>
                <a:gd name="connsiteY2" fmla="*/ 815835 h 815835"/>
                <a:gd name="connsiteX3" fmla="*/ 0 w 7265085"/>
                <a:gd name="connsiteY3" fmla="*/ 815835 h 815835"/>
                <a:gd name="connsiteX4" fmla="*/ 0 w 7265085"/>
                <a:gd name="connsiteY4" fmla="*/ 0 h 815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265085" h="815835">
                  <a:moveTo>
                    <a:pt x="0" y="0"/>
                  </a:moveTo>
                  <a:lnTo>
                    <a:pt x="7265085" y="0"/>
                  </a:lnTo>
                  <a:lnTo>
                    <a:pt x="7265085" y="815835"/>
                  </a:lnTo>
                  <a:lnTo>
                    <a:pt x="0" y="815835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86343" tIns="86343" rIns="86343" bIns="86343" numCol="1" spcCol="1270" rtlCol="1" anchor="ctr" anchorCtr="0">
              <a:noAutofit/>
            </a:bodyPr>
            <a:lstStyle/>
            <a:p>
              <a:pPr marL="0" lvl="0" indent="0" algn="r" defTabSz="977900" rtl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ar" sz="2400" b="1" kern="1200" dirty="0">
                  <a:latin typeface="Sakkal Majalla" panose="02000000000000000000" pitchFamily="2" charset="-78"/>
                </a:rPr>
                <a:t>د </a:t>
              </a:r>
              <a:r>
                <a:rPr lang="ar" sz="2400" b="0" kern="1200" dirty="0">
                  <a:latin typeface="Sakkal Majalla" panose="02000000000000000000" pitchFamily="2" charset="-78"/>
                </a:rPr>
                <a:t>إعداد مستندات تجارية لتقديم قرارات تتعلق بالأعمال </a:t>
              </a:r>
              <a:endParaRPr lang="en-US" sz="2400" b="0" kern="1200" dirty="0">
                <a:latin typeface="Sakkal Majalla" panose="02000000000000000000" pitchFamily="2" charset="-78"/>
              </a:endParaRPr>
            </a:p>
          </p:txBody>
        </p:sp>
      </p:grpSp>
      <p:sp>
        <p:nvSpPr>
          <p:cNvPr id="15" name="Footer Placeholder 2">
            <a:extLst>
              <a:ext uri="{FF2B5EF4-FFF2-40B4-BE49-F238E27FC236}">
                <a16:creationId xmlns:a16="http://schemas.microsoft.com/office/drawing/2014/main" id="{6480032C-939E-AB20-50F7-95486C443E2C}"/>
              </a:ext>
            </a:extLst>
          </p:cNvPr>
          <p:cNvSpPr txBox="1">
            <a:spLocks/>
          </p:cNvSpPr>
          <p:nvPr/>
        </p:nvSpPr>
        <p:spPr bwMode="auto">
          <a:xfrm>
            <a:off x="35496" y="6603206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/>
          </a:bodyPr>
          <a:lstStyle>
            <a:defPPr>
              <a:defRPr lang="en-GB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9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A103000398478</a:t>
            </a:r>
            <a:endParaRPr lang="ar" sz="900" dirty="0"/>
          </a:p>
        </p:txBody>
      </p:sp>
    </p:spTree>
  </p:cSld>
  <p:clrMapOvr>
    <a:masterClrMapping/>
  </p:clrMapOvr>
  <p:transition>
    <p:sndAc>
      <p:stSnd>
        <p:snd r:embed="rId3" name="click.wav"/>
      </p:stSnd>
    </p:sndAc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501A72-DB7D-936C-ED26-189450BFDE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2">
            <a:extLst>
              <a:ext uri="{FF2B5EF4-FFF2-40B4-BE49-F238E27FC236}">
                <a16:creationId xmlns:a16="http://schemas.microsoft.com/office/drawing/2014/main" id="{B08C041D-311F-5EAA-0AF2-520FEDE340B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843088"/>
            <a:ext cx="8229600" cy="5064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rtl="1">
              <a:spcBef>
                <a:spcPts val="1200"/>
              </a:spcBef>
              <a:spcAft>
                <a:spcPts val="1500"/>
              </a:spcAft>
            </a:pPr>
            <a:r>
              <a:rPr lang="ar" sz="2600" dirty="0"/>
              <a:t>نتاج التعلُّم أ</a:t>
            </a:r>
            <a:br>
              <a:rPr lang="en-US" altLang="en-US" sz="2600" dirty="0"/>
            </a:br>
            <a:br>
              <a:rPr lang="en-US" altLang="en-US" sz="2600" dirty="0"/>
            </a:br>
            <a:endParaRPr lang="en-GB" altLang="en-US" sz="2600" dirty="0"/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5ADA9FD0-0251-F726-48EB-A87A6D06BA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2775" y="2493962"/>
            <a:ext cx="7991475" cy="29512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404813" indent="-387350" algn="ctr" defTabSz="431800" rtl="1">
              <a:buNone/>
            </a:pPr>
            <a:r>
              <a:rPr lang="ar" sz="46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	دراسة مبادئ وممارسات الشركات التي تحدد القرارات الخاصة بالأعمال</a:t>
            </a:r>
          </a:p>
          <a:p>
            <a:pPr marL="404813" indent="-387350" algn="ctr" defTabSz="431800" rtl="1">
              <a:buNone/>
            </a:pPr>
            <a:endParaRPr lang="en-GB" altLang="en-US" sz="46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F6CB291A-7CB7-E09B-8362-F3CCE72E445C}"/>
              </a:ext>
            </a:extLst>
          </p:cNvPr>
          <p:cNvSpPr txBox="1">
            <a:spLocks/>
          </p:cNvSpPr>
          <p:nvPr/>
        </p:nvSpPr>
        <p:spPr bwMode="auto">
          <a:xfrm>
            <a:off x="35496" y="6603206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/>
          </a:bodyPr>
          <a:lstStyle>
            <a:defPPr>
              <a:defRPr lang="en-GB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9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A103000398478</a:t>
            </a:r>
            <a:endParaRPr lang="ar" sz="900" dirty="0"/>
          </a:p>
        </p:txBody>
      </p:sp>
    </p:spTree>
    <p:extLst>
      <p:ext uri="{BB962C8B-B14F-4D97-AF65-F5344CB8AC3E}">
        <p14:creationId xmlns:p14="http://schemas.microsoft.com/office/powerpoint/2010/main" val="3358901648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195200"/>
            <a:ext cx="8229600" cy="86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  <a:norm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>
              <a:lnSpc>
                <a:spcPct val="90000"/>
              </a:lnSpc>
              <a:spcAft>
                <a:spcPts val="600"/>
              </a:spcAft>
            </a:pPr>
            <a:r>
              <a:rPr lang="ar" sz="2200" b="1" dirty="0">
                <a:solidFill>
                  <a:schemeClr val="tx2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نتاج التعلم أ: دراسة مبادئ وممارسات الشركات التي تحدد القرارات الخاصة بالأعمال</a:t>
            </a:r>
          </a:p>
        </p:txBody>
      </p:sp>
      <p:sp>
        <p:nvSpPr>
          <p:cNvPr id="34826" name="Text Placeholder 2">
            <a:extLst>
              <a:ext uri="{FF2B5EF4-FFF2-40B4-BE49-F238E27FC236}">
                <a16:creationId xmlns:a16="http://schemas.microsoft.com/office/drawing/2014/main" id="{2F6BB389-73C4-D96E-35A6-8B36F8BB1A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8312" y="2196001"/>
            <a:ext cx="4027488" cy="4024100"/>
          </a:xfrm>
          <a:solidFill>
            <a:schemeClr val="accent5"/>
          </a:solidFill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/>
          </a:bodyPr>
          <a:lstStyle/>
          <a:p>
            <a:pPr marL="0" indent="0" rtl="1">
              <a:lnSpc>
                <a:spcPct val="90000"/>
              </a:lnSpc>
              <a:buNone/>
            </a:pPr>
            <a:r>
              <a:rPr lang="ar" sz="2200" dirty="0"/>
              <a:t>نتاج التعلم أ: </a:t>
            </a:r>
          </a:p>
          <a:p>
            <a:pPr rtl="1">
              <a:lnSpc>
                <a:spcPct val="90000"/>
              </a:lnSpc>
            </a:pPr>
            <a:r>
              <a:rPr lang="ar" sz="2200" dirty="0"/>
              <a:t>يلخص بيئة الأعمال الداخلية والخارجية ويستكشف كيفية تأثير هذه العوامل على أفكار الشركة وأهدافها وغاياتها وملكيتها وأنشطتها وعملياتها</a:t>
            </a:r>
          </a:p>
          <a:p>
            <a:pPr rtl="1">
              <a:lnSpc>
                <a:spcPct val="90000"/>
              </a:lnSpc>
            </a:pPr>
            <a:r>
              <a:rPr lang="ar" sz="2200" dirty="0"/>
              <a:t>يستكشف كيفية استخدام نماذج الأعمال للمساعدة على التخطيط واتخاذ القرار.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9DC70D1-B872-E689-D039-1A68AE8ED132}"/>
              </a:ext>
            </a:extLst>
          </p:cNvPr>
          <p:cNvGrpSpPr/>
          <p:nvPr/>
        </p:nvGrpSpPr>
        <p:grpSpPr>
          <a:xfrm flipH="1">
            <a:off x="4648199" y="2201106"/>
            <a:ext cx="4027487" cy="3910265"/>
            <a:chOff x="4648199" y="2201106"/>
            <a:chExt cx="4027487" cy="3910265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FB4C34B1-C8A1-450F-6D6F-9C23879C9E1B}"/>
                </a:ext>
              </a:extLst>
            </p:cNvPr>
            <p:cNvSpPr/>
            <p:nvPr/>
          </p:nvSpPr>
          <p:spPr>
            <a:xfrm flipH="1">
              <a:off x="4648199" y="2201106"/>
              <a:ext cx="4027487" cy="522131"/>
            </a:xfrm>
            <a:prstGeom prst="roundRect">
              <a:avLst>
                <a:gd name="adj" fmla="val 10000"/>
              </a:avLst>
            </a:prstGeom>
          </p:spPr>
          <p:style>
            <a:lnRef idx="0">
              <a:schemeClr val="accent2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4" name="Rectangle 3" descr="Tick">
              <a:extLst>
                <a:ext uri="{FF2B5EF4-FFF2-40B4-BE49-F238E27FC236}">
                  <a16:creationId xmlns:a16="http://schemas.microsoft.com/office/drawing/2014/main" id="{0E0D5A75-1529-1603-03D5-FC4318D6F361}"/>
                </a:ext>
              </a:extLst>
            </p:cNvPr>
            <p:cNvSpPr/>
            <p:nvPr/>
          </p:nvSpPr>
          <p:spPr>
            <a:xfrm flipH="1">
              <a:off x="4806143" y="2318586"/>
              <a:ext cx="287453" cy="287172"/>
            </a:xfrm>
            <a:prstGeom prst="rect">
              <a:avLst/>
            </a:prstGeom>
            <a:blipFill>
              <a:blip r:embed="rId4" cstate="print">
                <a:extLst>
                  <a:ext uri="{28A0092B-C50C-407E-A947-70E740481C1C}">
                    <a14:useLocalDpi xmlns:a14="http://schemas.microsoft.com/office/drawing/2010/main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15CD2A37-AC7E-F40D-7FCD-22CB2A91DBDC}"/>
                </a:ext>
              </a:extLst>
            </p:cNvPr>
            <p:cNvSpPr/>
            <p:nvPr/>
          </p:nvSpPr>
          <p:spPr>
            <a:xfrm>
              <a:off x="5251542" y="2201106"/>
              <a:ext cx="3342988" cy="522131"/>
            </a:xfrm>
            <a:custGeom>
              <a:avLst/>
              <a:gdLst>
                <a:gd name="connsiteX0" fmla="*/ 0 w 3342988"/>
                <a:gd name="connsiteY0" fmla="*/ 0 h 668981"/>
                <a:gd name="connsiteX1" fmla="*/ 3342988 w 3342988"/>
                <a:gd name="connsiteY1" fmla="*/ 0 h 668981"/>
                <a:gd name="connsiteX2" fmla="*/ 3342988 w 3342988"/>
                <a:gd name="connsiteY2" fmla="*/ 668981 h 668981"/>
                <a:gd name="connsiteX3" fmla="*/ 0 w 3342988"/>
                <a:gd name="connsiteY3" fmla="*/ 668981 h 668981"/>
                <a:gd name="connsiteX4" fmla="*/ 0 w 3342988"/>
                <a:gd name="connsiteY4" fmla="*/ 0 h 6689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42988" h="668981">
                  <a:moveTo>
                    <a:pt x="0" y="0"/>
                  </a:moveTo>
                  <a:lnTo>
                    <a:pt x="3342988" y="0"/>
                  </a:lnTo>
                  <a:lnTo>
                    <a:pt x="3342988" y="668981"/>
                  </a:lnTo>
                  <a:lnTo>
                    <a:pt x="0" y="668981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70801" tIns="70801" rIns="70801" bIns="70801" numCol="1" spcCol="1270" rtlCol="1" anchor="ctr" anchorCtr="0">
              <a:noAutofit/>
            </a:bodyPr>
            <a:lstStyle/>
            <a:p>
              <a:pPr marL="0" lvl="0" indent="0" algn="r" defTabSz="844550" rtl="1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ar" sz="1900" b="1" kern="1200" dirty="0">
                  <a:latin typeface="Sakkal Majalla" panose="02000000000000000000" pitchFamily="2" charset="-78"/>
                  <a:cs typeface="Sakkal Majalla" panose="02000000000000000000" pitchFamily="2" charset="-78"/>
                </a:rPr>
                <a:t>مجالات المحتوى الرئيسة</a:t>
              </a:r>
              <a:endParaRPr lang="en-US" sz="1900" kern="1200" dirty="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0C468A29-9FEF-3FC3-7271-E70F03B6ECA2}"/>
                </a:ext>
              </a:extLst>
            </p:cNvPr>
            <p:cNvSpPr/>
            <p:nvPr/>
          </p:nvSpPr>
          <p:spPr>
            <a:xfrm>
              <a:off x="4648199" y="3037333"/>
              <a:ext cx="4027487" cy="522131"/>
            </a:xfrm>
            <a:prstGeom prst="roundRect">
              <a:avLst>
                <a:gd name="adj" fmla="val 10000"/>
              </a:avLst>
            </a:prstGeom>
          </p:spPr>
          <p:style>
            <a:lnRef idx="0">
              <a:schemeClr val="accent2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7" name="Rectangle 6" descr="Lightbulb">
              <a:extLst>
                <a:ext uri="{FF2B5EF4-FFF2-40B4-BE49-F238E27FC236}">
                  <a16:creationId xmlns:a16="http://schemas.microsoft.com/office/drawing/2014/main" id="{944A9DF7-7269-6E25-5139-255463029A9F}"/>
                </a:ext>
              </a:extLst>
            </p:cNvPr>
            <p:cNvSpPr/>
            <p:nvPr/>
          </p:nvSpPr>
          <p:spPr>
            <a:xfrm>
              <a:off x="4806143" y="3154813"/>
              <a:ext cx="287453" cy="287172"/>
            </a:xfrm>
            <a:prstGeom prst="rect">
              <a:avLst/>
            </a:prstGeom>
            <a:blipFill>
              <a:blip r:embed="rId6" cstate="print">
                <a:extLst>
                  <a:ext uri="{28A0092B-C50C-407E-A947-70E740481C1C}">
                    <a14:useLocalDpi xmlns:a14="http://schemas.microsoft.com/office/drawing/2010/main"/>
                  </a:ex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A68CB659-555E-9B5B-23EE-39C3212DBEBA}"/>
                </a:ext>
              </a:extLst>
            </p:cNvPr>
            <p:cNvSpPr/>
            <p:nvPr/>
          </p:nvSpPr>
          <p:spPr>
            <a:xfrm>
              <a:off x="5251542" y="3037333"/>
              <a:ext cx="3342988" cy="522131"/>
            </a:xfrm>
            <a:custGeom>
              <a:avLst/>
              <a:gdLst>
                <a:gd name="connsiteX0" fmla="*/ 0 w 3342988"/>
                <a:gd name="connsiteY0" fmla="*/ 0 h 668981"/>
                <a:gd name="connsiteX1" fmla="*/ 3342988 w 3342988"/>
                <a:gd name="connsiteY1" fmla="*/ 0 h 668981"/>
                <a:gd name="connsiteX2" fmla="*/ 3342988 w 3342988"/>
                <a:gd name="connsiteY2" fmla="*/ 668981 h 668981"/>
                <a:gd name="connsiteX3" fmla="*/ 0 w 3342988"/>
                <a:gd name="connsiteY3" fmla="*/ 668981 h 668981"/>
                <a:gd name="connsiteX4" fmla="*/ 0 w 3342988"/>
                <a:gd name="connsiteY4" fmla="*/ 0 h 6689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42988" h="668981">
                  <a:moveTo>
                    <a:pt x="0" y="0"/>
                  </a:moveTo>
                  <a:lnTo>
                    <a:pt x="3342988" y="0"/>
                  </a:lnTo>
                  <a:lnTo>
                    <a:pt x="3342988" y="668981"/>
                  </a:lnTo>
                  <a:lnTo>
                    <a:pt x="0" y="668981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70801" tIns="70801" rIns="70801" bIns="70801" numCol="1" spcCol="1270" rtlCol="1" anchor="ctr" anchorCtr="0">
              <a:noAutofit/>
            </a:bodyPr>
            <a:lstStyle/>
            <a:p>
              <a:pPr marL="0" lvl="0" indent="0" algn="r" defTabSz="844550" rtl="1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ar" sz="1900" kern="1200" dirty="0">
                  <a:latin typeface="Sakkal Majalla" panose="02000000000000000000" pitchFamily="2" charset="-78"/>
                  <a:cs typeface="Sakkal Majalla" panose="02000000000000000000" pitchFamily="2" charset="-78"/>
                </a:rPr>
                <a:t>أ1 الأفكار والأهداف التجارية</a:t>
              </a:r>
              <a:endParaRPr lang="en-US" sz="1900" kern="1200" dirty="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69B96BD5-9C87-352B-1BA9-CD2EE916D13D}"/>
                </a:ext>
              </a:extLst>
            </p:cNvPr>
            <p:cNvSpPr/>
            <p:nvPr/>
          </p:nvSpPr>
          <p:spPr>
            <a:xfrm>
              <a:off x="4648199" y="3873560"/>
              <a:ext cx="4027487" cy="522131"/>
            </a:xfrm>
            <a:prstGeom prst="roundRect">
              <a:avLst>
                <a:gd name="adj" fmla="val 10000"/>
              </a:avLst>
            </a:prstGeom>
          </p:spPr>
          <p:style>
            <a:lnRef idx="0">
              <a:schemeClr val="accent2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 dirty="0"/>
            </a:p>
          </p:txBody>
        </p:sp>
        <p:sp>
          <p:nvSpPr>
            <p:cNvPr id="10" name="Rectangle 9" descr="Hierarchy">
              <a:extLst>
                <a:ext uri="{FF2B5EF4-FFF2-40B4-BE49-F238E27FC236}">
                  <a16:creationId xmlns:a16="http://schemas.microsoft.com/office/drawing/2014/main" id="{BFE60832-90F0-D711-6DBA-083B939C5EFC}"/>
                </a:ext>
              </a:extLst>
            </p:cNvPr>
            <p:cNvSpPr/>
            <p:nvPr/>
          </p:nvSpPr>
          <p:spPr>
            <a:xfrm>
              <a:off x="4806143" y="3991039"/>
              <a:ext cx="287453" cy="287172"/>
            </a:xfrm>
            <a:prstGeom prst="rect">
              <a:avLst/>
            </a:prstGeom>
            <a:blipFill>
              <a:blip r:embed="rId8" cstate="print">
                <a:extLst>
                  <a:ext uri="{28A0092B-C50C-407E-A947-70E740481C1C}">
                    <a14:useLocalDpi xmlns:a14="http://schemas.microsoft.com/office/drawing/2010/main"/>
                  </a:ex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47A3F174-B3BC-76EC-AD6B-F15F4124E260}"/>
                </a:ext>
              </a:extLst>
            </p:cNvPr>
            <p:cNvSpPr/>
            <p:nvPr/>
          </p:nvSpPr>
          <p:spPr>
            <a:xfrm>
              <a:off x="5251542" y="3873560"/>
              <a:ext cx="3342988" cy="522131"/>
            </a:xfrm>
            <a:custGeom>
              <a:avLst/>
              <a:gdLst>
                <a:gd name="connsiteX0" fmla="*/ 0 w 3342988"/>
                <a:gd name="connsiteY0" fmla="*/ 0 h 668981"/>
                <a:gd name="connsiteX1" fmla="*/ 3342988 w 3342988"/>
                <a:gd name="connsiteY1" fmla="*/ 0 h 668981"/>
                <a:gd name="connsiteX2" fmla="*/ 3342988 w 3342988"/>
                <a:gd name="connsiteY2" fmla="*/ 668981 h 668981"/>
                <a:gd name="connsiteX3" fmla="*/ 0 w 3342988"/>
                <a:gd name="connsiteY3" fmla="*/ 668981 h 668981"/>
                <a:gd name="connsiteX4" fmla="*/ 0 w 3342988"/>
                <a:gd name="connsiteY4" fmla="*/ 0 h 6689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42988" h="668981">
                  <a:moveTo>
                    <a:pt x="0" y="0"/>
                  </a:moveTo>
                  <a:lnTo>
                    <a:pt x="3342988" y="0"/>
                  </a:lnTo>
                  <a:lnTo>
                    <a:pt x="3342988" y="668981"/>
                  </a:lnTo>
                  <a:lnTo>
                    <a:pt x="0" y="668981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70801" tIns="70801" rIns="70801" bIns="70801" numCol="1" spcCol="1270" rtlCol="1" anchor="ctr" anchorCtr="0">
              <a:noAutofit/>
            </a:bodyPr>
            <a:lstStyle/>
            <a:p>
              <a:pPr marL="0" lvl="0" indent="0" algn="r" defTabSz="844550" rtl="1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ar" sz="1900" kern="1200" dirty="0">
                  <a:latin typeface="Sakkal Majalla" panose="02000000000000000000" pitchFamily="2" charset="-78"/>
                  <a:cs typeface="Sakkal Majalla" panose="02000000000000000000" pitchFamily="2" charset="-78"/>
                </a:rPr>
                <a:t>أ2 الغرض من الشركة وهيكلها</a:t>
              </a:r>
              <a:endParaRPr lang="en-US" sz="1900" kern="1200" dirty="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4DF76948-C8E9-EF65-BD71-6564871A935C}"/>
                </a:ext>
              </a:extLst>
            </p:cNvPr>
            <p:cNvSpPr/>
            <p:nvPr/>
          </p:nvSpPr>
          <p:spPr>
            <a:xfrm>
              <a:off x="4648199" y="4709787"/>
              <a:ext cx="4027487" cy="522131"/>
            </a:xfrm>
            <a:prstGeom prst="roundRect">
              <a:avLst>
                <a:gd name="adj" fmla="val 10000"/>
              </a:avLst>
            </a:prstGeom>
          </p:spPr>
          <p:style>
            <a:lnRef idx="0">
              <a:schemeClr val="accent2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 dirty="0"/>
            </a:p>
          </p:txBody>
        </p:sp>
        <p:sp>
          <p:nvSpPr>
            <p:cNvPr id="13" name="Rectangle 12" descr="CheckList">
              <a:extLst>
                <a:ext uri="{FF2B5EF4-FFF2-40B4-BE49-F238E27FC236}">
                  <a16:creationId xmlns:a16="http://schemas.microsoft.com/office/drawing/2014/main" id="{0C74CB93-0B92-6F83-47E5-0FB6998AB2C4}"/>
                </a:ext>
              </a:extLst>
            </p:cNvPr>
            <p:cNvSpPr/>
            <p:nvPr/>
          </p:nvSpPr>
          <p:spPr>
            <a:xfrm flipH="1">
              <a:off x="4806143" y="4827266"/>
              <a:ext cx="287453" cy="287172"/>
            </a:xfrm>
            <a:prstGeom prst="rect">
              <a:avLst/>
            </a:prstGeom>
            <a:blipFill>
              <a:blip r:embed="rId10" cstate="print">
                <a:extLst>
                  <a:ext uri="{28A0092B-C50C-407E-A947-70E740481C1C}">
                    <a14:useLocalDpi xmlns:a14="http://schemas.microsoft.com/office/drawing/2010/main"/>
                  </a:ex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242DF493-A2CC-CF48-05A3-B21D3EB5C288}"/>
                </a:ext>
              </a:extLst>
            </p:cNvPr>
            <p:cNvSpPr/>
            <p:nvPr/>
          </p:nvSpPr>
          <p:spPr>
            <a:xfrm>
              <a:off x="5251542" y="4709787"/>
              <a:ext cx="3342988" cy="522131"/>
            </a:xfrm>
            <a:custGeom>
              <a:avLst/>
              <a:gdLst>
                <a:gd name="connsiteX0" fmla="*/ 0 w 3342988"/>
                <a:gd name="connsiteY0" fmla="*/ 0 h 668981"/>
                <a:gd name="connsiteX1" fmla="*/ 3342988 w 3342988"/>
                <a:gd name="connsiteY1" fmla="*/ 0 h 668981"/>
                <a:gd name="connsiteX2" fmla="*/ 3342988 w 3342988"/>
                <a:gd name="connsiteY2" fmla="*/ 668981 h 668981"/>
                <a:gd name="connsiteX3" fmla="*/ 0 w 3342988"/>
                <a:gd name="connsiteY3" fmla="*/ 668981 h 668981"/>
                <a:gd name="connsiteX4" fmla="*/ 0 w 3342988"/>
                <a:gd name="connsiteY4" fmla="*/ 0 h 6689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42988" h="668981">
                  <a:moveTo>
                    <a:pt x="0" y="0"/>
                  </a:moveTo>
                  <a:lnTo>
                    <a:pt x="3342988" y="0"/>
                  </a:lnTo>
                  <a:lnTo>
                    <a:pt x="3342988" y="668981"/>
                  </a:lnTo>
                  <a:lnTo>
                    <a:pt x="0" y="668981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70801" tIns="70801" rIns="70801" bIns="70801" numCol="1" spcCol="1270" rtlCol="1" anchor="ctr" anchorCtr="0">
              <a:noAutofit/>
            </a:bodyPr>
            <a:lstStyle/>
            <a:p>
              <a:pPr marL="0" lvl="0" indent="0" algn="r" defTabSz="844550" rtl="1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ar" sz="1900" kern="1200" dirty="0">
                  <a:latin typeface="Sakkal Majalla" panose="02000000000000000000" pitchFamily="2" charset="-78"/>
                  <a:cs typeface="Sakkal Majalla" panose="02000000000000000000" pitchFamily="2" charset="-78"/>
                </a:rPr>
                <a:t>أ3 ممارسات وعمليات الشركة</a:t>
              </a:r>
              <a:endParaRPr lang="en-US" sz="1900" kern="1200" dirty="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609A2EDC-B0B9-F975-A430-56F86664B436}"/>
                </a:ext>
              </a:extLst>
            </p:cNvPr>
            <p:cNvSpPr/>
            <p:nvPr/>
          </p:nvSpPr>
          <p:spPr>
            <a:xfrm>
              <a:off x="4648199" y="5546013"/>
              <a:ext cx="4027487" cy="522131"/>
            </a:xfrm>
            <a:prstGeom prst="roundRect">
              <a:avLst>
                <a:gd name="adj" fmla="val 10000"/>
              </a:avLst>
            </a:prstGeom>
          </p:spPr>
          <p:style>
            <a:lnRef idx="0">
              <a:schemeClr val="accent2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Rectangle 15" descr="Handshake">
              <a:extLst>
                <a:ext uri="{FF2B5EF4-FFF2-40B4-BE49-F238E27FC236}">
                  <a16:creationId xmlns:a16="http://schemas.microsoft.com/office/drawing/2014/main" id="{741AF483-32B3-6C6E-0A7C-53B279CF71CE}"/>
                </a:ext>
              </a:extLst>
            </p:cNvPr>
            <p:cNvSpPr/>
            <p:nvPr/>
          </p:nvSpPr>
          <p:spPr>
            <a:xfrm flipH="1">
              <a:off x="4806298" y="5663493"/>
              <a:ext cx="287453" cy="287172"/>
            </a:xfrm>
            <a:prstGeom prst="rect">
              <a:avLst/>
            </a:prstGeom>
            <a:blipFill>
              <a:blip r:embed="rId12" cstate="print">
                <a:extLst>
                  <a:ext uri="{28A0092B-C50C-407E-A947-70E740481C1C}">
                    <a14:useLocalDpi xmlns:a14="http://schemas.microsoft.com/office/drawing/2010/main"/>
                  </a:ex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2F2CF05F-6410-8401-BD54-85523BFCE9D9}"/>
                </a:ext>
              </a:extLst>
            </p:cNvPr>
            <p:cNvSpPr/>
            <p:nvPr/>
          </p:nvSpPr>
          <p:spPr>
            <a:xfrm>
              <a:off x="5251850" y="5589240"/>
              <a:ext cx="3254058" cy="522131"/>
            </a:xfrm>
            <a:custGeom>
              <a:avLst/>
              <a:gdLst>
                <a:gd name="connsiteX0" fmla="*/ 0 w 3254058"/>
                <a:gd name="connsiteY0" fmla="*/ 0 h 668981"/>
                <a:gd name="connsiteX1" fmla="*/ 3254058 w 3254058"/>
                <a:gd name="connsiteY1" fmla="*/ 0 h 668981"/>
                <a:gd name="connsiteX2" fmla="*/ 3254058 w 3254058"/>
                <a:gd name="connsiteY2" fmla="*/ 668981 h 668981"/>
                <a:gd name="connsiteX3" fmla="*/ 0 w 3254058"/>
                <a:gd name="connsiteY3" fmla="*/ 668981 h 668981"/>
                <a:gd name="connsiteX4" fmla="*/ 0 w 3254058"/>
                <a:gd name="connsiteY4" fmla="*/ 0 h 6689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54058" h="668981">
                  <a:moveTo>
                    <a:pt x="0" y="0"/>
                  </a:moveTo>
                  <a:lnTo>
                    <a:pt x="3254058" y="0"/>
                  </a:lnTo>
                  <a:lnTo>
                    <a:pt x="3254058" y="668981"/>
                  </a:lnTo>
                  <a:lnTo>
                    <a:pt x="0" y="668981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70801" tIns="70801" rIns="70801" bIns="70801" numCol="1" spcCol="1270" rtlCol="1" anchor="ctr" anchorCtr="0">
              <a:noAutofit/>
            </a:bodyPr>
            <a:lstStyle/>
            <a:p>
              <a:pPr marL="0" lvl="0" indent="0" algn="r" defTabSz="844550" rtl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ar" sz="1900" kern="1200" dirty="0">
                  <a:latin typeface="Sakkal Majalla" panose="02000000000000000000" pitchFamily="2" charset="-78"/>
                  <a:cs typeface="Sakkal Majalla" panose="02000000000000000000" pitchFamily="2" charset="-78"/>
                </a:rPr>
                <a:t>أ4 استخدام نماذج الأعمال للمساعدة على اتخاذ القرار</a:t>
              </a:r>
              <a:endParaRPr lang="en-US" sz="1900" kern="1200" dirty="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</p:grpSp>
      <p:sp>
        <p:nvSpPr>
          <p:cNvPr id="18" name="Footer Placeholder 2">
            <a:extLst>
              <a:ext uri="{FF2B5EF4-FFF2-40B4-BE49-F238E27FC236}">
                <a16:creationId xmlns:a16="http://schemas.microsoft.com/office/drawing/2014/main" id="{8E5443AF-EE44-51D0-DC69-81CBED0E8510}"/>
              </a:ext>
            </a:extLst>
          </p:cNvPr>
          <p:cNvSpPr txBox="1">
            <a:spLocks/>
          </p:cNvSpPr>
          <p:nvPr/>
        </p:nvSpPr>
        <p:spPr bwMode="auto">
          <a:xfrm>
            <a:off x="35496" y="6603206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/>
          </a:bodyPr>
          <a:lstStyle>
            <a:defPPr>
              <a:defRPr lang="en-GB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9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A103000398478</a:t>
            </a:r>
            <a:endParaRPr lang="ar" sz="900" dirty="0"/>
          </a:p>
        </p:txBody>
      </p:sp>
    </p:spTree>
    <p:extLst>
      <p:ext uri="{BB962C8B-B14F-4D97-AF65-F5344CB8AC3E}">
        <p14:creationId xmlns:p14="http://schemas.microsoft.com/office/powerpoint/2010/main" val="884549766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9A736F-FE2F-0679-0EC9-1522337983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2">
            <a:extLst>
              <a:ext uri="{FF2B5EF4-FFF2-40B4-BE49-F238E27FC236}">
                <a16:creationId xmlns:a16="http://schemas.microsoft.com/office/drawing/2014/main" id="{FA476419-950C-D937-9BA3-A100E6735E8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195200"/>
            <a:ext cx="8229600" cy="397534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  <a:noAutofit/>
          </a:bodyPr>
          <a:lstStyle/>
          <a:p>
            <a:pPr rtl="1">
              <a:lnSpc>
                <a:spcPct val="90000"/>
              </a:lnSpc>
            </a:pPr>
            <a:br>
              <a:rPr lang="en-US" altLang="en-US" sz="2200" b="1" dirty="0"/>
            </a:br>
            <a:r>
              <a:rPr lang="ar" sz="2200" b="1" dirty="0"/>
              <a:t>النشاط - مناقشة في الصف الدراسي</a:t>
            </a:r>
            <a:endParaRPr lang="en-GB" altLang="en-US" sz="2200" b="1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71BFC2F-3A96-16C4-1EB8-66322AAF6D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2669254"/>
            <a:ext cx="4027487" cy="314927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defTabSz="384302" rtl="1">
              <a:lnSpc>
                <a:spcPct val="90000"/>
              </a:lnSpc>
              <a:spcBef>
                <a:spcPct val="20000"/>
              </a:spcBef>
            </a:pPr>
            <a:r>
              <a:rPr lang="ar" sz="1900" b="1" kern="12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راجع الوحدة 1: </a:t>
            </a:r>
          </a:p>
          <a:p>
            <a:pPr marL="342900" indent="-342900" defTabSz="384302" rtl="1">
              <a:lnSpc>
                <a:spcPct val="90000"/>
              </a:lnSpc>
              <a:spcBef>
                <a:spcPct val="20000"/>
              </a:spcBef>
              <a:buFont typeface="Wingdings" pitchFamily="2" charset="2"/>
              <a:buChar char="§"/>
            </a:pPr>
            <a:r>
              <a:rPr lang="ar" sz="1900" kern="12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ما المنظمات التجارية الناجحة التي استكشفتها؟ اذكر ثلاثة منهم.</a:t>
            </a:r>
          </a:p>
          <a:p>
            <a:pPr marL="342900" indent="-342900" defTabSz="384302" rtl="1">
              <a:lnSpc>
                <a:spcPct val="90000"/>
              </a:lnSpc>
              <a:spcBef>
                <a:spcPct val="20000"/>
              </a:spcBef>
              <a:buFont typeface="Wingdings" pitchFamily="2" charset="2"/>
              <a:buChar char="§"/>
            </a:pPr>
            <a:r>
              <a:rPr lang="ar" sz="1900" kern="12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ما نوع الملكية التي </a:t>
            </a:r>
            <a:r>
              <a:rPr lang="ar" sz="19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 تمتلكها </a:t>
            </a:r>
            <a:r>
              <a:rPr lang="ar" sz="1900" kern="12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 كل شركة؟</a:t>
            </a:r>
          </a:p>
          <a:p>
            <a:pPr marL="342900" indent="-342900" defTabSz="384302" rtl="1">
              <a:lnSpc>
                <a:spcPct val="90000"/>
              </a:lnSpc>
              <a:spcBef>
                <a:spcPct val="20000"/>
              </a:spcBef>
              <a:buFont typeface="Wingdings" pitchFamily="2" charset="2"/>
              <a:buChar char="§"/>
            </a:pPr>
            <a:r>
              <a:rPr lang="ar" sz="1900" kern="12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وما أهداف كل منها؟ هل يقدمون منتجات أو خدمات؟</a:t>
            </a:r>
          </a:p>
          <a:p>
            <a:pPr marL="342900" indent="-342900" defTabSz="384302" rtl="1">
              <a:lnSpc>
                <a:spcPct val="90000"/>
              </a:lnSpc>
              <a:spcBef>
                <a:spcPct val="20000"/>
              </a:spcBef>
              <a:buFont typeface="Wingdings" pitchFamily="2" charset="2"/>
              <a:buChar char="§"/>
            </a:pPr>
            <a:r>
              <a:rPr lang="ar" sz="1900" kern="12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ما الأهداف والغايات التي يمتلكها </a:t>
            </a:r>
            <a:r>
              <a:rPr lang="ar" sz="19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 كل منهم</a:t>
            </a:r>
            <a:r>
              <a:rPr lang="ar" sz="1900" kern="12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؟</a:t>
            </a:r>
          </a:p>
          <a:p>
            <a:pPr marL="342900" indent="-342900" defTabSz="384302" rtl="1">
              <a:lnSpc>
                <a:spcPct val="90000"/>
              </a:lnSpc>
              <a:spcBef>
                <a:spcPct val="20000"/>
              </a:spcBef>
              <a:buFont typeface="Wingdings" pitchFamily="2" charset="2"/>
              <a:buChar char="§"/>
            </a:pPr>
            <a:r>
              <a:rPr lang="ar" sz="19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ما السر وراء نجاحها؟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2BFC15F-9583-DEFB-139A-4863A46DDA06}"/>
              </a:ext>
            </a:extLst>
          </p:cNvPr>
          <p:cNvSpPr txBox="1"/>
          <p:nvPr/>
        </p:nvSpPr>
        <p:spPr>
          <a:xfrm>
            <a:off x="457200" y="1960178"/>
            <a:ext cx="8218486" cy="37702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defTabSz="384302" rtl="1">
              <a:lnSpc>
                <a:spcPct val="90000"/>
              </a:lnSpc>
              <a:spcBef>
                <a:spcPct val="20000"/>
              </a:spcBef>
            </a:pPr>
            <a:r>
              <a:rPr lang="ar" sz="20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ترتبط بعض محتويات نتاج التعلم أ بالوحدة 1: استكشاف الأعمال</a:t>
            </a:r>
            <a:endParaRPr lang="en-US" altLang="en-US" sz="2000" kern="12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pic>
        <p:nvPicPr>
          <p:cNvPr id="5" name="Picture 4" descr="A group of people working on a project&#10;&#10;Description automatically generated">
            <a:extLst>
              <a:ext uri="{FF2B5EF4-FFF2-40B4-BE49-F238E27FC236}">
                <a16:creationId xmlns:a16="http://schemas.microsoft.com/office/drawing/2014/main" id="{84FC9DC8-6907-4898-963F-BC1C384C1CD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1447" y="3264457"/>
            <a:ext cx="4015117" cy="2398343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A8B536D-C0E5-D7C7-97ED-7203251B0A16}"/>
              </a:ext>
            </a:extLst>
          </p:cNvPr>
          <p:cNvSpPr txBox="1">
            <a:spLocks/>
          </p:cNvSpPr>
          <p:nvPr/>
        </p:nvSpPr>
        <p:spPr bwMode="auto">
          <a:xfrm>
            <a:off x="35496" y="6603206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/>
          </a:bodyPr>
          <a:lstStyle>
            <a:defPPr>
              <a:defRPr lang="en-GB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9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A103000398478</a:t>
            </a:r>
            <a:endParaRPr lang="ar" sz="900" dirty="0"/>
          </a:p>
        </p:txBody>
      </p:sp>
    </p:spTree>
    <p:extLst>
      <p:ext uri="{BB962C8B-B14F-4D97-AF65-F5344CB8AC3E}">
        <p14:creationId xmlns:p14="http://schemas.microsoft.com/office/powerpoint/2010/main" val="1540339606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8B05D6-56B2-96A3-F9C2-491AAC4362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2">
            <a:extLst>
              <a:ext uri="{FF2B5EF4-FFF2-40B4-BE49-F238E27FC236}">
                <a16:creationId xmlns:a16="http://schemas.microsoft.com/office/drawing/2014/main" id="{2CEBBF6E-2A51-AF99-B046-98DE11D8705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755576" y="1700808"/>
            <a:ext cx="7704856" cy="549143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  <a:noAutofit/>
          </a:bodyPr>
          <a:lstStyle/>
          <a:p>
            <a:pPr rtl="1"/>
            <a:r>
              <a:rPr lang="ar" sz="2200" b="1" dirty="0"/>
              <a:t>أ1 الأفكار والأهداف التجارية</a:t>
            </a:r>
            <a:br>
              <a:rPr lang="en-US" altLang="en-US" sz="3600" b="1" dirty="0"/>
            </a:br>
            <a:r>
              <a:rPr lang="ar" sz="2000" dirty="0"/>
              <a:t>تخيل أنك تستعد لتقديم المشورة لشخص يرغب في فتح شركة أو تطويرها.</a:t>
            </a:r>
            <a:br>
              <a:rPr lang="en-US" altLang="en-US" sz="2400" dirty="0"/>
            </a:br>
            <a:endParaRPr lang="en-GB" altLang="en-US" sz="3600" b="1" dirty="0"/>
          </a:p>
        </p:txBody>
      </p:sp>
      <p:sp>
        <p:nvSpPr>
          <p:cNvPr id="34825" name="Text Placeholder 2">
            <a:extLst>
              <a:ext uri="{FF2B5EF4-FFF2-40B4-BE49-F238E27FC236}">
                <a16:creationId xmlns:a16="http://schemas.microsoft.com/office/drawing/2014/main" id="{A683F1C5-E7FA-DFA0-4B51-D932020113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71964" y="2245744"/>
            <a:ext cx="3894813" cy="379240"/>
          </a:xfrm>
        </p:spPr>
        <p:txBody>
          <a:bodyPr rtlCol="1"/>
          <a:lstStyle/>
          <a:p>
            <a:pPr algn="ctr" rtl="1"/>
            <a:r>
              <a:rPr lang="ar" sz="2200" dirty="0"/>
              <a:t>نقاط الحديث</a:t>
            </a:r>
            <a:endParaRPr lang="en-US" altLang="en-US" sz="2200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48CC36A6-73B8-0598-0061-FAE73DF191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76804" y="2624984"/>
            <a:ext cx="3894813" cy="2742079"/>
          </a:xfrm>
          <a:prstGeom prst="rect">
            <a:avLst/>
          </a:prstGeom>
          <a:gradFill>
            <a:gsLst>
              <a:gs pos="0">
                <a:schemeClr val="accent6">
                  <a:lumMod val="20000"/>
                  <a:lumOff val="80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342900" indent="-342900" defTabSz="384302" rtl="1">
              <a:spcBef>
                <a:spcPct val="20000"/>
              </a:spcBef>
              <a:buFont typeface="+mj-lt"/>
              <a:buAutoNum type="arabicPeriod"/>
            </a:pPr>
            <a:r>
              <a:rPr lang="ar" kern="12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لماذا قد يختار مالك الشركة نوعًا معينًا من الأعمال؟ </a:t>
            </a:r>
          </a:p>
          <a:p>
            <a:pPr marL="342900" indent="-342900" defTabSz="384302" rtl="1">
              <a:spcBef>
                <a:spcPct val="20000"/>
              </a:spcBef>
              <a:buFont typeface="+mj-lt"/>
              <a:buAutoNum type="arabicPeriod"/>
            </a:pPr>
            <a:r>
              <a:rPr lang="ar" dirty="0">
                <a:latin typeface="Sakkal Majalla" panose="02000000000000000000" pitchFamily="2" charset="-78"/>
                <a:cs typeface="Sakkal Majalla" panose="02000000000000000000" pitchFamily="2" charset="-78"/>
              </a:rPr>
              <a:t>لماذا قد يحتاجون إلى إجراء تغييرات على/ تطوير أعمالهم الآن أو في المستقبل؟</a:t>
            </a:r>
          </a:p>
          <a:p>
            <a:pPr marL="342900" indent="-342900" defTabSz="384302" rtl="1">
              <a:spcBef>
                <a:spcPct val="20000"/>
              </a:spcBef>
              <a:buFont typeface="+mj-lt"/>
              <a:buAutoNum type="arabicPeriod"/>
            </a:pPr>
            <a:r>
              <a:rPr lang="ar" kern="12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ما المنهجية الواجب اتباعها لتطوير شركة صغيرة؟</a:t>
            </a:r>
          </a:p>
          <a:p>
            <a:pPr marL="342900" indent="-342900" defTabSz="384302" rtl="1">
              <a:spcBef>
                <a:spcPct val="20000"/>
              </a:spcBef>
              <a:buFont typeface="+mj-lt"/>
              <a:buAutoNum type="arabicPeriod"/>
            </a:pPr>
            <a:r>
              <a:rPr lang="ar" dirty="0">
                <a:latin typeface="Sakkal Majalla" panose="02000000000000000000" pitchFamily="2" charset="-78"/>
                <a:cs typeface="Sakkal Majalla" panose="02000000000000000000" pitchFamily="2" charset="-78"/>
              </a:rPr>
              <a:t>ما المعايير التي قد تُستخدم لتدعيم أفكارهم التجارية والأهداف التي يحددونها؟ </a:t>
            </a:r>
            <a:endParaRPr lang="en-US" altLang="en-US" kern="12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34827" name="Text Placeholder 4">
            <a:extLst>
              <a:ext uri="{FF2B5EF4-FFF2-40B4-BE49-F238E27FC236}">
                <a16:creationId xmlns:a16="http://schemas.microsoft.com/office/drawing/2014/main" id="{A6F86A79-60F1-E337-7F28-97A9C51E4F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05179" y="2245744"/>
            <a:ext cx="3960440" cy="379240"/>
          </a:xfrm>
        </p:spPr>
        <p:txBody>
          <a:bodyPr rtlCol="1"/>
          <a:lstStyle/>
          <a:p>
            <a:pPr algn="ctr" rtl="1"/>
            <a:r>
              <a:rPr lang="ar" sz="2200" dirty="0"/>
              <a:t>أمور يجب مراعاتها</a:t>
            </a:r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F24C7588-A6DB-4C06-2E6F-39F341C47E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8574" y="2624984"/>
            <a:ext cx="4114801" cy="3592742"/>
          </a:xfrm>
          <a:prstGeom prst="rect">
            <a:avLst/>
          </a:prstGeom>
          <a:gradFill>
            <a:gsLst>
              <a:gs pos="0">
                <a:schemeClr val="accent6">
                  <a:lumMod val="20000"/>
                  <a:lumOff val="80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342900" indent="-342900" defTabSz="384302" rtl="1">
              <a:spcBef>
                <a:spcPct val="20000"/>
              </a:spcBef>
              <a:buFont typeface="+mj-lt"/>
              <a:buAutoNum type="arabicPeriod"/>
            </a:pPr>
            <a:r>
              <a:rPr lang="ar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الاهتمامات والمهارات، الابتكار في المنتج، وجود فجوة في السوق، الاتجاهات الحالية، الطلب المحتمل.</a:t>
            </a:r>
          </a:p>
          <a:p>
            <a:pPr marL="342900" indent="-342900" defTabSz="384302" rtl="1">
              <a:spcBef>
                <a:spcPct val="20000"/>
              </a:spcBef>
              <a:buFont typeface="+mj-lt"/>
              <a:buAutoNum type="arabicPeriod"/>
            </a:pPr>
            <a:r>
              <a:rPr lang="ar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التغييرات في المناخ الاقتصادي والاتجاهات وريادة الأعمال والمنافسة والتغيرات في محفظة المنتجات والأسواق الجديدة </a:t>
            </a:r>
          </a:p>
          <a:p>
            <a:pPr marL="342900" indent="-342900" defTabSz="384302" rtl="1">
              <a:spcBef>
                <a:spcPct val="20000"/>
              </a:spcBef>
              <a:buFont typeface="+mj-lt"/>
              <a:buAutoNum type="arabicPeriod"/>
            </a:pPr>
            <a:r>
              <a:rPr lang="ar" dirty="0">
                <a:latin typeface="Sakkal Majalla" panose="02000000000000000000" pitchFamily="2" charset="-78"/>
                <a:cs typeface="Sakkal Majalla" panose="02000000000000000000" pitchFamily="2" charset="-78"/>
              </a:rPr>
              <a:t>إطلاق منتجات جديدة أو إدخال تغييرات في العمليات أو هيكل الشركة</a:t>
            </a:r>
          </a:p>
          <a:p>
            <a:pPr marL="342900" indent="-342900" defTabSz="384302" rtl="1">
              <a:spcBef>
                <a:spcPct val="20000"/>
              </a:spcBef>
              <a:buFont typeface="+mj-lt"/>
              <a:buAutoNum type="arabicPeriod"/>
            </a:pPr>
            <a:r>
              <a:rPr lang="ar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التكاليف والعوائد المالية وغير المالية، والمساهمة في تحقيق الأهداف التجارية والإستراتيجية طويلة الأجل.  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99CD3049-765C-CA8D-1C01-35C93E799A1C}"/>
              </a:ext>
            </a:extLst>
          </p:cNvPr>
          <p:cNvGrpSpPr/>
          <p:nvPr/>
        </p:nvGrpSpPr>
        <p:grpSpPr>
          <a:xfrm>
            <a:off x="4771833" y="5461913"/>
            <a:ext cx="3883593" cy="1334614"/>
            <a:chOff x="0" y="353532"/>
            <a:chExt cx="2564804" cy="1538882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E0E372D1-0DC9-2331-0040-8C1BE4DBF394}"/>
                </a:ext>
              </a:extLst>
            </p:cNvPr>
            <p:cNvSpPr/>
            <p:nvPr/>
          </p:nvSpPr>
          <p:spPr>
            <a:xfrm>
              <a:off x="0" y="353532"/>
              <a:ext cx="2564804" cy="1538882"/>
            </a:xfrm>
            <a:prstGeom prst="rect">
              <a:avLst/>
            </a:prstGeom>
            <a:gradFill rotWithShape="0">
              <a:gsLst>
                <a:gs pos="0">
                  <a:schemeClr val="accent2">
                    <a:lumMod val="20000"/>
                    <a:lumOff val="80000"/>
                  </a:schemeClr>
                </a:gs>
                <a:gs pos="80000">
                  <a:schemeClr val="accent1">
                    <a:hueOff val="0"/>
                    <a:satOff val="0"/>
                    <a:lumOff val="0"/>
                    <a:alphaOff val="0"/>
                    <a:shade val="93000"/>
                    <a:satMod val="130000"/>
                  </a:schemeClr>
                </a:gs>
                <a:gs pos="100000">
                  <a:schemeClr val="accent1">
                    <a:hueOff val="0"/>
                    <a:satOff val="0"/>
                    <a:lumOff val="0"/>
                    <a:alphaOff val="0"/>
                    <a:shade val="94000"/>
                    <a:satMod val="135000"/>
                  </a:schemeClr>
                </a:gs>
              </a:gsLst>
            </a:gradFill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rgbClr r="0" g="0" b="0"/>
            </a:fillRef>
            <a:effectRef idx="3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rtlCol="1"/>
            <a:lstStyle/>
            <a:p>
              <a:pPr rtl="1"/>
              <a:endParaRPr lang="en-US" sz="1600" dirty="0">
                <a:latin typeface="Sakkal Majalla" panose="02000000000000000000" pitchFamily="2" charset="-78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903D2A0F-5572-E424-DFCE-692F263F21C2}"/>
                </a:ext>
              </a:extLst>
            </p:cNvPr>
            <p:cNvSpPr txBox="1"/>
            <p:nvPr/>
          </p:nvSpPr>
          <p:spPr>
            <a:xfrm>
              <a:off x="0" y="353532"/>
              <a:ext cx="2564804" cy="153888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0010" tIns="80010" rIns="80010" bIns="80010" numCol="1" spcCol="1270" rtlCol="1" anchor="ctr" anchorCtr="0">
              <a:noAutofit/>
            </a:bodyPr>
            <a:lstStyle/>
            <a:p>
              <a:pPr rtl="1"/>
              <a:r>
                <a:rPr lang="ar" sz="1600" b="1" dirty="0">
                  <a:solidFill>
                    <a:srgbClr val="7030A0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مناقشة</a:t>
              </a:r>
            </a:p>
            <a:p>
              <a:pPr marL="285750" indent="-285750" rtl="1">
                <a:buFont typeface="Arial" panose="020B0604020202020204" pitchFamily="34" charset="0"/>
                <a:buChar char="•"/>
              </a:pPr>
              <a:r>
                <a:rPr lang="ar" sz="1600" dirty="0">
                  <a:solidFill>
                    <a:srgbClr val="7030A0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هل زادت المنافسة بين الشركات أو قلت في منطقتك مؤخرًا؟ </a:t>
              </a:r>
            </a:p>
            <a:p>
              <a:pPr marL="285750" indent="-285750" rtl="1">
                <a:buFont typeface="Arial" panose="020B0604020202020204" pitchFamily="34" charset="0"/>
                <a:buChar char="•"/>
              </a:pPr>
              <a:r>
                <a:rPr lang="ar" sz="1600" dirty="0">
                  <a:solidFill>
                    <a:srgbClr val="7030A0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هل قام أصحاب الأعمال بإجراء تغييرات بسبب هذا؟</a:t>
              </a:r>
            </a:p>
          </p:txBody>
        </p:sp>
      </p:grp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61510A9E-9B3E-C566-EA2B-1CA1B13A3959}"/>
              </a:ext>
            </a:extLst>
          </p:cNvPr>
          <p:cNvSpPr txBox="1">
            <a:spLocks/>
          </p:cNvSpPr>
          <p:nvPr/>
        </p:nvSpPr>
        <p:spPr bwMode="auto">
          <a:xfrm>
            <a:off x="35496" y="6603206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/>
          </a:bodyPr>
          <a:lstStyle>
            <a:defPPr>
              <a:defRPr lang="en-GB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9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A103000398478</a:t>
            </a:r>
            <a:endParaRPr lang="ar" sz="900" dirty="0"/>
          </a:p>
        </p:txBody>
      </p:sp>
    </p:spTree>
    <p:extLst>
      <p:ext uri="{BB962C8B-B14F-4D97-AF65-F5344CB8AC3E}">
        <p14:creationId xmlns:p14="http://schemas.microsoft.com/office/powerpoint/2010/main" val="2714913814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B85D4B-3BB5-D3CC-5F28-161200FAD6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2">
            <a:extLst>
              <a:ext uri="{FF2B5EF4-FFF2-40B4-BE49-F238E27FC236}">
                <a16:creationId xmlns:a16="http://schemas.microsoft.com/office/drawing/2014/main" id="{CE120546-E111-E8C0-FDC0-75E9B1F5A63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124744"/>
            <a:ext cx="8229600" cy="605402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  <a:noAutofit/>
          </a:bodyPr>
          <a:lstStyle/>
          <a:p>
            <a:pPr algn="ctr" rtl="1"/>
            <a:r>
              <a:rPr lang="ar" sz="2200" b="1" dirty="0"/>
              <a:t>أ2 الغرض من الشركة وهيكلها</a:t>
            </a:r>
            <a:endParaRPr lang="en-GB" altLang="en-US" sz="2200" b="1" dirty="0"/>
          </a:p>
        </p:txBody>
      </p:sp>
      <p:sp>
        <p:nvSpPr>
          <p:cNvPr id="34825" name="Text Placeholder 2">
            <a:extLst>
              <a:ext uri="{FF2B5EF4-FFF2-40B4-BE49-F238E27FC236}">
                <a16:creationId xmlns:a16="http://schemas.microsoft.com/office/drawing/2014/main" id="{9B797171-A6E6-0205-D4E7-83ABE94968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932040" y="1959095"/>
            <a:ext cx="3740227" cy="486882"/>
          </a:xfrm>
        </p:spPr>
        <p:txBody>
          <a:bodyPr rtlCol="1"/>
          <a:lstStyle/>
          <a:p>
            <a:pPr algn="ctr" rtl="1"/>
            <a:r>
              <a:rPr lang="ar" sz="2200" dirty="0"/>
              <a:t>نقاط الحديث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67461066-5E09-1FA6-3C1E-892EF0D995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7073" y="2420888"/>
            <a:ext cx="3879728" cy="3934952"/>
          </a:xfrm>
          <a:prstGeom prst="rect">
            <a:avLst/>
          </a:prstGeom>
          <a:gradFill>
            <a:gsLst>
              <a:gs pos="0">
                <a:schemeClr val="accent5">
                  <a:lumMod val="90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342900" indent="-342900" defTabSz="384302" rtl="1">
              <a:lnSpc>
                <a:spcPct val="110000"/>
              </a:lnSpc>
              <a:spcBef>
                <a:spcPct val="20000"/>
              </a:spcBef>
              <a:buFont typeface="+mj-lt"/>
              <a:buAutoNum type="arabicPeriod"/>
            </a:pPr>
            <a:r>
              <a:rPr lang="ar" dirty="0">
                <a:latin typeface="Sakkal Majalla" panose="02000000000000000000" pitchFamily="2" charset="-78"/>
                <a:cs typeface="Sakkal Majalla" panose="02000000000000000000" pitchFamily="2" charset="-78"/>
              </a:rPr>
              <a:t>ما </a:t>
            </a:r>
            <a:r>
              <a:rPr lang="ar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 الأهداف والغايات التي </a:t>
            </a:r>
            <a:r>
              <a:rPr lang="ar" dirty="0">
                <a:latin typeface="Sakkal Majalla" panose="02000000000000000000" pitchFamily="2" charset="-78"/>
                <a:cs typeface="Sakkal Majalla" panose="02000000000000000000" pitchFamily="2" charset="-78"/>
              </a:rPr>
              <a:t> قد يحددها مالك الشركة؟</a:t>
            </a:r>
          </a:p>
          <a:p>
            <a:pPr marL="342900" indent="-342900" defTabSz="384302" rtl="1">
              <a:lnSpc>
                <a:spcPct val="110000"/>
              </a:lnSpc>
              <a:spcBef>
                <a:spcPct val="20000"/>
              </a:spcBef>
              <a:buFont typeface="+mj-lt"/>
              <a:buAutoNum type="arabicPeriod"/>
            </a:pPr>
            <a:r>
              <a:rPr lang="ar" dirty="0">
                <a:latin typeface="Sakkal Majalla" panose="02000000000000000000" pitchFamily="2" charset="-78"/>
                <a:cs typeface="Sakkal Majalla" panose="02000000000000000000" pitchFamily="2" charset="-78"/>
              </a:rPr>
              <a:t>ما نوع </a:t>
            </a:r>
            <a:r>
              <a:rPr lang="ar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 الملكية </a:t>
            </a:r>
            <a:r>
              <a:rPr lang="ar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التي من المحتمل أن تمتلكها شركة صغيرة الآن أو من المحتمل أن تنتقل إليها لاحقًا؟ </a:t>
            </a:r>
          </a:p>
          <a:p>
            <a:pPr marL="342900" indent="-342900" defTabSz="384302" rtl="1">
              <a:lnSpc>
                <a:spcPct val="110000"/>
              </a:lnSpc>
              <a:spcBef>
                <a:spcPct val="20000"/>
              </a:spcBef>
              <a:buFont typeface="+mj-lt"/>
              <a:buAutoNum type="arabicPeriod"/>
            </a:pPr>
            <a:r>
              <a:rPr lang="ar" dirty="0">
                <a:latin typeface="Sakkal Majalla" panose="02000000000000000000" pitchFamily="2" charset="-78"/>
                <a:cs typeface="Sakkal Majalla" panose="02000000000000000000" pitchFamily="2" charset="-78"/>
              </a:rPr>
              <a:t>كيف يمكن أن تؤثر الأهداف والغايات التي يضعونها على ملكية الشركة الحالية والمستقبلية؟</a:t>
            </a:r>
          </a:p>
          <a:p>
            <a:pPr marL="342900" indent="-342900" defTabSz="384302" rtl="1">
              <a:lnSpc>
                <a:spcPct val="110000"/>
              </a:lnSpc>
              <a:spcBef>
                <a:spcPct val="20000"/>
              </a:spcBef>
              <a:buFont typeface="+mj-lt"/>
              <a:buAutoNum type="arabicPeriod"/>
            </a:pPr>
            <a:r>
              <a:rPr lang="ar" dirty="0">
                <a:latin typeface="Sakkal Majalla" panose="02000000000000000000" pitchFamily="2" charset="-78"/>
                <a:cs typeface="Sakkal Majalla" panose="02000000000000000000" pitchFamily="2" charset="-78"/>
              </a:rPr>
              <a:t>كيف ستؤثر هذه الأهداف والغايات على</a:t>
            </a:r>
            <a:r>
              <a:rPr lang="ar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 هيكل الشركة</a:t>
            </a:r>
            <a:r>
              <a:rPr lang="ar" dirty="0">
                <a:latin typeface="Sakkal Majalla" panose="02000000000000000000" pitchFamily="2" charset="-78"/>
                <a:cs typeface="Sakkal Majalla" panose="02000000000000000000" pitchFamily="2" charset="-78"/>
              </a:rPr>
              <a:t>؟</a:t>
            </a:r>
          </a:p>
          <a:p>
            <a:pPr marL="342900" indent="-342900" defTabSz="384302" rtl="1">
              <a:lnSpc>
                <a:spcPct val="110000"/>
              </a:lnSpc>
              <a:spcBef>
                <a:spcPct val="20000"/>
              </a:spcBef>
              <a:buFont typeface="+mj-lt"/>
              <a:buAutoNum type="arabicPeriod"/>
            </a:pPr>
            <a:r>
              <a:rPr lang="ar" dirty="0">
                <a:latin typeface="Sakkal Majalla" panose="02000000000000000000" pitchFamily="2" charset="-78"/>
                <a:cs typeface="Sakkal Majalla" panose="02000000000000000000" pitchFamily="2" charset="-78"/>
              </a:rPr>
              <a:t>ما التأثير الذي قد تحدثه هذه الأهداف والغايات على</a:t>
            </a:r>
            <a:r>
              <a:rPr lang="ar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 موقع</a:t>
            </a:r>
            <a:r>
              <a:rPr lang="ar" dirty="0">
                <a:latin typeface="Sakkal Majalla" panose="02000000000000000000" pitchFamily="2" charset="-78"/>
                <a:cs typeface="Sakkal Majalla" panose="02000000000000000000" pitchFamily="2" charset="-78"/>
              </a:rPr>
              <a:t> الشركة - محليًا، وطنيًا أو دوليًا؟</a:t>
            </a:r>
          </a:p>
          <a:p>
            <a:pPr marL="342900" indent="-342900" defTabSz="384302" rtl="1">
              <a:lnSpc>
                <a:spcPct val="110000"/>
              </a:lnSpc>
              <a:spcBef>
                <a:spcPct val="20000"/>
              </a:spcBef>
              <a:buFont typeface="+mj-lt"/>
              <a:buAutoNum type="arabicPeriod"/>
            </a:pPr>
            <a:endParaRPr lang="en-US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34827" name="Text Placeholder 4">
            <a:extLst>
              <a:ext uri="{FF2B5EF4-FFF2-40B4-BE49-F238E27FC236}">
                <a16:creationId xmlns:a16="http://schemas.microsoft.com/office/drawing/2014/main" id="{B9E26CB6-F8B0-DFB8-79FB-9D1FA09A1A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57200" y="1976408"/>
            <a:ext cx="4114801" cy="486882"/>
          </a:xfrm>
        </p:spPr>
        <p:txBody>
          <a:bodyPr rtlCol="1"/>
          <a:lstStyle/>
          <a:p>
            <a:pPr algn="ctr" rtl="1"/>
            <a:r>
              <a:rPr lang="ar" sz="2200"/>
              <a:t>أمور يجب مراعاتها</a:t>
            </a:r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4A8FBB28-4C24-3A6F-D07B-01030AC5BD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1733" y="2420888"/>
            <a:ext cx="4114801" cy="2967501"/>
          </a:xfrm>
          <a:prstGeom prst="rect">
            <a:avLst/>
          </a:prstGeom>
          <a:gradFill>
            <a:gsLst>
              <a:gs pos="0">
                <a:schemeClr val="accent5">
                  <a:lumMod val="90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342900" indent="-342900" defTabSz="384302" rtl="1">
              <a:spcBef>
                <a:spcPct val="20000"/>
              </a:spcBef>
              <a:buFont typeface="+mj-lt"/>
              <a:buAutoNum type="arabicPeriod"/>
            </a:pPr>
            <a:r>
              <a:rPr lang="ar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تحقيق الأرباح أو تعظيم الأسهم</a:t>
            </a:r>
            <a:r>
              <a:rPr lang="ar" dirty="0">
                <a:latin typeface="Sakkal Majalla" panose="02000000000000000000" pitchFamily="2" charset="-78"/>
                <a:cs typeface="Sakkal Majalla" panose="02000000000000000000" pitchFamily="2" charset="-78"/>
              </a:rPr>
              <a:t>، وزيادة حصة السوق/ </a:t>
            </a:r>
            <a:r>
              <a:rPr lang="ar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الريادة</a:t>
            </a:r>
            <a:r>
              <a:rPr lang="ar" dirty="0">
                <a:latin typeface="Sakkal Majalla" panose="02000000000000000000" pitchFamily="2" charset="-78"/>
                <a:cs typeface="Sakkal Majalla" panose="02000000000000000000" pitchFamily="2" charset="-78"/>
              </a:rPr>
              <a:t> </a:t>
            </a:r>
            <a:r>
              <a:rPr lang="ar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السوقية</a:t>
            </a:r>
            <a:r>
              <a:rPr lang="ar" dirty="0">
                <a:latin typeface="Sakkal Majalla" panose="02000000000000000000" pitchFamily="2" charset="-78"/>
                <a:cs typeface="Sakkal Majalla" panose="02000000000000000000" pitchFamily="2" charset="-78"/>
              </a:rPr>
              <a:t>، والاعتراف بالعلامة التجارية، وتطوير المنتج أو السوق، والتنويع، وتوفير الكفاءة </a:t>
            </a:r>
            <a:r>
              <a:rPr lang="en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والنمو</a:t>
            </a:r>
            <a:r>
              <a:rPr lang="en" dirty="0">
                <a:latin typeface="Sakkal Majalla" panose="02000000000000000000" pitchFamily="2" charset="-78"/>
                <a:cs typeface="Sakkal Majalla" panose="02000000000000000000" pitchFamily="2" charset="-78"/>
              </a:rPr>
              <a:t> </a:t>
            </a:r>
          </a:p>
          <a:p>
            <a:pPr marL="342900" indent="-342900" defTabSz="384302" rtl="1">
              <a:spcBef>
                <a:spcPct val="20000"/>
              </a:spcBef>
              <a:buFont typeface="+mj-lt"/>
              <a:buAutoNum type="arabicPeriod"/>
            </a:pPr>
            <a:r>
              <a:rPr lang="ar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تاجر</a:t>
            </a:r>
            <a:r>
              <a:rPr lang="ar" b="1" kern="12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 وحيد وشراكة وشركة ذات مسؤولية محدودة</a:t>
            </a:r>
          </a:p>
          <a:p>
            <a:pPr marL="342900" indent="-342900" defTabSz="384302" rtl="1">
              <a:spcBef>
                <a:spcPct val="20000"/>
              </a:spcBef>
              <a:buFont typeface="+mj-lt"/>
              <a:buAutoNum type="arabicPeriod"/>
            </a:pPr>
            <a:r>
              <a:rPr lang="ar" kern="12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الحاجة إلى تمويل النمو، لمعالجة الضغوط التنافسية في السوق، لمنع فشل الأعمال الذي يؤدي إلى الاستحواذ</a:t>
            </a:r>
          </a:p>
          <a:p>
            <a:pPr marL="342900" indent="-342900" defTabSz="384302" rtl="1">
              <a:spcBef>
                <a:spcPct val="20000"/>
              </a:spcBef>
              <a:buFont typeface="+mj-lt"/>
              <a:buAutoNum type="arabicPeriod"/>
            </a:pPr>
            <a:r>
              <a:rPr lang="ar" b="1" kern="12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الهياكل المسطحة، الهياكل المصفوفية، الهياكل الهرمية.  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77BB429-E4D5-7BC5-1CCD-C2AF3BBA114E}"/>
              </a:ext>
            </a:extLst>
          </p:cNvPr>
          <p:cNvGrpSpPr/>
          <p:nvPr/>
        </p:nvGrpSpPr>
        <p:grpSpPr>
          <a:xfrm>
            <a:off x="471732" y="5449823"/>
            <a:ext cx="4114801" cy="906017"/>
            <a:chOff x="0" y="353532"/>
            <a:chExt cx="2564804" cy="1538882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7729AC94-F272-1AA0-B884-0E99FDD2FAF1}"/>
                </a:ext>
              </a:extLst>
            </p:cNvPr>
            <p:cNvSpPr/>
            <p:nvPr/>
          </p:nvSpPr>
          <p:spPr>
            <a:xfrm>
              <a:off x="0" y="353532"/>
              <a:ext cx="2564804" cy="1538882"/>
            </a:xfrm>
            <a:prstGeom prst="rect">
              <a:avLst/>
            </a:prstGeom>
            <a:gradFill rotWithShape="0">
              <a:gsLst>
                <a:gs pos="0">
                  <a:schemeClr val="accent2">
                    <a:lumMod val="20000"/>
                    <a:lumOff val="80000"/>
                  </a:schemeClr>
                </a:gs>
                <a:gs pos="80000">
                  <a:schemeClr val="accent1">
                    <a:hueOff val="0"/>
                    <a:satOff val="0"/>
                    <a:lumOff val="0"/>
                    <a:alphaOff val="0"/>
                    <a:shade val="93000"/>
                    <a:satMod val="130000"/>
                  </a:schemeClr>
                </a:gs>
                <a:gs pos="100000">
                  <a:schemeClr val="accent1">
                    <a:hueOff val="0"/>
                    <a:satOff val="0"/>
                    <a:lumOff val="0"/>
                    <a:alphaOff val="0"/>
                    <a:shade val="94000"/>
                    <a:satMod val="135000"/>
                  </a:schemeClr>
                </a:gs>
              </a:gsLst>
            </a:gradFill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rgbClr r="0" g="0" b="0"/>
            </a:fillRef>
            <a:effectRef idx="3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rtlCol="1"/>
            <a:lstStyle/>
            <a:p>
              <a:pPr rtl="1"/>
              <a:endParaRPr lang="en-US" sz="1600" dirty="0">
                <a:latin typeface="Sakkal Majalla" panose="02000000000000000000" pitchFamily="2" charset="-78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9B6205D3-876E-6169-0A69-0DF7E8E2CAD7}"/>
                </a:ext>
              </a:extLst>
            </p:cNvPr>
            <p:cNvSpPr txBox="1"/>
            <p:nvPr/>
          </p:nvSpPr>
          <p:spPr>
            <a:xfrm>
              <a:off x="0" y="353532"/>
              <a:ext cx="2564804" cy="153888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0010" tIns="80010" rIns="80010" bIns="80010" numCol="1" spcCol="1270" rtlCol="1" anchor="ctr" anchorCtr="0">
              <a:noAutofit/>
            </a:bodyPr>
            <a:lstStyle/>
            <a:p>
              <a:pPr rtl="1"/>
              <a:r>
                <a:rPr lang="ar" b="1" dirty="0">
                  <a:solidFill>
                    <a:srgbClr val="7030A0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نصائح مهمة</a:t>
              </a:r>
            </a:p>
            <a:p>
              <a:pPr rtl="1"/>
              <a:r>
                <a:rPr lang="ar" dirty="0">
                  <a:solidFill>
                    <a:srgbClr val="7030A0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راجع الوحدة 1 لتذكير نفسك بمصطلحات الأعمال بالخط العريض</a:t>
              </a: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8814FCC8-777F-E0EF-A4EB-9BA2EC959FA3}"/>
              </a:ext>
            </a:extLst>
          </p:cNvPr>
          <p:cNvSpPr txBox="1"/>
          <p:nvPr/>
        </p:nvSpPr>
        <p:spPr>
          <a:xfrm>
            <a:off x="548914" y="1662599"/>
            <a:ext cx="8075241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/>
            <a:r>
              <a:rPr lang="ar" dirty="0">
                <a:latin typeface="Sakkal Majalla" panose="02000000000000000000" pitchFamily="2" charset="-78"/>
                <a:cs typeface="Sakkal Majalla" panose="02000000000000000000" pitchFamily="2" charset="-78"/>
              </a:rPr>
              <a:t>تخيل أنك تتحدث إلى شخص يرغب في فتح شركة أو تطويرها.</a:t>
            </a:r>
            <a:endParaRPr 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81E782CB-6A96-B7DA-123D-6A9C63BD57F7}"/>
              </a:ext>
            </a:extLst>
          </p:cNvPr>
          <p:cNvSpPr txBox="1">
            <a:spLocks/>
          </p:cNvSpPr>
          <p:nvPr/>
        </p:nvSpPr>
        <p:spPr bwMode="auto">
          <a:xfrm>
            <a:off x="35496" y="6603206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/>
          </a:bodyPr>
          <a:lstStyle>
            <a:defPPr>
              <a:defRPr lang="en-GB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9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A103000398478</a:t>
            </a:r>
            <a:endParaRPr lang="ar" sz="900" dirty="0"/>
          </a:p>
        </p:txBody>
      </p:sp>
    </p:spTree>
    <p:extLst>
      <p:ext uri="{BB962C8B-B14F-4D97-AF65-F5344CB8AC3E}">
        <p14:creationId xmlns:p14="http://schemas.microsoft.com/office/powerpoint/2010/main" val="1014398345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0ABAD9-B9C3-61CB-716C-204C820E4B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2">
            <a:extLst>
              <a:ext uri="{FF2B5EF4-FFF2-40B4-BE49-F238E27FC236}">
                <a16:creationId xmlns:a16="http://schemas.microsoft.com/office/drawing/2014/main" id="{EE502E2E-19ED-8E83-8511-832D082DE37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20688" y="1196753"/>
            <a:ext cx="8229600" cy="50405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rtl="1">
              <a:spcBef>
                <a:spcPts val="1200"/>
              </a:spcBef>
              <a:spcAft>
                <a:spcPts val="1500"/>
              </a:spcAft>
            </a:pPr>
            <a:r>
              <a:rPr lang="ar" sz="2200" b="1" dirty="0"/>
              <a:t>أ3 ممارسات وعمليات الشركة (1) </a:t>
            </a:r>
            <a:br>
              <a:rPr lang="en-US" altLang="en-US" sz="2200" dirty="0"/>
            </a:br>
            <a:br>
              <a:rPr lang="en-US" altLang="en-US" sz="2200" dirty="0"/>
            </a:br>
            <a:endParaRPr lang="en-GB" altLang="en-US" sz="2200" dirty="0"/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1005A982-DA07-180C-A39D-7ADBA9F507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8813" y="1655943"/>
            <a:ext cx="7991475" cy="3301597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defTabSz="431800" rtl="1">
              <a:lnSpc>
                <a:spcPct val="120000"/>
              </a:lnSpc>
            </a:pPr>
            <a:r>
              <a:rPr lang="ar" dirty="0">
                <a:latin typeface="Sakkal Majalla" panose="02000000000000000000" pitchFamily="2" charset="-78"/>
                <a:cs typeface="Sakkal Majalla" panose="02000000000000000000" pitchFamily="2" charset="-78"/>
              </a:rPr>
              <a:t>تخيل أنك تساعد رائد أعمال يفكر على بدء نشاط تجاري جديد، أو مالك شركة حالي يريد إجراء تغيير في عملياته.</a:t>
            </a:r>
          </a:p>
          <a:p>
            <a:pPr marL="404813" defTabSz="431800" rtl="1">
              <a:lnSpc>
                <a:spcPct val="120000"/>
              </a:lnSpc>
            </a:pPr>
            <a:endParaRPr lang="en-GB" altLang="en-US" sz="14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defTabSz="431800" rtl="1">
              <a:lnSpc>
                <a:spcPct val="120000"/>
              </a:lnSpc>
            </a:pPr>
            <a:r>
              <a:rPr lang="ar" dirty="0">
                <a:latin typeface="Sakkal Majalla" panose="02000000000000000000" pitchFamily="2" charset="-78"/>
                <a:cs typeface="Sakkal Majalla" panose="02000000000000000000" pitchFamily="2" charset="-78"/>
              </a:rPr>
              <a:t>سيتعين عليك دراسة العديد من العوامل قبل اتخاذ القرار النهائي. </a:t>
            </a:r>
          </a:p>
          <a:p>
            <a:pPr defTabSz="431800" rtl="1">
              <a:lnSpc>
                <a:spcPct val="120000"/>
              </a:lnSpc>
            </a:pPr>
            <a:endParaRPr lang="en-GB" altLang="en-US" sz="14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defTabSz="431800" rtl="1">
              <a:lnSpc>
                <a:spcPct val="120000"/>
              </a:lnSpc>
            </a:pPr>
            <a:r>
              <a:rPr lang="ar" dirty="0">
                <a:latin typeface="Sakkal Majalla" panose="02000000000000000000" pitchFamily="2" charset="-78"/>
                <a:cs typeface="Sakkal Majalla" panose="02000000000000000000" pitchFamily="2" charset="-78"/>
              </a:rPr>
              <a:t>على سبيل المثال، هل لدى الشركة: </a:t>
            </a:r>
          </a:p>
          <a:p>
            <a:pPr marL="404813" indent="-387350" defTabSz="431800" rtl="1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ar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الموارد </a:t>
            </a:r>
            <a:r>
              <a:rPr lang="ar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المالية والبشرية والمادية</a:t>
            </a:r>
            <a:r>
              <a:rPr lang="ar" dirty="0">
                <a:latin typeface="Sakkal Majalla" panose="02000000000000000000" pitchFamily="2" charset="-78"/>
                <a:cs typeface="Sakkal Majalla" panose="02000000000000000000" pitchFamily="2" charset="-78"/>
              </a:rPr>
              <a:t> المطلوبة للعمل</a:t>
            </a:r>
          </a:p>
          <a:p>
            <a:pPr marL="404813" indent="-387350" defTabSz="431800" rtl="1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ar" dirty="0">
                <a:latin typeface="Sakkal Majalla" panose="02000000000000000000" pitchFamily="2" charset="-78"/>
                <a:cs typeface="Sakkal Majalla" panose="02000000000000000000" pitchFamily="2" charset="-78"/>
              </a:rPr>
              <a:t>نظام المعلومات الإدارية اللازم لمساعدة المديرين على اتخاذ قرارات إستراتيجية  </a:t>
            </a:r>
          </a:p>
          <a:p>
            <a:pPr marL="404813" indent="-387350" defTabSz="431800" rtl="1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ar" dirty="0">
                <a:latin typeface="Sakkal Majalla" panose="02000000000000000000" pitchFamily="2" charset="-78"/>
                <a:cs typeface="Sakkal Majalla" panose="02000000000000000000" pitchFamily="2" charset="-78"/>
              </a:rPr>
              <a:t>عمليات وأنظمة الجودة المعمول بها مثل مراقبة الجودة وضمان الجودة وإدارة الجودة الشاملة ودوائر الجودة وأفضل الممارسات والمعايير اللازمة لتعزيز السمعة وإضافة قيمة للعلامة التجارية وتلبية معايير الصناعة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72BB425-44F8-8B18-CB3C-57F751F07B0C}"/>
              </a:ext>
            </a:extLst>
          </p:cNvPr>
          <p:cNvGrpSpPr/>
          <p:nvPr/>
        </p:nvGrpSpPr>
        <p:grpSpPr>
          <a:xfrm>
            <a:off x="1105274" y="5040998"/>
            <a:ext cx="3430214" cy="1562208"/>
            <a:chOff x="0" y="353532"/>
            <a:chExt cx="2564804" cy="1538882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AF5D3CD3-EE01-1222-D88A-CD16462D7CDC}"/>
                </a:ext>
              </a:extLst>
            </p:cNvPr>
            <p:cNvSpPr/>
            <p:nvPr/>
          </p:nvSpPr>
          <p:spPr>
            <a:xfrm>
              <a:off x="0" y="353532"/>
              <a:ext cx="2564804" cy="1538882"/>
            </a:xfrm>
            <a:prstGeom prst="rect">
              <a:avLst/>
            </a:prstGeom>
            <a:gradFill rotWithShape="0">
              <a:gsLst>
                <a:gs pos="0">
                  <a:schemeClr val="accent2">
                    <a:lumMod val="20000"/>
                    <a:lumOff val="80000"/>
                  </a:schemeClr>
                </a:gs>
                <a:gs pos="80000">
                  <a:schemeClr val="accent1">
                    <a:hueOff val="0"/>
                    <a:satOff val="0"/>
                    <a:lumOff val="0"/>
                    <a:alphaOff val="0"/>
                    <a:shade val="93000"/>
                    <a:satMod val="130000"/>
                  </a:schemeClr>
                </a:gs>
                <a:gs pos="100000">
                  <a:schemeClr val="accent1">
                    <a:hueOff val="0"/>
                    <a:satOff val="0"/>
                    <a:lumOff val="0"/>
                    <a:alphaOff val="0"/>
                    <a:shade val="94000"/>
                    <a:satMod val="135000"/>
                  </a:schemeClr>
                </a:gs>
              </a:gsLst>
            </a:gradFill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rgbClr r="0" g="0" b="0"/>
            </a:fillRef>
            <a:effectRef idx="3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rtlCol="1"/>
            <a:lstStyle/>
            <a:p>
              <a:pPr rtl="1"/>
              <a:endParaRPr lang="en-US" dirty="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B7235203-BEDA-AD26-C140-9D7A035F50CD}"/>
                </a:ext>
              </a:extLst>
            </p:cNvPr>
            <p:cNvSpPr txBox="1"/>
            <p:nvPr/>
          </p:nvSpPr>
          <p:spPr>
            <a:xfrm>
              <a:off x="0" y="353532"/>
              <a:ext cx="2564804" cy="153888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0010" tIns="80010" rIns="80010" bIns="80010" numCol="1" spcCol="1270" rtlCol="1" anchor="ctr" anchorCtr="0">
              <a:noAutofit/>
            </a:bodyPr>
            <a:lstStyle/>
            <a:p>
              <a:pPr rtl="1"/>
              <a:r>
                <a:rPr lang="ar" b="1" dirty="0">
                  <a:solidFill>
                    <a:srgbClr val="7030A0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نصائح مهمة</a:t>
              </a:r>
            </a:p>
            <a:p>
              <a:pPr rtl="1"/>
              <a:r>
                <a:rPr lang="ar" dirty="0">
                  <a:solidFill>
                    <a:srgbClr val="7030A0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راجع الوحدات 1 و3 و4 لتذكير نفسك بالمصطلحات المكتوبة بالخط العريض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DEE266C5-8855-BD3F-2C4E-FB846CE2971C}"/>
              </a:ext>
            </a:extLst>
          </p:cNvPr>
          <p:cNvGrpSpPr/>
          <p:nvPr/>
        </p:nvGrpSpPr>
        <p:grpSpPr>
          <a:xfrm>
            <a:off x="4654550" y="5040998"/>
            <a:ext cx="3430216" cy="1562208"/>
            <a:chOff x="0" y="353532"/>
            <a:chExt cx="2564804" cy="1538882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341AE2F8-9361-65DC-40F5-EE44A2FCDD86}"/>
                </a:ext>
              </a:extLst>
            </p:cNvPr>
            <p:cNvSpPr/>
            <p:nvPr/>
          </p:nvSpPr>
          <p:spPr>
            <a:xfrm>
              <a:off x="0" y="353532"/>
              <a:ext cx="2564804" cy="1538882"/>
            </a:xfrm>
            <a:prstGeom prst="rect">
              <a:avLst/>
            </a:prstGeom>
            <a:gradFill rotWithShape="0">
              <a:gsLst>
                <a:gs pos="0">
                  <a:schemeClr val="accent2">
                    <a:lumMod val="20000"/>
                    <a:lumOff val="80000"/>
                  </a:schemeClr>
                </a:gs>
                <a:gs pos="80000">
                  <a:schemeClr val="accent1">
                    <a:hueOff val="0"/>
                    <a:satOff val="0"/>
                    <a:lumOff val="0"/>
                    <a:alphaOff val="0"/>
                    <a:shade val="93000"/>
                    <a:satMod val="130000"/>
                  </a:schemeClr>
                </a:gs>
                <a:gs pos="100000">
                  <a:schemeClr val="accent1">
                    <a:hueOff val="0"/>
                    <a:satOff val="0"/>
                    <a:lumOff val="0"/>
                    <a:alphaOff val="0"/>
                    <a:shade val="94000"/>
                    <a:satMod val="135000"/>
                  </a:schemeClr>
                </a:gs>
              </a:gsLst>
            </a:gradFill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rgbClr r="0" g="0" b="0"/>
            </a:fillRef>
            <a:effectRef idx="3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rtlCol="1"/>
            <a:lstStyle/>
            <a:p>
              <a:pPr rtl="1"/>
              <a:endParaRPr lang="en-US" dirty="0">
                <a:latin typeface="Sakkal Majalla" panose="02000000000000000000" pitchFamily="2" charset="-78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EA76B3F5-D298-051D-8DA5-5C753D4899B5}"/>
                </a:ext>
              </a:extLst>
            </p:cNvPr>
            <p:cNvSpPr txBox="1"/>
            <p:nvPr/>
          </p:nvSpPr>
          <p:spPr>
            <a:xfrm>
              <a:off x="0" y="353532"/>
              <a:ext cx="2564804" cy="153888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0010" tIns="80010" rIns="80010" bIns="80010" numCol="1" spcCol="1270" rtlCol="1" anchor="ctr" anchorCtr="0">
              <a:noAutofit/>
            </a:bodyPr>
            <a:lstStyle/>
            <a:p>
              <a:pPr rtl="1"/>
              <a:r>
                <a:rPr lang="ar" b="1" dirty="0">
                  <a:solidFill>
                    <a:srgbClr val="7030A0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مناقشة</a:t>
              </a:r>
            </a:p>
            <a:p>
              <a:pPr rtl="1"/>
              <a:r>
                <a:rPr lang="ar" dirty="0">
                  <a:solidFill>
                    <a:srgbClr val="7030A0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كيف يمكن أن يؤثر توفر الموارد والعمليات على اتخاذ قرارات الأعمال الخاصة بك؟</a:t>
              </a:r>
            </a:p>
          </p:txBody>
        </p:sp>
      </p:grp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4DC7D946-B1B4-CAAF-C3F0-567A303C721F}"/>
              </a:ext>
            </a:extLst>
          </p:cNvPr>
          <p:cNvSpPr txBox="1">
            <a:spLocks/>
          </p:cNvSpPr>
          <p:nvPr/>
        </p:nvSpPr>
        <p:spPr bwMode="auto">
          <a:xfrm>
            <a:off x="35496" y="6603206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/>
          </a:bodyPr>
          <a:lstStyle>
            <a:defPPr>
              <a:defRPr lang="en-GB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9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A103000398478</a:t>
            </a:r>
            <a:endParaRPr lang="ar" sz="900" dirty="0"/>
          </a:p>
        </p:txBody>
      </p:sp>
    </p:spTree>
    <p:extLst>
      <p:ext uri="{BB962C8B-B14F-4D97-AF65-F5344CB8AC3E}">
        <p14:creationId xmlns:p14="http://schemas.microsoft.com/office/powerpoint/2010/main" val="3110276649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33528F-8F26-F5FF-0F33-38C0133C04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2">
            <a:extLst>
              <a:ext uri="{FF2B5EF4-FFF2-40B4-BE49-F238E27FC236}">
                <a16:creationId xmlns:a16="http://schemas.microsoft.com/office/drawing/2014/main" id="{10CB52EC-244E-B6CE-4C3A-C5CF805E48E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20688" y="1196752"/>
            <a:ext cx="8229600" cy="72243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rtl="1">
              <a:spcBef>
                <a:spcPts val="1200"/>
              </a:spcBef>
              <a:spcAft>
                <a:spcPts val="1500"/>
              </a:spcAft>
            </a:pPr>
            <a:r>
              <a:rPr lang="ar" sz="2200" b="1" dirty="0"/>
              <a:t>أ3 ممارسات وعمليات الشركة (2) </a:t>
            </a:r>
            <a:br>
              <a:rPr lang="en-US" altLang="en-US" sz="2200" dirty="0"/>
            </a:br>
            <a:br>
              <a:rPr lang="en-US" altLang="en-US" sz="2200" dirty="0"/>
            </a:br>
            <a:endParaRPr lang="en-GB" altLang="en-US" sz="2200" dirty="0"/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C737CCB-3E87-FAD3-24EE-AEC4D2EA57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3294" y="1772816"/>
            <a:ext cx="7991475" cy="288032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defTabSz="431800" rtl="1"/>
            <a:r>
              <a:rPr lang="ar" dirty="0">
                <a:latin typeface="Sakkal Majalla" panose="02000000000000000000" pitchFamily="2" charset="-78"/>
                <a:cs typeface="Sakkal Majalla" panose="02000000000000000000" pitchFamily="2" charset="-78"/>
              </a:rPr>
              <a:t>قبل اتخاذ أي قرارات تتعلق بالأعمال لمالك الشركة، ستحتاج أيضًا إلى دراسة </a:t>
            </a:r>
            <a:r>
              <a:rPr lang="ar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أي تشريعات ولوائح يمكن </a:t>
            </a:r>
            <a:r>
              <a:rPr lang="ar" dirty="0">
                <a:latin typeface="Sakkal Majalla" panose="02000000000000000000" pitchFamily="2" charset="-78"/>
                <a:cs typeface="Sakkal Majalla" panose="02000000000000000000" pitchFamily="2" charset="-78"/>
              </a:rPr>
              <a:t>أن تؤثر على عمل الشركة.</a:t>
            </a:r>
          </a:p>
          <a:p>
            <a:pPr marL="404813" defTabSz="431800" rtl="1"/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defTabSz="431800" rtl="1"/>
            <a:r>
              <a:rPr lang="ar" dirty="0">
                <a:latin typeface="Sakkal Majalla" panose="02000000000000000000" pitchFamily="2" charset="-78"/>
                <a:cs typeface="Sakkal Majalla" panose="02000000000000000000" pitchFamily="2" charset="-78"/>
              </a:rPr>
              <a:t>قد تهدف هذه القوانين أو اللوائح إلى: </a:t>
            </a:r>
          </a:p>
          <a:p>
            <a:pPr marL="285750" rtl="1">
              <a:buFont typeface="Arial" panose="020B0604020202020204" pitchFamily="34" charset="0"/>
              <a:buChar char="•"/>
            </a:pPr>
            <a:r>
              <a:rPr lang="ar" dirty="0">
                <a:latin typeface="Sakkal Majalla" panose="02000000000000000000" pitchFamily="2" charset="-78"/>
                <a:cs typeface="Sakkal Majalla" panose="02000000000000000000" pitchFamily="2" charset="-78"/>
              </a:rPr>
              <a:t> </a:t>
            </a:r>
            <a:r>
              <a:rPr lang="ar" dirty="0">
                <a:effectLst/>
                <a:latin typeface="Sakkal Majalla" panose="02000000000000000000" pitchFamily="2" charset="-78"/>
                <a:cs typeface="Sakkal Majalla" panose="02000000000000000000" pitchFamily="2" charset="-78"/>
              </a:rPr>
              <a:t>الحفاظ على صحة وسلامة الموظفين وغيرهم في العمل</a:t>
            </a:r>
            <a:endParaRPr lang="en-GB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285750" rtl="1">
              <a:buFont typeface="Arial" panose="020B0604020202020204" pitchFamily="34" charset="0"/>
              <a:buChar char="•"/>
            </a:pPr>
            <a:r>
              <a:rPr lang="ar" dirty="0">
                <a:latin typeface="Sakkal Majalla" panose="02000000000000000000" pitchFamily="2" charset="-78"/>
                <a:cs typeface="Sakkal Majalla" panose="02000000000000000000" pitchFamily="2" charset="-78"/>
              </a:rPr>
              <a:t> حماية بيانات الموظفين والعملاء</a:t>
            </a:r>
          </a:p>
          <a:p>
            <a:pPr marL="285750" rtl="1">
              <a:buFont typeface="Arial" panose="020B0604020202020204" pitchFamily="34" charset="0"/>
              <a:buChar char="•"/>
            </a:pPr>
            <a:r>
              <a:rPr lang="ar" dirty="0">
                <a:latin typeface="Sakkal Majalla" panose="02000000000000000000" pitchFamily="2" charset="-78"/>
                <a:cs typeface="Sakkal Majalla" panose="02000000000000000000" pitchFamily="2" charset="-78"/>
              </a:rPr>
              <a:t> </a:t>
            </a:r>
            <a:r>
              <a:rPr lang="ar" dirty="0">
                <a:effectLst/>
                <a:latin typeface="Sakkal Majalla" panose="02000000000000000000" pitchFamily="2" charset="-78"/>
                <a:cs typeface="Sakkal Majalla" panose="02000000000000000000" pitchFamily="2" charset="-78"/>
              </a:rPr>
              <a:t>حماية حقوق الموظفين</a:t>
            </a:r>
          </a:p>
          <a:p>
            <a:pPr marL="285750" rtl="1">
              <a:buFont typeface="Arial" panose="020B0604020202020204" pitchFamily="34" charset="0"/>
              <a:buChar char="•"/>
            </a:pPr>
            <a:r>
              <a:rPr lang="ar" dirty="0">
                <a:latin typeface="Sakkal Majalla" panose="02000000000000000000" pitchFamily="2" charset="-78"/>
                <a:cs typeface="Sakkal Majalla" panose="02000000000000000000" pitchFamily="2" charset="-78"/>
              </a:rPr>
              <a:t> حماية حقوق</a:t>
            </a:r>
            <a:r>
              <a:rPr lang="ar" dirty="0">
                <a:effectLst/>
                <a:latin typeface="Sakkal Majalla" panose="02000000000000000000" pitchFamily="2" charset="-78"/>
                <a:cs typeface="Sakkal Majalla" panose="02000000000000000000" pitchFamily="2" charset="-78"/>
              </a:rPr>
              <a:t> المستهلكين</a:t>
            </a:r>
          </a:p>
          <a:p>
            <a:pPr marL="0" lvl="1" indent="0" rtl="1"/>
            <a:endParaRPr lang="en-GB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lvl="1" indent="0" rtl="1"/>
            <a:r>
              <a:rPr lang="ar" dirty="0">
                <a:latin typeface="Sakkal Majalla" panose="02000000000000000000" pitchFamily="2" charset="-78"/>
                <a:cs typeface="Sakkal Majalla" panose="02000000000000000000" pitchFamily="2" charset="-78"/>
              </a:rPr>
              <a:t>قد تحتاج أيضًا إلى التفكير في ما إذا كان المالك لديه المؤهلات أو التراخيص المناسبة لإدارة الشركة.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77044EBC-F0C0-3246-A924-DC3E806AE12A}"/>
              </a:ext>
            </a:extLst>
          </p:cNvPr>
          <p:cNvGrpSpPr/>
          <p:nvPr/>
        </p:nvGrpSpPr>
        <p:grpSpPr>
          <a:xfrm>
            <a:off x="5132545" y="4854221"/>
            <a:ext cx="3502224" cy="1652395"/>
            <a:chOff x="0" y="353532"/>
            <a:chExt cx="2564804" cy="1538882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7F72BDA6-FA0E-EEDC-43B0-687BFCEF9FF1}"/>
                </a:ext>
              </a:extLst>
            </p:cNvPr>
            <p:cNvSpPr/>
            <p:nvPr/>
          </p:nvSpPr>
          <p:spPr>
            <a:xfrm>
              <a:off x="0" y="353532"/>
              <a:ext cx="2564804" cy="1538882"/>
            </a:xfrm>
            <a:prstGeom prst="rect">
              <a:avLst/>
            </a:prstGeom>
            <a:gradFill rotWithShape="0">
              <a:gsLst>
                <a:gs pos="0">
                  <a:schemeClr val="accent2">
                    <a:lumMod val="20000"/>
                    <a:lumOff val="80000"/>
                  </a:schemeClr>
                </a:gs>
                <a:gs pos="80000">
                  <a:schemeClr val="accent1">
                    <a:hueOff val="0"/>
                    <a:satOff val="0"/>
                    <a:lumOff val="0"/>
                    <a:alphaOff val="0"/>
                    <a:shade val="93000"/>
                    <a:satMod val="130000"/>
                  </a:schemeClr>
                </a:gs>
                <a:gs pos="100000">
                  <a:schemeClr val="accent1">
                    <a:hueOff val="0"/>
                    <a:satOff val="0"/>
                    <a:lumOff val="0"/>
                    <a:alphaOff val="0"/>
                    <a:shade val="94000"/>
                    <a:satMod val="135000"/>
                  </a:schemeClr>
                </a:gs>
              </a:gsLst>
            </a:gradFill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rgbClr r="0" g="0" b="0"/>
            </a:fillRef>
            <a:effectRef idx="3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rtlCol="1"/>
            <a:lstStyle/>
            <a:p>
              <a:pPr rtl="1"/>
              <a:endParaRPr lang="en-US" dirty="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B29BBDEF-0D8C-3144-0516-CEEE2BDCA1C9}"/>
                </a:ext>
              </a:extLst>
            </p:cNvPr>
            <p:cNvSpPr txBox="1"/>
            <p:nvPr/>
          </p:nvSpPr>
          <p:spPr>
            <a:xfrm>
              <a:off x="0" y="353532"/>
              <a:ext cx="2564804" cy="153888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0010" tIns="80010" rIns="80010" bIns="80010" numCol="1" spcCol="1270" rtlCol="1" anchor="ctr" anchorCtr="0">
              <a:noAutofit/>
            </a:bodyPr>
            <a:lstStyle/>
            <a:p>
              <a:pPr rtl="1"/>
              <a:r>
                <a:rPr lang="ar" b="1" dirty="0">
                  <a:solidFill>
                    <a:srgbClr val="7030A0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نصائح مهمة</a:t>
              </a:r>
            </a:p>
            <a:p>
              <a:pPr rtl="1"/>
              <a:r>
                <a:rPr lang="ar" dirty="0">
                  <a:solidFill>
                    <a:srgbClr val="7030A0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راجع الوحدة 1 لتذكير نفسك بالقضايا القانونية التي يمكن أن تؤثر على الأعمال التجارية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E6BC33A5-D44C-C681-291A-6CCF83D014D1}"/>
              </a:ext>
            </a:extLst>
          </p:cNvPr>
          <p:cNvGrpSpPr/>
          <p:nvPr/>
        </p:nvGrpSpPr>
        <p:grpSpPr>
          <a:xfrm>
            <a:off x="656185" y="4835492"/>
            <a:ext cx="3502224" cy="1689852"/>
            <a:chOff x="0" y="353532"/>
            <a:chExt cx="2564804" cy="1538882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2BA63349-D505-63CE-0D80-E1261DA8C870}"/>
                </a:ext>
              </a:extLst>
            </p:cNvPr>
            <p:cNvSpPr/>
            <p:nvPr/>
          </p:nvSpPr>
          <p:spPr>
            <a:xfrm>
              <a:off x="0" y="353532"/>
              <a:ext cx="2564804" cy="1538882"/>
            </a:xfrm>
            <a:prstGeom prst="rect">
              <a:avLst/>
            </a:prstGeom>
            <a:gradFill rotWithShape="0">
              <a:gsLst>
                <a:gs pos="0">
                  <a:schemeClr val="accent2">
                    <a:lumMod val="20000"/>
                    <a:lumOff val="80000"/>
                  </a:schemeClr>
                </a:gs>
                <a:gs pos="80000">
                  <a:schemeClr val="accent1">
                    <a:hueOff val="0"/>
                    <a:satOff val="0"/>
                    <a:lumOff val="0"/>
                    <a:alphaOff val="0"/>
                    <a:shade val="93000"/>
                    <a:satMod val="130000"/>
                  </a:schemeClr>
                </a:gs>
                <a:gs pos="100000">
                  <a:schemeClr val="accent1">
                    <a:hueOff val="0"/>
                    <a:satOff val="0"/>
                    <a:lumOff val="0"/>
                    <a:alphaOff val="0"/>
                    <a:shade val="94000"/>
                    <a:satMod val="135000"/>
                  </a:schemeClr>
                </a:gs>
              </a:gsLst>
            </a:gradFill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rgbClr r="0" g="0" b="0"/>
            </a:fillRef>
            <a:effectRef idx="3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rtlCol="1"/>
            <a:lstStyle/>
            <a:p>
              <a:pPr rtl="1"/>
              <a:endParaRPr lang="en-US" dirty="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F6987D8B-556B-56F4-0A04-CCCB5AA3A449}"/>
                </a:ext>
              </a:extLst>
            </p:cNvPr>
            <p:cNvSpPr txBox="1"/>
            <p:nvPr/>
          </p:nvSpPr>
          <p:spPr>
            <a:xfrm>
              <a:off x="0" y="353532"/>
              <a:ext cx="2564804" cy="153888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0010" tIns="80010" rIns="80010" bIns="80010" numCol="1" spcCol="1270" rtlCol="1" anchor="ctr" anchorCtr="0">
              <a:noAutofit/>
            </a:bodyPr>
            <a:lstStyle/>
            <a:p>
              <a:pPr rtl="1"/>
              <a:r>
                <a:rPr lang="ar" b="1" dirty="0">
                  <a:solidFill>
                    <a:srgbClr val="7030A0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مناقشة</a:t>
              </a:r>
            </a:p>
            <a:p>
              <a:pPr rtl="1"/>
              <a:r>
                <a:rPr lang="ar" dirty="0">
                  <a:solidFill>
                    <a:srgbClr val="7030A0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كيف يمكن أن تؤثر التشريعات أو اللوائح أو كلاهما على رجل أعمال يرغب في افتتاح صالة رياضية جديدة في منطقتك؟</a:t>
              </a:r>
            </a:p>
          </p:txBody>
        </p:sp>
      </p:grp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8CF42852-22A7-BFF6-9117-927EF3AB3612}"/>
              </a:ext>
            </a:extLst>
          </p:cNvPr>
          <p:cNvSpPr txBox="1">
            <a:spLocks/>
          </p:cNvSpPr>
          <p:nvPr/>
        </p:nvSpPr>
        <p:spPr bwMode="auto">
          <a:xfrm>
            <a:off x="35496" y="6603206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/>
          </a:bodyPr>
          <a:lstStyle>
            <a:defPPr>
              <a:defRPr lang="en-GB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9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A103000398478</a:t>
            </a:r>
            <a:endParaRPr lang="ar" sz="900" dirty="0"/>
          </a:p>
        </p:txBody>
      </p:sp>
    </p:spTree>
    <p:extLst>
      <p:ext uri="{BB962C8B-B14F-4D97-AF65-F5344CB8AC3E}">
        <p14:creationId xmlns:p14="http://schemas.microsoft.com/office/powerpoint/2010/main" val="1772789523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289E8D-E887-D9A7-7310-9019DCA0F3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2">
            <a:extLst>
              <a:ext uri="{FF2B5EF4-FFF2-40B4-BE49-F238E27FC236}">
                <a16:creationId xmlns:a16="http://schemas.microsoft.com/office/drawing/2014/main" id="{3B45EE52-618B-8D4B-9CBD-F988696B330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399477" y="1124744"/>
            <a:ext cx="8229600" cy="5064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rtl="1">
              <a:spcBef>
                <a:spcPts val="1200"/>
              </a:spcBef>
              <a:spcAft>
                <a:spcPts val="1500"/>
              </a:spcAft>
            </a:pPr>
            <a:r>
              <a:rPr lang="ar" sz="2200" b="1" dirty="0"/>
              <a:t>أ4 استخدام نماذج الأعمال للمساعدة على اتخاذ القرار (1) </a:t>
            </a:r>
            <a:br>
              <a:rPr lang="en-US" altLang="en-US" sz="2200" dirty="0"/>
            </a:br>
            <a:br>
              <a:rPr lang="en-US" altLang="en-US" sz="2200" dirty="0"/>
            </a:br>
            <a:br>
              <a:rPr lang="en-US" altLang="en-US" sz="2200" dirty="0"/>
            </a:br>
            <a:endParaRPr lang="en-GB" altLang="en-US" sz="2200" dirty="0"/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03D61B3D-2D05-D656-6449-05D1E61B3D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6378" y="2789972"/>
            <a:ext cx="4798494" cy="2128473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defTabSz="431800" rtl="1">
              <a:buNone/>
            </a:pPr>
            <a:r>
              <a:rPr lang="ar" sz="20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يمكنك استخدام ما يأتي:</a:t>
            </a:r>
          </a:p>
          <a:p>
            <a:pPr marL="342900" indent="-342900" defTabSz="431800" rtl="1">
              <a:buFont typeface="Arial" panose="020B0604020202020204" pitchFamily="34" charset="0"/>
              <a:buChar char="•"/>
            </a:pPr>
            <a:r>
              <a:rPr lang="ar" sz="20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تحليل القوى التنافسية الخمس لبورتر</a:t>
            </a:r>
          </a:p>
          <a:p>
            <a:pPr marL="342900" indent="-342900" defTabSz="431800" rtl="1">
              <a:buFont typeface="Arial" panose="020B0604020202020204" pitchFamily="34" charset="0"/>
              <a:buChar char="•"/>
            </a:pPr>
            <a:r>
              <a:rPr lang="ar" sz="20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تحليل عناصر التسويق الخمسة</a:t>
            </a:r>
            <a:endParaRPr lang="en-GB" altLang="en-US" sz="20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342900" indent="-342900" defTabSz="431800" rtl="1">
              <a:buFont typeface="Arial" panose="020B0604020202020204" pitchFamily="34" charset="0"/>
              <a:buChar char="•"/>
            </a:pPr>
            <a:r>
              <a:rPr lang="ar" sz="20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مصفوفة أنسوف</a:t>
            </a:r>
          </a:p>
          <a:p>
            <a:pPr marL="342900" indent="-342900" defTabSz="431800" rtl="1">
              <a:buFont typeface="Arial" panose="020B0604020202020204" pitchFamily="34" charset="0"/>
              <a:buChar char="•"/>
            </a:pPr>
            <a:r>
              <a:rPr lang="ar" sz="20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مصفوفة بوسطن (مصفوفة BCG)</a:t>
            </a:r>
          </a:p>
          <a:p>
            <a:pPr marL="342900" indent="-342900" defTabSz="431800" rtl="1">
              <a:buFont typeface="Arial" panose="020B0604020202020204" pitchFamily="34" charset="0"/>
              <a:buChar char="•"/>
            </a:pPr>
            <a:r>
              <a:rPr lang="ar" sz="20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دورة حياة المنتج</a:t>
            </a:r>
          </a:p>
          <a:p>
            <a:pPr marL="342900" indent="-342900" defTabSz="431800" rtl="1">
              <a:buFont typeface="Arial" panose="020B0604020202020204" pitchFamily="34" charset="0"/>
              <a:buChar char="•"/>
            </a:pPr>
            <a:r>
              <a:rPr lang="ar" sz="20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تحليل المنافسين </a:t>
            </a:r>
            <a:endParaRPr lang="en-GB" altLang="en-US" sz="2000" b="1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A9E651E-8F21-F737-DEC2-1F8FCAA6DDCF}"/>
              </a:ext>
            </a:extLst>
          </p:cNvPr>
          <p:cNvGrpSpPr/>
          <p:nvPr/>
        </p:nvGrpSpPr>
        <p:grpSpPr>
          <a:xfrm>
            <a:off x="615913" y="3212976"/>
            <a:ext cx="2716324" cy="2959895"/>
            <a:chOff x="0" y="353532"/>
            <a:chExt cx="2564804" cy="1538882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63445B0D-54B5-131C-9FB6-FD218B9F4C7B}"/>
                </a:ext>
              </a:extLst>
            </p:cNvPr>
            <p:cNvSpPr/>
            <p:nvPr/>
          </p:nvSpPr>
          <p:spPr>
            <a:xfrm>
              <a:off x="0" y="353532"/>
              <a:ext cx="2564804" cy="1538882"/>
            </a:xfrm>
            <a:prstGeom prst="rect">
              <a:avLst/>
            </a:prstGeom>
            <a:gradFill rotWithShape="0">
              <a:gsLst>
                <a:gs pos="0">
                  <a:schemeClr val="accent2">
                    <a:lumMod val="20000"/>
                    <a:lumOff val="80000"/>
                  </a:schemeClr>
                </a:gs>
                <a:gs pos="80000">
                  <a:schemeClr val="accent1">
                    <a:hueOff val="0"/>
                    <a:satOff val="0"/>
                    <a:lumOff val="0"/>
                    <a:alphaOff val="0"/>
                    <a:shade val="93000"/>
                    <a:satMod val="130000"/>
                  </a:schemeClr>
                </a:gs>
                <a:gs pos="100000">
                  <a:schemeClr val="accent1">
                    <a:hueOff val="0"/>
                    <a:satOff val="0"/>
                    <a:lumOff val="0"/>
                    <a:alphaOff val="0"/>
                    <a:shade val="94000"/>
                    <a:satMod val="135000"/>
                  </a:schemeClr>
                </a:gs>
              </a:gsLst>
            </a:gradFill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rgbClr r="0" g="0" b="0"/>
            </a:fillRef>
            <a:effectRef idx="3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rtlCol="1"/>
            <a:lstStyle/>
            <a:p>
              <a:pPr rtl="1"/>
              <a:endParaRPr lang="en-US" sz="1600" dirty="0">
                <a:latin typeface="Sakkal Majalla" panose="02000000000000000000" pitchFamily="2" charset="-78"/>
              </a:endParaRP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C0DDC6B6-EDB5-2194-DDD6-34975CB1053E}"/>
                </a:ext>
              </a:extLst>
            </p:cNvPr>
            <p:cNvSpPr txBox="1"/>
            <p:nvPr/>
          </p:nvSpPr>
          <p:spPr>
            <a:xfrm>
              <a:off x="0" y="353532"/>
              <a:ext cx="2564804" cy="153888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0010" tIns="80010" rIns="80010" bIns="80010" numCol="1" spcCol="1270" rtlCol="1" anchor="ctr" anchorCtr="0">
              <a:noAutofit/>
            </a:bodyPr>
            <a:lstStyle/>
            <a:p>
              <a:pPr rtl="1"/>
              <a:r>
                <a:rPr lang="ar-EG" b="1" dirty="0">
                  <a:solidFill>
                    <a:srgbClr val="7030A0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نصائح مهمة:</a:t>
              </a:r>
            </a:p>
            <a:p>
              <a:pPr marL="285750" indent="-285750" rtl="1">
                <a:buFont typeface="Arial" panose="020B0604020202020204" pitchFamily="34" charset="0"/>
                <a:buChar char="•"/>
              </a:pPr>
              <a:r>
                <a:rPr lang="ar-EG" dirty="0">
                  <a:solidFill>
                    <a:srgbClr val="7030A0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راجع الوحدتين 1 و2 لتذكير نفسك بالمصطلحات المكتوبة بالخط العريض</a:t>
              </a:r>
            </a:p>
            <a:p>
              <a:pPr marL="285750" indent="-285750" rtl="1">
                <a:buFont typeface="Arial" panose="020B0604020202020204" pitchFamily="34" charset="0"/>
                <a:buChar char="•"/>
              </a:pPr>
              <a:r>
                <a:rPr lang="ar-EG" b="1" dirty="0">
                  <a:solidFill>
                    <a:srgbClr val="7030A0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كما يعد </a:t>
              </a:r>
              <a:r>
                <a:rPr lang="ar-EG" dirty="0">
                  <a:solidFill>
                    <a:srgbClr val="7030A0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 </a:t>
              </a:r>
              <a:r>
                <a:rPr lang="ar-EG" b="1" dirty="0">
                  <a:solidFill>
                    <a:srgbClr val="7030A0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تحليل نقاط القوة، والضعف</a:t>
              </a:r>
              <a:r>
                <a:rPr lang="ar-EG" dirty="0">
                  <a:solidFill>
                    <a:srgbClr val="7030A0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، والفرص، والتهديدات  وتحليل </a:t>
              </a:r>
              <a:r>
                <a:rPr lang="ar-EG" dirty="0" err="1">
                  <a:solidFill>
                    <a:srgbClr val="7030A0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بيستل</a:t>
              </a:r>
              <a:r>
                <a:rPr lang="ar-EG" dirty="0">
                  <a:solidFill>
                    <a:srgbClr val="7030A0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/ </a:t>
              </a:r>
              <a:r>
                <a:rPr lang="ar-EG" dirty="0" err="1">
                  <a:solidFill>
                    <a:srgbClr val="7030A0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ستيبل</a:t>
              </a:r>
              <a:r>
                <a:rPr lang="ar-EG" dirty="0">
                  <a:solidFill>
                    <a:srgbClr val="7030A0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 أيضًا أدوات مفيدة</a:t>
              </a:r>
              <a:r>
                <a:rPr lang="ar-EG" b="1" dirty="0">
                  <a:solidFill>
                    <a:srgbClr val="7030A0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 (توجد في د1)</a:t>
              </a: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D3815260-496B-DB1F-98B4-A4976A3F498B}"/>
              </a:ext>
            </a:extLst>
          </p:cNvPr>
          <p:cNvSpPr txBox="1"/>
          <p:nvPr/>
        </p:nvSpPr>
        <p:spPr>
          <a:xfrm>
            <a:off x="3664030" y="4971990"/>
            <a:ext cx="4798494" cy="163121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1">
            <a:spAutoFit/>
          </a:bodyPr>
          <a:lstStyle/>
          <a:p>
            <a:pPr defTabSz="431800" rtl="1"/>
            <a:r>
              <a:rPr lang="ar" sz="20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يجب عليك أيضًا مراعاة ما يأتي:</a:t>
            </a:r>
          </a:p>
          <a:p>
            <a:pPr marL="342900" indent="-342900" defTabSz="431800" rtl="1">
              <a:buFont typeface="Arial" panose="020B0604020202020204" pitchFamily="34" charset="0"/>
              <a:buChar char="•"/>
            </a:pPr>
            <a:r>
              <a:rPr lang="ar" sz="20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الاتجاهات الاقتصادية والسوقية والاجتماعية</a:t>
            </a:r>
          </a:p>
          <a:p>
            <a:pPr marL="342900" indent="-342900" defTabSz="431800" rtl="1">
              <a:buFont typeface="Arial" panose="020B0604020202020204" pitchFamily="34" charset="0"/>
              <a:buChar char="•"/>
            </a:pPr>
            <a:r>
              <a:rPr lang="ar" sz="20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المزيج التسويقي </a:t>
            </a:r>
          </a:p>
          <a:p>
            <a:pPr marL="342900" indent="-342900" defTabSz="431800" rtl="1">
              <a:buFont typeface="Arial" panose="020B0604020202020204" pitchFamily="34" charset="0"/>
              <a:buChar char="•"/>
            </a:pPr>
            <a:r>
              <a:rPr lang="ar" sz="20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نقاط البيع الفريدة</a:t>
            </a:r>
          </a:p>
          <a:p>
            <a:pPr marL="342900" indent="-342900" defTabSz="431800" rtl="1">
              <a:buFont typeface="Arial" panose="020B0604020202020204" pitchFamily="34" charset="0"/>
              <a:buChar char="•"/>
            </a:pPr>
            <a:r>
              <a:rPr lang="ar" sz="20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الأسواق والقطاعات المستهدفة </a:t>
            </a:r>
            <a:endParaRPr lang="en-GB" altLang="en-US" sz="2000" b="1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C212396-1DC3-332B-0B79-B0A2815CD390}"/>
              </a:ext>
            </a:extLst>
          </p:cNvPr>
          <p:cNvSpPr txBox="1"/>
          <p:nvPr/>
        </p:nvSpPr>
        <p:spPr>
          <a:xfrm>
            <a:off x="654130" y="1681413"/>
            <a:ext cx="7835740" cy="70788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1">
            <a:spAutoFit/>
          </a:bodyPr>
          <a:lstStyle/>
          <a:p>
            <a:pPr defTabSz="431800" rtl="1"/>
            <a:r>
              <a:rPr lang="ar" sz="20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يمكنك إجراء </a:t>
            </a:r>
            <a:r>
              <a:rPr lang="ar" sz="20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تحليل المواقف </a:t>
            </a:r>
            <a:r>
              <a:rPr lang="ar" sz="20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قبل اتخاذ قرار لمالك الشركة. يمكن أن يساعد ذلك على تقييم الموقف والبحث عن الفرص ودراسة العملاء المحتملين.</a:t>
            </a:r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829ABFE8-1C8D-5541-8BF2-BE21D20C69C2}"/>
              </a:ext>
            </a:extLst>
          </p:cNvPr>
          <p:cNvSpPr txBox="1">
            <a:spLocks/>
          </p:cNvSpPr>
          <p:nvPr/>
        </p:nvSpPr>
        <p:spPr bwMode="auto">
          <a:xfrm>
            <a:off x="35496" y="6603206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/>
          </a:bodyPr>
          <a:lstStyle>
            <a:defPPr>
              <a:defRPr lang="en-GB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9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A103000398478</a:t>
            </a:r>
            <a:endParaRPr lang="ar" sz="900" dirty="0"/>
          </a:p>
        </p:txBody>
      </p:sp>
    </p:spTree>
    <p:extLst>
      <p:ext uri="{BB962C8B-B14F-4D97-AF65-F5344CB8AC3E}">
        <p14:creationId xmlns:p14="http://schemas.microsoft.com/office/powerpoint/2010/main" val="2307063436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256D67-57E5-C31A-1603-FF129939E6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2">
            <a:extLst>
              <a:ext uri="{FF2B5EF4-FFF2-40B4-BE49-F238E27FC236}">
                <a16:creationId xmlns:a16="http://schemas.microsoft.com/office/drawing/2014/main" id="{46192348-483F-05EF-651C-FED1764D723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399477" y="1124744"/>
            <a:ext cx="8229600" cy="5064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rtl="1">
              <a:spcBef>
                <a:spcPts val="1200"/>
              </a:spcBef>
              <a:spcAft>
                <a:spcPts val="1500"/>
              </a:spcAft>
            </a:pPr>
            <a:r>
              <a:rPr lang="ar" sz="2200" b="1" dirty="0"/>
              <a:t>أ4 استخدام نماذج الأعمال للمساعدة على اتخاذ القرار (2) </a:t>
            </a:r>
            <a:br>
              <a:rPr lang="en-US" altLang="en-US" sz="2200" dirty="0"/>
            </a:br>
            <a:br>
              <a:rPr lang="en-US" altLang="en-US" sz="2200" dirty="0"/>
            </a:br>
            <a:br>
              <a:rPr lang="en-US" altLang="en-US" sz="2200" dirty="0"/>
            </a:br>
            <a:endParaRPr lang="en-GB" altLang="en-US" sz="2200" dirty="0"/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5D29EAD9-2A62-2A92-0F9F-6163EB2BEC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923" y="1772817"/>
            <a:ext cx="5209205" cy="280831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defTabSz="431800" rtl="1"/>
            <a:r>
              <a:rPr lang="ar" sz="20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كما يمكنك دراسة خطة تسويقية للأعمال باستخدام </a:t>
            </a:r>
            <a:r>
              <a:rPr lang="ar" sz="20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مزيج التسويق الخاص بالعناصر السبعة.</a:t>
            </a:r>
          </a:p>
          <a:p>
            <a:pPr marL="285750" indent="-285750" defTabSz="431800" rtl="1">
              <a:buFont typeface="Arial" panose="020B0604020202020204" pitchFamily="34" charset="0"/>
              <a:buChar char="•"/>
            </a:pPr>
            <a:r>
              <a:rPr lang="ar" sz="20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المنتجات</a:t>
            </a:r>
          </a:p>
          <a:p>
            <a:pPr marL="285750" indent="-285750" defTabSz="431800" rtl="1">
              <a:buFont typeface="Arial" panose="020B0604020202020204" pitchFamily="34" charset="0"/>
              <a:buChar char="•"/>
            </a:pPr>
            <a:r>
              <a:rPr lang="ar" sz="20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السعر</a:t>
            </a:r>
          </a:p>
          <a:p>
            <a:pPr marL="285750" indent="-285750" defTabSz="431800" rtl="1">
              <a:buFont typeface="Arial" panose="020B0604020202020204" pitchFamily="34" charset="0"/>
              <a:buChar char="•"/>
            </a:pPr>
            <a:r>
              <a:rPr lang="ar" sz="20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المكان</a:t>
            </a:r>
          </a:p>
          <a:p>
            <a:pPr marL="285750" indent="-285750" defTabSz="431800" rtl="1">
              <a:buFont typeface="Arial" panose="020B0604020202020204" pitchFamily="34" charset="0"/>
              <a:buChar char="•"/>
            </a:pPr>
            <a:r>
              <a:rPr lang="ar" sz="20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الترويج</a:t>
            </a:r>
          </a:p>
          <a:p>
            <a:pPr marL="285750" indent="-285750" defTabSz="431800" rtl="1">
              <a:buFont typeface="Arial" panose="020B0604020202020204" pitchFamily="34" charset="0"/>
              <a:buChar char="•"/>
            </a:pPr>
            <a:r>
              <a:rPr lang="ar" sz="20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الموظفون</a:t>
            </a:r>
          </a:p>
          <a:p>
            <a:pPr marL="285750" indent="-285750" defTabSz="431800" rtl="1">
              <a:buFont typeface="Arial" panose="020B0604020202020204" pitchFamily="34" charset="0"/>
              <a:buChar char="•"/>
            </a:pPr>
            <a:r>
              <a:rPr lang="ar" sz="20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العملية</a:t>
            </a:r>
          </a:p>
          <a:p>
            <a:pPr marL="285750" indent="-285750" defTabSz="431800" rtl="1">
              <a:buFont typeface="Arial" panose="020B0604020202020204" pitchFamily="34" charset="0"/>
              <a:buChar char="•"/>
            </a:pPr>
            <a:r>
              <a:rPr lang="ar" sz="20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البيئة المادية</a:t>
            </a:r>
          </a:p>
          <a:p>
            <a:pPr defTabSz="431800" rtl="1"/>
            <a:endParaRPr lang="en-GB" altLang="en-US" sz="20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defTabSz="431800" rtl="1">
              <a:buNone/>
            </a:pPr>
            <a:endParaRPr lang="en-GB" altLang="en-US" sz="20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6EE1B5A3-7E39-7D5A-018F-E9EBE9B9D9A5}"/>
              </a:ext>
            </a:extLst>
          </p:cNvPr>
          <p:cNvGrpSpPr/>
          <p:nvPr/>
        </p:nvGrpSpPr>
        <p:grpSpPr>
          <a:xfrm>
            <a:off x="5988095" y="5056746"/>
            <a:ext cx="2736305" cy="1224137"/>
            <a:chOff x="0" y="353532"/>
            <a:chExt cx="2564804" cy="1538882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CB11B1FB-B872-578F-E527-354CFF633E9F}"/>
                </a:ext>
              </a:extLst>
            </p:cNvPr>
            <p:cNvSpPr/>
            <p:nvPr/>
          </p:nvSpPr>
          <p:spPr>
            <a:xfrm>
              <a:off x="0" y="353532"/>
              <a:ext cx="2564804" cy="1538882"/>
            </a:xfrm>
            <a:prstGeom prst="rect">
              <a:avLst/>
            </a:prstGeom>
            <a:gradFill rotWithShape="0">
              <a:gsLst>
                <a:gs pos="0">
                  <a:schemeClr val="accent2">
                    <a:lumMod val="20000"/>
                    <a:lumOff val="80000"/>
                  </a:schemeClr>
                </a:gs>
                <a:gs pos="80000">
                  <a:schemeClr val="accent1">
                    <a:hueOff val="0"/>
                    <a:satOff val="0"/>
                    <a:lumOff val="0"/>
                    <a:alphaOff val="0"/>
                    <a:shade val="93000"/>
                    <a:satMod val="130000"/>
                  </a:schemeClr>
                </a:gs>
                <a:gs pos="100000">
                  <a:schemeClr val="accent1">
                    <a:hueOff val="0"/>
                    <a:satOff val="0"/>
                    <a:lumOff val="0"/>
                    <a:alphaOff val="0"/>
                    <a:shade val="94000"/>
                    <a:satMod val="135000"/>
                  </a:schemeClr>
                </a:gs>
              </a:gsLst>
            </a:gradFill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rgbClr r="0" g="0" b="0"/>
            </a:fillRef>
            <a:effectRef idx="3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rtlCol="1"/>
            <a:lstStyle/>
            <a:p>
              <a:pPr rtl="1"/>
              <a:endParaRPr lang="en-US" sz="1600" dirty="0">
                <a:latin typeface="Sakkal Majalla" panose="02000000000000000000" pitchFamily="2" charset="-78"/>
              </a:endParaRP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0DEBACD9-61EB-C778-F789-39AF5CDA1B4F}"/>
                </a:ext>
              </a:extLst>
            </p:cNvPr>
            <p:cNvSpPr txBox="1"/>
            <p:nvPr/>
          </p:nvSpPr>
          <p:spPr>
            <a:xfrm>
              <a:off x="0" y="353532"/>
              <a:ext cx="2564804" cy="153888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0010" tIns="80010" rIns="80010" bIns="80010" numCol="1" spcCol="1270" rtlCol="1" anchor="ctr" anchorCtr="0">
              <a:noAutofit/>
            </a:bodyPr>
            <a:lstStyle/>
            <a:p>
              <a:pPr rtl="1"/>
              <a:r>
                <a:rPr lang="ar" b="1" dirty="0">
                  <a:solidFill>
                    <a:srgbClr val="7030A0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نصائح مهمة:</a:t>
              </a:r>
            </a:p>
            <a:p>
              <a:pPr marL="285750" indent="-285750" rtl="1">
                <a:buFont typeface="Arial" panose="020B0604020202020204" pitchFamily="34" charset="0"/>
                <a:buChar char="•"/>
              </a:pPr>
              <a:r>
                <a:rPr lang="ar" dirty="0">
                  <a:solidFill>
                    <a:srgbClr val="7030A0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راجع الوحدتين 1 و2 لتذكير نفسك بالمصطلحات المكتوبة بالخط العريض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A13619E4-63A1-9FEE-8273-088ABB2C69FE}"/>
              </a:ext>
            </a:extLst>
          </p:cNvPr>
          <p:cNvGrpSpPr/>
          <p:nvPr/>
        </p:nvGrpSpPr>
        <p:grpSpPr>
          <a:xfrm>
            <a:off x="6012159" y="2168860"/>
            <a:ext cx="2736305" cy="1800199"/>
            <a:chOff x="0" y="353532"/>
            <a:chExt cx="2564804" cy="1538882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229D3EB-AD39-F3D7-5ADA-5094151A6BDB}"/>
                </a:ext>
              </a:extLst>
            </p:cNvPr>
            <p:cNvSpPr/>
            <p:nvPr/>
          </p:nvSpPr>
          <p:spPr>
            <a:xfrm>
              <a:off x="0" y="353532"/>
              <a:ext cx="2564804" cy="1538882"/>
            </a:xfrm>
            <a:prstGeom prst="rect">
              <a:avLst/>
            </a:prstGeom>
            <a:gradFill rotWithShape="0">
              <a:gsLst>
                <a:gs pos="0">
                  <a:schemeClr val="accent2">
                    <a:lumMod val="20000"/>
                    <a:lumOff val="80000"/>
                  </a:schemeClr>
                </a:gs>
                <a:gs pos="80000">
                  <a:schemeClr val="accent1">
                    <a:hueOff val="0"/>
                    <a:satOff val="0"/>
                    <a:lumOff val="0"/>
                    <a:alphaOff val="0"/>
                    <a:shade val="93000"/>
                    <a:satMod val="130000"/>
                  </a:schemeClr>
                </a:gs>
                <a:gs pos="100000">
                  <a:schemeClr val="accent1">
                    <a:hueOff val="0"/>
                    <a:satOff val="0"/>
                    <a:lumOff val="0"/>
                    <a:alphaOff val="0"/>
                    <a:shade val="94000"/>
                    <a:satMod val="135000"/>
                  </a:schemeClr>
                </a:gs>
              </a:gsLst>
            </a:gradFill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rgbClr r="0" g="0" b="0"/>
            </a:fillRef>
            <a:effectRef idx="3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rtlCol="1"/>
            <a:lstStyle/>
            <a:p>
              <a:pPr rtl="1"/>
              <a:endParaRPr lang="en-US" sz="1600" dirty="0">
                <a:latin typeface="Sakkal Majalla" panose="02000000000000000000" pitchFamily="2" charset="-78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FF4A7AA4-E360-77BC-05C8-83CEF96FB643}"/>
                </a:ext>
              </a:extLst>
            </p:cNvPr>
            <p:cNvSpPr txBox="1"/>
            <p:nvPr/>
          </p:nvSpPr>
          <p:spPr>
            <a:xfrm>
              <a:off x="0" y="353532"/>
              <a:ext cx="2564804" cy="153888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0010" tIns="80010" rIns="80010" bIns="80010" numCol="1" spcCol="1270" rtlCol="1" anchor="ctr" anchorCtr="0">
              <a:noAutofit/>
            </a:bodyPr>
            <a:lstStyle/>
            <a:p>
              <a:pPr rtl="1"/>
              <a:r>
                <a:rPr lang="ar" b="1" dirty="0">
                  <a:solidFill>
                    <a:srgbClr val="7030A0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مناقشة</a:t>
              </a:r>
            </a:p>
            <a:p>
              <a:pPr rtl="1"/>
              <a:r>
                <a:rPr lang="ar" dirty="0">
                  <a:solidFill>
                    <a:srgbClr val="7030A0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فكر مليًا في شركة صغيرة في منطقتك</a:t>
              </a:r>
            </a:p>
            <a:p>
              <a:pPr rtl="1"/>
              <a:r>
                <a:rPr lang="ar" dirty="0">
                  <a:solidFill>
                    <a:srgbClr val="7030A0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ناقش كيفية استخدامهم لكل عنصر من العناصر السبعة لمساعدة الشركة على النجاح. </a:t>
              </a:r>
            </a:p>
          </p:txBody>
        </p:sp>
      </p:grpSp>
      <p:pic>
        <p:nvPicPr>
          <p:cNvPr id="10" name="Picture 9" descr="A cellphone with a striped awning and various shopping items&#10;&#10;Description automatically generated">
            <a:extLst>
              <a:ext uri="{FF2B5EF4-FFF2-40B4-BE49-F238E27FC236}">
                <a16:creationId xmlns:a16="http://schemas.microsoft.com/office/drawing/2014/main" id="{5EBB1B6D-0BC4-8B37-C86C-BC4CDB4845F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52806" y="4668728"/>
            <a:ext cx="3044952" cy="2072640"/>
          </a:xfrm>
          <a:prstGeom prst="rect">
            <a:avLst/>
          </a:prstGeom>
        </p:spPr>
      </p:pic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736D8E50-16DE-C689-5B14-2674C7EFFAFF}"/>
              </a:ext>
            </a:extLst>
          </p:cNvPr>
          <p:cNvSpPr txBox="1">
            <a:spLocks/>
          </p:cNvSpPr>
          <p:nvPr/>
        </p:nvSpPr>
        <p:spPr bwMode="auto">
          <a:xfrm>
            <a:off x="35496" y="6603206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/>
          </a:bodyPr>
          <a:lstStyle>
            <a:defPPr>
              <a:defRPr lang="en-GB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9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A103000398478</a:t>
            </a:r>
            <a:endParaRPr lang="ar" sz="900" dirty="0"/>
          </a:p>
        </p:txBody>
      </p:sp>
    </p:spTree>
    <p:extLst>
      <p:ext uri="{BB962C8B-B14F-4D97-AF65-F5344CB8AC3E}">
        <p14:creationId xmlns:p14="http://schemas.microsoft.com/office/powerpoint/2010/main" val="490189605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2">
            <a:extLst>
              <a:ext uri="{FF2B5EF4-FFF2-40B4-BE49-F238E27FC236}">
                <a16:creationId xmlns:a16="http://schemas.microsoft.com/office/drawing/2014/main" id="{DF8F9D08-DF4C-4351-F6A0-75D9B8290D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843088"/>
            <a:ext cx="8229600" cy="5064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rtl="1">
              <a:spcBef>
                <a:spcPts val="1200"/>
              </a:spcBef>
              <a:spcAft>
                <a:spcPts val="1500"/>
              </a:spcAft>
            </a:pPr>
            <a:r>
              <a:rPr lang="ar" sz="2600" dirty="0"/>
              <a:t>نتاج التعلُّم ب</a:t>
            </a:r>
            <a:br>
              <a:rPr lang="en-US" altLang="en-US" sz="2600" dirty="0"/>
            </a:br>
            <a:br>
              <a:rPr lang="en-US" altLang="en-US" sz="2600" dirty="0"/>
            </a:br>
            <a:endParaRPr lang="en-GB" altLang="en-US" sz="2600" dirty="0"/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2493962"/>
            <a:ext cx="7991475" cy="24472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" sz="46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مراجعة وتفسير بيانات ومعلومات الأعمال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7C2B91DB-98F6-1A4D-5EE3-D6E6088C155F}"/>
              </a:ext>
            </a:extLst>
          </p:cNvPr>
          <p:cNvSpPr txBox="1">
            <a:spLocks/>
          </p:cNvSpPr>
          <p:nvPr/>
        </p:nvSpPr>
        <p:spPr bwMode="auto">
          <a:xfrm>
            <a:off x="35496" y="6603206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/>
          </a:bodyPr>
          <a:lstStyle>
            <a:defPPr>
              <a:defRPr lang="en-GB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9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A103000398478</a:t>
            </a:r>
            <a:endParaRPr lang="ar" sz="900" dirty="0"/>
          </a:p>
        </p:txBody>
      </p:sp>
    </p:spTree>
    <p:extLst>
      <p:ext uri="{BB962C8B-B14F-4D97-AF65-F5344CB8AC3E}">
        <p14:creationId xmlns:p14="http://schemas.microsoft.com/office/powerpoint/2010/main" val="588007661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195200"/>
            <a:ext cx="8229600" cy="86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  <a:norm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>
              <a:lnSpc>
                <a:spcPct val="90000"/>
              </a:lnSpc>
              <a:spcAft>
                <a:spcPts val="600"/>
              </a:spcAft>
            </a:pPr>
            <a:r>
              <a:rPr lang="ar" sz="2200" b="1" dirty="0">
                <a:solidFill>
                  <a:schemeClr val="tx2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نتاج التعلم ب: مراجعة وتفسير بيانات ومعلومات الأعمال</a:t>
            </a:r>
          </a:p>
        </p:txBody>
      </p:sp>
      <p:sp>
        <p:nvSpPr>
          <p:cNvPr id="34826" name="Text Placeholder 2">
            <a:extLst>
              <a:ext uri="{FF2B5EF4-FFF2-40B4-BE49-F238E27FC236}">
                <a16:creationId xmlns:a16="http://schemas.microsoft.com/office/drawing/2014/main" id="{ED989957-699C-8339-B66C-112C6135D9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648199" y="2196001"/>
            <a:ext cx="4027487" cy="4024100"/>
          </a:xfrm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/>
          </a:bodyPr>
          <a:lstStyle/>
          <a:p>
            <a:pPr marL="0" indent="0" rtl="1">
              <a:buNone/>
            </a:pPr>
            <a:r>
              <a:rPr lang="ar" dirty="0"/>
              <a:t>نتاج التعلم ب </a:t>
            </a:r>
          </a:p>
          <a:p>
            <a:pPr rtl="1"/>
            <a:r>
              <a:rPr lang="ar" dirty="0"/>
              <a:t>تلخيص مصادر المعلومات والبيانات واستكشاف الطرق التي يمكن من خلالها تقديمها للمساعدة على اتخاذ القرار</a:t>
            </a:r>
          </a:p>
          <a:p>
            <a:pPr rtl="1"/>
            <a:endParaRPr lang="en-US" dirty="0"/>
          </a:p>
          <a:p>
            <a:pPr rtl="1"/>
            <a:r>
              <a:rPr lang="ar" dirty="0"/>
              <a:t>دراسة التقنيات المستخدمة لتحليل بيانات الأعمال واستخلاص النتائج التي يُسترشد بها في اتخاذ القرارات.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D242391-1DD4-AC5C-8F62-780A0CF926CA}"/>
              </a:ext>
            </a:extLst>
          </p:cNvPr>
          <p:cNvGrpSpPr/>
          <p:nvPr/>
        </p:nvGrpSpPr>
        <p:grpSpPr>
          <a:xfrm flipH="1">
            <a:off x="468312" y="2196492"/>
            <a:ext cx="4027488" cy="4023117"/>
            <a:chOff x="468312" y="2196492"/>
            <a:chExt cx="4027488" cy="4023117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214D7CB7-C0B4-0A2D-5ADF-E4EA2926D0C9}"/>
                </a:ext>
              </a:extLst>
            </p:cNvPr>
            <p:cNvSpPr/>
            <p:nvPr/>
          </p:nvSpPr>
          <p:spPr>
            <a:xfrm flipH="1">
              <a:off x="468312" y="2196492"/>
              <a:ext cx="4027488" cy="1149462"/>
            </a:xfrm>
            <a:prstGeom prst="roundRect">
              <a:avLst>
                <a:gd name="adj" fmla="val 10000"/>
              </a:avLst>
            </a:prstGeom>
          </p:spPr>
          <p:style>
            <a:lnRef idx="0">
              <a:schemeClr val="accent2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4" name="Rectangle 3" descr="Tick">
              <a:extLst>
                <a:ext uri="{FF2B5EF4-FFF2-40B4-BE49-F238E27FC236}">
                  <a16:creationId xmlns:a16="http://schemas.microsoft.com/office/drawing/2014/main" id="{A46B01F6-3A23-A128-E2D8-E6CECAA0E563}"/>
                </a:ext>
              </a:extLst>
            </p:cNvPr>
            <p:cNvSpPr/>
            <p:nvPr/>
          </p:nvSpPr>
          <p:spPr>
            <a:xfrm flipH="1">
              <a:off x="816024" y="2455121"/>
              <a:ext cx="632204" cy="632204"/>
            </a:xfrm>
            <a:prstGeom prst="rect">
              <a:avLst/>
            </a:prstGeom>
            <a:blipFill>
              <a:blip r:embed="rId4">
                <a:extLst>
                  <a:ext uri="{28A0092B-C50C-407E-A947-70E740481C1C}">
                    <a14:useLocalDpi xmlns:a14="http://schemas.microsoft.com/office/drawing/2010/main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dirty="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0635271A-EB78-DD61-777A-94CD29BBE42D}"/>
                </a:ext>
              </a:extLst>
            </p:cNvPr>
            <p:cNvSpPr/>
            <p:nvPr/>
          </p:nvSpPr>
          <p:spPr>
            <a:xfrm>
              <a:off x="1795940" y="2196492"/>
              <a:ext cx="2699859" cy="1149462"/>
            </a:xfrm>
            <a:custGeom>
              <a:avLst/>
              <a:gdLst>
                <a:gd name="connsiteX0" fmla="*/ 0 w 2699859"/>
                <a:gd name="connsiteY0" fmla="*/ 0 h 1149462"/>
                <a:gd name="connsiteX1" fmla="*/ 2699859 w 2699859"/>
                <a:gd name="connsiteY1" fmla="*/ 0 h 1149462"/>
                <a:gd name="connsiteX2" fmla="*/ 2699859 w 2699859"/>
                <a:gd name="connsiteY2" fmla="*/ 1149462 h 1149462"/>
                <a:gd name="connsiteX3" fmla="*/ 0 w 2699859"/>
                <a:gd name="connsiteY3" fmla="*/ 1149462 h 1149462"/>
                <a:gd name="connsiteX4" fmla="*/ 0 w 2699859"/>
                <a:gd name="connsiteY4" fmla="*/ 0 h 11494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99859" h="1149462">
                  <a:moveTo>
                    <a:pt x="0" y="0"/>
                  </a:moveTo>
                  <a:lnTo>
                    <a:pt x="2699859" y="0"/>
                  </a:lnTo>
                  <a:lnTo>
                    <a:pt x="2699859" y="1149462"/>
                  </a:lnTo>
                  <a:lnTo>
                    <a:pt x="0" y="1149462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21651" tIns="121651" rIns="121651" bIns="121651" numCol="1" spcCol="1270" rtlCol="1" anchor="ctr" anchorCtr="0">
              <a:noAutofit/>
            </a:bodyPr>
            <a:lstStyle/>
            <a:p>
              <a:pPr marL="0" lvl="0" indent="0" algn="r" defTabSz="977900" rtl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ar" sz="2400" b="1" kern="1200" dirty="0">
                  <a:latin typeface="Sakkal Majalla" panose="02000000000000000000" pitchFamily="2" charset="-78"/>
                  <a:cs typeface="Sakkal Majalla" panose="02000000000000000000" pitchFamily="2" charset="-78"/>
                </a:rPr>
                <a:t>مجالات المحتوى الرئيسة</a:t>
              </a:r>
              <a:endParaRPr lang="en-US" sz="2400" kern="1200" dirty="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3D6B02A5-7DC5-E7EF-4B1F-D66B418B0FD4}"/>
                </a:ext>
              </a:extLst>
            </p:cNvPr>
            <p:cNvSpPr/>
            <p:nvPr/>
          </p:nvSpPr>
          <p:spPr>
            <a:xfrm>
              <a:off x="468312" y="3633319"/>
              <a:ext cx="4027488" cy="1149462"/>
            </a:xfrm>
            <a:prstGeom prst="roundRect">
              <a:avLst>
                <a:gd name="adj" fmla="val 10000"/>
              </a:avLst>
            </a:prstGeom>
          </p:spPr>
          <p:style>
            <a:lnRef idx="0">
              <a:schemeClr val="accent2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7" name="Rectangle 6" descr="Research">
              <a:extLst>
                <a:ext uri="{FF2B5EF4-FFF2-40B4-BE49-F238E27FC236}">
                  <a16:creationId xmlns:a16="http://schemas.microsoft.com/office/drawing/2014/main" id="{6BF8D4A7-4CDB-CD6D-E020-6B87318EA888}"/>
                </a:ext>
              </a:extLst>
            </p:cNvPr>
            <p:cNvSpPr/>
            <p:nvPr/>
          </p:nvSpPr>
          <p:spPr>
            <a:xfrm flipH="1">
              <a:off x="816024" y="3891948"/>
              <a:ext cx="632204" cy="632204"/>
            </a:xfrm>
            <a:prstGeom prst="rect">
              <a:avLst/>
            </a:prstGeom>
            <a:blipFill>
              <a:blip r:embed="rId6">
                <a:extLst>
                  <a:ext uri="{28A0092B-C50C-407E-A947-70E740481C1C}">
                    <a14:useLocalDpi xmlns:a14="http://schemas.microsoft.com/office/drawing/2010/main"/>
                  </a:ex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dirty="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6717D401-3916-80D7-A200-B772CE87FFA1}"/>
                </a:ext>
              </a:extLst>
            </p:cNvPr>
            <p:cNvSpPr/>
            <p:nvPr/>
          </p:nvSpPr>
          <p:spPr>
            <a:xfrm>
              <a:off x="1795940" y="3633319"/>
              <a:ext cx="2699859" cy="1149462"/>
            </a:xfrm>
            <a:custGeom>
              <a:avLst/>
              <a:gdLst>
                <a:gd name="connsiteX0" fmla="*/ 0 w 2699859"/>
                <a:gd name="connsiteY0" fmla="*/ 0 h 1149462"/>
                <a:gd name="connsiteX1" fmla="*/ 2699859 w 2699859"/>
                <a:gd name="connsiteY1" fmla="*/ 0 h 1149462"/>
                <a:gd name="connsiteX2" fmla="*/ 2699859 w 2699859"/>
                <a:gd name="connsiteY2" fmla="*/ 1149462 h 1149462"/>
                <a:gd name="connsiteX3" fmla="*/ 0 w 2699859"/>
                <a:gd name="connsiteY3" fmla="*/ 1149462 h 1149462"/>
                <a:gd name="connsiteX4" fmla="*/ 0 w 2699859"/>
                <a:gd name="connsiteY4" fmla="*/ 0 h 11494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99859" h="1149462">
                  <a:moveTo>
                    <a:pt x="0" y="0"/>
                  </a:moveTo>
                  <a:lnTo>
                    <a:pt x="2699859" y="0"/>
                  </a:lnTo>
                  <a:lnTo>
                    <a:pt x="2699859" y="1149462"/>
                  </a:lnTo>
                  <a:lnTo>
                    <a:pt x="0" y="1149462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21651" tIns="121651" rIns="121651" bIns="121651" numCol="1" spcCol="1270" rtlCol="1" anchor="ctr" anchorCtr="0">
              <a:noAutofit/>
            </a:bodyPr>
            <a:lstStyle/>
            <a:p>
              <a:pPr marL="0" lvl="0" indent="0" algn="r" defTabSz="977900" rtl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ar" sz="2400" kern="1200" dirty="0">
                  <a:latin typeface="Sakkal Majalla" panose="02000000000000000000" pitchFamily="2" charset="-78"/>
                  <a:cs typeface="Sakkal Majalla" panose="02000000000000000000" pitchFamily="2" charset="-78"/>
                </a:rPr>
                <a:t>ب1 مصادر جمع البيانات وعرضها</a:t>
              </a:r>
              <a:endParaRPr lang="en-US" sz="2400" kern="1200" dirty="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EAAA43B1-6EC6-FE08-EC75-6A9FAF6F895D}"/>
                </a:ext>
              </a:extLst>
            </p:cNvPr>
            <p:cNvSpPr/>
            <p:nvPr/>
          </p:nvSpPr>
          <p:spPr>
            <a:xfrm>
              <a:off x="468312" y="5070147"/>
              <a:ext cx="4027488" cy="1149462"/>
            </a:xfrm>
            <a:prstGeom prst="roundRect">
              <a:avLst>
                <a:gd name="adj" fmla="val 10000"/>
              </a:avLst>
            </a:prstGeom>
          </p:spPr>
          <p:style>
            <a:lnRef idx="0">
              <a:schemeClr val="accent2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10" name="Rectangle 9" descr="Head with Gears">
              <a:extLst>
                <a:ext uri="{FF2B5EF4-FFF2-40B4-BE49-F238E27FC236}">
                  <a16:creationId xmlns:a16="http://schemas.microsoft.com/office/drawing/2014/main" id="{429E14E0-9B8A-0402-FD0A-A1696ACC977B}"/>
                </a:ext>
              </a:extLst>
            </p:cNvPr>
            <p:cNvSpPr/>
            <p:nvPr/>
          </p:nvSpPr>
          <p:spPr>
            <a:xfrm flipH="1">
              <a:off x="816024" y="5328776"/>
              <a:ext cx="632204" cy="632204"/>
            </a:xfrm>
            <a:prstGeom prst="rect">
              <a:avLst/>
            </a:prstGeom>
            <a:blipFill>
              <a:blip r:embed="rId8">
                <a:extLst>
                  <a:ext uri="{28A0092B-C50C-407E-A947-70E740481C1C}">
                    <a14:useLocalDpi xmlns:a14="http://schemas.microsoft.com/office/drawing/2010/main"/>
                  </a:ex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8A3C114C-BBCE-27A6-DD31-235EF26F3AEA}"/>
                </a:ext>
              </a:extLst>
            </p:cNvPr>
            <p:cNvSpPr/>
            <p:nvPr/>
          </p:nvSpPr>
          <p:spPr>
            <a:xfrm>
              <a:off x="1795940" y="5070147"/>
              <a:ext cx="2699859" cy="1149462"/>
            </a:xfrm>
            <a:custGeom>
              <a:avLst/>
              <a:gdLst>
                <a:gd name="connsiteX0" fmla="*/ 0 w 2699859"/>
                <a:gd name="connsiteY0" fmla="*/ 0 h 1149462"/>
                <a:gd name="connsiteX1" fmla="*/ 2699859 w 2699859"/>
                <a:gd name="connsiteY1" fmla="*/ 0 h 1149462"/>
                <a:gd name="connsiteX2" fmla="*/ 2699859 w 2699859"/>
                <a:gd name="connsiteY2" fmla="*/ 1149462 h 1149462"/>
                <a:gd name="connsiteX3" fmla="*/ 0 w 2699859"/>
                <a:gd name="connsiteY3" fmla="*/ 1149462 h 1149462"/>
                <a:gd name="connsiteX4" fmla="*/ 0 w 2699859"/>
                <a:gd name="connsiteY4" fmla="*/ 0 h 11494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99859" h="1149462">
                  <a:moveTo>
                    <a:pt x="0" y="0"/>
                  </a:moveTo>
                  <a:lnTo>
                    <a:pt x="2699859" y="0"/>
                  </a:lnTo>
                  <a:lnTo>
                    <a:pt x="2699859" y="1149462"/>
                  </a:lnTo>
                  <a:lnTo>
                    <a:pt x="0" y="1149462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21651" tIns="121651" rIns="121651" bIns="121651" numCol="1" spcCol="1270" rtlCol="1" anchor="ctr" anchorCtr="0">
              <a:noAutofit/>
            </a:bodyPr>
            <a:lstStyle/>
            <a:p>
              <a:pPr marL="0" lvl="0" indent="0" algn="r" defTabSz="977900" rtl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ar" sz="2400" kern="1200" dirty="0">
                  <a:latin typeface="Sakkal Majalla" panose="02000000000000000000" pitchFamily="2" charset="-78"/>
                  <a:cs typeface="Sakkal Majalla" panose="02000000000000000000" pitchFamily="2" charset="-78"/>
                </a:rPr>
                <a:t>ب2 تقنيات تحليل البيانات بشكل فعال لأغراض الشركة</a:t>
              </a:r>
              <a:endParaRPr lang="en-US" sz="2400" kern="1200" dirty="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</p:grpSp>
      <p:sp>
        <p:nvSpPr>
          <p:cNvPr id="12" name="Footer Placeholder 2">
            <a:extLst>
              <a:ext uri="{FF2B5EF4-FFF2-40B4-BE49-F238E27FC236}">
                <a16:creationId xmlns:a16="http://schemas.microsoft.com/office/drawing/2014/main" id="{C16B4949-DCB7-D33B-D6E3-B4BB48DBCE47}"/>
              </a:ext>
            </a:extLst>
          </p:cNvPr>
          <p:cNvSpPr txBox="1">
            <a:spLocks/>
          </p:cNvSpPr>
          <p:nvPr/>
        </p:nvSpPr>
        <p:spPr bwMode="auto">
          <a:xfrm>
            <a:off x="35496" y="6603206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/>
          </a:bodyPr>
          <a:lstStyle>
            <a:defPPr>
              <a:defRPr lang="en-GB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9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A103000398478</a:t>
            </a:r>
            <a:endParaRPr lang="ar" sz="900" dirty="0"/>
          </a:p>
        </p:txBody>
      </p:sp>
    </p:spTree>
    <p:extLst>
      <p:ext uri="{BB962C8B-B14F-4D97-AF65-F5344CB8AC3E}">
        <p14:creationId xmlns:p14="http://schemas.microsoft.com/office/powerpoint/2010/main" val="3621417310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24A518-8265-7BEE-E761-293445587D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2">
            <a:extLst>
              <a:ext uri="{FF2B5EF4-FFF2-40B4-BE49-F238E27FC236}">
                <a16:creationId xmlns:a16="http://schemas.microsoft.com/office/drawing/2014/main" id="{BBD9AA95-2DE4-103F-269B-02E7753AE7D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195200"/>
            <a:ext cx="8229600" cy="505608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  <a:normAutofit/>
          </a:bodyPr>
          <a:lstStyle/>
          <a:p>
            <a:pPr rtl="1">
              <a:lnSpc>
                <a:spcPct val="90000"/>
              </a:lnSpc>
            </a:pPr>
            <a:r>
              <a:rPr lang="ar" sz="2200" b="1" dirty="0"/>
              <a:t>ب1 مصادر جمع البيانات وعرضها (1) </a:t>
            </a:r>
            <a:endParaRPr lang="en-GB" altLang="en-US" sz="2200" dirty="0"/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B14614C6-2432-8631-B5B8-DB84124C4C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38224" y="1753139"/>
            <a:ext cx="3948576" cy="24981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defTabSz="431800" rtl="1">
              <a:spcBef>
                <a:spcPct val="20000"/>
              </a:spcBef>
            </a:pPr>
            <a:r>
              <a:rPr lang="ar" dirty="0">
                <a:latin typeface="Sakkal Majalla" panose="02000000000000000000" pitchFamily="2" charset="-78"/>
                <a:cs typeface="Sakkal Majalla" panose="02000000000000000000" pitchFamily="2" charset="-78"/>
              </a:rPr>
              <a:t>لمساعدة مالك الشركة على الاختيار، ستحتاج إلى دراسة بيانات الشركة التي يقدمها.</a:t>
            </a:r>
          </a:p>
          <a:p>
            <a:pPr defTabSz="431800" rtl="1">
              <a:spcBef>
                <a:spcPct val="20000"/>
              </a:spcBef>
            </a:pPr>
            <a:r>
              <a:rPr lang="ar" dirty="0">
                <a:latin typeface="Sakkal Majalla" panose="02000000000000000000" pitchFamily="2" charset="-78"/>
                <a:cs typeface="Sakkal Majalla" panose="02000000000000000000" pitchFamily="2" charset="-78"/>
              </a:rPr>
              <a:t>وقد يشمل ذلك:</a:t>
            </a:r>
          </a:p>
          <a:p>
            <a:pPr marL="342900" indent="-342900" defTabSz="431800" rtl="1">
              <a:spcBef>
                <a:spcPct val="20000"/>
              </a:spcBef>
              <a:buFont typeface="Wingdings" pitchFamily="2" charset="2"/>
              <a:buChar char="§"/>
            </a:pPr>
            <a:r>
              <a:rPr lang="ar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البيانات التي جمعوها بأنفسهم (أولية)</a:t>
            </a:r>
          </a:p>
          <a:p>
            <a:pPr marL="342900" indent="-342900" defTabSz="431800" rtl="1">
              <a:spcBef>
                <a:spcPct val="20000"/>
              </a:spcBef>
              <a:buFont typeface="Wingdings" pitchFamily="2" charset="2"/>
              <a:buChar char="§"/>
            </a:pPr>
            <a:r>
              <a:rPr lang="ar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البيانات الحالية (الثانوية) الموجودة إما من داخل الشركة (الداخلية) وإما خارجها (الخارجية)</a:t>
            </a:r>
          </a:p>
          <a:p>
            <a:pPr defTabSz="431800" rtl="1">
              <a:spcBef>
                <a:spcPct val="20000"/>
              </a:spcBef>
            </a:pPr>
            <a:endParaRPr lang="en-US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243D4E92-BE77-DEC2-7D8B-08B9E2AFBF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6141039"/>
              </p:ext>
            </p:extLst>
          </p:nvPr>
        </p:nvGraphicFramePr>
        <p:xfrm>
          <a:off x="1331640" y="4862272"/>
          <a:ext cx="7321826" cy="1814829"/>
        </p:xfrm>
        <a:graphic>
          <a:graphicData uri="http://schemas.openxmlformats.org/drawingml/2006/table">
            <a:tbl>
              <a:tblPr rtl="1" firstRow="1" firstCol="1" bandRow="1">
                <a:tableStyleId>{5C22544A-7EE6-4342-B048-85BDC9FD1C3A}</a:tableStyleId>
              </a:tblPr>
              <a:tblGrid>
                <a:gridCol w="3625370">
                  <a:extLst>
                    <a:ext uri="{9D8B030D-6E8A-4147-A177-3AD203B41FA5}">
                      <a16:colId xmlns:a16="http://schemas.microsoft.com/office/drawing/2014/main" val="3758292313"/>
                    </a:ext>
                  </a:extLst>
                </a:gridCol>
                <a:gridCol w="1990399">
                  <a:extLst>
                    <a:ext uri="{9D8B030D-6E8A-4147-A177-3AD203B41FA5}">
                      <a16:colId xmlns:a16="http://schemas.microsoft.com/office/drawing/2014/main" val="2050913723"/>
                    </a:ext>
                  </a:extLst>
                </a:gridCol>
                <a:gridCol w="1706057">
                  <a:extLst>
                    <a:ext uri="{9D8B030D-6E8A-4147-A177-3AD203B41FA5}">
                      <a16:colId xmlns:a16="http://schemas.microsoft.com/office/drawing/2014/main" val="4156073811"/>
                    </a:ext>
                  </a:extLst>
                </a:gridCol>
              </a:tblGrid>
              <a:tr h="239231"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ar" sz="1400" dirty="0">
                          <a:solidFill>
                            <a:schemeClr val="accent6"/>
                          </a:solidFill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مصدر البيانات</a:t>
                      </a:r>
                      <a:endParaRPr lang="en-GB" sz="1400" dirty="0">
                        <a:solidFill>
                          <a:schemeClr val="accent6"/>
                        </a:solidFill>
                        <a:effectLst/>
                        <a:latin typeface="Sakkal Majalla" panose="02000000000000000000" pitchFamily="2" charset="-78"/>
                        <a:ea typeface="Calibri" panose="020F0502020204030204" pitchFamily="34" charset="0"/>
                        <a:cs typeface="Sakkal Majalla" panose="02000000000000000000" pitchFamily="2" charset="-78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ar" sz="1400" dirty="0">
                          <a:solidFill>
                            <a:schemeClr val="accent6"/>
                          </a:solidFill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داخلي</a:t>
                      </a:r>
                      <a:r>
                        <a:rPr lang="ar-SA" sz="1400" dirty="0">
                          <a:solidFill>
                            <a:schemeClr val="accent6"/>
                          </a:solidFill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ًّ</a:t>
                      </a:r>
                      <a:r>
                        <a:rPr lang="ar" sz="1400" dirty="0">
                          <a:solidFill>
                            <a:schemeClr val="accent6"/>
                          </a:solidFill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ا</a:t>
                      </a:r>
                      <a:endParaRPr lang="en-GB" sz="1400" dirty="0">
                        <a:solidFill>
                          <a:schemeClr val="accent6"/>
                        </a:solidFill>
                        <a:effectLst/>
                        <a:latin typeface="Sakkal Majalla" panose="02000000000000000000" pitchFamily="2" charset="-78"/>
                        <a:ea typeface="Calibri" panose="020F0502020204030204" pitchFamily="34" charset="0"/>
                        <a:cs typeface="Sakkal Majalla" panose="02000000000000000000" pitchFamily="2" charset="-78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ar" sz="1400" dirty="0">
                          <a:solidFill>
                            <a:schemeClr val="accent6"/>
                          </a:solidFill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خارجي</a:t>
                      </a:r>
                      <a:r>
                        <a:rPr lang="ar-SA" sz="1400" dirty="0">
                          <a:solidFill>
                            <a:schemeClr val="accent6"/>
                          </a:solidFill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ًّ</a:t>
                      </a:r>
                      <a:r>
                        <a:rPr lang="ar" sz="1400" dirty="0">
                          <a:solidFill>
                            <a:schemeClr val="accent6"/>
                          </a:solidFill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ا</a:t>
                      </a:r>
                      <a:endParaRPr lang="en-GB" sz="1400" dirty="0">
                        <a:solidFill>
                          <a:schemeClr val="accent6"/>
                        </a:solidFill>
                        <a:effectLst/>
                        <a:latin typeface="Sakkal Majalla" panose="02000000000000000000" pitchFamily="2" charset="-78"/>
                        <a:ea typeface="Calibri" panose="020F0502020204030204" pitchFamily="34" charset="0"/>
                        <a:cs typeface="Sakkal Majalla" panose="02000000000000000000" pitchFamily="2" charset="-78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37060455"/>
                  </a:ext>
                </a:extLst>
              </a:tr>
              <a:tr h="269463"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ar" sz="1400" dirty="0">
                          <a:solidFill>
                            <a:schemeClr val="accent6"/>
                          </a:solidFill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تقارير مندوبي المبيعات</a:t>
                      </a:r>
                      <a:endParaRPr lang="en-GB" sz="1400" dirty="0">
                        <a:solidFill>
                          <a:schemeClr val="accent6"/>
                        </a:solidFill>
                        <a:effectLst/>
                        <a:latin typeface="Sakkal Majalla" panose="02000000000000000000" pitchFamily="2" charset="-78"/>
                        <a:ea typeface="Calibri" panose="020F0502020204030204" pitchFamily="34" charset="0"/>
                        <a:cs typeface="Sakkal Majalla" panose="02000000000000000000" pitchFamily="2" charset="-78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ar" sz="1400" dirty="0">
                          <a:solidFill>
                            <a:schemeClr val="accent6"/>
                          </a:solidFill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  <a:sym typeface="Wingdings" pitchFamily="2" charset="2"/>
                        </a:rPr>
                        <a:t></a:t>
                      </a:r>
                      <a:endParaRPr lang="en-GB" sz="1400" dirty="0">
                        <a:solidFill>
                          <a:schemeClr val="accent6"/>
                        </a:solidFill>
                        <a:effectLst/>
                        <a:latin typeface="Sakkal Majalla" panose="02000000000000000000" pitchFamily="2" charset="-78"/>
                        <a:ea typeface="Calibri" panose="020F0502020204030204" pitchFamily="34" charset="0"/>
                        <a:cs typeface="Sakkal Majalla" panose="02000000000000000000" pitchFamily="2" charset="-78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ar" sz="1400" dirty="0">
                          <a:solidFill>
                            <a:schemeClr val="accent6"/>
                          </a:solidFill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 </a:t>
                      </a:r>
                      <a:endParaRPr lang="en-GB" sz="1400" dirty="0">
                        <a:solidFill>
                          <a:schemeClr val="accent6"/>
                        </a:solidFill>
                        <a:effectLst/>
                        <a:latin typeface="Sakkal Majalla" panose="02000000000000000000" pitchFamily="2" charset="-78"/>
                        <a:ea typeface="Calibri" panose="020F0502020204030204" pitchFamily="34" charset="0"/>
                        <a:cs typeface="Sakkal Majalla" panose="02000000000000000000" pitchFamily="2" charset="-78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93203542"/>
                  </a:ext>
                </a:extLst>
              </a:tr>
              <a:tr h="269463"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ar" sz="1400" dirty="0">
                          <a:solidFill>
                            <a:schemeClr val="accent6"/>
                          </a:solidFill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أبحاث تسويقية سابقة</a:t>
                      </a:r>
                      <a:endParaRPr lang="en-GB" sz="1400" dirty="0">
                        <a:solidFill>
                          <a:schemeClr val="accent6"/>
                        </a:solidFill>
                        <a:effectLst/>
                        <a:latin typeface="Sakkal Majalla" panose="02000000000000000000" pitchFamily="2" charset="-78"/>
                        <a:ea typeface="Calibri" panose="020F0502020204030204" pitchFamily="34" charset="0"/>
                        <a:cs typeface="Sakkal Majalla" panose="02000000000000000000" pitchFamily="2" charset="-78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ar" sz="1400" dirty="0">
                          <a:solidFill>
                            <a:schemeClr val="accent6"/>
                          </a:solidFill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  <a:sym typeface="Wingdings" pitchFamily="2" charset="2"/>
                        </a:rPr>
                        <a:t></a:t>
                      </a:r>
                      <a:endParaRPr lang="en-GB" sz="1400" dirty="0">
                        <a:solidFill>
                          <a:schemeClr val="accent6"/>
                        </a:solidFill>
                        <a:effectLst/>
                        <a:latin typeface="Sakkal Majalla" panose="02000000000000000000" pitchFamily="2" charset="-78"/>
                        <a:ea typeface="Calibri" panose="020F0502020204030204" pitchFamily="34" charset="0"/>
                        <a:cs typeface="Sakkal Majalla" panose="02000000000000000000" pitchFamily="2" charset="-78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ar" sz="1400" dirty="0">
                          <a:solidFill>
                            <a:schemeClr val="accent6"/>
                          </a:solidFill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 </a:t>
                      </a:r>
                      <a:endParaRPr lang="en-GB" sz="1400" dirty="0">
                        <a:solidFill>
                          <a:schemeClr val="accent6"/>
                        </a:solidFill>
                        <a:effectLst/>
                        <a:latin typeface="Sakkal Majalla" panose="02000000000000000000" pitchFamily="2" charset="-78"/>
                        <a:ea typeface="Calibri" panose="020F0502020204030204" pitchFamily="34" charset="0"/>
                        <a:cs typeface="Sakkal Majalla" panose="02000000000000000000" pitchFamily="2" charset="-78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31704227"/>
                  </a:ext>
                </a:extLst>
              </a:tr>
              <a:tr h="269463"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ar" sz="1400" dirty="0">
                          <a:solidFill>
                            <a:schemeClr val="accent6"/>
                          </a:solidFill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المجلات التجارية والمواقع الإلكترونية</a:t>
                      </a:r>
                      <a:endParaRPr lang="en-GB" sz="1400" dirty="0">
                        <a:solidFill>
                          <a:schemeClr val="accent6"/>
                        </a:solidFill>
                        <a:effectLst/>
                        <a:latin typeface="Sakkal Majalla" panose="02000000000000000000" pitchFamily="2" charset="-78"/>
                        <a:ea typeface="Calibri" panose="020F0502020204030204" pitchFamily="34" charset="0"/>
                        <a:cs typeface="Sakkal Majalla" panose="02000000000000000000" pitchFamily="2" charset="-78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ar" sz="1400" dirty="0">
                          <a:solidFill>
                            <a:schemeClr val="accent6"/>
                          </a:solidFill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 </a:t>
                      </a:r>
                      <a:endParaRPr lang="en-GB" sz="1400" dirty="0">
                        <a:solidFill>
                          <a:schemeClr val="accent6"/>
                        </a:solidFill>
                        <a:effectLst/>
                        <a:latin typeface="Sakkal Majalla" panose="02000000000000000000" pitchFamily="2" charset="-78"/>
                        <a:ea typeface="Calibri" panose="020F0502020204030204" pitchFamily="34" charset="0"/>
                        <a:cs typeface="Sakkal Majalla" panose="02000000000000000000" pitchFamily="2" charset="-78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ar" sz="1400" dirty="0">
                          <a:solidFill>
                            <a:schemeClr val="accent6"/>
                          </a:solidFill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  <a:sym typeface="Wingdings" pitchFamily="2" charset="2"/>
                        </a:rPr>
                        <a:t></a:t>
                      </a:r>
                      <a:endParaRPr lang="en-GB" sz="1400" dirty="0">
                        <a:solidFill>
                          <a:schemeClr val="accent6"/>
                        </a:solidFill>
                        <a:effectLst/>
                        <a:latin typeface="Sakkal Majalla" panose="02000000000000000000" pitchFamily="2" charset="-78"/>
                        <a:ea typeface="Calibri" panose="020F0502020204030204" pitchFamily="34" charset="0"/>
                        <a:cs typeface="Sakkal Majalla" panose="02000000000000000000" pitchFamily="2" charset="-78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50196957"/>
                  </a:ext>
                </a:extLst>
              </a:tr>
              <a:tr h="269463"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ar" sz="1400" dirty="0">
                          <a:solidFill>
                            <a:schemeClr val="accent6"/>
                          </a:solidFill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الكتب والصحف</a:t>
                      </a:r>
                      <a:endParaRPr lang="en-GB" sz="1400" dirty="0">
                        <a:solidFill>
                          <a:schemeClr val="accent6"/>
                        </a:solidFill>
                        <a:effectLst/>
                        <a:latin typeface="Sakkal Majalla" panose="02000000000000000000" pitchFamily="2" charset="-78"/>
                        <a:ea typeface="Calibri" panose="020F0502020204030204" pitchFamily="34" charset="0"/>
                        <a:cs typeface="Sakkal Majalla" panose="02000000000000000000" pitchFamily="2" charset="-78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ar" sz="1400" dirty="0">
                          <a:solidFill>
                            <a:schemeClr val="accent6"/>
                          </a:solidFill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 </a:t>
                      </a:r>
                      <a:endParaRPr lang="en-GB" sz="1400" dirty="0">
                        <a:solidFill>
                          <a:schemeClr val="accent6"/>
                        </a:solidFill>
                        <a:effectLst/>
                        <a:latin typeface="Sakkal Majalla" panose="02000000000000000000" pitchFamily="2" charset="-78"/>
                        <a:ea typeface="Calibri" panose="020F0502020204030204" pitchFamily="34" charset="0"/>
                        <a:cs typeface="Sakkal Majalla" panose="02000000000000000000" pitchFamily="2" charset="-78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ar" sz="1400" dirty="0">
                          <a:solidFill>
                            <a:schemeClr val="accent6"/>
                          </a:solidFill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  <a:sym typeface="Wingdings" pitchFamily="2" charset="2"/>
                        </a:rPr>
                        <a:t></a:t>
                      </a:r>
                      <a:endParaRPr lang="en-GB" sz="1400" dirty="0">
                        <a:solidFill>
                          <a:schemeClr val="accent6"/>
                        </a:solidFill>
                        <a:effectLst/>
                        <a:latin typeface="Sakkal Majalla" panose="02000000000000000000" pitchFamily="2" charset="-78"/>
                        <a:ea typeface="Calibri" panose="020F0502020204030204" pitchFamily="34" charset="0"/>
                        <a:cs typeface="Sakkal Majalla" panose="02000000000000000000" pitchFamily="2" charset="-78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60997669"/>
                  </a:ext>
                </a:extLst>
              </a:tr>
              <a:tr h="216072"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ar" sz="1400" dirty="0">
                          <a:solidFill>
                            <a:schemeClr val="accent6"/>
                          </a:solidFill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التقارير ذات الصلة بالمجال</a:t>
                      </a:r>
                      <a:endParaRPr lang="en-GB" sz="1400" dirty="0">
                        <a:solidFill>
                          <a:schemeClr val="accent6"/>
                        </a:solidFill>
                        <a:effectLst/>
                        <a:latin typeface="Sakkal Majalla" panose="02000000000000000000" pitchFamily="2" charset="-78"/>
                        <a:ea typeface="Calibri" panose="020F0502020204030204" pitchFamily="34" charset="0"/>
                        <a:cs typeface="Sakkal Majalla" panose="02000000000000000000" pitchFamily="2" charset="-78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ar" sz="1400" dirty="0">
                          <a:solidFill>
                            <a:schemeClr val="accent6"/>
                          </a:solidFill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 </a:t>
                      </a:r>
                      <a:endParaRPr lang="en-GB" sz="1400" dirty="0">
                        <a:solidFill>
                          <a:schemeClr val="accent6"/>
                        </a:solidFill>
                        <a:effectLst/>
                        <a:latin typeface="Sakkal Majalla" panose="02000000000000000000" pitchFamily="2" charset="-78"/>
                        <a:ea typeface="Calibri" panose="020F0502020204030204" pitchFamily="34" charset="0"/>
                        <a:cs typeface="Sakkal Majalla" panose="02000000000000000000" pitchFamily="2" charset="-78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ar" sz="1400" dirty="0">
                          <a:solidFill>
                            <a:schemeClr val="accent6"/>
                          </a:solidFill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  <a:sym typeface="Wingdings" pitchFamily="2" charset="2"/>
                        </a:rPr>
                        <a:t></a:t>
                      </a:r>
                      <a:endParaRPr lang="en-GB" sz="1400" dirty="0">
                        <a:solidFill>
                          <a:schemeClr val="accent6"/>
                        </a:solidFill>
                        <a:effectLst/>
                        <a:latin typeface="Sakkal Majalla" panose="02000000000000000000" pitchFamily="2" charset="-78"/>
                        <a:ea typeface="Calibri" panose="020F0502020204030204" pitchFamily="34" charset="0"/>
                        <a:cs typeface="Sakkal Majalla" panose="02000000000000000000" pitchFamily="2" charset="-78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47086077"/>
                  </a:ext>
                </a:extLst>
              </a:tr>
              <a:tr h="269463"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ar" sz="1400" dirty="0">
                          <a:solidFill>
                            <a:schemeClr val="accent6"/>
                          </a:solidFill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بيانات التعداد السكاني والسجلات العامة</a:t>
                      </a:r>
                      <a:endParaRPr lang="en-GB" sz="1400" dirty="0">
                        <a:solidFill>
                          <a:schemeClr val="accent6"/>
                        </a:solidFill>
                        <a:effectLst/>
                        <a:latin typeface="Sakkal Majalla" panose="02000000000000000000" pitchFamily="2" charset="-78"/>
                        <a:ea typeface="Calibri" panose="020F0502020204030204" pitchFamily="34" charset="0"/>
                        <a:cs typeface="Sakkal Majalla" panose="02000000000000000000" pitchFamily="2" charset="-78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ar" sz="1400" dirty="0">
                          <a:solidFill>
                            <a:schemeClr val="accent6"/>
                          </a:solidFill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 </a:t>
                      </a:r>
                      <a:endParaRPr lang="en-GB" sz="1400" dirty="0">
                        <a:solidFill>
                          <a:schemeClr val="accent6"/>
                        </a:solidFill>
                        <a:effectLst/>
                        <a:latin typeface="Sakkal Majalla" panose="02000000000000000000" pitchFamily="2" charset="-78"/>
                        <a:ea typeface="Calibri" panose="020F0502020204030204" pitchFamily="34" charset="0"/>
                        <a:cs typeface="Sakkal Majalla" panose="02000000000000000000" pitchFamily="2" charset="-78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ar" sz="1400" dirty="0">
                          <a:solidFill>
                            <a:schemeClr val="accent6"/>
                          </a:solidFill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  <a:sym typeface="Wingdings" pitchFamily="2" charset="2"/>
                        </a:rPr>
                        <a:t></a:t>
                      </a:r>
                      <a:endParaRPr lang="en-GB" sz="1400" dirty="0">
                        <a:solidFill>
                          <a:schemeClr val="accent6"/>
                        </a:solidFill>
                        <a:effectLst/>
                        <a:latin typeface="Sakkal Majalla" panose="02000000000000000000" pitchFamily="2" charset="-78"/>
                        <a:ea typeface="Calibri" panose="020F0502020204030204" pitchFamily="34" charset="0"/>
                        <a:cs typeface="Sakkal Majalla" panose="02000000000000000000" pitchFamily="2" charset="-78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23997083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8F289A75-0DF3-F844-6778-0F226DDD7B17}"/>
              </a:ext>
            </a:extLst>
          </p:cNvPr>
          <p:cNvSpPr txBox="1"/>
          <p:nvPr/>
        </p:nvSpPr>
        <p:spPr>
          <a:xfrm>
            <a:off x="611559" y="3595727"/>
            <a:ext cx="3285729" cy="1200329"/>
          </a:xfrm>
          <a:prstGeom prst="rect">
            <a:avLst/>
          </a:prstGeom>
          <a:gradFill>
            <a:gsLst>
              <a:gs pos="0">
                <a:schemeClr val="accent6">
                  <a:lumMod val="20000"/>
                  <a:lumOff val="80000"/>
                </a:schemeClr>
              </a:gs>
              <a:gs pos="86000">
                <a:schemeClr val="accent5"/>
              </a:gs>
              <a:gs pos="100000">
                <a:schemeClr val="accent5"/>
              </a:gs>
            </a:gsLst>
            <a:lin ang="2700000" scaled="1"/>
          </a:gradFill>
        </p:spPr>
        <p:txBody>
          <a:bodyPr wrap="square" rtlCol="1">
            <a:spAutoFit/>
          </a:bodyPr>
          <a:lstStyle/>
          <a:p>
            <a:pPr rtl="1"/>
            <a:r>
              <a:rPr lang="ar" b="1" dirty="0">
                <a:effectLst/>
                <a:latin typeface="OpenSans"/>
                <a:cs typeface="Sakkal Majalla" panose="02000000000000000000" pitchFamily="2" charset="-78"/>
              </a:rPr>
              <a:t>تذكر</a:t>
            </a:r>
          </a:p>
          <a:p>
            <a:pPr rtl="1"/>
            <a:r>
              <a:rPr lang="ar" dirty="0">
                <a:latin typeface="OpenSans"/>
                <a:cs typeface="Sakkal Majalla" panose="02000000000000000000" pitchFamily="2" charset="-78"/>
              </a:rPr>
              <a:t>قد تُحدد الطريقة التي تخزن بها الشركة البيانات والمعلومات </a:t>
            </a:r>
            <a:r>
              <a:rPr lang="ar" dirty="0">
                <a:effectLst/>
                <a:latin typeface="OpenSans"/>
                <a:cs typeface="Sakkal Majalla" panose="02000000000000000000" pitchFamily="2" charset="-78"/>
              </a:rPr>
              <a:t> الحساسة بناء على المتطلبات القانونية المعمول بها في البلد . </a:t>
            </a:r>
            <a:endParaRPr lang="en-GB" dirty="0">
              <a:effectLst/>
              <a:latin typeface="SymbolMT"/>
              <a:cs typeface="Sakkal Majalla" panose="02000000000000000000" pitchFamily="2" charset="-78"/>
            </a:endParaRPr>
          </a:p>
        </p:txBody>
      </p:sp>
      <p:pic>
        <p:nvPicPr>
          <p:cNvPr id="3" name="Picture 2" descr="A hand holding a magnifying glass over papers&#10;&#10;Description automatically generated">
            <a:extLst>
              <a:ext uri="{FF2B5EF4-FFF2-40B4-BE49-F238E27FC236}">
                <a16:creationId xmlns:a16="http://schemas.microsoft.com/office/drawing/2014/main" id="{5EB200B1-91D4-F198-7F7F-2F741519680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1560" y="1700808"/>
            <a:ext cx="3285728" cy="1807150"/>
          </a:xfrm>
          <a:prstGeom prst="rect">
            <a:avLst/>
          </a:prstGeom>
        </p:spPr>
      </p:pic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45B18A50-7710-4EEB-0C6D-591850B487FA}"/>
              </a:ext>
            </a:extLst>
          </p:cNvPr>
          <p:cNvSpPr txBox="1">
            <a:spLocks/>
          </p:cNvSpPr>
          <p:nvPr/>
        </p:nvSpPr>
        <p:spPr bwMode="auto">
          <a:xfrm>
            <a:off x="35496" y="6603206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/>
          </a:bodyPr>
          <a:lstStyle>
            <a:defPPr>
              <a:defRPr lang="en-GB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9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A103000398478</a:t>
            </a:r>
            <a:endParaRPr lang="ar" sz="900" dirty="0"/>
          </a:p>
        </p:txBody>
      </p:sp>
    </p:spTree>
    <p:extLst>
      <p:ext uri="{BB962C8B-B14F-4D97-AF65-F5344CB8AC3E}">
        <p14:creationId xmlns:p14="http://schemas.microsoft.com/office/powerpoint/2010/main" val="683332677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B26A80-950D-8A9D-309D-AF2FD05DDC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2">
            <a:extLst>
              <a:ext uri="{FF2B5EF4-FFF2-40B4-BE49-F238E27FC236}">
                <a16:creationId xmlns:a16="http://schemas.microsoft.com/office/drawing/2014/main" id="{5D258481-1F53-42C7-1851-7A1147DB5CC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00416" y="1195200"/>
            <a:ext cx="8186383" cy="361592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b" anchorCtr="0" compatLnSpc="1">
            <a:prstTxWarp prst="textNoShape">
              <a:avLst/>
            </a:prstTxWarp>
            <a:noAutofit/>
          </a:bodyPr>
          <a:lstStyle/>
          <a:p>
            <a:pPr algn="ctr" rtl="1">
              <a:lnSpc>
                <a:spcPct val="90000"/>
              </a:lnSpc>
            </a:pPr>
            <a:r>
              <a:rPr lang="ar" sz="2200" dirty="0"/>
              <a:t>ب1 مصادر جمع البيانات وعرضها (2) </a:t>
            </a:r>
            <a:endParaRPr lang="en-GB" altLang="en-US" sz="22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63D57C6-32E4-6FD8-AC55-BF634974E98C}"/>
              </a:ext>
            </a:extLst>
          </p:cNvPr>
          <p:cNvSpPr txBox="1"/>
          <p:nvPr/>
        </p:nvSpPr>
        <p:spPr bwMode="auto">
          <a:xfrm>
            <a:off x="5148064" y="1772816"/>
            <a:ext cx="3672687" cy="302433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/>
          </a:bodyPr>
          <a:lstStyle/>
          <a:p>
            <a:pPr marL="285750" indent="-285750" defTabSz="431800" rtl="1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ar" sz="2000" dirty="0">
                <a:latin typeface="Sakkal Majalla" panose="02000000000000000000" pitchFamily="2" charset="-78"/>
                <a:ea typeface="Arial" charset="0"/>
                <a:cs typeface="Sakkal Majalla" panose="02000000000000000000" pitchFamily="2" charset="-78"/>
              </a:rPr>
              <a:t>يمكن عرض البيانات والتنبؤات العددية بأشكال عديدة. مثل الرسوم البيانية الخطية والرسوم البيانية الدائرية ومخططات الأعمدة الأفقية والمخططات البيانية والمدرّج التكراري ومخطط الانتشار.</a:t>
            </a:r>
          </a:p>
          <a:p>
            <a:pPr marL="285750" indent="-285750" defTabSz="431800" rtl="1"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ar" sz="2000" dirty="0">
                <a:latin typeface="Sakkal Majalla" panose="02000000000000000000" pitchFamily="2" charset="-78"/>
                <a:ea typeface="Arial" charset="0"/>
                <a:cs typeface="Sakkal Majalla" panose="02000000000000000000" pitchFamily="2" charset="-78"/>
              </a:rPr>
              <a:t>يمكن استخدام خطوط الاتجاه الخطي التي تظهر الزيادة أو النقصان المتوقع في اتجاهات السوق.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789335E-38FD-9E11-DCAF-E596D54D429B}"/>
              </a:ext>
            </a:extLst>
          </p:cNvPr>
          <p:cNvGrpSpPr/>
          <p:nvPr/>
        </p:nvGrpSpPr>
        <p:grpSpPr>
          <a:xfrm flipH="1">
            <a:off x="5364088" y="4509120"/>
            <a:ext cx="3357276" cy="1872208"/>
            <a:chOff x="0" y="353532"/>
            <a:chExt cx="2626266" cy="1538882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22377D3-DF44-4131-7E40-0F2C4436575F}"/>
                </a:ext>
              </a:extLst>
            </p:cNvPr>
            <p:cNvSpPr/>
            <p:nvPr/>
          </p:nvSpPr>
          <p:spPr>
            <a:xfrm>
              <a:off x="0" y="353532"/>
              <a:ext cx="2564804" cy="1538882"/>
            </a:xfrm>
            <a:prstGeom prst="rect">
              <a:avLst/>
            </a:prstGeom>
            <a:gradFill rotWithShape="0">
              <a:gsLst>
                <a:gs pos="0">
                  <a:schemeClr val="accent2">
                    <a:lumMod val="20000"/>
                    <a:lumOff val="80000"/>
                  </a:schemeClr>
                </a:gs>
                <a:gs pos="80000">
                  <a:schemeClr val="accent1">
                    <a:hueOff val="0"/>
                    <a:satOff val="0"/>
                    <a:lumOff val="0"/>
                    <a:alphaOff val="0"/>
                    <a:shade val="93000"/>
                    <a:satMod val="130000"/>
                  </a:schemeClr>
                </a:gs>
                <a:gs pos="100000">
                  <a:schemeClr val="accent1">
                    <a:hueOff val="0"/>
                    <a:satOff val="0"/>
                    <a:lumOff val="0"/>
                    <a:alphaOff val="0"/>
                    <a:shade val="94000"/>
                    <a:satMod val="135000"/>
                  </a:schemeClr>
                </a:gs>
              </a:gsLst>
            </a:gradFill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rgbClr r="0" g="0" b="0"/>
            </a:fillRef>
            <a:effectRef idx="3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rtlCol="1"/>
            <a:lstStyle/>
            <a:p>
              <a:pPr rtl="1"/>
              <a:endParaRPr lang="en-US" dirty="0">
                <a:latin typeface="Sakkal Majalla" panose="02000000000000000000" pitchFamily="2" charset="-78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C77B05B-C211-6988-5B7E-22CD534B642D}"/>
                </a:ext>
              </a:extLst>
            </p:cNvPr>
            <p:cNvSpPr txBox="1"/>
            <p:nvPr/>
          </p:nvSpPr>
          <p:spPr>
            <a:xfrm>
              <a:off x="61462" y="353532"/>
              <a:ext cx="2564804" cy="153888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0010" tIns="80010" rIns="80010" bIns="80010" numCol="1" spcCol="1270" rtlCol="1" anchor="ctr" anchorCtr="0">
              <a:noAutofit/>
            </a:bodyPr>
            <a:lstStyle/>
            <a:p>
              <a:pPr rtl="1"/>
              <a:r>
                <a:rPr lang="ar" sz="2000" b="1" dirty="0">
                  <a:solidFill>
                    <a:srgbClr val="7030A0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مناقشة</a:t>
              </a:r>
            </a:p>
            <a:p>
              <a:pPr rtl="1"/>
              <a:r>
                <a:rPr lang="ar" sz="2000" dirty="0">
                  <a:solidFill>
                    <a:srgbClr val="7030A0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ما القيمة والقيود المحتملة لاستخدام توقعات البيانات كأساس لاتخاذ القرارات؟</a:t>
              </a:r>
            </a:p>
          </p:txBody>
        </p:sp>
      </p:grpSp>
      <p:pic>
        <p:nvPicPr>
          <p:cNvPr id="4" name="Picture 3" descr="A collection of charts and graphs&#10;&#10;Description automatically generated">
            <a:extLst>
              <a:ext uri="{FF2B5EF4-FFF2-40B4-BE49-F238E27FC236}">
                <a16:creationId xmlns:a16="http://schemas.microsoft.com/office/drawing/2014/main" id="{297CC69A-9C95-4B8E-212B-D27FB1168C5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17848" y="2132856"/>
            <a:ext cx="3998168" cy="3998168"/>
          </a:xfrm>
          <a:prstGeom prst="rect">
            <a:avLst/>
          </a:prstGeom>
        </p:spPr>
      </p:pic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86478358-F77C-A7F2-21B2-C40CA5692349}"/>
              </a:ext>
            </a:extLst>
          </p:cNvPr>
          <p:cNvSpPr txBox="1">
            <a:spLocks/>
          </p:cNvSpPr>
          <p:nvPr/>
        </p:nvSpPr>
        <p:spPr bwMode="auto">
          <a:xfrm>
            <a:off x="35496" y="6603206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/>
          </a:bodyPr>
          <a:lstStyle>
            <a:defPPr>
              <a:defRPr lang="en-GB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9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A103000398478</a:t>
            </a:r>
            <a:endParaRPr lang="ar" sz="900" dirty="0"/>
          </a:p>
        </p:txBody>
      </p:sp>
    </p:spTree>
    <p:extLst>
      <p:ext uri="{BB962C8B-B14F-4D97-AF65-F5344CB8AC3E}">
        <p14:creationId xmlns:p14="http://schemas.microsoft.com/office/powerpoint/2010/main" val="2825405860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860A35-58D6-FE3A-F09B-24C603645F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2">
            <a:extLst>
              <a:ext uri="{FF2B5EF4-FFF2-40B4-BE49-F238E27FC236}">
                <a16:creationId xmlns:a16="http://schemas.microsoft.com/office/drawing/2014/main" id="{EFF5C97C-26B4-3B71-45B3-111C90CBE52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341463"/>
            <a:ext cx="8229600" cy="4336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  <a:noAutofit/>
          </a:bodyPr>
          <a:lstStyle/>
          <a:p>
            <a:pPr algn="ctr" rtl="1">
              <a:lnSpc>
                <a:spcPct val="90000"/>
              </a:lnSpc>
            </a:pPr>
            <a:r>
              <a:rPr lang="ar" sz="2200" b="1" dirty="0"/>
              <a:t>ب2 تقنيات تحليل البيانات بشكل فعال لأغراض الشركة </a:t>
            </a:r>
            <a:br>
              <a:rPr lang="en-US" altLang="en-US" sz="2200" dirty="0"/>
            </a:br>
            <a:endParaRPr lang="en-GB" altLang="en-US" sz="2200" dirty="0"/>
          </a:p>
        </p:txBody>
      </p:sp>
      <p:sp>
        <p:nvSpPr>
          <p:cNvPr id="34823" name="Text Placeholder 2">
            <a:extLst>
              <a:ext uri="{FF2B5EF4-FFF2-40B4-BE49-F238E27FC236}">
                <a16:creationId xmlns:a16="http://schemas.microsoft.com/office/drawing/2014/main" id="{768B4E74-55BF-8B83-0435-7A9DD126CD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031324" y="3644776"/>
            <a:ext cx="3528392" cy="452383"/>
          </a:xfrm>
          <a:gradFill>
            <a:gsLst>
              <a:gs pos="0">
                <a:schemeClr val="accent5">
                  <a:lumMod val="90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 rtlCol="1"/>
          <a:lstStyle/>
          <a:p>
            <a:pPr algn="ctr" rtl="1"/>
            <a:r>
              <a:rPr lang="ar" sz="2600" dirty="0"/>
              <a:t>التقنيات المستخدمة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1FA1562-929F-F859-F80E-118D02B375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520" y="2153012"/>
            <a:ext cx="4440732" cy="4300323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20000"/>
                  <a:lumOff val="80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2700000" scaled="1"/>
            <a:tileRect/>
          </a:gradFill>
          <a:ln>
            <a:noFill/>
          </a:ln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457200" indent="-457200" rtl="1">
              <a:lnSpc>
                <a:spcPct val="120000"/>
              </a:lnSpc>
              <a:spcBef>
                <a:spcPct val="20000"/>
              </a:spcBef>
              <a:buFont typeface="+mj-lt"/>
              <a:buAutoNum type="arabicPeriod"/>
            </a:pPr>
            <a:r>
              <a:rPr lang="ar" dirty="0">
                <a:latin typeface="Sakkal Majalla" panose="02000000000000000000" pitchFamily="2" charset="-78"/>
                <a:cs typeface="Sakkal Majalla" panose="02000000000000000000" pitchFamily="2" charset="-78"/>
              </a:rPr>
              <a:t>لحساب المتوسط (المعدل)، الوسيط (القيمة الوسطى)، والمنوال (القيمة الأكثر تكرارًا)</a:t>
            </a:r>
          </a:p>
          <a:p>
            <a:pPr marL="457200" indent="-457200" rtl="1">
              <a:lnSpc>
                <a:spcPct val="120000"/>
              </a:lnSpc>
              <a:spcBef>
                <a:spcPct val="20000"/>
              </a:spcBef>
              <a:buFont typeface="+mj-lt"/>
              <a:buAutoNum type="arabicPeriod"/>
            </a:pPr>
            <a:r>
              <a:rPr lang="ar" dirty="0">
                <a:latin typeface="Sakkal Majalla" panose="02000000000000000000" pitchFamily="2" charset="-78"/>
                <a:cs typeface="Sakkal Majalla" panose="02000000000000000000" pitchFamily="2" charset="-78"/>
              </a:rPr>
              <a:t>لوصف انتشار البيانات حول قيمة مركزية (المتوسط، الوسيط أو المنوال)، على سبيل المثال، الانحراف المعياري، ويُستخدم عادةً في العمليات الإحصائية، مثل التحكم في مستويات المخزون الاحتياطي. </a:t>
            </a:r>
          </a:p>
          <a:p>
            <a:pPr marL="457200" indent="-457200" rtl="1">
              <a:lnSpc>
                <a:spcPct val="120000"/>
              </a:lnSpc>
              <a:spcBef>
                <a:spcPct val="20000"/>
              </a:spcBef>
              <a:buFont typeface="+mj-lt"/>
              <a:buAutoNum type="arabicPeriod"/>
            </a:pPr>
            <a:r>
              <a:rPr lang="ar" dirty="0">
                <a:latin typeface="Sakkal Majalla" panose="02000000000000000000" pitchFamily="2" charset="-78"/>
                <a:cs typeface="Sakkal Majalla" panose="02000000000000000000" pitchFamily="2" charset="-78"/>
              </a:rPr>
              <a:t>لتنظيم أعداد توزيعات التردد وتقديمها كعروض مرئية حتى يمكن تفسير البيانات بسهولة أكبر</a:t>
            </a:r>
          </a:p>
          <a:p>
            <a:pPr marL="457200" indent="-457200" rtl="1">
              <a:lnSpc>
                <a:spcPct val="120000"/>
              </a:lnSpc>
              <a:spcBef>
                <a:spcPct val="20000"/>
              </a:spcBef>
              <a:buFont typeface="+mj-lt"/>
              <a:buAutoNum type="arabicPeriod"/>
            </a:pPr>
            <a:r>
              <a:rPr lang="ar" dirty="0">
                <a:latin typeface="Sakkal Majalla" panose="02000000000000000000" pitchFamily="2" charset="-78"/>
                <a:cs typeface="Sakkal Majalla" panose="02000000000000000000" pitchFamily="2" charset="-78"/>
              </a:rPr>
              <a:t>لتقسيم عدد نقاط البيانات إلى أجزاء متساوية، مثل الأرباع (4 أجزاء) والنسب المئوية (100 جزء)</a:t>
            </a:r>
          </a:p>
          <a:p>
            <a:pPr marL="457200" indent="-457200" rtl="1">
              <a:lnSpc>
                <a:spcPct val="120000"/>
              </a:lnSpc>
              <a:spcBef>
                <a:spcPct val="20000"/>
              </a:spcBef>
              <a:buFont typeface="+mj-lt"/>
              <a:buAutoNum type="arabicPeriod"/>
            </a:pPr>
            <a:r>
              <a:rPr lang="ar" dirty="0">
                <a:latin typeface="Sakkal Majalla" panose="02000000000000000000" pitchFamily="2" charset="-78"/>
                <a:cs typeface="Sakkal Majalla" panose="02000000000000000000" pitchFamily="2" charset="-78"/>
              </a:rPr>
              <a:t>لتقييم درجة الارتباط بين متغيرين أو عاملين أو مجموعات بيانات</a:t>
            </a:r>
          </a:p>
        </p:txBody>
      </p:sp>
      <p:sp>
        <p:nvSpPr>
          <p:cNvPr id="34825" name="Text Placeholder 4">
            <a:extLst>
              <a:ext uri="{FF2B5EF4-FFF2-40B4-BE49-F238E27FC236}">
                <a16:creationId xmlns:a16="http://schemas.microsoft.com/office/drawing/2014/main" id="{243FED95-3A52-23E5-B9B4-6E552D3264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251520" y="1754808"/>
            <a:ext cx="4440731" cy="433600"/>
          </a:xfrm>
          <a:solidFill>
            <a:schemeClr val="accent6">
              <a:lumMod val="20000"/>
              <a:lumOff val="80000"/>
            </a:schemeClr>
          </a:solidFill>
        </p:spPr>
        <p:txBody>
          <a:bodyPr rtlCol="1"/>
          <a:lstStyle/>
          <a:p>
            <a:pPr algn="ctr" rtl="1"/>
            <a:r>
              <a:rPr lang="ar" sz="2600" dirty="0"/>
              <a:t>ما الغرض من استخدام كل منها؟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589F9CC-28D8-B009-437B-1886EE7F24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3744" y="4104802"/>
            <a:ext cx="3509259" cy="2320719"/>
          </a:xfrm>
          <a:prstGeom prst="rect">
            <a:avLst/>
          </a:prstGeom>
          <a:gradFill>
            <a:gsLst>
              <a:gs pos="0">
                <a:schemeClr val="accent5"/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457200" indent="-457200" rtl="1">
              <a:lnSpc>
                <a:spcPct val="90000"/>
              </a:lnSpc>
              <a:spcBef>
                <a:spcPct val="20000"/>
              </a:spcBef>
              <a:buFont typeface="+mj-lt"/>
              <a:buAutoNum type="arabicPeriod"/>
            </a:pPr>
            <a:r>
              <a:rPr lang="ar" sz="2000" dirty="0">
                <a:effectLst/>
                <a:latin typeface="Sakkal Majalla" panose="02000000000000000000" pitchFamily="2" charset="-78"/>
                <a:cs typeface="Sakkal Majalla" panose="02000000000000000000" pitchFamily="2" charset="-78"/>
              </a:rPr>
              <a:t>القيم التمثيلية</a:t>
            </a:r>
          </a:p>
          <a:p>
            <a:pPr marL="457200" indent="-457200" rtl="1">
              <a:lnSpc>
                <a:spcPct val="90000"/>
              </a:lnSpc>
              <a:spcBef>
                <a:spcPct val="20000"/>
              </a:spcBef>
              <a:buFont typeface="+mj-lt"/>
              <a:buAutoNum type="arabicPeriod"/>
            </a:pPr>
            <a:r>
              <a:rPr lang="ar" sz="20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مقاييس التشتت </a:t>
            </a:r>
          </a:p>
          <a:p>
            <a:pPr marL="457200" indent="-457200" rtl="1">
              <a:lnSpc>
                <a:spcPct val="90000"/>
              </a:lnSpc>
              <a:spcBef>
                <a:spcPct val="20000"/>
              </a:spcBef>
              <a:buFont typeface="+mj-lt"/>
              <a:buAutoNum type="arabicPeriod"/>
            </a:pPr>
            <a:r>
              <a:rPr lang="ar" sz="2000" dirty="0">
                <a:effectLst/>
                <a:latin typeface="Sakkal Majalla" panose="02000000000000000000" pitchFamily="2" charset="-78"/>
                <a:cs typeface="Sakkal Majalla" panose="02000000000000000000" pitchFamily="2" charset="-78"/>
              </a:rPr>
              <a:t>توزيعات التردد</a:t>
            </a:r>
          </a:p>
          <a:p>
            <a:pPr marL="457200" indent="-457200" rtl="1">
              <a:lnSpc>
                <a:spcPct val="90000"/>
              </a:lnSpc>
              <a:spcBef>
                <a:spcPct val="20000"/>
              </a:spcBef>
              <a:buFont typeface="+mj-lt"/>
              <a:buAutoNum type="arabicPeriod"/>
            </a:pPr>
            <a:r>
              <a:rPr lang="ar" sz="2000" dirty="0">
                <a:effectLst/>
                <a:latin typeface="Sakkal Majalla" panose="02000000000000000000" pitchFamily="2" charset="-78"/>
                <a:cs typeface="Sakkal Majalla" panose="02000000000000000000" pitchFamily="2" charset="-78"/>
              </a:rPr>
              <a:t>الكميات</a:t>
            </a:r>
          </a:p>
          <a:p>
            <a:pPr marL="457200" indent="-457200" rtl="1">
              <a:lnSpc>
                <a:spcPct val="90000"/>
              </a:lnSpc>
              <a:spcBef>
                <a:spcPct val="20000"/>
              </a:spcBef>
              <a:buFont typeface="+mj-lt"/>
              <a:buAutoNum type="arabicPeriod"/>
            </a:pPr>
            <a:r>
              <a:rPr lang="ar" sz="2000" dirty="0">
                <a:effectLst/>
                <a:latin typeface="Sakkal Majalla" panose="02000000000000000000" pitchFamily="2" charset="-78"/>
                <a:cs typeface="Sakkal Majalla" panose="02000000000000000000" pitchFamily="2" charset="-78"/>
              </a:rPr>
              <a:t>معامل الارتباط</a:t>
            </a:r>
            <a:endParaRPr lang="en-US" altLang="en-US" sz="20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6E6CD6B-3055-4B8B-46C5-81159D47E93C}"/>
              </a:ext>
            </a:extLst>
          </p:cNvPr>
          <p:cNvSpPr txBox="1"/>
          <p:nvPr/>
        </p:nvSpPr>
        <p:spPr>
          <a:xfrm>
            <a:off x="5041593" y="1641123"/>
            <a:ext cx="3528392" cy="1200329"/>
          </a:xfrm>
          <a:prstGeom prst="rect">
            <a:avLst/>
          </a:prstGeom>
          <a:solidFill>
            <a:schemeClr val="accent5"/>
          </a:solidFill>
        </p:spPr>
        <p:txBody>
          <a:bodyPr wrap="square" rtlCol="1">
            <a:spAutoFit/>
          </a:bodyPr>
          <a:lstStyle/>
          <a:p>
            <a:pPr rtl="1"/>
            <a:r>
              <a:rPr lang="ar" dirty="0">
                <a:latin typeface="Sakkal Majalla" panose="02000000000000000000" pitchFamily="2" charset="-78"/>
                <a:cs typeface="Sakkal Majalla" panose="02000000000000000000" pitchFamily="2" charset="-78"/>
              </a:rPr>
              <a:t>قد تقوم الشركات أيضًا بتحليل البيانات المعقدة لاستخلاص استنتاجات صحيحة ومتسقة منطقيًا وتوجه التكتيكات التشغيلية قصيرة الأجل وإستراتيجية الأعمال طويلة الأجل. </a:t>
            </a:r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383B4BF2-D85B-D777-344E-BECFE63DFA50}"/>
              </a:ext>
            </a:extLst>
          </p:cNvPr>
          <p:cNvSpPr txBox="1">
            <a:spLocks/>
          </p:cNvSpPr>
          <p:nvPr/>
        </p:nvSpPr>
        <p:spPr bwMode="auto">
          <a:xfrm>
            <a:off x="35496" y="6603206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/>
          </a:bodyPr>
          <a:lstStyle>
            <a:defPPr>
              <a:defRPr lang="en-GB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9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A103000398478</a:t>
            </a:r>
            <a:endParaRPr lang="ar" sz="900" dirty="0"/>
          </a:p>
        </p:txBody>
      </p:sp>
    </p:spTree>
    <p:extLst>
      <p:ext uri="{BB962C8B-B14F-4D97-AF65-F5344CB8AC3E}">
        <p14:creationId xmlns:p14="http://schemas.microsoft.com/office/powerpoint/2010/main" val="1674824674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2">
            <a:extLst>
              <a:ext uri="{FF2B5EF4-FFF2-40B4-BE49-F238E27FC236}">
                <a16:creationId xmlns:a16="http://schemas.microsoft.com/office/drawing/2014/main" id="{DF8F9D08-DF4C-4351-F6A0-75D9B8290D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843088"/>
            <a:ext cx="8229600" cy="5064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rtl="1">
              <a:spcBef>
                <a:spcPts val="1200"/>
              </a:spcBef>
              <a:spcAft>
                <a:spcPts val="1500"/>
              </a:spcAft>
            </a:pPr>
            <a:r>
              <a:rPr lang="ar" sz="2600" dirty="0"/>
              <a:t>نتاج التعلم ج</a:t>
            </a:r>
            <a:br>
              <a:rPr lang="en-US" altLang="en-US" sz="2600" dirty="0"/>
            </a:br>
            <a:br>
              <a:rPr lang="en-US" altLang="en-US" sz="2600" dirty="0"/>
            </a:br>
            <a:endParaRPr lang="en-GB" altLang="en-US" sz="2600" dirty="0"/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2493962"/>
            <a:ext cx="7991475" cy="25192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" sz="46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صياغة القرارات والحلول لمشكلات الأعمال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F12528B7-2C77-21F1-B31F-75049833ADD6}"/>
              </a:ext>
            </a:extLst>
          </p:cNvPr>
          <p:cNvSpPr txBox="1">
            <a:spLocks/>
          </p:cNvSpPr>
          <p:nvPr/>
        </p:nvSpPr>
        <p:spPr bwMode="auto">
          <a:xfrm>
            <a:off x="35496" y="6603206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/>
          </a:bodyPr>
          <a:lstStyle>
            <a:defPPr>
              <a:defRPr lang="en-GB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9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A103000398478</a:t>
            </a:r>
            <a:endParaRPr lang="ar" sz="900" dirty="0"/>
          </a:p>
        </p:txBody>
      </p:sp>
    </p:spTree>
    <p:extLst>
      <p:ext uri="{BB962C8B-B14F-4D97-AF65-F5344CB8AC3E}">
        <p14:creationId xmlns:p14="http://schemas.microsoft.com/office/powerpoint/2010/main" val="2005355495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38" name="Title 1">
            <a:extLst>
              <a:ext uri="{FF2B5EF4-FFF2-40B4-BE49-F238E27FC236}">
                <a16:creationId xmlns:a16="http://schemas.microsoft.com/office/drawing/2014/main" id="{3283015F-E439-BE5A-B4E1-89F84EF1AB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</p:spPr>
        <p:txBody>
          <a:bodyPr rtlCol="1"/>
          <a:lstStyle/>
          <a:p>
            <a:pPr rtl="1"/>
            <a:r>
              <a:rPr lang="ar" sz="2200" b="1" dirty="0"/>
              <a:t>نتاج التعلم ج: صياغة القرارات والحلول لمشكلات الأعمال</a:t>
            </a:r>
            <a:endParaRPr lang="en-US" sz="2200" dirty="0"/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8199" y="2196001"/>
            <a:ext cx="4027487" cy="4024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342900" indent="-342900" rtl="1">
              <a:spcBef>
                <a:spcPct val="20000"/>
              </a:spcBef>
              <a:buFont typeface="Wingdings" pitchFamily="2" charset="2"/>
              <a:buChar char="§"/>
            </a:pPr>
            <a:endParaRPr lang="en-US" altLang="en-US" sz="2400" b="1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2746D232-E213-7032-A90D-E679371A2171}"/>
              </a:ext>
            </a:extLst>
          </p:cNvPr>
          <p:cNvGrpSpPr/>
          <p:nvPr/>
        </p:nvGrpSpPr>
        <p:grpSpPr>
          <a:xfrm flipH="1">
            <a:off x="457200" y="2199144"/>
            <a:ext cx="4038600" cy="4017812"/>
            <a:chOff x="468312" y="2199144"/>
            <a:chExt cx="4038600" cy="401781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422BBE1C-DE26-F5E3-BFE9-0FE245B86FC2}"/>
                </a:ext>
              </a:extLst>
            </p:cNvPr>
            <p:cNvSpPr/>
            <p:nvPr/>
          </p:nvSpPr>
          <p:spPr>
            <a:xfrm>
              <a:off x="468312" y="2271713"/>
              <a:ext cx="4027488" cy="669635"/>
            </a:xfrm>
            <a:prstGeom prst="roundRect">
              <a:avLst>
                <a:gd name="adj" fmla="val 10000"/>
              </a:avLst>
            </a:prstGeom>
          </p:spPr>
          <p:style>
            <a:lnRef idx="0">
              <a:schemeClr val="accent2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6" name="Rectangle 5" descr="Tick">
              <a:extLst>
                <a:ext uri="{FF2B5EF4-FFF2-40B4-BE49-F238E27FC236}">
                  <a16:creationId xmlns:a16="http://schemas.microsoft.com/office/drawing/2014/main" id="{57BB30B2-0C7B-585F-F250-84B745A468E8}"/>
                </a:ext>
              </a:extLst>
            </p:cNvPr>
            <p:cNvSpPr/>
            <p:nvPr/>
          </p:nvSpPr>
          <p:spPr>
            <a:xfrm flipH="1">
              <a:off x="670876" y="2349812"/>
              <a:ext cx="368299" cy="368299"/>
            </a:xfrm>
            <a:prstGeom prst="rect">
              <a:avLst/>
            </a:prstGeom>
            <a:blipFill>
              <a:blip r:embed="rId4" cstate="print">
                <a:extLst>
                  <a:ext uri="{28A0092B-C50C-407E-A947-70E740481C1C}">
                    <a14:useLocalDpi xmlns:a14="http://schemas.microsoft.com/office/drawing/2010/main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135A5330-AF01-3650-03E2-60D2AD36926E}"/>
                </a:ext>
              </a:extLst>
            </p:cNvPr>
            <p:cNvSpPr/>
            <p:nvPr/>
          </p:nvSpPr>
          <p:spPr>
            <a:xfrm>
              <a:off x="1241740" y="2199144"/>
              <a:ext cx="3254059" cy="669635"/>
            </a:xfrm>
            <a:custGeom>
              <a:avLst/>
              <a:gdLst>
                <a:gd name="connsiteX0" fmla="*/ 0 w 3254059"/>
                <a:gd name="connsiteY0" fmla="*/ 0 h 669635"/>
                <a:gd name="connsiteX1" fmla="*/ 3254059 w 3254059"/>
                <a:gd name="connsiteY1" fmla="*/ 0 h 669635"/>
                <a:gd name="connsiteX2" fmla="*/ 3254059 w 3254059"/>
                <a:gd name="connsiteY2" fmla="*/ 669635 h 669635"/>
                <a:gd name="connsiteX3" fmla="*/ 0 w 3254059"/>
                <a:gd name="connsiteY3" fmla="*/ 669635 h 669635"/>
                <a:gd name="connsiteX4" fmla="*/ 0 w 3254059"/>
                <a:gd name="connsiteY4" fmla="*/ 0 h 6696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54059" h="669635">
                  <a:moveTo>
                    <a:pt x="0" y="0"/>
                  </a:moveTo>
                  <a:lnTo>
                    <a:pt x="3254059" y="0"/>
                  </a:lnTo>
                  <a:lnTo>
                    <a:pt x="3254059" y="669635"/>
                  </a:lnTo>
                  <a:lnTo>
                    <a:pt x="0" y="669635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70870" tIns="70870" rIns="70870" bIns="70870" numCol="1" spcCol="1270" rtlCol="1" anchor="ctr" anchorCtr="0">
              <a:noAutofit/>
            </a:bodyPr>
            <a:lstStyle/>
            <a:p>
              <a:pPr marL="0" lvl="0" indent="0" algn="r" defTabSz="844550" rtl="1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ar" sz="2100" b="1" kern="1200" dirty="0">
                  <a:latin typeface="Sakkal Majalla" panose="02000000000000000000" pitchFamily="2" charset="-78"/>
                  <a:cs typeface="Sakkal Majalla" panose="02000000000000000000" pitchFamily="2" charset="-78"/>
                </a:rPr>
                <a:t>مجالات المحتوى الرئيسة</a:t>
              </a:r>
              <a:endParaRPr lang="en-US" sz="2100" kern="1200" dirty="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F77B20B3-C012-B4B5-3698-90C2D5D2C0C5}"/>
                </a:ext>
              </a:extLst>
            </p:cNvPr>
            <p:cNvSpPr/>
            <p:nvPr/>
          </p:nvSpPr>
          <p:spPr>
            <a:xfrm>
              <a:off x="468312" y="3036189"/>
              <a:ext cx="4027488" cy="669635"/>
            </a:xfrm>
            <a:prstGeom prst="roundRect">
              <a:avLst>
                <a:gd name="adj" fmla="val 10000"/>
              </a:avLst>
            </a:prstGeom>
          </p:spPr>
          <p:style>
            <a:lnRef idx="0">
              <a:schemeClr val="accent2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9" name="Rectangle 8" descr="Research">
              <a:extLst>
                <a:ext uri="{FF2B5EF4-FFF2-40B4-BE49-F238E27FC236}">
                  <a16:creationId xmlns:a16="http://schemas.microsoft.com/office/drawing/2014/main" id="{E8D5CEF6-9275-F2AE-BF15-CA9B7DA26D2B}"/>
                </a:ext>
              </a:extLst>
            </p:cNvPr>
            <p:cNvSpPr/>
            <p:nvPr/>
          </p:nvSpPr>
          <p:spPr>
            <a:xfrm flipH="1">
              <a:off x="670876" y="3186857"/>
              <a:ext cx="368299" cy="368299"/>
            </a:xfrm>
            <a:prstGeom prst="rect">
              <a:avLst/>
            </a:prstGeom>
            <a:blipFill>
              <a:blip r:embed="rId6" cstate="print">
                <a:extLst>
                  <a:ext uri="{28A0092B-C50C-407E-A947-70E740481C1C}">
                    <a14:useLocalDpi xmlns:a14="http://schemas.microsoft.com/office/drawing/2010/main"/>
                  </a:ex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E9089777-63A3-9C60-9C99-F695E0D48857}"/>
                </a:ext>
              </a:extLst>
            </p:cNvPr>
            <p:cNvSpPr/>
            <p:nvPr/>
          </p:nvSpPr>
          <p:spPr>
            <a:xfrm>
              <a:off x="1241740" y="3036189"/>
              <a:ext cx="3254059" cy="669635"/>
            </a:xfrm>
            <a:custGeom>
              <a:avLst/>
              <a:gdLst>
                <a:gd name="connsiteX0" fmla="*/ 0 w 3254059"/>
                <a:gd name="connsiteY0" fmla="*/ 0 h 669635"/>
                <a:gd name="connsiteX1" fmla="*/ 3254059 w 3254059"/>
                <a:gd name="connsiteY1" fmla="*/ 0 h 669635"/>
                <a:gd name="connsiteX2" fmla="*/ 3254059 w 3254059"/>
                <a:gd name="connsiteY2" fmla="*/ 669635 h 669635"/>
                <a:gd name="connsiteX3" fmla="*/ 0 w 3254059"/>
                <a:gd name="connsiteY3" fmla="*/ 669635 h 669635"/>
                <a:gd name="connsiteX4" fmla="*/ 0 w 3254059"/>
                <a:gd name="connsiteY4" fmla="*/ 0 h 6696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54059" h="669635">
                  <a:moveTo>
                    <a:pt x="0" y="0"/>
                  </a:moveTo>
                  <a:lnTo>
                    <a:pt x="3254059" y="0"/>
                  </a:lnTo>
                  <a:lnTo>
                    <a:pt x="3254059" y="669635"/>
                  </a:lnTo>
                  <a:lnTo>
                    <a:pt x="0" y="669635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70870" tIns="70870" rIns="70870" bIns="70870" numCol="1" spcCol="1270" rtlCol="1" anchor="ctr" anchorCtr="0">
              <a:noAutofit/>
            </a:bodyPr>
            <a:lstStyle/>
            <a:p>
              <a:pPr marL="0" lvl="0" indent="0" algn="r" defTabSz="844550" rtl="1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ar" sz="2100" kern="1200" dirty="0">
                  <a:latin typeface="Sakkal Majalla" panose="02000000000000000000" pitchFamily="2" charset="-78"/>
                  <a:cs typeface="Sakkal Majalla" panose="02000000000000000000" pitchFamily="2" charset="-78"/>
                </a:rPr>
                <a:t>ج1 تحليل وتفسير التوقعات المالية</a:t>
              </a:r>
              <a:endParaRPr lang="en-US" sz="2100" kern="1200" dirty="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7C524B44-6111-4E14-D3DE-4BC5D30B7938}"/>
                </a:ext>
              </a:extLst>
            </p:cNvPr>
            <p:cNvSpPr/>
            <p:nvPr/>
          </p:nvSpPr>
          <p:spPr>
            <a:xfrm>
              <a:off x="468312" y="3873233"/>
              <a:ext cx="4027488" cy="669635"/>
            </a:xfrm>
            <a:prstGeom prst="roundRect">
              <a:avLst>
                <a:gd name="adj" fmla="val 10000"/>
              </a:avLst>
            </a:prstGeom>
          </p:spPr>
          <p:style>
            <a:lnRef idx="0">
              <a:schemeClr val="accent2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2" name="Rectangle 11" descr="Coins">
              <a:extLst>
                <a:ext uri="{FF2B5EF4-FFF2-40B4-BE49-F238E27FC236}">
                  <a16:creationId xmlns:a16="http://schemas.microsoft.com/office/drawing/2014/main" id="{2B1DF289-E502-F9AF-3894-B8D4E5355FDD}"/>
                </a:ext>
              </a:extLst>
            </p:cNvPr>
            <p:cNvSpPr/>
            <p:nvPr/>
          </p:nvSpPr>
          <p:spPr>
            <a:xfrm flipH="1">
              <a:off x="670876" y="4023901"/>
              <a:ext cx="368299" cy="368299"/>
            </a:xfrm>
            <a:prstGeom prst="rect">
              <a:avLst/>
            </a:prstGeom>
            <a:blipFill>
              <a:blip r:embed="rId8" cstate="print">
                <a:extLst>
                  <a:ext uri="{28A0092B-C50C-407E-A947-70E740481C1C}">
                    <a14:useLocalDpi xmlns:a14="http://schemas.microsoft.com/office/drawing/2010/main"/>
                  </a:ex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EAA6CE35-525F-9C55-64C0-31A297E08EF2}"/>
                </a:ext>
              </a:extLst>
            </p:cNvPr>
            <p:cNvSpPr/>
            <p:nvPr/>
          </p:nvSpPr>
          <p:spPr>
            <a:xfrm>
              <a:off x="1241740" y="3873233"/>
              <a:ext cx="3254059" cy="669635"/>
            </a:xfrm>
            <a:custGeom>
              <a:avLst/>
              <a:gdLst>
                <a:gd name="connsiteX0" fmla="*/ 0 w 3254059"/>
                <a:gd name="connsiteY0" fmla="*/ 0 h 669635"/>
                <a:gd name="connsiteX1" fmla="*/ 3254059 w 3254059"/>
                <a:gd name="connsiteY1" fmla="*/ 0 h 669635"/>
                <a:gd name="connsiteX2" fmla="*/ 3254059 w 3254059"/>
                <a:gd name="connsiteY2" fmla="*/ 669635 h 669635"/>
                <a:gd name="connsiteX3" fmla="*/ 0 w 3254059"/>
                <a:gd name="connsiteY3" fmla="*/ 669635 h 669635"/>
                <a:gd name="connsiteX4" fmla="*/ 0 w 3254059"/>
                <a:gd name="connsiteY4" fmla="*/ 0 h 6696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54059" h="669635">
                  <a:moveTo>
                    <a:pt x="0" y="0"/>
                  </a:moveTo>
                  <a:lnTo>
                    <a:pt x="3254059" y="0"/>
                  </a:lnTo>
                  <a:lnTo>
                    <a:pt x="3254059" y="669635"/>
                  </a:lnTo>
                  <a:lnTo>
                    <a:pt x="0" y="669635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70870" tIns="70870" rIns="70870" bIns="70870" numCol="1" spcCol="1270" rtlCol="1" anchor="ctr" anchorCtr="0">
              <a:noAutofit/>
            </a:bodyPr>
            <a:lstStyle/>
            <a:p>
              <a:pPr marL="0" lvl="0" indent="0" algn="r" defTabSz="844550" rtl="1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ar" sz="2100" kern="1200" dirty="0">
                  <a:latin typeface="Sakkal Majalla" panose="02000000000000000000" pitchFamily="2" charset="-78"/>
                  <a:cs typeface="Sakkal Majalla" panose="02000000000000000000" pitchFamily="2" charset="-78"/>
                </a:rPr>
                <a:t>ج2 تحليل وتفسير القوائم المالية</a:t>
              </a:r>
              <a:endParaRPr lang="en-US" sz="2100" kern="1200" dirty="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4220045F-0FB6-4DCD-5DCE-A38BE804627D}"/>
                </a:ext>
              </a:extLst>
            </p:cNvPr>
            <p:cNvSpPr/>
            <p:nvPr/>
          </p:nvSpPr>
          <p:spPr>
            <a:xfrm>
              <a:off x="479424" y="4710277"/>
              <a:ext cx="4027488" cy="669635"/>
            </a:xfrm>
            <a:prstGeom prst="roundRect">
              <a:avLst>
                <a:gd name="adj" fmla="val 10000"/>
              </a:avLst>
            </a:prstGeom>
          </p:spPr>
          <p:style>
            <a:lnRef idx="0">
              <a:schemeClr val="accent2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Rectangle 14" descr="Linear Graph outline">
              <a:extLst>
                <a:ext uri="{FF2B5EF4-FFF2-40B4-BE49-F238E27FC236}">
                  <a16:creationId xmlns:a16="http://schemas.microsoft.com/office/drawing/2014/main" id="{50F82FC9-6CD5-7E2A-FCB7-248BAE5BA0B2}"/>
                </a:ext>
              </a:extLst>
            </p:cNvPr>
            <p:cNvSpPr/>
            <p:nvPr/>
          </p:nvSpPr>
          <p:spPr>
            <a:xfrm flipH="1">
              <a:off x="670876" y="4860945"/>
              <a:ext cx="368299" cy="368299"/>
            </a:xfrm>
            <a:prstGeom prst="rect">
              <a:avLst/>
            </a:prstGeom>
            <a:blipFill>
              <a:blip r:embed="rId10" cstate="print">
                <a:extLst>
                  <a:ext uri="{28A0092B-C50C-407E-A947-70E740481C1C}">
                    <a14:useLocalDpi xmlns:a14="http://schemas.microsoft.com/office/drawing/2010/main"/>
                  </a:ex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0720371C-8E34-AC48-4F25-A7C690D2BC65}"/>
                </a:ext>
              </a:extLst>
            </p:cNvPr>
            <p:cNvSpPr/>
            <p:nvPr/>
          </p:nvSpPr>
          <p:spPr>
            <a:xfrm>
              <a:off x="1241740" y="4710277"/>
              <a:ext cx="3254059" cy="669635"/>
            </a:xfrm>
            <a:custGeom>
              <a:avLst/>
              <a:gdLst>
                <a:gd name="connsiteX0" fmla="*/ 0 w 3254059"/>
                <a:gd name="connsiteY0" fmla="*/ 0 h 669635"/>
                <a:gd name="connsiteX1" fmla="*/ 3254059 w 3254059"/>
                <a:gd name="connsiteY1" fmla="*/ 0 h 669635"/>
                <a:gd name="connsiteX2" fmla="*/ 3254059 w 3254059"/>
                <a:gd name="connsiteY2" fmla="*/ 669635 h 669635"/>
                <a:gd name="connsiteX3" fmla="*/ 0 w 3254059"/>
                <a:gd name="connsiteY3" fmla="*/ 669635 h 669635"/>
                <a:gd name="connsiteX4" fmla="*/ 0 w 3254059"/>
                <a:gd name="connsiteY4" fmla="*/ 0 h 6696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54059" h="669635">
                  <a:moveTo>
                    <a:pt x="0" y="0"/>
                  </a:moveTo>
                  <a:lnTo>
                    <a:pt x="3254059" y="0"/>
                  </a:lnTo>
                  <a:lnTo>
                    <a:pt x="3254059" y="669635"/>
                  </a:lnTo>
                  <a:lnTo>
                    <a:pt x="0" y="669635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70870" tIns="70870" rIns="70870" bIns="70870" numCol="1" spcCol="1270" rtlCol="1" anchor="ctr" anchorCtr="0">
              <a:noAutofit/>
            </a:bodyPr>
            <a:lstStyle/>
            <a:p>
              <a:pPr marL="0" lvl="0" indent="0" algn="r" defTabSz="844550" rtl="1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ar" sz="2100" kern="1200" dirty="0">
                  <a:latin typeface="Sakkal Majalla" panose="02000000000000000000" pitchFamily="2" charset="-78"/>
                  <a:cs typeface="Sakkal Majalla" panose="02000000000000000000" pitchFamily="2" charset="-78"/>
                </a:rPr>
                <a:t>ج3 إنشاء وتفسير مخطط نقطة التعادل</a:t>
              </a:r>
              <a:endParaRPr lang="en-US" sz="2100" kern="1200" dirty="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E46D9C45-3489-BB8E-A375-59B7049C1E84}"/>
                </a:ext>
              </a:extLst>
            </p:cNvPr>
            <p:cNvSpPr/>
            <p:nvPr/>
          </p:nvSpPr>
          <p:spPr>
            <a:xfrm>
              <a:off x="468312" y="5547321"/>
              <a:ext cx="4027488" cy="669635"/>
            </a:xfrm>
            <a:prstGeom prst="roundRect">
              <a:avLst>
                <a:gd name="adj" fmla="val 10000"/>
              </a:avLst>
            </a:prstGeom>
          </p:spPr>
          <p:style>
            <a:lnRef idx="0">
              <a:schemeClr val="accent2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Rectangle 17" descr="Calculator with solid fill">
              <a:extLst>
                <a:ext uri="{FF2B5EF4-FFF2-40B4-BE49-F238E27FC236}">
                  <a16:creationId xmlns:a16="http://schemas.microsoft.com/office/drawing/2014/main" id="{500801B2-BAE1-DFC9-E650-F6AA0A984AD1}"/>
                </a:ext>
              </a:extLst>
            </p:cNvPr>
            <p:cNvSpPr/>
            <p:nvPr/>
          </p:nvSpPr>
          <p:spPr>
            <a:xfrm flipH="1">
              <a:off x="670876" y="5697989"/>
              <a:ext cx="368299" cy="368299"/>
            </a:xfrm>
            <a:prstGeom prst="rect">
              <a:avLst/>
            </a:prstGeom>
            <a:blipFill>
              <a:blip r:embed="rId12" cstate="print">
                <a:extLst>
                  <a:ext uri="{28A0092B-C50C-407E-A947-70E740481C1C}">
                    <a14:useLocalDpi xmlns:a14="http://schemas.microsoft.com/office/drawing/2010/main"/>
                  </a:ex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9762D12-3C3E-F96A-D52B-B3D7A55E5853}"/>
                </a:ext>
              </a:extLst>
            </p:cNvPr>
            <p:cNvSpPr/>
            <p:nvPr/>
          </p:nvSpPr>
          <p:spPr>
            <a:xfrm>
              <a:off x="1241740" y="5547321"/>
              <a:ext cx="3254059" cy="669635"/>
            </a:xfrm>
            <a:custGeom>
              <a:avLst/>
              <a:gdLst>
                <a:gd name="connsiteX0" fmla="*/ 0 w 3254059"/>
                <a:gd name="connsiteY0" fmla="*/ 0 h 669635"/>
                <a:gd name="connsiteX1" fmla="*/ 3254059 w 3254059"/>
                <a:gd name="connsiteY1" fmla="*/ 0 h 669635"/>
                <a:gd name="connsiteX2" fmla="*/ 3254059 w 3254059"/>
                <a:gd name="connsiteY2" fmla="*/ 669635 h 669635"/>
                <a:gd name="connsiteX3" fmla="*/ 0 w 3254059"/>
                <a:gd name="connsiteY3" fmla="*/ 669635 h 669635"/>
                <a:gd name="connsiteX4" fmla="*/ 0 w 3254059"/>
                <a:gd name="connsiteY4" fmla="*/ 0 h 6696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54059" h="669635">
                  <a:moveTo>
                    <a:pt x="0" y="0"/>
                  </a:moveTo>
                  <a:lnTo>
                    <a:pt x="3254059" y="0"/>
                  </a:lnTo>
                  <a:lnTo>
                    <a:pt x="3254059" y="669635"/>
                  </a:lnTo>
                  <a:lnTo>
                    <a:pt x="0" y="669635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70870" tIns="70870" rIns="70870" bIns="70870" numCol="1" spcCol="1270" rtlCol="1" anchor="ctr" anchorCtr="0">
              <a:noAutofit/>
            </a:bodyPr>
            <a:lstStyle/>
            <a:p>
              <a:pPr marL="0" lvl="0" indent="0" algn="r" defTabSz="844550" rtl="1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ar" sz="2100" kern="1200">
                  <a:latin typeface="Sakkal Majalla" panose="02000000000000000000" pitchFamily="2" charset="-78"/>
                  <a:cs typeface="Sakkal Majalla" panose="02000000000000000000" pitchFamily="2" charset="-78"/>
                </a:rPr>
                <a:t>ج4 تفسير نتائج تقييم الاستثمار</a:t>
              </a:r>
              <a:endParaRPr lang="en-US" sz="2100" kern="1200" dirty="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</p:grp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74905E82-7252-EFD5-550B-974C6A4C27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32039" y="2348401"/>
            <a:ext cx="3896046" cy="4024100"/>
          </a:xfrm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/>
          </a:bodyPr>
          <a:lstStyle/>
          <a:p>
            <a:pPr marL="0" indent="0" rtl="1">
              <a:buNone/>
            </a:pPr>
            <a:r>
              <a:rPr lang="ar" sz="2200" dirty="0"/>
              <a:t>نتاج التعلم ج:</a:t>
            </a:r>
          </a:p>
          <a:p>
            <a:pPr rtl="1"/>
            <a:r>
              <a:rPr lang="ar" sz="2200" dirty="0"/>
              <a:t>يتناول تحليل وتفسير التوقعات المالية والقوائم المالية التي تمت دراستها </a:t>
            </a:r>
            <a:br>
              <a:rPr lang="ar-EG" sz="2200" dirty="0"/>
            </a:br>
            <a:r>
              <a:rPr lang="ar" sz="2200" dirty="0"/>
              <a:t>في الوحدة 3</a:t>
            </a:r>
          </a:p>
          <a:p>
            <a:pPr rtl="1"/>
            <a:r>
              <a:rPr lang="ar" sz="2200" dirty="0"/>
              <a:t>تلخيص تحليل نقطة التعادل</a:t>
            </a:r>
          </a:p>
          <a:p>
            <a:pPr rtl="1"/>
            <a:r>
              <a:rPr lang="ar" sz="2200" dirty="0"/>
              <a:t>تقديم تقييم الاستثمار.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115BAF8F-8C8F-24D0-FFE0-B3CBE764EB6E}"/>
              </a:ext>
            </a:extLst>
          </p:cNvPr>
          <p:cNvSpPr txBox="1">
            <a:spLocks/>
          </p:cNvSpPr>
          <p:nvPr/>
        </p:nvSpPr>
        <p:spPr bwMode="auto">
          <a:xfrm>
            <a:off x="35496" y="6603206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/>
          </a:bodyPr>
          <a:lstStyle>
            <a:defPPr>
              <a:defRPr lang="en-GB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9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A103000398478</a:t>
            </a:r>
            <a:endParaRPr lang="ar" sz="900" dirty="0"/>
          </a:p>
        </p:txBody>
      </p:sp>
    </p:spTree>
    <p:extLst>
      <p:ext uri="{BB962C8B-B14F-4D97-AF65-F5344CB8AC3E}">
        <p14:creationId xmlns:p14="http://schemas.microsoft.com/office/powerpoint/2010/main" val="47175209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E5350F-308F-6227-279C-6A5727CEB2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2">
            <a:extLst>
              <a:ext uri="{FF2B5EF4-FFF2-40B4-BE49-F238E27FC236}">
                <a16:creationId xmlns:a16="http://schemas.microsoft.com/office/drawing/2014/main" id="{54E32B0B-96A2-AF19-9D8B-07C4111CFD0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843088"/>
            <a:ext cx="8229600" cy="5064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rtl="1">
              <a:spcBef>
                <a:spcPts val="1200"/>
              </a:spcBef>
              <a:spcAft>
                <a:spcPts val="1500"/>
              </a:spcAft>
            </a:pPr>
            <a:r>
              <a:rPr lang="ar" sz="2600" dirty="0"/>
              <a:t>نتاج التعلم ج</a:t>
            </a:r>
            <a:br>
              <a:rPr lang="en-US" altLang="en-US" sz="2600" dirty="0"/>
            </a:br>
            <a:br>
              <a:rPr lang="en-US" altLang="en-US" sz="2600" dirty="0"/>
            </a:br>
            <a:endParaRPr lang="en-GB" altLang="en-US" sz="2600" dirty="0"/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00A035C0-223E-DD77-4285-8CDBCBF026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552" y="2564904"/>
            <a:ext cx="7920880" cy="34563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" sz="46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توقعات التدفق النقدي</a:t>
            </a:r>
          </a:p>
          <a:p>
            <a:pPr algn="ctr" rtl="1"/>
            <a:endParaRPr lang="en-GB" sz="1800" dirty="0">
              <a:effectLst/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rtl="1"/>
            <a:r>
              <a:rPr lang="ar" sz="2000" dirty="0">
                <a:effectLst/>
                <a:latin typeface="Sakkal Majalla" panose="02000000000000000000" pitchFamily="2" charset="-78"/>
                <a:cs typeface="Sakkal Majalla" panose="02000000000000000000" pitchFamily="2" charset="-78"/>
              </a:rPr>
              <a:t>توقعات التدفقات النقدية الواردة والصادرة من الشركة خلال مدة زمنية محددة</a:t>
            </a:r>
          </a:p>
          <a:p>
            <a:pPr rtl="1"/>
            <a:endParaRPr lang="en-GB" sz="20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rtl="1"/>
            <a:r>
              <a:rPr lang="ar" sz="20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تُعد أداة هامة في اتخاذ القرار حيث يمكنها توقع ما إذا كان المشروع أو الشركة قابلًا للتطبيق.</a:t>
            </a:r>
          </a:p>
          <a:p>
            <a:pPr rtl="1"/>
            <a:endParaRPr lang="en-GB" sz="20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rtl="1"/>
            <a:r>
              <a:rPr lang="ar" sz="20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يمكن للشركات وضع توقعات التدفق النقدي لأفضل الحالات وأسوأ الحالات والحالات الأكثر احتمالًا للمساعدة على توجيه قراراتها المالية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DBE01E11-A682-8D59-2528-18F54BD44976}"/>
              </a:ext>
            </a:extLst>
          </p:cNvPr>
          <p:cNvSpPr txBox="1">
            <a:spLocks/>
          </p:cNvSpPr>
          <p:nvPr/>
        </p:nvSpPr>
        <p:spPr bwMode="auto">
          <a:xfrm>
            <a:off x="35496" y="6603206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/>
          </a:bodyPr>
          <a:lstStyle>
            <a:defPPr>
              <a:defRPr lang="en-GB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9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A103000398478</a:t>
            </a:r>
            <a:endParaRPr lang="ar" sz="900" dirty="0"/>
          </a:p>
        </p:txBody>
      </p:sp>
    </p:spTree>
    <p:extLst>
      <p:ext uri="{BB962C8B-B14F-4D97-AF65-F5344CB8AC3E}">
        <p14:creationId xmlns:p14="http://schemas.microsoft.com/office/powerpoint/2010/main" val="1013864512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7DC486-C739-35D3-3BEC-50E8948A0F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2">
            <a:extLst>
              <a:ext uri="{FF2B5EF4-FFF2-40B4-BE49-F238E27FC236}">
                <a16:creationId xmlns:a16="http://schemas.microsoft.com/office/drawing/2014/main" id="{78C1949D-F4A0-7357-ED26-3E3A4F23C72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26887" y="1159571"/>
            <a:ext cx="8229600" cy="469229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rtl="1">
              <a:spcBef>
                <a:spcPts val="1200"/>
              </a:spcBef>
              <a:spcAft>
                <a:spcPts val="1500"/>
              </a:spcAft>
            </a:pPr>
            <a:r>
              <a:rPr lang="ar" sz="2200" b="1" dirty="0">
                <a:effectLst/>
              </a:rPr>
              <a:t>ج1 توقعات التدفق النقدي</a:t>
            </a:r>
            <a:br>
              <a:rPr lang="en-US" altLang="en-US" sz="2200" b="1" dirty="0"/>
            </a:br>
            <a:endParaRPr lang="en-GB" altLang="en-US" sz="2200" b="1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49F1E2E-CF51-D655-1544-C3CDD5F1AA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5556" y="1628800"/>
            <a:ext cx="7992888" cy="3456384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lvl="0" rtl="1">
              <a:lnSpc>
                <a:spcPct val="130000"/>
              </a:lnSpc>
              <a:spcBef>
                <a:spcPct val="20000"/>
              </a:spcBef>
            </a:pPr>
            <a:r>
              <a:rPr lang="ar" sz="20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يمكن للشركات استخدام الأرقام المتوقعة للتدفقات الواردة/ المقبوضات مثل أرقام المبيعات المتوقعة والتدفقات الصادرة/ المدفوعات لإعداد</a:t>
            </a:r>
            <a:r>
              <a:rPr lang="ar" sz="20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 توقعات التدفق النقدي.</a:t>
            </a:r>
            <a:r>
              <a:rPr lang="ar" sz="20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 ما يُمكّنها من:</a:t>
            </a:r>
          </a:p>
          <a:p>
            <a:pPr marL="342900" lvl="0" indent="-342900" rtl="1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ar" sz="20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تحديد أوجه القصور المحتملة في الأرصدة النقدية حتى تتمكن من تأمين تمويل إضافي أو إجراء تغييرات لمنع حدوث ذلك</a:t>
            </a:r>
          </a:p>
          <a:p>
            <a:pPr marL="342900" lvl="0" indent="-342900" rtl="1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ar" sz="20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تحديد أي فائض محتمل بحيث يمكن للشركة التخطيط لعمليات شراء مستقبلية أو إعادة استثمار.</a:t>
            </a:r>
          </a:p>
          <a:p>
            <a:pPr marL="342900" lvl="0" indent="-342900" rtl="1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ar" sz="20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إدارة السيولة من خلال تحديد ما إذا كان من المحتمل أن تمتلك الشركة النقد اللازم لسداد فواتيرها. </a:t>
            </a:r>
          </a:p>
          <a:p>
            <a:pPr marL="342900" lvl="0" indent="-342900" rtl="1">
              <a:lnSpc>
                <a:spcPct val="13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ar" sz="20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تخطيط الإيرادات والنفقات حتى تقلل الشركة الضغوط المالية والمخاطر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B7135D33-0B4B-1C15-B829-4ECA2750CEFB}"/>
              </a:ext>
            </a:extLst>
          </p:cNvPr>
          <p:cNvGrpSpPr/>
          <p:nvPr/>
        </p:nvGrpSpPr>
        <p:grpSpPr>
          <a:xfrm>
            <a:off x="1043608" y="5190941"/>
            <a:ext cx="3672409" cy="1508379"/>
            <a:chOff x="0" y="353532"/>
            <a:chExt cx="2564804" cy="1538882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F4031AA7-BC91-2BAD-3F45-D4E9C49A4667}"/>
                </a:ext>
              </a:extLst>
            </p:cNvPr>
            <p:cNvSpPr/>
            <p:nvPr/>
          </p:nvSpPr>
          <p:spPr>
            <a:xfrm>
              <a:off x="0" y="353532"/>
              <a:ext cx="2564804" cy="1538882"/>
            </a:xfrm>
            <a:prstGeom prst="rect">
              <a:avLst/>
            </a:prstGeom>
            <a:gradFill rotWithShape="0">
              <a:gsLst>
                <a:gs pos="0">
                  <a:schemeClr val="accent2">
                    <a:lumMod val="20000"/>
                    <a:lumOff val="80000"/>
                  </a:schemeClr>
                </a:gs>
                <a:gs pos="80000">
                  <a:schemeClr val="accent1">
                    <a:hueOff val="0"/>
                    <a:satOff val="0"/>
                    <a:lumOff val="0"/>
                    <a:alphaOff val="0"/>
                    <a:shade val="93000"/>
                    <a:satMod val="130000"/>
                  </a:schemeClr>
                </a:gs>
                <a:gs pos="100000">
                  <a:schemeClr val="accent1">
                    <a:hueOff val="0"/>
                    <a:satOff val="0"/>
                    <a:lumOff val="0"/>
                    <a:alphaOff val="0"/>
                    <a:shade val="94000"/>
                    <a:satMod val="135000"/>
                  </a:schemeClr>
                </a:gs>
              </a:gsLst>
            </a:gradFill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rgbClr r="0" g="0" b="0"/>
            </a:fillRef>
            <a:effectRef idx="3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rtlCol="1"/>
            <a:lstStyle/>
            <a:p>
              <a:pPr rtl="1"/>
              <a:endParaRPr lang="en-US" sz="1600" dirty="0">
                <a:latin typeface="Sakkal Majalla" panose="02000000000000000000" pitchFamily="2" charset="-78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2727D93A-8FC1-1E53-F7D4-F619DCCA2778}"/>
                </a:ext>
              </a:extLst>
            </p:cNvPr>
            <p:cNvSpPr txBox="1"/>
            <p:nvPr/>
          </p:nvSpPr>
          <p:spPr>
            <a:xfrm>
              <a:off x="0" y="353532"/>
              <a:ext cx="2564804" cy="153888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0010" tIns="80010" rIns="80010" bIns="80010" numCol="1" spcCol="1270" rtlCol="1" anchor="ctr" anchorCtr="0">
              <a:noAutofit/>
            </a:bodyPr>
            <a:lstStyle/>
            <a:p>
              <a:pPr rtl="1"/>
              <a:r>
                <a:rPr lang="ar" sz="1600" b="1" dirty="0">
                  <a:solidFill>
                    <a:srgbClr val="7030A0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نصائح مهمة:</a:t>
              </a:r>
            </a:p>
            <a:p>
              <a:pPr marL="285750" indent="-285750" rtl="1">
                <a:buFont typeface="Arial" panose="020B0604020202020204" pitchFamily="34" charset="0"/>
                <a:buChar char="•"/>
              </a:pPr>
              <a:r>
                <a:rPr lang="ar" sz="1600" dirty="0">
                  <a:solidFill>
                    <a:srgbClr val="7030A0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راجع الوحدة 3 لتذكير نفسك بتوقعات التدفق النقدي</a:t>
              </a:r>
            </a:p>
            <a:p>
              <a:pPr marL="285750" indent="-285750" rtl="1">
                <a:buFont typeface="Arial" panose="020B0604020202020204" pitchFamily="34" charset="0"/>
                <a:buChar char="•"/>
              </a:pPr>
              <a:r>
                <a:rPr lang="ar" sz="1600" dirty="0">
                  <a:solidFill>
                    <a:srgbClr val="7030A0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تذكر أن التدفق النقدي من الأنشطة التمويلية يسجل المدفوعات الفعلية للنقد داخل الشركة وخارجها - فهو لا يُظهر ربحًا أو خسارة.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C4B6A3FD-44BA-0CB1-D220-486079D122B1}"/>
              </a:ext>
            </a:extLst>
          </p:cNvPr>
          <p:cNvGrpSpPr/>
          <p:nvPr/>
        </p:nvGrpSpPr>
        <p:grpSpPr>
          <a:xfrm>
            <a:off x="4896035" y="5203186"/>
            <a:ext cx="3672409" cy="1508379"/>
            <a:chOff x="0" y="353532"/>
            <a:chExt cx="2564804" cy="1538882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72360C7-3761-6A0A-EFDE-74DA8DD0A804}"/>
                </a:ext>
              </a:extLst>
            </p:cNvPr>
            <p:cNvSpPr/>
            <p:nvPr/>
          </p:nvSpPr>
          <p:spPr>
            <a:xfrm>
              <a:off x="0" y="353532"/>
              <a:ext cx="2564804" cy="1538882"/>
            </a:xfrm>
            <a:prstGeom prst="rect">
              <a:avLst/>
            </a:prstGeom>
            <a:gradFill rotWithShape="0">
              <a:gsLst>
                <a:gs pos="0">
                  <a:schemeClr val="accent2">
                    <a:lumMod val="20000"/>
                    <a:lumOff val="80000"/>
                  </a:schemeClr>
                </a:gs>
                <a:gs pos="80000">
                  <a:schemeClr val="accent1">
                    <a:hueOff val="0"/>
                    <a:satOff val="0"/>
                    <a:lumOff val="0"/>
                    <a:alphaOff val="0"/>
                    <a:shade val="93000"/>
                    <a:satMod val="130000"/>
                  </a:schemeClr>
                </a:gs>
                <a:gs pos="100000">
                  <a:schemeClr val="accent1">
                    <a:hueOff val="0"/>
                    <a:satOff val="0"/>
                    <a:lumOff val="0"/>
                    <a:alphaOff val="0"/>
                    <a:shade val="94000"/>
                    <a:satMod val="135000"/>
                  </a:schemeClr>
                </a:gs>
              </a:gsLst>
            </a:gradFill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rgbClr r="0" g="0" b="0"/>
            </a:fillRef>
            <a:effectRef idx="3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rtlCol="1"/>
            <a:lstStyle/>
            <a:p>
              <a:pPr rtl="1"/>
              <a:endParaRPr lang="en-US" sz="1600" dirty="0">
                <a:latin typeface="Sakkal Majalla" panose="02000000000000000000" pitchFamily="2" charset="-78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4CC19AD-F69C-F5E9-B4A1-B0FF8F8D8E1E}"/>
                </a:ext>
              </a:extLst>
            </p:cNvPr>
            <p:cNvSpPr txBox="1"/>
            <p:nvPr/>
          </p:nvSpPr>
          <p:spPr>
            <a:xfrm>
              <a:off x="0" y="353532"/>
              <a:ext cx="2564804" cy="153888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0010" tIns="80010" rIns="80010" bIns="80010" numCol="1" spcCol="1270" rtlCol="1" anchor="ctr" anchorCtr="0">
              <a:noAutofit/>
            </a:bodyPr>
            <a:lstStyle/>
            <a:p>
              <a:pPr rtl="1"/>
              <a:r>
                <a:rPr lang="ar" sz="1600" b="1" dirty="0">
                  <a:solidFill>
                    <a:srgbClr val="7030A0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مناقشة </a:t>
              </a:r>
            </a:p>
            <a:p>
              <a:pPr rtl="1"/>
              <a:r>
                <a:rPr lang="ar" sz="1600" dirty="0">
                  <a:solidFill>
                    <a:srgbClr val="7030A0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يمكن أن يكون التدفق النقدي غير متوقع للشركات الصغيرة. </a:t>
              </a:r>
            </a:p>
            <a:p>
              <a:pPr marL="285750" indent="-285750" rtl="1">
                <a:buFont typeface="Arial" panose="020B0604020202020204" pitchFamily="34" charset="0"/>
                <a:buChar char="•"/>
              </a:pPr>
              <a:r>
                <a:rPr lang="ar" sz="1600" dirty="0">
                  <a:solidFill>
                    <a:srgbClr val="7030A0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ما المشكلات التي قد تواجهها شركة صغيرة تبيع الآيس كريم والمشروبات الباردة خلال العام؟ </a:t>
              </a:r>
            </a:p>
          </p:txBody>
        </p:sp>
      </p:grp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948702BC-5995-DA98-F48B-F7324C369C29}"/>
              </a:ext>
            </a:extLst>
          </p:cNvPr>
          <p:cNvSpPr txBox="1">
            <a:spLocks/>
          </p:cNvSpPr>
          <p:nvPr/>
        </p:nvSpPr>
        <p:spPr bwMode="auto">
          <a:xfrm>
            <a:off x="35496" y="6603206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/>
          </a:bodyPr>
          <a:lstStyle>
            <a:defPPr>
              <a:defRPr lang="en-GB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9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A103000398478</a:t>
            </a:r>
            <a:endParaRPr lang="ar" sz="900" dirty="0"/>
          </a:p>
        </p:txBody>
      </p:sp>
    </p:spTree>
    <p:extLst>
      <p:ext uri="{BB962C8B-B14F-4D97-AF65-F5344CB8AC3E}">
        <p14:creationId xmlns:p14="http://schemas.microsoft.com/office/powerpoint/2010/main" val="3529967533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670CE1-30DC-A513-7697-7CF9BF8DB0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2">
            <a:extLst>
              <a:ext uri="{FF2B5EF4-FFF2-40B4-BE49-F238E27FC236}">
                <a16:creationId xmlns:a16="http://schemas.microsoft.com/office/drawing/2014/main" id="{6D8F7D15-5FAA-E8FF-E86C-DC3BC7A38F2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062061"/>
            <a:ext cx="8229600" cy="5064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rtl="1">
              <a:spcBef>
                <a:spcPts val="1200"/>
              </a:spcBef>
              <a:spcAft>
                <a:spcPts val="1500"/>
              </a:spcAft>
            </a:pPr>
            <a:r>
              <a:rPr lang="ar" sz="2200" b="1" dirty="0"/>
              <a:t>ج1 </a:t>
            </a:r>
            <a:r>
              <a:rPr lang="ar" sz="2200" b="1" dirty="0">
                <a:effectLst/>
              </a:rPr>
              <a:t>نشاط - مناقشة بيانات التدفق النقدي</a:t>
            </a:r>
            <a:br>
              <a:rPr lang="en-US" altLang="en-US" sz="2200" b="1" dirty="0"/>
            </a:br>
            <a:endParaRPr lang="en-GB" altLang="en-US" sz="2200" b="1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D5DB2F5-A817-7AFD-D796-D34929F452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3825931"/>
              </p:ext>
            </p:extLst>
          </p:nvPr>
        </p:nvGraphicFramePr>
        <p:xfrm>
          <a:off x="1139788" y="1988840"/>
          <a:ext cx="6864424" cy="2695034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2928156">
                  <a:extLst>
                    <a:ext uri="{9D8B030D-6E8A-4147-A177-3AD203B41FA5}">
                      <a16:colId xmlns:a16="http://schemas.microsoft.com/office/drawing/2014/main" val="2113827091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1162523866"/>
                    </a:ext>
                  </a:extLst>
                </a:gridCol>
                <a:gridCol w="1296144">
                  <a:extLst>
                    <a:ext uri="{9D8B030D-6E8A-4147-A177-3AD203B41FA5}">
                      <a16:colId xmlns:a16="http://schemas.microsoft.com/office/drawing/2014/main" val="187696019"/>
                    </a:ext>
                  </a:extLst>
                </a:gridCol>
                <a:gridCol w="1271972">
                  <a:extLst>
                    <a:ext uri="{9D8B030D-6E8A-4147-A177-3AD203B41FA5}">
                      <a16:colId xmlns:a16="http://schemas.microsoft.com/office/drawing/2014/main" val="105357243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rtl="1"/>
                      <a:r>
                        <a:rPr lang="ar" sz="2000" dirty="0">
                          <a:solidFill>
                            <a:schemeClr val="tx1"/>
                          </a:solidFill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توقعات التدفق النقدي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" sz="2000" dirty="0">
                          <a:solidFill>
                            <a:schemeClr val="tx1"/>
                          </a:solidFill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الشهر 1</a:t>
                      </a:r>
                    </a:p>
                    <a:p>
                      <a:pPr algn="ctr" rtl="1"/>
                      <a:r>
                        <a:rPr lang="ar" sz="2000" dirty="0">
                          <a:solidFill>
                            <a:schemeClr val="tx1"/>
                          </a:solidFill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دولار أمريكي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" sz="2000" dirty="0">
                          <a:solidFill>
                            <a:schemeClr val="tx1"/>
                          </a:solidFill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الشهر 2</a:t>
                      </a:r>
                    </a:p>
                    <a:p>
                      <a:pPr algn="ctr" rtl="1"/>
                      <a:r>
                        <a:rPr lang="ar" sz="2000" dirty="0">
                          <a:solidFill>
                            <a:schemeClr val="tx1"/>
                          </a:solidFill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دولار أمريكي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" sz="2000" dirty="0">
                          <a:solidFill>
                            <a:schemeClr val="tx1"/>
                          </a:solidFill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الشهر 3 </a:t>
                      </a:r>
                    </a:p>
                    <a:p>
                      <a:pPr algn="ctr" rtl="1"/>
                      <a:r>
                        <a:rPr lang="ar" sz="2000" dirty="0">
                          <a:solidFill>
                            <a:schemeClr val="tx1"/>
                          </a:solidFill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دولار أمريكي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3680363"/>
                  </a:ext>
                </a:extLst>
              </a:tr>
              <a:tr h="409034">
                <a:tc>
                  <a:txBody>
                    <a:bodyPr/>
                    <a:lstStyle/>
                    <a:p>
                      <a:pPr rtl="1"/>
                      <a:r>
                        <a:rPr lang="ar" sz="2000" dirty="0"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التدفقات النقدية الواردة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ar" sz="2000" dirty="0"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ar" sz="2000" dirty="0"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800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ar" sz="2000" dirty="0"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750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92985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1"/>
                      <a:r>
                        <a:rPr lang="ar" sz="2000" dirty="0"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التدفقات النقدية الصادرة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ar" sz="2000" dirty="0"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950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ar" sz="2000" dirty="0"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875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ar" sz="2000" dirty="0"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850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34660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1"/>
                      <a:r>
                        <a:rPr lang="ar" sz="2000" dirty="0"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صافي التدفقات الواردة/ الصادرة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ar" sz="2000" dirty="0"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ar" sz="2000" dirty="0"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(75)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ar" sz="2000" dirty="0"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(100)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58855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1"/>
                      <a:r>
                        <a:rPr lang="ar" sz="2000" dirty="0"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الرصيد الافتتاحي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ar" sz="2000" dirty="0"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ar" sz="2000" dirty="0"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ar" sz="2000" dirty="0"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84324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1"/>
                      <a:r>
                        <a:rPr lang="ar" sz="2000" dirty="0"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الرصيد الختامي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ar" sz="2000" dirty="0"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ar" sz="2000" dirty="0"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ar" sz="2000" dirty="0"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(75)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4429286"/>
                  </a:ext>
                </a:extLst>
              </a:tr>
            </a:tbl>
          </a:graphicData>
        </a:graphic>
      </p:graphicFrame>
      <p:grpSp>
        <p:nvGrpSpPr>
          <p:cNvPr id="3" name="Group 2">
            <a:extLst>
              <a:ext uri="{FF2B5EF4-FFF2-40B4-BE49-F238E27FC236}">
                <a16:creationId xmlns:a16="http://schemas.microsoft.com/office/drawing/2014/main" id="{D2583E68-E2F3-954A-9F68-FCB62B3B1199}"/>
              </a:ext>
            </a:extLst>
          </p:cNvPr>
          <p:cNvGrpSpPr/>
          <p:nvPr/>
        </p:nvGrpSpPr>
        <p:grpSpPr>
          <a:xfrm>
            <a:off x="1139788" y="4840804"/>
            <a:ext cx="6864424" cy="1689852"/>
            <a:chOff x="0" y="353532"/>
            <a:chExt cx="2564804" cy="1538882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513B3C37-105F-C7CC-1D20-67A952153F63}"/>
                </a:ext>
              </a:extLst>
            </p:cNvPr>
            <p:cNvSpPr/>
            <p:nvPr/>
          </p:nvSpPr>
          <p:spPr>
            <a:xfrm>
              <a:off x="0" y="353532"/>
              <a:ext cx="2564804" cy="1538882"/>
            </a:xfrm>
            <a:prstGeom prst="rect">
              <a:avLst/>
            </a:prstGeom>
            <a:gradFill rotWithShape="0">
              <a:gsLst>
                <a:gs pos="0">
                  <a:schemeClr val="accent2">
                    <a:lumMod val="20000"/>
                    <a:lumOff val="80000"/>
                  </a:schemeClr>
                </a:gs>
                <a:gs pos="80000">
                  <a:schemeClr val="accent1">
                    <a:hueOff val="0"/>
                    <a:satOff val="0"/>
                    <a:lumOff val="0"/>
                    <a:alphaOff val="0"/>
                    <a:shade val="93000"/>
                    <a:satMod val="130000"/>
                  </a:schemeClr>
                </a:gs>
                <a:gs pos="100000">
                  <a:schemeClr val="accent1">
                    <a:hueOff val="0"/>
                    <a:satOff val="0"/>
                    <a:lumOff val="0"/>
                    <a:alphaOff val="0"/>
                    <a:shade val="94000"/>
                    <a:satMod val="135000"/>
                  </a:schemeClr>
                </a:gs>
              </a:gsLst>
            </a:gradFill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rgbClr r="0" g="0" b="0"/>
            </a:fillRef>
            <a:effectRef idx="3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rtlCol="1"/>
            <a:lstStyle/>
            <a:p>
              <a:pPr rtl="1"/>
              <a:endParaRPr lang="en-US" sz="1600" dirty="0">
                <a:latin typeface="Sakkal Majalla" panose="02000000000000000000" pitchFamily="2" charset="-78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CDBA5BBB-FFBA-D2CB-39F4-33BB3D60275E}"/>
                </a:ext>
              </a:extLst>
            </p:cNvPr>
            <p:cNvSpPr txBox="1"/>
            <p:nvPr/>
          </p:nvSpPr>
          <p:spPr>
            <a:xfrm>
              <a:off x="0" y="353532"/>
              <a:ext cx="2564804" cy="153888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0010" tIns="80010" rIns="80010" bIns="80010" numCol="1" spcCol="1270" rtlCol="1" anchor="ctr" anchorCtr="0">
              <a:noAutofit/>
            </a:bodyPr>
            <a:lstStyle/>
            <a:p>
              <a:pPr rtl="1"/>
              <a:r>
                <a:rPr lang="ar" b="1" dirty="0">
                  <a:solidFill>
                    <a:srgbClr val="7030A0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مناقشة</a:t>
              </a:r>
            </a:p>
            <a:p>
              <a:pPr marL="342900" indent="-342900" rtl="1">
                <a:buFont typeface="Arial" panose="020B0604020202020204" pitchFamily="34" charset="0"/>
                <a:buChar char="•"/>
              </a:pPr>
              <a:r>
                <a:rPr lang="ar" dirty="0">
                  <a:solidFill>
                    <a:srgbClr val="7030A0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في أي شهر ستواجه هذه الشركة صعوبات في التدفق النقدي؟ </a:t>
              </a:r>
            </a:p>
            <a:p>
              <a:pPr marL="342900" indent="-342900" rtl="1">
                <a:buFont typeface="Arial" panose="020B0604020202020204" pitchFamily="34" charset="0"/>
                <a:buChar char="•"/>
              </a:pPr>
              <a:r>
                <a:rPr lang="ar" dirty="0">
                  <a:solidFill>
                    <a:srgbClr val="7030A0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كيف يؤثر هذا في الشركة؟ </a:t>
              </a:r>
            </a:p>
            <a:p>
              <a:pPr marL="342900" indent="-342900" rtl="1">
                <a:buFont typeface="Arial" panose="020B0604020202020204" pitchFamily="34" charset="0"/>
                <a:buChar char="•"/>
              </a:pPr>
              <a:r>
                <a:rPr lang="ar" dirty="0">
                  <a:solidFill>
                    <a:srgbClr val="7030A0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لماذا يجب على الشركة تصحيح هذا الموقف؟</a:t>
              </a:r>
            </a:p>
            <a:p>
              <a:pPr marL="342900" indent="-342900" rtl="1">
                <a:buFont typeface="Arial" panose="020B0604020202020204" pitchFamily="34" charset="0"/>
                <a:buChar char="•"/>
              </a:pPr>
              <a:r>
                <a:rPr lang="ar" dirty="0">
                  <a:solidFill>
                    <a:srgbClr val="7030A0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كيف يمكن للشركة تصحيح هذه المشكلة؟</a:t>
              </a: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4B07C2C8-A737-3368-F068-770959FB4F4B}"/>
              </a:ext>
            </a:extLst>
          </p:cNvPr>
          <p:cNvSpPr txBox="1"/>
          <p:nvPr/>
        </p:nvSpPr>
        <p:spPr>
          <a:xfrm>
            <a:off x="1139788" y="1388538"/>
            <a:ext cx="6864424" cy="4616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lvl="0" rtl="1">
              <a:lnSpc>
                <a:spcPct val="120000"/>
              </a:lnSpc>
              <a:spcBef>
                <a:spcPct val="20000"/>
              </a:spcBef>
            </a:pPr>
            <a:r>
              <a:rPr lang="ar" sz="20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راجع بيانات توقعات التدفق النقدي لتقييم سيولة الأعمال.</a:t>
            </a:r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1E87D53C-A54C-99FD-B664-C3A67385C3CB}"/>
              </a:ext>
            </a:extLst>
          </p:cNvPr>
          <p:cNvSpPr txBox="1">
            <a:spLocks/>
          </p:cNvSpPr>
          <p:nvPr/>
        </p:nvSpPr>
        <p:spPr bwMode="auto">
          <a:xfrm>
            <a:off x="35496" y="6603206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/>
          </a:bodyPr>
          <a:lstStyle>
            <a:defPPr>
              <a:defRPr lang="en-GB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9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A103000398478</a:t>
            </a:r>
            <a:endParaRPr lang="ar" sz="900" dirty="0"/>
          </a:p>
        </p:txBody>
      </p:sp>
    </p:spTree>
    <p:extLst>
      <p:ext uri="{BB962C8B-B14F-4D97-AF65-F5344CB8AC3E}">
        <p14:creationId xmlns:p14="http://schemas.microsoft.com/office/powerpoint/2010/main" val="264448100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EB8119-12A4-C258-B621-F339216C53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2">
            <a:extLst>
              <a:ext uri="{FF2B5EF4-FFF2-40B4-BE49-F238E27FC236}">
                <a16:creationId xmlns:a16="http://schemas.microsoft.com/office/drawing/2014/main" id="{598B92C3-158B-4CCA-BC76-B109A8CBD82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843088"/>
            <a:ext cx="8229600" cy="5064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rtl="1">
              <a:spcBef>
                <a:spcPts val="1200"/>
              </a:spcBef>
              <a:spcAft>
                <a:spcPts val="1500"/>
              </a:spcAft>
            </a:pPr>
            <a:r>
              <a:rPr lang="ar" sz="2600" dirty="0"/>
              <a:t>نتاج التعلم ج</a:t>
            </a:r>
            <a:br>
              <a:rPr lang="en-US" altLang="en-US" sz="2600" dirty="0"/>
            </a:br>
            <a:br>
              <a:rPr lang="en-US" altLang="en-US" sz="2600" dirty="0"/>
            </a:br>
            <a:endParaRPr lang="en-GB" altLang="en-US" sz="2600" dirty="0"/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B223FA26-EB69-B832-48BE-1786D11F01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3806" y="2492896"/>
            <a:ext cx="6768554" cy="25192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" sz="46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قائمة الدخل الشامل</a:t>
            </a:r>
          </a:p>
          <a:p>
            <a:pPr algn="ctr" rtl="1"/>
            <a:endParaRPr lang="en-US" sz="20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algn="ctr" rtl="1"/>
            <a:r>
              <a:rPr lang="ar" sz="22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قائمة مالية توضح كيفية استخلاص صافي الربح/ الخسارة للسنة</a:t>
            </a:r>
            <a:r>
              <a:rPr lang="ar" sz="20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 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D61C23D5-9D92-6991-D3E8-745F7DC40AEB}"/>
              </a:ext>
            </a:extLst>
          </p:cNvPr>
          <p:cNvSpPr txBox="1">
            <a:spLocks/>
          </p:cNvSpPr>
          <p:nvPr/>
        </p:nvSpPr>
        <p:spPr bwMode="auto">
          <a:xfrm>
            <a:off x="35496" y="6603206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/>
          </a:bodyPr>
          <a:lstStyle>
            <a:defPPr>
              <a:defRPr lang="en-GB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9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A103000398478</a:t>
            </a:r>
            <a:endParaRPr lang="ar" sz="900" dirty="0"/>
          </a:p>
        </p:txBody>
      </p:sp>
    </p:spTree>
    <p:extLst>
      <p:ext uri="{BB962C8B-B14F-4D97-AF65-F5344CB8AC3E}">
        <p14:creationId xmlns:p14="http://schemas.microsoft.com/office/powerpoint/2010/main" val="565414413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E79071-3A59-A8C6-6CF7-77F2327117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9EAA8E-27C4-3FCE-B54B-46D09378D8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505608"/>
          </a:xfrm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  <a:normAutofit/>
          </a:bodyPr>
          <a:lstStyle/>
          <a:p>
            <a:pPr algn="ctr">
              <a:lnSpc>
                <a:spcPct val="90000"/>
              </a:lnSpc>
            </a:pPr>
            <a:r>
              <a:rPr lang="ar" sz="2200" b="1" dirty="0">
                <a:effectLst/>
              </a:rPr>
              <a:t>ج2 </a:t>
            </a:r>
            <a:r>
              <a:rPr lang="ar" sz="2200" b="1" dirty="0"/>
              <a:t> تذكير</a:t>
            </a:r>
            <a:r>
              <a:rPr lang="ar" sz="2200" b="1" dirty="0">
                <a:effectLst/>
              </a:rPr>
              <a:t> ب</a:t>
            </a:r>
            <a:r>
              <a:rPr lang="ar-SA" sz="2200" b="1" dirty="0">
                <a:effectLst/>
              </a:rPr>
              <a:t>م</a:t>
            </a:r>
            <a:r>
              <a:rPr lang="ar" sz="2200" b="1" dirty="0">
                <a:effectLst/>
              </a:rPr>
              <a:t>صطلحات</a:t>
            </a:r>
            <a:r>
              <a:rPr lang="ar-SA" sz="2200" b="1" dirty="0">
                <a:effectLst/>
              </a:rPr>
              <a:t> </a:t>
            </a:r>
            <a:r>
              <a:rPr lang="ar" sz="2200" b="1" dirty="0">
                <a:effectLst/>
              </a:rPr>
              <a:t>قائمة الدخل الشامل</a:t>
            </a:r>
            <a:r>
              <a:rPr lang="ar-SA" sz="2200" b="1" dirty="0">
                <a:effectLst/>
              </a:rPr>
              <a:t> </a:t>
            </a:r>
            <a:r>
              <a:rPr lang="ar" sz="2200" b="1" dirty="0"/>
              <a:t>وتعريفات</a:t>
            </a:r>
            <a:r>
              <a:rPr lang="ar-SA" sz="2200" b="1" dirty="0"/>
              <a:t>ها </a:t>
            </a:r>
            <a:endParaRPr lang="en-US" sz="2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E5FE468-34F9-2E57-9FB6-7DA24594B609}"/>
              </a:ext>
            </a:extLst>
          </p:cNvPr>
          <p:cNvSpPr txBox="1"/>
          <p:nvPr/>
        </p:nvSpPr>
        <p:spPr bwMode="auto">
          <a:xfrm>
            <a:off x="523464" y="3933056"/>
            <a:ext cx="8080984" cy="1800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/>
          </a:bodyPr>
          <a:lstStyle/>
          <a:p>
            <a:pPr rtl="1">
              <a:lnSpc>
                <a:spcPct val="90000"/>
              </a:lnSpc>
              <a:spcBef>
                <a:spcPct val="20000"/>
              </a:spcBef>
            </a:pPr>
            <a:r>
              <a:rPr lang="ar" sz="20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تعريفات المصطلحات المذكورة أعلاه</a:t>
            </a:r>
          </a:p>
          <a:p>
            <a:pPr marL="342900" indent="-342900" rtl="1">
              <a:lnSpc>
                <a:spcPct val="90000"/>
              </a:lnSpc>
              <a:spcBef>
                <a:spcPct val="20000"/>
              </a:spcBef>
              <a:buFont typeface="+mj-lt"/>
              <a:buAutoNum type="arabicPeriod"/>
            </a:pPr>
            <a:r>
              <a:rPr lang="ar" sz="20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قائمة مالية توضح كيفية استخلاص صافي الربح/ الخسارة للسنة </a:t>
            </a:r>
          </a:p>
          <a:p>
            <a:pPr marL="342900" indent="-342900" rtl="1">
              <a:lnSpc>
                <a:spcPct val="90000"/>
              </a:lnSpc>
              <a:spcBef>
                <a:spcPct val="20000"/>
              </a:spcBef>
              <a:buFont typeface="+mj-lt"/>
              <a:buAutoNum type="arabicPeriod"/>
            </a:pPr>
            <a:r>
              <a:rPr lang="ar" sz="20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الأموال التي تحصل عليها الشركة من بيع منتجاتها أو خدماتها </a:t>
            </a:r>
          </a:p>
          <a:p>
            <a:pPr marL="342900" indent="-342900" rtl="1">
              <a:lnSpc>
                <a:spcPct val="90000"/>
              </a:lnSpc>
              <a:spcBef>
                <a:spcPct val="20000"/>
              </a:spcBef>
              <a:buFont typeface="+mj-lt"/>
              <a:buAutoNum type="arabicPeriod"/>
            </a:pPr>
            <a:r>
              <a:rPr lang="ar" sz="20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التكاليف المباشرة المتكبدة عند إنتاج السلع أو تقديم الخدمات </a:t>
            </a:r>
          </a:p>
          <a:p>
            <a:pPr marL="342900" indent="-342900" rtl="1">
              <a:lnSpc>
                <a:spcPct val="90000"/>
              </a:lnSpc>
              <a:spcBef>
                <a:spcPct val="20000"/>
              </a:spcBef>
              <a:buFont typeface="+mj-lt"/>
              <a:buAutoNum type="arabicPeriod"/>
            </a:pPr>
            <a:r>
              <a:rPr lang="ar" sz="20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تكاليف الأعمال التي لا تعتمد على المبيعات أو كميات الإنتاج، مثل الإيجار والتدفئة والإضاءة والتسويق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6DB19B4-580D-101A-CC4F-FFF5EA827FF9}"/>
              </a:ext>
            </a:extLst>
          </p:cNvPr>
          <p:cNvSpPr txBox="1"/>
          <p:nvPr/>
        </p:nvSpPr>
        <p:spPr bwMode="auto">
          <a:xfrm>
            <a:off x="523464" y="1930548"/>
            <a:ext cx="8060792" cy="171447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Autofit/>
          </a:bodyPr>
          <a:lstStyle/>
          <a:p>
            <a:pPr rtl="1">
              <a:lnSpc>
                <a:spcPct val="90000"/>
              </a:lnSpc>
              <a:spcBef>
                <a:spcPct val="20000"/>
              </a:spcBef>
            </a:pPr>
            <a:r>
              <a:rPr lang="ar" sz="20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المصطلحات المالية</a:t>
            </a:r>
          </a:p>
          <a:p>
            <a:pPr marL="457200" indent="-457200" rtl="1">
              <a:lnSpc>
                <a:spcPct val="90000"/>
              </a:lnSpc>
              <a:spcBef>
                <a:spcPct val="20000"/>
              </a:spcBef>
              <a:buFont typeface="+mj-lt"/>
              <a:buAutoNum type="arabicPeriod"/>
            </a:pPr>
            <a:r>
              <a:rPr lang="ar" sz="20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قائمة الدخل الشامل (حساب الربح والخسارة)</a:t>
            </a:r>
          </a:p>
          <a:p>
            <a:pPr marL="457200" indent="-457200" rtl="1">
              <a:lnSpc>
                <a:spcPct val="90000"/>
              </a:lnSpc>
              <a:spcBef>
                <a:spcPct val="20000"/>
              </a:spcBef>
              <a:buFont typeface="+mj-lt"/>
              <a:buAutoNum type="arabicPeriod"/>
            </a:pPr>
            <a:r>
              <a:rPr lang="ar" sz="20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الإيرادات (المبيعات، العائدات)</a:t>
            </a:r>
          </a:p>
          <a:p>
            <a:pPr marL="457200" indent="-457200" rtl="1">
              <a:lnSpc>
                <a:spcPct val="90000"/>
              </a:lnSpc>
              <a:spcBef>
                <a:spcPct val="20000"/>
              </a:spcBef>
              <a:buFont typeface="+mj-lt"/>
              <a:buAutoNum type="arabicPeriod"/>
            </a:pPr>
            <a:r>
              <a:rPr lang="ar" sz="20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تكلفة المبيعات (تكلفة البضائع المباعة)</a:t>
            </a:r>
          </a:p>
          <a:p>
            <a:pPr marL="457200" indent="-457200" rtl="1">
              <a:lnSpc>
                <a:spcPct val="90000"/>
              </a:lnSpc>
              <a:spcBef>
                <a:spcPct val="20000"/>
              </a:spcBef>
              <a:buFont typeface="+mj-lt"/>
              <a:buAutoNum type="arabicPeriod"/>
            </a:pPr>
            <a:r>
              <a:rPr lang="ar" sz="2000" b="0" dirty="0">
                <a:effectLst/>
                <a:latin typeface="Sakkal Majalla" panose="02000000000000000000" pitchFamily="2" charset="-78"/>
                <a:cs typeface="Sakkal Majalla" panose="02000000000000000000" pitchFamily="2" charset="-78"/>
              </a:rPr>
              <a:t>المصروفات (مصاريف التشغيل والنفقات العامة)</a:t>
            </a:r>
          </a:p>
          <a:p>
            <a:pPr rtl="1">
              <a:lnSpc>
                <a:spcPct val="90000"/>
              </a:lnSpc>
              <a:spcBef>
                <a:spcPct val="20000"/>
              </a:spcBef>
            </a:pPr>
            <a:endParaRPr lang="en-US" sz="20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BE1C6DD-B1A4-BC0E-670A-DEEA161A9CD1}"/>
              </a:ext>
            </a:extLst>
          </p:cNvPr>
          <p:cNvSpPr txBox="1">
            <a:spLocks/>
          </p:cNvSpPr>
          <p:nvPr/>
        </p:nvSpPr>
        <p:spPr bwMode="auto">
          <a:xfrm>
            <a:off x="35496" y="6603206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/>
          </a:bodyPr>
          <a:lstStyle>
            <a:defPPr>
              <a:defRPr lang="en-GB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9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A103000398478</a:t>
            </a:r>
            <a:endParaRPr lang="ar" sz="900" dirty="0"/>
          </a:p>
        </p:txBody>
      </p:sp>
    </p:spTree>
    <p:extLst>
      <p:ext uri="{BB962C8B-B14F-4D97-AF65-F5344CB8AC3E}">
        <p14:creationId xmlns:p14="http://schemas.microsoft.com/office/powerpoint/2010/main" val="114654061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66B4DA-5C0A-9C4B-0A2B-BC592E5575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2">
            <a:extLst>
              <a:ext uri="{FF2B5EF4-FFF2-40B4-BE49-F238E27FC236}">
                <a16:creationId xmlns:a16="http://schemas.microsoft.com/office/drawing/2014/main" id="{085FF9F3-2AA0-808A-CAF2-A63A0C5EBF0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93529" y="1032317"/>
            <a:ext cx="8229600" cy="5064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rtl="1">
              <a:spcBef>
                <a:spcPts val="1200"/>
              </a:spcBef>
              <a:spcAft>
                <a:spcPts val="1500"/>
              </a:spcAft>
            </a:pPr>
            <a:r>
              <a:rPr lang="ar" sz="2200" b="1" dirty="0">
                <a:effectLst/>
              </a:rPr>
              <a:t>ج2 تحليل قائمة الدخل الشامل</a:t>
            </a:r>
            <a:br>
              <a:rPr lang="en-US" altLang="en-US" sz="2200" dirty="0"/>
            </a:br>
            <a:br>
              <a:rPr lang="en-US" altLang="en-US" sz="2200" dirty="0"/>
            </a:br>
            <a:endParaRPr lang="en-GB" altLang="en-US" sz="2200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F19CD4B7-B817-7B47-5FFB-B018ABC5F9F6}"/>
              </a:ext>
            </a:extLst>
          </p:cNvPr>
          <p:cNvGrpSpPr/>
          <p:nvPr/>
        </p:nvGrpSpPr>
        <p:grpSpPr>
          <a:xfrm>
            <a:off x="886728" y="5229200"/>
            <a:ext cx="3058454" cy="1268760"/>
            <a:chOff x="0" y="353532"/>
            <a:chExt cx="2564804" cy="1538882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6D5F5D2B-0E7C-E8B5-151E-F8173DE6633B}"/>
                </a:ext>
              </a:extLst>
            </p:cNvPr>
            <p:cNvSpPr/>
            <p:nvPr/>
          </p:nvSpPr>
          <p:spPr>
            <a:xfrm>
              <a:off x="0" y="353532"/>
              <a:ext cx="2564804" cy="1538882"/>
            </a:xfrm>
            <a:prstGeom prst="rect">
              <a:avLst/>
            </a:prstGeom>
            <a:gradFill rotWithShape="0">
              <a:gsLst>
                <a:gs pos="0">
                  <a:schemeClr val="accent2">
                    <a:lumMod val="20000"/>
                    <a:lumOff val="80000"/>
                  </a:schemeClr>
                </a:gs>
                <a:gs pos="80000">
                  <a:schemeClr val="accent1">
                    <a:hueOff val="0"/>
                    <a:satOff val="0"/>
                    <a:lumOff val="0"/>
                    <a:alphaOff val="0"/>
                    <a:shade val="93000"/>
                    <a:satMod val="130000"/>
                  </a:schemeClr>
                </a:gs>
                <a:gs pos="100000">
                  <a:schemeClr val="accent1">
                    <a:hueOff val="0"/>
                    <a:satOff val="0"/>
                    <a:lumOff val="0"/>
                    <a:alphaOff val="0"/>
                    <a:shade val="94000"/>
                    <a:satMod val="135000"/>
                  </a:schemeClr>
                </a:gs>
              </a:gsLst>
            </a:gradFill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rgbClr r="0" g="0" b="0"/>
            </a:fillRef>
            <a:effectRef idx="3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rtlCol="1"/>
            <a:lstStyle/>
            <a:p>
              <a:pPr rtl="1"/>
              <a:endParaRPr lang="en-US" sz="1600" dirty="0">
                <a:latin typeface="Sakkal Majalla" panose="02000000000000000000" pitchFamily="2" charset="-78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82F3785D-934B-70BD-AA91-CD846B8EA685}"/>
                </a:ext>
              </a:extLst>
            </p:cNvPr>
            <p:cNvSpPr txBox="1"/>
            <p:nvPr/>
          </p:nvSpPr>
          <p:spPr>
            <a:xfrm>
              <a:off x="0" y="353532"/>
              <a:ext cx="2564804" cy="153888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0010" tIns="80010" rIns="80010" bIns="80010" numCol="1" spcCol="1270" rtlCol="1" anchor="ctr" anchorCtr="0">
              <a:noAutofit/>
            </a:bodyPr>
            <a:lstStyle/>
            <a:p>
              <a:pPr rtl="1"/>
              <a:r>
                <a:rPr lang="ar" sz="1600" b="1" dirty="0">
                  <a:solidFill>
                    <a:srgbClr val="7030A0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نصائح مهمة</a:t>
              </a:r>
            </a:p>
            <a:p>
              <a:pPr rtl="1"/>
              <a:r>
                <a:rPr lang="ar" sz="1600" dirty="0">
                  <a:solidFill>
                    <a:srgbClr val="7030A0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راجع الوحدة 3 لتذكير نفسك بقائمة الدخل الشامل ونسب الربحية</a:t>
              </a:r>
            </a:p>
          </p:txBody>
        </p:sp>
      </p:grpSp>
      <p:sp>
        <p:nvSpPr>
          <p:cNvPr id="13" name="Rectangle 1">
            <a:extLst>
              <a:ext uri="{FF2B5EF4-FFF2-40B4-BE49-F238E27FC236}">
                <a16:creationId xmlns:a16="http://schemas.microsoft.com/office/drawing/2014/main" id="{8EE637D7-2D50-826E-F095-EF3D4E2476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3779" y="2141389"/>
            <a:ext cx="4171564" cy="1815882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  <a:spAutoFit/>
          </a:bodyPr>
          <a:lstStyle/>
          <a:p>
            <a:pPr marL="171450" marR="0" indent="-171450" defTabSz="914400" rtl="1" latinLnBrk="0">
              <a:lnSpc>
                <a:spcPct val="100000"/>
              </a:lnSpc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ar" sz="16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تُخصم تكلفة المبيعات من الإيرادات لحساب إجمالي الربح</a:t>
            </a:r>
          </a:p>
          <a:p>
            <a:pPr marL="171450" marR="0" indent="-171450" defTabSz="914400" rtl="1" latinLnBrk="0">
              <a:lnSpc>
                <a:spcPct val="100000"/>
              </a:lnSpc>
              <a:buClrTx/>
              <a:buSzTx/>
              <a:buFont typeface="Arial" panose="020B0604020202020204" pitchFamily="34" charset="0"/>
              <a:buChar char="•"/>
              <a:tabLst/>
            </a:pPr>
            <a:endParaRPr lang="en-GB" altLang="en-US" sz="16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171450" marR="0" indent="-171450" defTabSz="914400" rtl="1" latinLnBrk="0">
              <a:lnSpc>
                <a:spcPct val="100000"/>
              </a:lnSpc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ar" sz="16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تُخصم المصروفات من إجمالي الربح لحساب الربح (أو الخسارة) للسنة</a:t>
            </a:r>
          </a:p>
          <a:p>
            <a:pPr lvl="0" rtl="1"/>
            <a:endParaRPr lang="en-GB" altLang="en-US" sz="16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171450" lvl="0" indent="-171450" rtl="1">
              <a:buFont typeface="Arial" panose="020B0604020202020204" pitchFamily="34" charset="0"/>
              <a:buChar char="•"/>
            </a:pPr>
            <a:r>
              <a:rPr lang="ar" sz="16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يمكن بعد ذلك حساب نسب الربحية: هامش الربح الإجمالي%، هامش الربح المضاف%، صافي هامش الربح% (تتم تغطيتها في شريحة لاحقة)</a:t>
            </a:r>
            <a:endParaRPr lang="en-GB" altLang="en-US" sz="12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E1976AF1-F0F8-AC35-A22F-4777EB4A1E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4938107"/>
              </p:ext>
            </p:extLst>
          </p:nvPr>
        </p:nvGraphicFramePr>
        <p:xfrm>
          <a:off x="4704516" y="1628800"/>
          <a:ext cx="3792506" cy="4986490"/>
        </p:xfrm>
        <a:graphic>
          <a:graphicData uri="http://schemas.openxmlformats.org/drawingml/2006/table">
            <a:tbl>
              <a:tblPr rtl="1">
                <a:tableStyleId>{5C22544A-7EE6-4342-B048-85BDC9FD1C3A}</a:tableStyleId>
              </a:tblPr>
              <a:tblGrid>
                <a:gridCol w="1942939">
                  <a:extLst>
                    <a:ext uri="{9D8B030D-6E8A-4147-A177-3AD203B41FA5}">
                      <a16:colId xmlns:a16="http://schemas.microsoft.com/office/drawing/2014/main" val="679800560"/>
                    </a:ext>
                  </a:extLst>
                </a:gridCol>
                <a:gridCol w="973528">
                  <a:extLst>
                    <a:ext uri="{9D8B030D-6E8A-4147-A177-3AD203B41FA5}">
                      <a16:colId xmlns:a16="http://schemas.microsoft.com/office/drawing/2014/main" val="814737457"/>
                    </a:ext>
                  </a:extLst>
                </a:gridCol>
                <a:gridCol w="876039">
                  <a:extLst>
                    <a:ext uri="{9D8B030D-6E8A-4147-A177-3AD203B41FA5}">
                      <a16:colId xmlns:a16="http://schemas.microsoft.com/office/drawing/2014/main" val="2156578177"/>
                    </a:ext>
                  </a:extLst>
                </a:gridCol>
              </a:tblGrid>
              <a:tr h="406524">
                <a:tc gridSpan="3">
                  <a:txBody>
                    <a:bodyPr/>
                    <a:lstStyle/>
                    <a:p>
                      <a:pPr indent="129540" algn="ctr" rtl="1">
                        <a:lnSpc>
                          <a:spcPct val="107000"/>
                        </a:lnSpc>
                      </a:pPr>
                      <a:r>
                        <a:rPr lang="ar" sz="1600" b="1" dirty="0"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قائمة الدخل الشامل</a:t>
                      </a:r>
                    </a:p>
                    <a:p>
                      <a:pPr algn="ctr" rtl="1">
                        <a:lnSpc>
                          <a:spcPct val="115000"/>
                        </a:lnSpc>
                      </a:pPr>
                      <a:r>
                        <a:rPr lang="ar" sz="1600" b="1" dirty="0"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صالون بيش للتجميل للسنة المنتهية في عام </a:t>
                      </a:r>
                      <a:r>
                        <a:rPr lang="en-US" sz="1600" b="1" noProof="0" dirty="0"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202X</a:t>
                      </a:r>
                      <a:r>
                        <a:rPr lang="ar" sz="1600" b="1" dirty="0"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  </a:t>
                      </a:r>
                      <a:endParaRPr lang="en-GB" sz="1600" b="1" dirty="0">
                        <a:effectLst/>
                        <a:latin typeface="Sakkal Majalla" panose="02000000000000000000" pitchFamily="2" charset="-78"/>
                        <a:ea typeface="Times New Roman" panose="02020603050405020304" pitchFamily="18" charset="0"/>
                        <a:cs typeface="Sakkal Majalla" panose="02000000000000000000" pitchFamily="2" charset="-78"/>
                      </a:endParaRPr>
                    </a:p>
                  </a:txBody>
                  <a:tcPr marL="64307" marR="64307" marT="0" marB="0"/>
                </a:tc>
                <a:tc hMerge="1">
                  <a:txBody>
                    <a:bodyPr/>
                    <a:lstStyle/>
                    <a:p>
                      <a:pPr rtl="1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1764300"/>
                  </a:ext>
                </a:extLst>
              </a:tr>
              <a:tr h="322579">
                <a:tc>
                  <a:txBody>
                    <a:bodyPr/>
                    <a:lstStyle/>
                    <a:p>
                      <a:pPr rtl="1">
                        <a:lnSpc>
                          <a:spcPct val="107000"/>
                        </a:lnSpc>
                      </a:pPr>
                      <a:endParaRPr lang="en-GB" sz="1400" dirty="0">
                        <a:effectLst/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64307" marR="64307" marT="0" marB="0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ar" sz="1400" dirty="0">
                          <a:effectLst/>
                          <a:latin typeface="Sakkal Majalla" panose="02000000000000000000" pitchFamily="2" charset="-78"/>
                          <a:ea typeface="Times New Roman" panose="02020603050405020304" pitchFamily="18" charset="0"/>
                          <a:cs typeface="Sakkal Majalla" panose="02000000000000000000" pitchFamily="2" charset="-78"/>
                        </a:rPr>
                        <a:t>دولار أمريكي</a:t>
                      </a:r>
                    </a:p>
                  </a:txBody>
                  <a:tcPr marL="64307" marR="64307" marT="0" marB="0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ar" sz="1400" dirty="0">
                          <a:effectLst/>
                          <a:latin typeface="Sakkal Majalla" panose="02000000000000000000" pitchFamily="2" charset="-78"/>
                          <a:ea typeface="Times New Roman" panose="02020603050405020304" pitchFamily="18" charset="0"/>
                          <a:cs typeface="Sakkal Majalla" panose="02000000000000000000" pitchFamily="2" charset="-78"/>
                        </a:rPr>
                        <a:t>دولار أمريكي</a:t>
                      </a:r>
                    </a:p>
                  </a:txBody>
                  <a:tcPr marL="64307" marR="64307" marT="0" marB="0"/>
                </a:tc>
                <a:extLst>
                  <a:ext uri="{0D108BD9-81ED-4DB2-BD59-A6C34878D82A}">
                    <a16:rowId xmlns:a16="http://schemas.microsoft.com/office/drawing/2014/main" val="1303961522"/>
                  </a:ext>
                </a:extLst>
              </a:tr>
              <a:tr h="322579">
                <a:tc>
                  <a:txBody>
                    <a:bodyPr/>
                    <a:lstStyle/>
                    <a:p>
                      <a:pPr indent="127000" rtl="1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ar" sz="1400" dirty="0">
                          <a:effectLst/>
                          <a:latin typeface="Sakkal Majalla" panose="02000000000000000000" pitchFamily="2" charset="-78"/>
                          <a:ea typeface="Times New Roman" panose="02020603050405020304" pitchFamily="18" charset="0"/>
                          <a:cs typeface="Sakkal Majalla" panose="02000000000000000000" pitchFamily="2" charset="-78"/>
                        </a:rPr>
                        <a:t>الإيرادات</a:t>
                      </a:r>
                    </a:p>
                  </a:txBody>
                  <a:tcPr marL="64307" marR="64307" marT="0" marB="0"/>
                </a:tc>
                <a:tc>
                  <a:txBody>
                    <a:bodyPr/>
                    <a:lstStyle/>
                    <a:p>
                      <a:pPr indent="127000" algn="r" rtl="1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ar" sz="1400" dirty="0"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    </a:t>
                      </a:r>
                      <a:endParaRPr lang="en-GB" sz="1400" dirty="0">
                        <a:effectLst/>
                        <a:latin typeface="Sakkal Majalla" panose="02000000000000000000" pitchFamily="2" charset="-78"/>
                        <a:ea typeface="Times New Roman" panose="02020603050405020304" pitchFamily="18" charset="0"/>
                        <a:cs typeface="Sakkal Majalla" panose="02000000000000000000" pitchFamily="2" charset="-78"/>
                      </a:endParaRPr>
                    </a:p>
                  </a:txBody>
                  <a:tcPr marL="64307" marR="64307" marT="0" marB="0"/>
                </a:tc>
                <a:tc>
                  <a:txBody>
                    <a:bodyPr/>
                    <a:lstStyle/>
                    <a:p>
                      <a:pPr indent="127000" algn="r" rtl="1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ar" sz="1400" dirty="0"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148 300</a:t>
                      </a:r>
                      <a:endParaRPr lang="en-GB" sz="1400" dirty="0">
                        <a:effectLst/>
                        <a:latin typeface="Sakkal Majalla" panose="02000000000000000000" pitchFamily="2" charset="-78"/>
                        <a:ea typeface="Times New Roman" panose="02020603050405020304" pitchFamily="18" charset="0"/>
                        <a:cs typeface="Sakkal Majalla" panose="02000000000000000000" pitchFamily="2" charset="-78"/>
                      </a:endParaRPr>
                    </a:p>
                  </a:txBody>
                  <a:tcPr marL="64307" marR="64307" marT="0" marB="0"/>
                </a:tc>
                <a:extLst>
                  <a:ext uri="{0D108BD9-81ED-4DB2-BD59-A6C34878D82A}">
                    <a16:rowId xmlns:a16="http://schemas.microsoft.com/office/drawing/2014/main" val="1755067726"/>
                  </a:ext>
                </a:extLst>
              </a:tr>
              <a:tr h="322579">
                <a:tc>
                  <a:txBody>
                    <a:bodyPr/>
                    <a:lstStyle/>
                    <a:p>
                      <a:pPr indent="127000" rtl="1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ar" sz="1400" dirty="0"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المخزون الافتتاحي</a:t>
                      </a:r>
                      <a:endParaRPr lang="en-GB" sz="1400" dirty="0">
                        <a:effectLst/>
                        <a:latin typeface="Sakkal Majalla" panose="02000000000000000000" pitchFamily="2" charset="-78"/>
                        <a:ea typeface="Times New Roman" panose="02020603050405020304" pitchFamily="18" charset="0"/>
                        <a:cs typeface="Sakkal Majalla" panose="02000000000000000000" pitchFamily="2" charset="-78"/>
                      </a:endParaRPr>
                    </a:p>
                  </a:txBody>
                  <a:tcPr marL="64307" marR="64307" marT="0" marB="0"/>
                </a:tc>
                <a:tc>
                  <a:txBody>
                    <a:bodyPr/>
                    <a:lstStyle/>
                    <a:p>
                      <a:pPr indent="127000" algn="r" rtl="1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ar" sz="1400" dirty="0"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31 099</a:t>
                      </a:r>
                      <a:endParaRPr lang="en-GB" sz="1400" dirty="0">
                        <a:effectLst/>
                        <a:latin typeface="Sakkal Majalla" panose="02000000000000000000" pitchFamily="2" charset="-78"/>
                        <a:ea typeface="Times New Roman" panose="02020603050405020304" pitchFamily="18" charset="0"/>
                        <a:cs typeface="Sakkal Majalla" panose="02000000000000000000" pitchFamily="2" charset="-78"/>
                      </a:endParaRPr>
                    </a:p>
                  </a:txBody>
                  <a:tcPr marL="64307" marR="64307" marT="0" marB="0"/>
                </a:tc>
                <a:tc>
                  <a:txBody>
                    <a:bodyPr/>
                    <a:lstStyle/>
                    <a:p>
                      <a:pPr rtl="1">
                        <a:lnSpc>
                          <a:spcPct val="107000"/>
                        </a:lnSpc>
                      </a:pPr>
                      <a:endParaRPr lang="en-GB" sz="1400" dirty="0">
                        <a:effectLst/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64307" marR="64307" marT="0" marB="0"/>
                </a:tc>
                <a:extLst>
                  <a:ext uri="{0D108BD9-81ED-4DB2-BD59-A6C34878D82A}">
                    <a16:rowId xmlns:a16="http://schemas.microsoft.com/office/drawing/2014/main" val="1024361811"/>
                  </a:ext>
                </a:extLst>
              </a:tr>
              <a:tr h="322579">
                <a:tc>
                  <a:txBody>
                    <a:bodyPr/>
                    <a:lstStyle/>
                    <a:p>
                      <a:pPr indent="127000" rtl="1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ar" sz="1400" dirty="0"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المشتريات</a:t>
                      </a:r>
                      <a:endParaRPr lang="en-GB" sz="1400" dirty="0">
                        <a:effectLst/>
                        <a:latin typeface="Sakkal Majalla" panose="02000000000000000000" pitchFamily="2" charset="-78"/>
                        <a:ea typeface="Times New Roman" panose="02020603050405020304" pitchFamily="18" charset="0"/>
                        <a:cs typeface="Sakkal Majalla" panose="02000000000000000000" pitchFamily="2" charset="-78"/>
                      </a:endParaRPr>
                    </a:p>
                  </a:txBody>
                  <a:tcPr marL="64307" marR="64307" marT="0" marB="0"/>
                </a:tc>
                <a:tc>
                  <a:txBody>
                    <a:bodyPr/>
                    <a:lstStyle/>
                    <a:p>
                      <a:pPr indent="127000" algn="r" rtl="1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ar" sz="1400" dirty="0"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27 250</a:t>
                      </a:r>
                      <a:endParaRPr lang="en-GB" sz="1400" dirty="0">
                        <a:effectLst/>
                        <a:latin typeface="Sakkal Majalla" panose="02000000000000000000" pitchFamily="2" charset="-78"/>
                        <a:ea typeface="Times New Roman" panose="02020603050405020304" pitchFamily="18" charset="0"/>
                        <a:cs typeface="Sakkal Majalla" panose="02000000000000000000" pitchFamily="2" charset="-78"/>
                      </a:endParaRPr>
                    </a:p>
                  </a:txBody>
                  <a:tcPr marL="64307" marR="64307" marT="0" marB="0"/>
                </a:tc>
                <a:tc>
                  <a:txBody>
                    <a:bodyPr/>
                    <a:lstStyle/>
                    <a:p>
                      <a:pPr rtl="1">
                        <a:lnSpc>
                          <a:spcPct val="107000"/>
                        </a:lnSpc>
                      </a:pPr>
                      <a:endParaRPr lang="en-GB" sz="1400" dirty="0">
                        <a:effectLst/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64307" marR="64307" marT="0" marB="0"/>
                </a:tc>
                <a:extLst>
                  <a:ext uri="{0D108BD9-81ED-4DB2-BD59-A6C34878D82A}">
                    <a16:rowId xmlns:a16="http://schemas.microsoft.com/office/drawing/2014/main" val="1766960830"/>
                  </a:ext>
                </a:extLst>
              </a:tr>
              <a:tr h="322579">
                <a:tc>
                  <a:txBody>
                    <a:bodyPr/>
                    <a:lstStyle/>
                    <a:p>
                      <a:pPr indent="127000" rtl="1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ar" sz="1400" dirty="0"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المخزون الختامي</a:t>
                      </a:r>
                      <a:endParaRPr lang="en-GB" sz="1400" dirty="0">
                        <a:effectLst/>
                        <a:latin typeface="Sakkal Majalla" panose="02000000000000000000" pitchFamily="2" charset="-78"/>
                        <a:ea typeface="Times New Roman" panose="02020603050405020304" pitchFamily="18" charset="0"/>
                        <a:cs typeface="Sakkal Majalla" panose="02000000000000000000" pitchFamily="2" charset="-78"/>
                      </a:endParaRPr>
                    </a:p>
                  </a:txBody>
                  <a:tcPr marL="64307" marR="64307" marT="0" marB="0"/>
                </a:tc>
                <a:tc>
                  <a:txBody>
                    <a:bodyPr/>
                    <a:lstStyle/>
                    <a:p>
                      <a:pPr indent="127000" algn="r" rtl="1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ar" sz="1400" dirty="0"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13 900</a:t>
                      </a:r>
                      <a:endParaRPr lang="en-GB" sz="1400" dirty="0">
                        <a:effectLst/>
                        <a:latin typeface="Sakkal Majalla" panose="02000000000000000000" pitchFamily="2" charset="-78"/>
                        <a:ea typeface="Times New Roman" panose="02020603050405020304" pitchFamily="18" charset="0"/>
                        <a:cs typeface="Sakkal Majalla" panose="02000000000000000000" pitchFamily="2" charset="-78"/>
                      </a:endParaRPr>
                    </a:p>
                  </a:txBody>
                  <a:tcPr marL="64307" marR="64307" marT="0" marB="0"/>
                </a:tc>
                <a:tc>
                  <a:txBody>
                    <a:bodyPr/>
                    <a:lstStyle/>
                    <a:p>
                      <a:pPr rtl="1">
                        <a:lnSpc>
                          <a:spcPct val="107000"/>
                        </a:lnSpc>
                      </a:pPr>
                      <a:endParaRPr lang="en-GB" sz="1400" dirty="0">
                        <a:effectLst/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64307" marR="64307" marT="0" marB="0"/>
                </a:tc>
                <a:extLst>
                  <a:ext uri="{0D108BD9-81ED-4DB2-BD59-A6C34878D82A}">
                    <a16:rowId xmlns:a16="http://schemas.microsoft.com/office/drawing/2014/main" val="3096279661"/>
                  </a:ext>
                </a:extLst>
              </a:tr>
              <a:tr h="322579">
                <a:tc>
                  <a:txBody>
                    <a:bodyPr/>
                    <a:lstStyle/>
                    <a:p>
                      <a:pPr indent="127000" rtl="1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ar" sz="1400" dirty="0"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تكلفة المبيعات</a:t>
                      </a:r>
                      <a:endParaRPr lang="en-GB" sz="1400" dirty="0">
                        <a:effectLst/>
                        <a:latin typeface="Sakkal Majalla" panose="02000000000000000000" pitchFamily="2" charset="-78"/>
                        <a:ea typeface="Times New Roman" panose="02020603050405020304" pitchFamily="18" charset="0"/>
                        <a:cs typeface="Sakkal Majalla" panose="02000000000000000000" pitchFamily="2" charset="-78"/>
                      </a:endParaRPr>
                    </a:p>
                  </a:txBody>
                  <a:tcPr marL="64307" marR="64307" marT="0" marB="0"/>
                </a:tc>
                <a:tc>
                  <a:txBody>
                    <a:bodyPr/>
                    <a:lstStyle/>
                    <a:p>
                      <a:pPr rtl="1">
                        <a:lnSpc>
                          <a:spcPct val="107000"/>
                        </a:lnSpc>
                      </a:pPr>
                      <a:endParaRPr lang="en-GB" sz="1400" dirty="0">
                        <a:effectLst/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64307" marR="64307" marT="0" marB="0"/>
                </a:tc>
                <a:tc>
                  <a:txBody>
                    <a:bodyPr/>
                    <a:lstStyle/>
                    <a:p>
                      <a:pPr indent="127000" algn="r" rtl="1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ar" sz="1400" dirty="0"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44 449</a:t>
                      </a:r>
                      <a:endParaRPr lang="en-GB" sz="1400" dirty="0">
                        <a:effectLst/>
                        <a:latin typeface="Sakkal Majalla" panose="02000000000000000000" pitchFamily="2" charset="-78"/>
                        <a:ea typeface="Times New Roman" panose="02020603050405020304" pitchFamily="18" charset="0"/>
                        <a:cs typeface="Sakkal Majalla" panose="02000000000000000000" pitchFamily="2" charset="-78"/>
                      </a:endParaRPr>
                    </a:p>
                  </a:txBody>
                  <a:tcPr marL="64307" marR="64307" marT="0" marB="0"/>
                </a:tc>
                <a:extLst>
                  <a:ext uri="{0D108BD9-81ED-4DB2-BD59-A6C34878D82A}">
                    <a16:rowId xmlns:a16="http://schemas.microsoft.com/office/drawing/2014/main" val="299860372"/>
                  </a:ext>
                </a:extLst>
              </a:tr>
              <a:tr h="322579">
                <a:tc>
                  <a:txBody>
                    <a:bodyPr/>
                    <a:lstStyle/>
                    <a:p>
                      <a:pPr indent="129540" rtl="1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ar" sz="1400" dirty="0"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إجمالي الربح</a:t>
                      </a:r>
                      <a:endParaRPr lang="en-GB" sz="1400" dirty="0">
                        <a:effectLst/>
                        <a:latin typeface="Sakkal Majalla" panose="02000000000000000000" pitchFamily="2" charset="-78"/>
                        <a:ea typeface="Times New Roman" panose="02020603050405020304" pitchFamily="18" charset="0"/>
                        <a:cs typeface="Sakkal Majalla" panose="02000000000000000000" pitchFamily="2" charset="-78"/>
                      </a:endParaRPr>
                    </a:p>
                  </a:txBody>
                  <a:tcPr marL="64307" marR="64307" marT="0" marB="0"/>
                </a:tc>
                <a:tc>
                  <a:txBody>
                    <a:bodyPr/>
                    <a:lstStyle/>
                    <a:p>
                      <a:pPr rtl="1">
                        <a:lnSpc>
                          <a:spcPct val="107000"/>
                        </a:lnSpc>
                      </a:pPr>
                      <a:endParaRPr lang="en-GB" sz="1400" dirty="0">
                        <a:effectLst/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64307" marR="64307" marT="0" marB="0"/>
                </a:tc>
                <a:tc>
                  <a:txBody>
                    <a:bodyPr/>
                    <a:lstStyle/>
                    <a:p>
                      <a:pPr indent="127000" algn="r" rtl="1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ar" sz="1400" dirty="0"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103 851</a:t>
                      </a:r>
                      <a:endParaRPr lang="en-GB" sz="1400" dirty="0">
                        <a:effectLst/>
                        <a:latin typeface="Sakkal Majalla" panose="02000000000000000000" pitchFamily="2" charset="-78"/>
                        <a:ea typeface="Times New Roman" panose="02020603050405020304" pitchFamily="18" charset="0"/>
                        <a:cs typeface="Sakkal Majalla" panose="02000000000000000000" pitchFamily="2" charset="-78"/>
                      </a:endParaRPr>
                    </a:p>
                  </a:txBody>
                  <a:tcPr marL="64307" marR="64307" marT="0" marB="0"/>
                </a:tc>
                <a:extLst>
                  <a:ext uri="{0D108BD9-81ED-4DB2-BD59-A6C34878D82A}">
                    <a16:rowId xmlns:a16="http://schemas.microsoft.com/office/drawing/2014/main" val="1420083368"/>
                  </a:ext>
                </a:extLst>
              </a:tr>
              <a:tr h="307218">
                <a:tc>
                  <a:txBody>
                    <a:bodyPr/>
                    <a:lstStyle/>
                    <a:p>
                      <a:pPr rtl="1">
                        <a:lnSpc>
                          <a:spcPct val="107000"/>
                        </a:lnSpc>
                      </a:pPr>
                      <a:endParaRPr lang="en-GB" sz="1400" dirty="0">
                        <a:effectLst/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64307" marR="64307" marT="0" marB="0"/>
                </a:tc>
                <a:tc>
                  <a:txBody>
                    <a:bodyPr/>
                    <a:lstStyle/>
                    <a:p>
                      <a:pPr rtl="1">
                        <a:lnSpc>
                          <a:spcPct val="107000"/>
                        </a:lnSpc>
                      </a:pPr>
                      <a:endParaRPr lang="en-GB" sz="1400" dirty="0">
                        <a:effectLst/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64307" marR="64307" marT="0" marB="0"/>
                </a:tc>
                <a:tc>
                  <a:txBody>
                    <a:bodyPr/>
                    <a:lstStyle/>
                    <a:p>
                      <a:pPr rtl="1">
                        <a:lnSpc>
                          <a:spcPct val="107000"/>
                        </a:lnSpc>
                      </a:pPr>
                      <a:endParaRPr lang="en-GB" sz="1400" dirty="0">
                        <a:effectLst/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64307" marR="64307" marT="0" marB="0"/>
                </a:tc>
                <a:extLst>
                  <a:ext uri="{0D108BD9-81ED-4DB2-BD59-A6C34878D82A}">
                    <a16:rowId xmlns:a16="http://schemas.microsoft.com/office/drawing/2014/main" val="2513062525"/>
                  </a:ext>
                </a:extLst>
              </a:tr>
              <a:tr h="322579">
                <a:tc gridSpan="3">
                  <a:txBody>
                    <a:bodyPr/>
                    <a:lstStyle/>
                    <a:p>
                      <a:pPr indent="127000" rtl="1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ar" sz="1400" dirty="0"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المصروفات                                                     </a:t>
                      </a:r>
                      <a:endParaRPr lang="en-GB" sz="1400" dirty="0">
                        <a:effectLst/>
                        <a:latin typeface="Sakkal Majalla" panose="02000000000000000000" pitchFamily="2" charset="-78"/>
                        <a:ea typeface="Times New Roman" panose="02020603050405020304" pitchFamily="18" charset="0"/>
                        <a:cs typeface="Sakkal Majalla" panose="02000000000000000000" pitchFamily="2" charset="-78"/>
                      </a:endParaRPr>
                    </a:p>
                  </a:txBody>
                  <a:tcPr marL="64307" marR="64307" marT="0" marB="0"/>
                </a:tc>
                <a:tc hMerge="1">
                  <a:txBody>
                    <a:bodyPr/>
                    <a:lstStyle/>
                    <a:p>
                      <a:pPr rtl="1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5998256"/>
                  </a:ext>
                </a:extLst>
              </a:tr>
              <a:tr h="365144">
                <a:tc>
                  <a:txBody>
                    <a:bodyPr/>
                    <a:lstStyle/>
                    <a:p>
                      <a:pPr indent="-127000" rtl="1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ar" sz="1400" dirty="0"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   الإيجار والمرافق</a:t>
                      </a:r>
                      <a:endParaRPr lang="en-GB" sz="1400" dirty="0">
                        <a:effectLst/>
                        <a:latin typeface="Sakkal Majalla" panose="02000000000000000000" pitchFamily="2" charset="-78"/>
                        <a:ea typeface="Times New Roman" panose="02020603050405020304" pitchFamily="18" charset="0"/>
                        <a:cs typeface="Sakkal Majalla" panose="02000000000000000000" pitchFamily="2" charset="-78"/>
                      </a:endParaRPr>
                    </a:p>
                  </a:txBody>
                  <a:tcPr marL="64307" marR="64307" marT="0" marB="0"/>
                </a:tc>
                <a:tc>
                  <a:txBody>
                    <a:bodyPr/>
                    <a:lstStyle/>
                    <a:p>
                      <a:pPr indent="127000" algn="r" rtl="1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ar" sz="1400" dirty="0"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16 351</a:t>
                      </a:r>
                      <a:endParaRPr lang="en-GB" sz="1400" dirty="0">
                        <a:effectLst/>
                        <a:latin typeface="Sakkal Majalla" panose="02000000000000000000" pitchFamily="2" charset="-78"/>
                        <a:ea typeface="Times New Roman" panose="02020603050405020304" pitchFamily="18" charset="0"/>
                        <a:cs typeface="Sakkal Majalla" panose="02000000000000000000" pitchFamily="2" charset="-78"/>
                      </a:endParaRPr>
                    </a:p>
                  </a:txBody>
                  <a:tcPr marL="64307" marR="64307" marT="0" marB="0"/>
                </a:tc>
                <a:tc>
                  <a:txBody>
                    <a:bodyPr/>
                    <a:lstStyle/>
                    <a:p>
                      <a:pPr rtl="1">
                        <a:lnSpc>
                          <a:spcPct val="107000"/>
                        </a:lnSpc>
                      </a:pPr>
                      <a:endParaRPr lang="en-GB" sz="1400" dirty="0">
                        <a:effectLst/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64307" marR="64307" marT="0" marB="0"/>
                </a:tc>
                <a:extLst>
                  <a:ext uri="{0D108BD9-81ED-4DB2-BD59-A6C34878D82A}">
                    <a16:rowId xmlns:a16="http://schemas.microsoft.com/office/drawing/2014/main" val="1684090941"/>
                  </a:ext>
                </a:extLst>
              </a:tr>
              <a:tr h="488628">
                <a:tc>
                  <a:txBody>
                    <a:bodyPr/>
                    <a:lstStyle/>
                    <a:p>
                      <a:pPr indent="127000" rtl="1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ar" sz="1400" dirty="0"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الأجور</a:t>
                      </a:r>
                      <a:endParaRPr lang="en-GB" sz="1400" dirty="0">
                        <a:effectLst/>
                        <a:latin typeface="Sakkal Majalla" panose="02000000000000000000" pitchFamily="2" charset="-78"/>
                        <a:ea typeface="Times New Roman" panose="02020603050405020304" pitchFamily="18" charset="0"/>
                        <a:cs typeface="Sakkal Majalla" panose="02000000000000000000" pitchFamily="2" charset="-78"/>
                      </a:endParaRPr>
                    </a:p>
                  </a:txBody>
                  <a:tcPr marL="64307" marR="64307" marT="0" marB="0"/>
                </a:tc>
                <a:tc>
                  <a:txBody>
                    <a:bodyPr/>
                    <a:lstStyle/>
                    <a:p>
                      <a:pPr indent="127000" algn="r" rtl="1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ar" sz="1400" dirty="0"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57 200</a:t>
                      </a:r>
                      <a:endParaRPr lang="en-GB" sz="1400" dirty="0">
                        <a:effectLst/>
                        <a:latin typeface="Sakkal Majalla" panose="02000000000000000000" pitchFamily="2" charset="-78"/>
                        <a:ea typeface="Times New Roman" panose="02020603050405020304" pitchFamily="18" charset="0"/>
                        <a:cs typeface="Sakkal Majalla" panose="02000000000000000000" pitchFamily="2" charset="-78"/>
                      </a:endParaRPr>
                    </a:p>
                  </a:txBody>
                  <a:tcPr marL="64307" marR="64307" marT="0" marB="0"/>
                </a:tc>
                <a:tc>
                  <a:txBody>
                    <a:bodyPr/>
                    <a:lstStyle/>
                    <a:p>
                      <a:pPr rtl="1">
                        <a:lnSpc>
                          <a:spcPct val="107000"/>
                        </a:lnSpc>
                      </a:pPr>
                      <a:endParaRPr lang="en-GB" sz="1400" dirty="0">
                        <a:effectLst/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64307" marR="64307" marT="0" marB="0"/>
                </a:tc>
                <a:extLst>
                  <a:ext uri="{0D108BD9-81ED-4DB2-BD59-A6C34878D82A}">
                    <a16:rowId xmlns:a16="http://schemas.microsoft.com/office/drawing/2014/main" val="2517131972"/>
                  </a:ext>
                </a:extLst>
              </a:tr>
              <a:tr h="322579">
                <a:tc>
                  <a:txBody>
                    <a:bodyPr/>
                    <a:lstStyle/>
                    <a:p>
                      <a:pPr indent="127000" rtl="1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ar" sz="1400" b="0" dirty="0"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إجمالي المصروفات</a:t>
                      </a:r>
                      <a:endParaRPr lang="en-GB" sz="1400" b="0" dirty="0">
                        <a:effectLst/>
                        <a:latin typeface="Sakkal Majalla" panose="02000000000000000000" pitchFamily="2" charset="-78"/>
                        <a:ea typeface="Times New Roman" panose="02020603050405020304" pitchFamily="18" charset="0"/>
                        <a:cs typeface="Sakkal Majalla" panose="02000000000000000000" pitchFamily="2" charset="-78"/>
                      </a:endParaRPr>
                    </a:p>
                  </a:txBody>
                  <a:tcPr marL="64307" marR="64307" marT="0" marB="0"/>
                </a:tc>
                <a:tc>
                  <a:txBody>
                    <a:bodyPr/>
                    <a:lstStyle/>
                    <a:p>
                      <a:pPr rtl="1">
                        <a:lnSpc>
                          <a:spcPct val="107000"/>
                        </a:lnSpc>
                      </a:pPr>
                      <a:endParaRPr lang="en-GB" sz="1400" dirty="0">
                        <a:effectLst/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64307" marR="64307" marT="0" marB="0"/>
                </a:tc>
                <a:tc>
                  <a:txBody>
                    <a:bodyPr/>
                    <a:lstStyle/>
                    <a:p>
                      <a:pPr indent="127000" algn="r" rtl="1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ar" sz="1400" dirty="0"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73 551</a:t>
                      </a:r>
                      <a:endParaRPr lang="en-GB" sz="1400" dirty="0">
                        <a:effectLst/>
                        <a:latin typeface="Sakkal Majalla" panose="02000000000000000000" pitchFamily="2" charset="-78"/>
                        <a:ea typeface="Times New Roman" panose="02020603050405020304" pitchFamily="18" charset="0"/>
                        <a:cs typeface="Sakkal Majalla" panose="02000000000000000000" pitchFamily="2" charset="-78"/>
                      </a:endParaRPr>
                    </a:p>
                  </a:txBody>
                  <a:tcPr marL="64307" marR="64307" marT="0" marB="0"/>
                </a:tc>
                <a:extLst>
                  <a:ext uri="{0D108BD9-81ED-4DB2-BD59-A6C34878D82A}">
                    <a16:rowId xmlns:a16="http://schemas.microsoft.com/office/drawing/2014/main" val="3155954674"/>
                  </a:ext>
                </a:extLst>
              </a:tr>
              <a:tr h="380951">
                <a:tc>
                  <a:txBody>
                    <a:bodyPr/>
                    <a:lstStyle/>
                    <a:p>
                      <a:pPr marL="129540" indent="-129540" rtl="1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ar" sz="1400" dirty="0"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   ربح السنة/ صافي الربح</a:t>
                      </a:r>
                      <a:endParaRPr lang="en-GB" sz="1400" dirty="0">
                        <a:effectLst/>
                        <a:latin typeface="Sakkal Majalla" panose="02000000000000000000" pitchFamily="2" charset="-78"/>
                        <a:ea typeface="Times New Roman" panose="02020603050405020304" pitchFamily="18" charset="0"/>
                        <a:cs typeface="Sakkal Majalla" panose="02000000000000000000" pitchFamily="2" charset="-78"/>
                      </a:endParaRPr>
                    </a:p>
                  </a:txBody>
                  <a:tcPr marL="64307" marR="64307" marT="0" marB="0"/>
                </a:tc>
                <a:tc>
                  <a:txBody>
                    <a:bodyPr/>
                    <a:lstStyle/>
                    <a:p>
                      <a:pPr rtl="1">
                        <a:lnSpc>
                          <a:spcPct val="107000"/>
                        </a:lnSpc>
                      </a:pPr>
                      <a:endParaRPr lang="en-GB" sz="1400" dirty="0">
                        <a:effectLst/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64307" marR="64307" marT="0" marB="0"/>
                </a:tc>
                <a:tc>
                  <a:txBody>
                    <a:bodyPr/>
                    <a:lstStyle/>
                    <a:p>
                      <a:pPr indent="127000" algn="r" rtl="1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ar" sz="1400" dirty="0"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30 300</a:t>
                      </a:r>
                      <a:endParaRPr lang="en-GB" sz="1400" dirty="0">
                        <a:effectLst/>
                        <a:latin typeface="Sakkal Majalla" panose="02000000000000000000" pitchFamily="2" charset="-78"/>
                        <a:ea typeface="Times New Roman" panose="02020603050405020304" pitchFamily="18" charset="0"/>
                        <a:cs typeface="Sakkal Majalla" panose="02000000000000000000" pitchFamily="2" charset="-78"/>
                      </a:endParaRPr>
                    </a:p>
                  </a:txBody>
                  <a:tcPr marL="64307" marR="64307" marT="0" marB="0"/>
                </a:tc>
                <a:extLst>
                  <a:ext uri="{0D108BD9-81ED-4DB2-BD59-A6C34878D82A}">
                    <a16:rowId xmlns:a16="http://schemas.microsoft.com/office/drawing/2014/main" val="4002824993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3231C3E4-6001-E91A-00B7-4C12CB62E51A}"/>
              </a:ext>
            </a:extLst>
          </p:cNvPr>
          <p:cNvSpPr txBox="1"/>
          <p:nvPr/>
        </p:nvSpPr>
        <p:spPr>
          <a:xfrm>
            <a:off x="350925" y="1402187"/>
            <a:ext cx="4130061" cy="369332"/>
          </a:xfrm>
          <a:prstGeom prst="rect">
            <a:avLst/>
          </a:prstGeom>
          <a:solidFill>
            <a:schemeClr val="accent5"/>
          </a:solidFill>
        </p:spPr>
        <p:txBody>
          <a:bodyPr wrap="square" rtlCol="1">
            <a:spAutoFit/>
          </a:bodyPr>
          <a:lstStyle/>
          <a:p>
            <a:pPr marR="0" lvl="0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ar" b="0" i="0" strike="noStrike" cap="none" normalizeH="0" dirty="0">
                <a:ln>
                  <a:noFill/>
                </a:ln>
                <a:effectLst/>
                <a:latin typeface="Sakkal Majalla" panose="02000000000000000000" pitchFamily="2" charset="-78"/>
                <a:ea typeface="Calibri" panose="020F0502020204030204" pitchFamily="34" charset="0"/>
                <a:cs typeface="Sakkal Majalla" panose="02000000000000000000" pitchFamily="2" charset="-78"/>
              </a:rPr>
              <a:t>توضح </a:t>
            </a:r>
            <a:r>
              <a:rPr lang="ar" dirty="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 قائمة الدخل الشامل</a:t>
            </a:r>
            <a:r>
              <a:rPr lang="ar" b="0" i="0" strike="noStrike" cap="none" normalizeH="0" dirty="0">
                <a:ln>
                  <a:noFill/>
                </a:ln>
                <a:effectLst/>
                <a:latin typeface="Sakkal Majalla" panose="02000000000000000000" pitchFamily="2" charset="-78"/>
                <a:ea typeface="Calibri" panose="020F0502020204030204" pitchFamily="34" charset="0"/>
                <a:cs typeface="Sakkal Majalla" panose="02000000000000000000" pitchFamily="2" charset="-78"/>
              </a:rPr>
              <a:t> </a:t>
            </a:r>
            <a:r>
              <a:rPr lang="ar" dirty="0">
                <a:latin typeface="Sakkal Majalla" panose="02000000000000000000" pitchFamily="2" charset="-78"/>
                <a:ea typeface="Calibri" panose="020F0502020204030204" pitchFamily="34" charset="0"/>
                <a:cs typeface="Sakkal Majalla" panose="02000000000000000000" pitchFamily="2" charset="-78"/>
              </a:rPr>
              <a:t> </a:t>
            </a:r>
            <a:r>
              <a:rPr lang="ar" b="0" i="0" strike="noStrike" cap="none" normalizeH="0" dirty="0">
                <a:ln>
                  <a:noFill/>
                </a:ln>
                <a:effectLst/>
                <a:latin typeface="Sakkal Majalla" panose="02000000000000000000" pitchFamily="2" charset="-78"/>
                <a:ea typeface="Calibri" panose="020F0502020204030204" pitchFamily="34" charset="0"/>
                <a:cs typeface="Sakkal Majalla" panose="02000000000000000000" pitchFamily="2" charset="-78"/>
              </a:rPr>
              <a:t>المركز التجاري للشركة.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25DCFAA-D7BC-387D-AF4C-8779B504A419}"/>
              </a:ext>
            </a:extLst>
          </p:cNvPr>
          <p:cNvSpPr txBox="1"/>
          <p:nvPr/>
        </p:nvSpPr>
        <p:spPr>
          <a:xfrm>
            <a:off x="327151" y="4241858"/>
            <a:ext cx="4145534" cy="830997"/>
          </a:xfrm>
          <a:prstGeom prst="rect">
            <a:avLst/>
          </a:prstGeom>
          <a:gradFill>
            <a:gsLst>
              <a:gs pos="0">
                <a:schemeClr val="accent6">
                  <a:lumMod val="20000"/>
                  <a:lumOff val="80000"/>
                </a:schemeClr>
              </a:gs>
              <a:gs pos="86000">
                <a:schemeClr val="accent5"/>
              </a:gs>
              <a:gs pos="100000">
                <a:schemeClr val="accent5"/>
              </a:gs>
            </a:gsLst>
            <a:lin ang="2700000" scaled="1"/>
          </a:gradFill>
        </p:spPr>
        <p:txBody>
          <a:bodyPr wrap="square" rtlCol="1">
            <a:spAutoFit/>
          </a:bodyPr>
          <a:lstStyle/>
          <a:p>
            <a:pPr rtl="1"/>
            <a:r>
              <a:rPr lang="ar" sz="16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مناقشة:</a:t>
            </a:r>
          </a:p>
          <a:p>
            <a:pPr marL="285750" indent="-285750" rtl="1">
              <a:buFont typeface="Arial" panose="020B0604020202020204" pitchFamily="34" charset="0"/>
              <a:buChar char="•"/>
            </a:pPr>
            <a:r>
              <a:rPr lang="ar" sz="16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ماذا يحدث لإجمالي الربح إذا كانت هناك زيادة في تكاليف المخزون؟ </a:t>
            </a:r>
          </a:p>
          <a:p>
            <a:pPr marL="285750" indent="-285750" rtl="1">
              <a:buFont typeface="Arial" panose="020B0604020202020204" pitchFamily="34" charset="0"/>
              <a:buChar char="•"/>
            </a:pPr>
            <a:r>
              <a:rPr lang="ar" sz="16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كيف يمكن للشركة زيادة صافي أرباحها؟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56FDAA40-09A4-6A27-4083-6689EC6488F8}"/>
              </a:ext>
            </a:extLst>
          </p:cNvPr>
          <p:cNvSpPr txBox="1">
            <a:spLocks/>
          </p:cNvSpPr>
          <p:nvPr/>
        </p:nvSpPr>
        <p:spPr bwMode="auto">
          <a:xfrm>
            <a:off x="35496" y="6603206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/>
          </a:bodyPr>
          <a:lstStyle>
            <a:defPPr>
              <a:defRPr lang="en-GB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9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A103000398478</a:t>
            </a:r>
            <a:endParaRPr lang="ar" sz="900" dirty="0"/>
          </a:p>
        </p:txBody>
      </p:sp>
    </p:spTree>
    <p:extLst>
      <p:ext uri="{BB962C8B-B14F-4D97-AF65-F5344CB8AC3E}">
        <p14:creationId xmlns:p14="http://schemas.microsoft.com/office/powerpoint/2010/main" val="1233014226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A330DE-669A-B0EE-48E5-F3F89B4F9D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2">
            <a:extLst>
              <a:ext uri="{FF2B5EF4-FFF2-40B4-BE49-F238E27FC236}">
                <a16:creationId xmlns:a16="http://schemas.microsoft.com/office/drawing/2014/main" id="{BC69BD34-FCF8-1DEC-AD77-E1297785903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843088"/>
            <a:ext cx="8229600" cy="5064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rtl="1">
              <a:spcBef>
                <a:spcPts val="1200"/>
              </a:spcBef>
              <a:spcAft>
                <a:spcPts val="1500"/>
              </a:spcAft>
            </a:pPr>
            <a:r>
              <a:rPr lang="ar" sz="2600" dirty="0"/>
              <a:t>نتاج التعلم ج</a:t>
            </a:r>
            <a:br>
              <a:rPr lang="en-US" altLang="en-US" sz="2600" dirty="0"/>
            </a:br>
            <a:br>
              <a:rPr lang="en-US" altLang="en-US" sz="2600" dirty="0"/>
            </a:br>
            <a:endParaRPr lang="en-GB" altLang="en-US" sz="2600" dirty="0"/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CEF75AD2-26BB-764B-DCFA-27363ADA93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2775" y="2493962"/>
            <a:ext cx="7991475" cy="25192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" sz="46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نسَب الربحية</a:t>
            </a:r>
          </a:p>
          <a:p>
            <a:pPr algn="ctr" rtl="1"/>
            <a:endParaRPr lang="en-GB" altLang="en-US" sz="2000" b="1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algn="ctr" rtl="1">
              <a:lnSpc>
                <a:spcPct val="114000"/>
              </a:lnSpc>
            </a:pPr>
            <a:r>
              <a:rPr lang="ar" sz="22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هامش الربح الإجمالي%</a:t>
            </a:r>
            <a:br>
              <a:rPr lang="en-GB" altLang="en-US" sz="2200" dirty="0"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r>
              <a:rPr lang="ar" sz="22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صافي هامش الربح%</a:t>
            </a:r>
            <a:br>
              <a:rPr lang="en-GB" altLang="en-US" sz="2200" dirty="0"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r>
              <a:rPr lang="ar" sz="22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هامش الربح المُضاف%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033BB2D4-D10D-BAE6-4C10-ECC18646F293}"/>
              </a:ext>
            </a:extLst>
          </p:cNvPr>
          <p:cNvSpPr txBox="1">
            <a:spLocks/>
          </p:cNvSpPr>
          <p:nvPr/>
        </p:nvSpPr>
        <p:spPr bwMode="auto">
          <a:xfrm>
            <a:off x="35496" y="6603206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/>
          </a:bodyPr>
          <a:lstStyle>
            <a:defPPr>
              <a:defRPr lang="en-GB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9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A103000398478</a:t>
            </a:r>
            <a:endParaRPr lang="ar" sz="900" dirty="0"/>
          </a:p>
        </p:txBody>
      </p:sp>
    </p:spTree>
    <p:extLst>
      <p:ext uri="{BB962C8B-B14F-4D97-AF65-F5344CB8AC3E}">
        <p14:creationId xmlns:p14="http://schemas.microsoft.com/office/powerpoint/2010/main" val="4289952855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1D2F84-C60C-1128-4EC9-18478B099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2">
            <a:extLst>
              <a:ext uri="{FF2B5EF4-FFF2-40B4-BE49-F238E27FC236}">
                <a16:creationId xmlns:a16="http://schemas.microsoft.com/office/drawing/2014/main" id="{97357797-3844-44CE-22A1-82AF773E368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26887" y="1084499"/>
            <a:ext cx="8229600" cy="5064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rtl="1">
              <a:spcBef>
                <a:spcPts val="1200"/>
              </a:spcBef>
              <a:spcAft>
                <a:spcPts val="1500"/>
              </a:spcAft>
            </a:pPr>
            <a:r>
              <a:rPr lang="ar" sz="2200" b="1" dirty="0"/>
              <a:t>ج2 </a:t>
            </a:r>
            <a:r>
              <a:rPr lang="ar" sz="2200" b="1" dirty="0">
                <a:effectLst/>
              </a:rPr>
              <a:t>النشاط - حساب نسب الربحية (1)</a:t>
            </a:r>
            <a:br>
              <a:rPr lang="en-US" altLang="en-US" sz="2200" dirty="0"/>
            </a:br>
            <a:br>
              <a:rPr lang="en-US" altLang="en-US" sz="2200" dirty="0"/>
            </a:br>
            <a:endParaRPr lang="en-GB" altLang="en-US" sz="2200" dirty="0"/>
          </a:p>
        </p:txBody>
      </p:sp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171AF660-F074-9589-1949-9A4F2816393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72123771"/>
              </p:ext>
            </p:extLst>
          </p:nvPr>
        </p:nvGraphicFramePr>
        <p:xfrm>
          <a:off x="1258888" y="2965450"/>
          <a:ext cx="6626225" cy="2192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4" imgW="4686155" imgH="1619121" progId="Excel.Sheet.12">
                  <p:embed/>
                </p:oleObj>
              </mc:Choice>
              <mc:Fallback>
                <p:oleObj name="Worksheet" r:id="rId4" imgW="4686155" imgH="1619121" progId="Excel.Sheet.12">
                  <p:embed/>
                  <p:pic>
                    <p:nvPicPr>
                      <p:cNvPr id="9" name="Object 8">
                        <a:extLst>
                          <a:ext uri="{FF2B5EF4-FFF2-40B4-BE49-F238E27FC236}">
                            <a16:creationId xmlns:a16="http://schemas.microsoft.com/office/drawing/2014/main" id="{171AF660-F074-9589-1949-9A4F2816393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258888" y="2965450"/>
                        <a:ext cx="6626225" cy="2192338"/>
                      </a:xfrm>
                      <a:prstGeom prst="rect">
                        <a:avLst/>
                      </a:prstGeom>
                      <a:ln w="12700">
                        <a:solidFill>
                          <a:schemeClr val="tx1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" name="Group 9">
            <a:extLst>
              <a:ext uri="{FF2B5EF4-FFF2-40B4-BE49-F238E27FC236}">
                <a16:creationId xmlns:a16="http://schemas.microsoft.com/office/drawing/2014/main" id="{C13F179C-7323-9BBE-AB83-51195FEAC243}"/>
              </a:ext>
            </a:extLst>
          </p:cNvPr>
          <p:cNvGrpSpPr/>
          <p:nvPr/>
        </p:nvGrpSpPr>
        <p:grpSpPr>
          <a:xfrm>
            <a:off x="2638029" y="5301208"/>
            <a:ext cx="4009584" cy="1216475"/>
            <a:chOff x="0" y="353532"/>
            <a:chExt cx="2564804" cy="1538882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527813CC-BFD9-D6EB-EA51-0CB1A76F01E9}"/>
                </a:ext>
              </a:extLst>
            </p:cNvPr>
            <p:cNvSpPr/>
            <p:nvPr/>
          </p:nvSpPr>
          <p:spPr>
            <a:xfrm>
              <a:off x="0" y="353532"/>
              <a:ext cx="2564804" cy="1538882"/>
            </a:xfrm>
            <a:prstGeom prst="rect">
              <a:avLst/>
            </a:prstGeom>
            <a:gradFill rotWithShape="0">
              <a:gsLst>
                <a:gs pos="0">
                  <a:schemeClr val="accent2">
                    <a:lumMod val="20000"/>
                    <a:lumOff val="80000"/>
                  </a:schemeClr>
                </a:gs>
                <a:gs pos="80000">
                  <a:schemeClr val="accent1">
                    <a:hueOff val="0"/>
                    <a:satOff val="0"/>
                    <a:lumOff val="0"/>
                    <a:alphaOff val="0"/>
                    <a:shade val="93000"/>
                    <a:satMod val="130000"/>
                  </a:schemeClr>
                </a:gs>
                <a:gs pos="100000">
                  <a:schemeClr val="accent1">
                    <a:hueOff val="0"/>
                    <a:satOff val="0"/>
                    <a:lumOff val="0"/>
                    <a:alphaOff val="0"/>
                    <a:shade val="94000"/>
                    <a:satMod val="135000"/>
                  </a:schemeClr>
                </a:gs>
              </a:gsLst>
            </a:gradFill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rgbClr r="0" g="0" b="0"/>
            </a:fillRef>
            <a:effectRef idx="3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rtlCol="1"/>
            <a:lstStyle/>
            <a:p>
              <a:pPr rtl="1"/>
              <a:endParaRPr lang="en-US" dirty="0">
                <a:latin typeface="Sakkal Majalla" panose="02000000000000000000" pitchFamily="2" charset="-78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668FADB2-2DAB-E7CC-C3D4-9127A61BAB7A}"/>
                </a:ext>
              </a:extLst>
            </p:cNvPr>
            <p:cNvSpPr txBox="1"/>
            <p:nvPr/>
          </p:nvSpPr>
          <p:spPr>
            <a:xfrm>
              <a:off x="0" y="353532"/>
              <a:ext cx="2564804" cy="153888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0010" tIns="80010" rIns="80010" bIns="80010" numCol="1" spcCol="1270" rtlCol="1" anchor="ctr" anchorCtr="0">
              <a:noAutofit/>
            </a:bodyPr>
            <a:lstStyle/>
            <a:p>
              <a:pPr rtl="1"/>
              <a:r>
                <a:rPr lang="ar" sz="1500" b="1" dirty="0">
                  <a:solidFill>
                    <a:srgbClr val="7030A0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احسب لكل خيار:</a:t>
              </a:r>
            </a:p>
            <a:p>
              <a:pPr marL="285750" indent="-285750" rtl="1">
                <a:buFont typeface="Arial" panose="020B0604020202020204" pitchFamily="34" charset="0"/>
                <a:buChar char="•"/>
              </a:pPr>
              <a:r>
                <a:rPr lang="ar" sz="1500" dirty="0">
                  <a:solidFill>
                    <a:srgbClr val="7030A0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هامش الربح الإجمالي</a:t>
              </a:r>
            </a:p>
            <a:p>
              <a:pPr marL="285750" indent="-285750" rtl="1">
                <a:buFont typeface="Arial" panose="020B0604020202020204" pitchFamily="34" charset="0"/>
                <a:buChar char="•"/>
              </a:pPr>
              <a:r>
                <a:rPr lang="ar" sz="1500" dirty="0">
                  <a:solidFill>
                    <a:srgbClr val="7030A0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نسبة هامش الربح المُضاف</a:t>
              </a:r>
            </a:p>
            <a:p>
              <a:pPr marL="285750" indent="-285750" rtl="1">
                <a:buFont typeface="Arial" panose="020B0604020202020204" pitchFamily="34" charset="0"/>
                <a:buChar char="•"/>
              </a:pPr>
              <a:r>
                <a:rPr lang="ar" sz="1500" dirty="0">
                  <a:solidFill>
                    <a:srgbClr val="7030A0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هامش صافي الربح</a:t>
              </a:r>
            </a:p>
            <a:p>
              <a:pPr marL="285750" indent="-285750" rtl="1">
                <a:buFont typeface="Arial" panose="020B0604020202020204" pitchFamily="34" charset="0"/>
                <a:buChar char="•"/>
              </a:pPr>
              <a:r>
                <a:rPr lang="ar" sz="1500" dirty="0">
                  <a:solidFill>
                    <a:srgbClr val="7030A0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أي خيار أفضل؟</a:t>
              </a: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402214DB-9CBE-89F7-68B0-C56E77734A74}"/>
              </a:ext>
            </a:extLst>
          </p:cNvPr>
          <p:cNvSpPr txBox="1"/>
          <p:nvPr/>
        </p:nvSpPr>
        <p:spPr>
          <a:xfrm>
            <a:off x="754167" y="1772816"/>
            <a:ext cx="7775040" cy="923330"/>
          </a:xfrm>
          <a:prstGeom prst="rect">
            <a:avLst/>
          </a:prstGeom>
          <a:solidFill>
            <a:schemeClr val="accent5"/>
          </a:solidFill>
          <a:ln w="19050">
            <a:solidFill>
              <a:schemeClr val="tx1"/>
            </a:solidFill>
          </a:ln>
        </p:spPr>
        <p:txBody>
          <a:bodyPr wrap="square" rtlCol="1">
            <a:spAutoFit/>
          </a:bodyPr>
          <a:lstStyle/>
          <a:p>
            <a:endParaRPr lang="en-GB" altLang="en-US" b="0" dirty="0">
              <a:latin typeface="Sakkal Majalla" panose="02000000000000000000" pitchFamily="2" charset="-78"/>
              <a:ea typeface="Cambria Math" panose="02040503050406030204" pitchFamily="18" charset="0"/>
              <a:cs typeface="Sakkal Majalla" panose="02000000000000000000" pitchFamily="2" charset="-78"/>
            </a:endParaRPr>
          </a:p>
          <a:p>
            <a:endParaRPr lang="en-GB" altLang="en-US" dirty="0">
              <a:latin typeface="Sakkal Majalla" panose="02000000000000000000" pitchFamily="2" charset="-78"/>
              <a:ea typeface="Cambria Math" panose="02040503050406030204" pitchFamily="18" charset="0"/>
              <a:cs typeface="Sakkal Majalla" panose="02000000000000000000" pitchFamily="2" charset="-78"/>
            </a:endParaRPr>
          </a:p>
          <a:p>
            <a:endParaRPr lang="en-GB" altLang="en-US" b="0" dirty="0">
              <a:latin typeface="Sakkal Majalla" panose="02000000000000000000" pitchFamily="2" charset="-78"/>
              <a:ea typeface="Cambria Math" panose="02040503050406030204" pitchFamily="18" charset="0"/>
              <a:cs typeface="Sakkal Majalla" panose="02000000000000000000" pitchFamily="2" charset="-78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3F27306-1A61-3BA6-EB3A-61C302F3CAC6}"/>
              </a:ext>
            </a:extLst>
          </p:cNvPr>
          <p:cNvSpPr txBox="1"/>
          <p:nvPr/>
        </p:nvSpPr>
        <p:spPr>
          <a:xfrm>
            <a:off x="1691680" y="1777896"/>
            <a:ext cx="5450904" cy="9310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ar-EG" sz="20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‫هامش الربح الإجمالي%</a:t>
            </a:r>
            <a:r>
              <a:rPr lang="en-US" sz="20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 </a:t>
            </a:r>
            <a:r>
              <a:rPr lang="ar-EG" sz="20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=إجمالي الربح</a:t>
            </a:r>
            <a:r>
              <a:rPr lang="en-US" sz="20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 </a:t>
            </a:r>
            <a:r>
              <a:rPr lang="ar-EG" sz="20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÷</a:t>
            </a:r>
            <a:r>
              <a:rPr lang="en-US" sz="20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 </a:t>
            </a:r>
            <a:r>
              <a:rPr lang="ar-EG" sz="20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الإيرادات</a:t>
            </a:r>
          </a:p>
          <a:p>
            <a:pPr algn="ctr">
              <a:lnSpc>
                <a:spcPct val="90000"/>
              </a:lnSpc>
            </a:pPr>
            <a:r>
              <a:rPr lang="ar-EG" sz="20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هامش الربح المُضاف% =إجمالي الربح</a:t>
            </a:r>
            <a:r>
              <a:rPr lang="en-US" sz="20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 </a:t>
            </a:r>
            <a:r>
              <a:rPr lang="ar-EG" sz="20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÷</a:t>
            </a:r>
            <a:r>
              <a:rPr lang="en-US" sz="20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 </a:t>
            </a:r>
            <a:r>
              <a:rPr lang="ar-EG" sz="20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تكلفة المبيعات</a:t>
            </a:r>
          </a:p>
          <a:p>
            <a:pPr algn="ctr">
              <a:lnSpc>
                <a:spcPct val="90000"/>
              </a:lnSpc>
            </a:pPr>
            <a:r>
              <a:rPr lang="ar-EG" sz="20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صافي</a:t>
            </a:r>
            <a:r>
              <a:rPr lang="en-US" sz="20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 </a:t>
            </a:r>
            <a:r>
              <a:rPr lang="ar-EG" sz="20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هامش الربح%</a:t>
            </a:r>
            <a:r>
              <a:rPr lang="en-US" sz="20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 </a:t>
            </a:r>
            <a:r>
              <a:rPr lang="ar-EG" sz="20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=ربح السنة</a:t>
            </a:r>
            <a:r>
              <a:rPr lang="en-US" sz="20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 </a:t>
            </a:r>
            <a:r>
              <a:rPr lang="ar-EG" sz="20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÷</a:t>
            </a:r>
            <a:r>
              <a:rPr lang="en-US" sz="20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 </a:t>
            </a:r>
            <a:r>
              <a:rPr lang="ar-EG" sz="20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الإيرادات</a:t>
            </a:r>
            <a:endParaRPr lang="en-US" sz="20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5C4B86D-E3D8-BDC9-1058-BCBDC7C479D7}"/>
              </a:ext>
            </a:extLst>
          </p:cNvPr>
          <p:cNvSpPr txBox="1">
            <a:spLocks/>
          </p:cNvSpPr>
          <p:nvPr/>
        </p:nvSpPr>
        <p:spPr bwMode="auto">
          <a:xfrm>
            <a:off x="35496" y="6603206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/>
          </a:bodyPr>
          <a:lstStyle>
            <a:defPPr>
              <a:defRPr lang="en-GB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9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A103000398478</a:t>
            </a:r>
            <a:endParaRPr lang="ar" sz="900" dirty="0"/>
          </a:p>
        </p:txBody>
      </p:sp>
    </p:spTree>
    <p:extLst>
      <p:ext uri="{BB962C8B-B14F-4D97-AF65-F5344CB8AC3E}">
        <p14:creationId xmlns:p14="http://schemas.microsoft.com/office/powerpoint/2010/main" val="1606820529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499D77-9597-8B06-816D-DEE73D2908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2">
            <a:extLst>
              <a:ext uri="{FF2B5EF4-FFF2-40B4-BE49-F238E27FC236}">
                <a16:creationId xmlns:a16="http://schemas.microsoft.com/office/drawing/2014/main" id="{282795E2-DA58-F9D2-A5C5-0EA18B37527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26887" y="1084499"/>
            <a:ext cx="8229600" cy="5064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rtl="1">
              <a:spcBef>
                <a:spcPts val="1200"/>
              </a:spcBef>
              <a:spcAft>
                <a:spcPts val="1500"/>
              </a:spcAft>
            </a:pPr>
            <a:r>
              <a:rPr lang="ar" sz="2200" b="1" dirty="0"/>
              <a:t>ج2 </a:t>
            </a:r>
            <a:r>
              <a:rPr lang="ar" sz="2200" b="1" dirty="0">
                <a:effectLst/>
              </a:rPr>
              <a:t>نشاط - حساب نسب الربحية (2)</a:t>
            </a:r>
            <a:br>
              <a:rPr lang="en-US" altLang="en-US" sz="2200" dirty="0"/>
            </a:br>
            <a:br>
              <a:rPr lang="en-US" altLang="en-US" sz="2200" dirty="0"/>
            </a:br>
            <a:endParaRPr lang="en-GB" altLang="en-US" sz="2200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1B1C86F6-8863-2354-776C-B282EE536C95}"/>
              </a:ext>
            </a:extLst>
          </p:cNvPr>
          <p:cNvGrpSpPr/>
          <p:nvPr/>
        </p:nvGrpSpPr>
        <p:grpSpPr>
          <a:xfrm>
            <a:off x="4476286" y="5237092"/>
            <a:ext cx="4031079" cy="1124200"/>
            <a:chOff x="0" y="353532"/>
            <a:chExt cx="2564804" cy="1538882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6904FDA-7DD9-F21F-0BC3-03F6070FC67B}"/>
                </a:ext>
              </a:extLst>
            </p:cNvPr>
            <p:cNvSpPr/>
            <p:nvPr/>
          </p:nvSpPr>
          <p:spPr>
            <a:xfrm>
              <a:off x="0" y="353532"/>
              <a:ext cx="2564804" cy="1538882"/>
            </a:xfrm>
            <a:prstGeom prst="rect">
              <a:avLst/>
            </a:prstGeom>
            <a:gradFill rotWithShape="0">
              <a:gsLst>
                <a:gs pos="0">
                  <a:schemeClr val="accent2">
                    <a:lumMod val="20000"/>
                    <a:lumOff val="80000"/>
                  </a:schemeClr>
                </a:gs>
                <a:gs pos="80000">
                  <a:schemeClr val="accent1">
                    <a:hueOff val="0"/>
                    <a:satOff val="0"/>
                    <a:lumOff val="0"/>
                    <a:alphaOff val="0"/>
                    <a:shade val="93000"/>
                    <a:satMod val="130000"/>
                  </a:schemeClr>
                </a:gs>
                <a:gs pos="100000">
                  <a:schemeClr val="accent1">
                    <a:hueOff val="0"/>
                    <a:satOff val="0"/>
                    <a:lumOff val="0"/>
                    <a:alphaOff val="0"/>
                    <a:shade val="94000"/>
                    <a:satMod val="135000"/>
                  </a:schemeClr>
                </a:gs>
              </a:gsLst>
            </a:gradFill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rgbClr r="0" g="0" b="0"/>
            </a:fillRef>
            <a:effectRef idx="3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rtlCol="1"/>
            <a:lstStyle/>
            <a:p>
              <a:pPr rtl="1"/>
              <a:endParaRPr lang="en-US" sz="1600" dirty="0">
                <a:latin typeface="Sakkal Majalla" panose="02000000000000000000" pitchFamily="2" charset="-78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D23D8660-DB70-CE73-40EF-C4FAF39D056C}"/>
                </a:ext>
              </a:extLst>
            </p:cNvPr>
            <p:cNvSpPr txBox="1"/>
            <p:nvPr/>
          </p:nvSpPr>
          <p:spPr>
            <a:xfrm>
              <a:off x="0" y="353532"/>
              <a:ext cx="2564804" cy="153888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0010" tIns="80010" rIns="80010" bIns="80010" numCol="1" spcCol="1270" rtlCol="1" anchor="ctr" anchorCtr="0">
              <a:noAutofit/>
            </a:bodyPr>
            <a:lstStyle/>
            <a:p>
              <a:pPr rtl="1"/>
              <a:r>
                <a:rPr lang="ar" sz="1600" b="1" dirty="0">
                  <a:solidFill>
                    <a:srgbClr val="7030A0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احسب لكل خيار:</a:t>
              </a:r>
            </a:p>
            <a:p>
              <a:pPr marL="285750" indent="-285750" rtl="1">
                <a:buFont typeface="Arial" panose="020B0604020202020204" pitchFamily="34" charset="0"/>
                <a:buChar char="•"/>
              </a:pPr>
              <a:r>
                <a:rPr lang="ar" sz="1600" dirty="0">
                  <a:solidFill>
                    <a:srgbClr val="7030A0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العائد على رأس المال العامل</a:t>
              </a:r>
            </a:p>
            <a:p>
              <a:pPr marL="285750" indent="-285750" rtl="1">
                <a:buFont typeface="Arial" panose="020B0604020202020204" pitchFamily="34" charset="0"/>
                <a:buChar char="•"/>
              </a:pPr>
              <a:r>
                <a:rPr lang="ar" sz="1600" dirty="0">
                  <a:solidFill>
                    <a:srgbClr val="7030A0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أي خيار أفضل؟</a:t>
              </a:r>
            </a:p>
          </p:txBody>
        </p:sp>
      </p:grpSp>
      <p:sp>
        <p:nvSpPr>
          <p:cNvPr id="13" name="Rectangle 1">
            <a:extLst>
              <a:ext uri="{FF2B5EF4-FFF2-40B4-BE49-F238E27FC236}">
                <a16:creationId xmlns:a16="http://schemas.microsoft.com/office/drawing/2014/main" id="{477E8B5E-13C3-7134-4BA2-6C3EB6D599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4514" y="1556792"/>
            <a:ext cx="784655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  <a:spAutoFit/>
          </a:bodyPr>
          <a:lstStyle/>
          <a:p>
            <a:pPr marR="0" lvl="0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ar" b="0" i="0" strike="noStrike" cap="none" normalizeH="0" dirty="0">
                <a:ln>
                  <a:noFill/>
                </a:ln>
                <a:effectLst/>
                <a:latin typeface="Sakkal Majalla" panose="02000000000000000000" pitchFamily="2" charset="-78"/>
                <a:ea typeface="Calibri" panose="020F0502020204030204" pitchFamily="34" charset="0"/>
                <a:cs typeface="Sakkal Majalla" panose="02000000000000000000" pitchFamily="2" charset="-78"/>
              </a:rPr>
              <a:t>يمكن أيضًا استخدام </a:t>
            </a:r>
            <a:r>
              <a:rPr lang="ar" dirty="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قائمة الدخل الشامل</a:t>
            </a:r>
            <a:r>
              <a:rPr lang="ar" b="0" i="0" strike="noStrike" cap="none" normalizeH="0" dirty="0">
                <a:ln>
                  <a:noFill/>
                </a:ln>
                <a:effectLst/>
                <a:latin typeface="Sakkal Majalla" panose="02000000000000000000" pitchFamily="2" charset="-78"/>
                <a:ea typeface="Calibri" panose="020F0502020204030204" pitchFamily="34" charset="0"/>
                <a:cs typeface="Sakkal Majalla" panose="02000000000000000000" pitchFamily="2" charset="-78"/>
              </a:rPr>
              <a:t> لحساب العائد على رأس المال العامل.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F491500-56DD-2557-5EA5-A94BA3E71FF7}"/>
              </a:ext>
            </a:extLst>
          </p:cNvPr>
          <p:cNvSpPr txBox="1"/>
          <p:nvPr/>
        </p:nvSpPr>
        <p:spPr>
          <a:xfrm>
            <a:off x="702481" y="2144799"/>
            <a:ext cx="7775040" cy="584775"/>
          </a:xfrm>
          <a:prstGeom prst="rect">
            <a:avLst/>
          </a:prstGeom>
          <a:solidFill>
            <a:schemeClr val="accent5"/>
          </a:solidFill>
          <a:ln w="19050">
            <a:solidFill>
              <a:schemeClr val="tx1"/>
            </a:solidFill>
          </a:ln>
        </p:spPr>
        <p:txBody>
          <a:bodyPr wrap="square" rtlCol="1">
            <a:spAutoFit/>
          </a:bodyPr>
          <a:lstStyle/>
          <a:p>
            <a:pPr rtl="1"/>
            <a:endParaRPr lang="en-GB" altLang="en-US" sz="1600" dirty="0">
              <a:latin typeface="Cambria Math" panose="02040503050406030204" pitchFamily="18" charset="0"/>
              <a:ea typeface="Cambria Math" panose="02040503050406030204" pitchFamily="18" charset="0"/>
              <a:cs typeface="Sakkal Majalla" panose="02000000000000000000" pitchFamily="2" charset="-78"/>
            </a:endParaRPr>
          </a:p>
          <a:p>
            <a:pPr rtl="1"/>
            <a:endParaRPr lang="en-GB" altLang="en-US" sz="1600" dirty="0">
              <a:latin typeface="Cambria Math" panose="02040503050406030204" pitchFamily="18" charset="0"/>
              <a:ea typeface="Cambria Math" panose="02040503050406030204" pitchFamily="18" charset="0"/>
              <a:cs typeface="Sakkal Majalla" panose="02000000000000000000" pitchFamily="2" charset="-78"/>
            </a:endParaRPr>
          </a:p>
        </p:txBody>
      </p:sp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5E584BA8-C1BB-3A86-59A9-E52AEBB7D76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63132320"/>
              </p:ext>
            </p:extLst>
          </p:nvPr>
        </p:nvGraphicFramePr>
        <p:xfrm>
          <a:off x="730250" y="2951583"/>
          <a:ext cx="7658174" cy="21602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4" imgW="4886349" imgH="1609661" progId="Excel.Sheet.12">
                  <p:embed/>
                </p:oleObj>
              </mc:Choice>
              <mc:Fallback>
                <p:oleObj name="Worksheet" r:id="rId4" imgW="4886349" imgH="1609661" progId="Excel.Sheet.12">
                  <p:embed/>
                  <p:pic>
                    <p:nvPicPr>
                      <p:cNvPr id="7" name="Object 6">
                        <a:extLst>
                          <a:ext uri="{FF2B5EF4-FFF2-40B4-BE49-F238E27FC236}">
                            <a16:creationId xmlns:a16="http://schemas.microsoft.com/office/drawing/2014/main" id="{5E584BA8-C1BB-3A86-59A9-E52AEBB7D76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730250" y="2951583"/>
                        <a:ext cx="7658174" cy="216024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5" name="Group 14">
            <a:extLst>
              <a:ext uri="{FF2B5EF4-FFF2-40B4-BE49-F238E27FC236}">
                <a16:creationId xmlns:a16="http://schemas.microsoft.com/office/drawing/2014/main" id="{E4E6E225-BE85-11A9-8627-D7CDCA98AC12}"/>
              </a:ext>
            </a:extLst>
          </p:cNvPr>
          <p:cNvGrpSpPr/>
          <p:nvPr/>
        </p:nvGrpSpPr>
        <p:grpSpPr>
          <a:xfrm>
            <a:off x="547391" y="5237092"/>
            <a:ext cx="3808584" cy="1124200"/>
            <a:chOff x="0" y="290375"/>
            <a:chExt cx="2564804" cy="1602039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7865EE04-3A8E-3C17-9BAD-67E19DF9D5D8}"/>
                </a:ext>
              </a:extLst>
            </p:cNvPr>
            <p:cNvSpPr/>
            <p:nvPr/>
          </p:nvSpPr>
          <p:spPr>
            <a:xfrm>
              <a:off x="0" y="353532"/>
              <a:ext cx="2564804" cy="1538882"/>
            </a:xfrm>
            <a:prstGeom prst="rect">
              <a:avLst/>
            </a:prstGeom>
            <a:gradFill rotWithShape="0">
              <a:gsLst>
                <a:gs pos="0">
                  <a:schemeClr val="accent2">
                    <a:lumMod val="20000"/>
                    <a:lumOff val="80000"/>
                  </a:schemeClr>
                </a:gs>
                <a:gs pos="80000">
                  <a:schemeClr val="accent1">
                    <a:hueOff val="0"/>
                    <a:satOff val="0"/>
                    <a:lumOff val="0"/>
                    <a:alphaOff val="0"/>
                    <a:shade val="93000"/>
                    <a:satMod val="130000"/>
                  </a:schemeClr>
                </a:gs>
                <a:gs pos="100000">
                  <a:schemeClr val="accent1">
                    <a:hueOff val="0"/>
                    <a:satOff val="0"/>
                    <a:lumOff val="0"/>
                    <a:alphaOff val="0"/>
                    <a:shade val="94000"/>
                    <a:satMod val="135000"/>
                  </a:schemeClr>
                </a:gs>
              </a:gsLst>
            </a:gradFill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rgbClr r="0" g="0" b="0"/>
            </a:fillRef>
            <a:effectRef idx="3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rtlCol="1"/>
            <a:lstStyle/>
            <a:p>
              <a:pPr rtl="1"/>
              <a:endParaRPr lang="en-US" sz="1600" dirty="0">
                <a:latin typeface="Sakkal Majalla" panose="02000000000000000000" pitchFamily="2" charset="-78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2F598E07-E71D-66D2-D123-EC022F86B8C1}"/>
                </a:ext>
              </a:extLst>
            </p:cNvPr>
            <p:cNvSpPr txBox="1"/>
            <p:nvPr/>
          </p:nvSpPr>
          <p:spPr>
            <a:xfrm>
              <a:off x="0" y="290375"/>
              <a:ext cx="2564804" cy="160203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0010" tIns="80010" rIns="80010" bIns="80010" numCol="1" spcCol="1270" rtlCol="1" anchor="ctr" anchorCtr="0">
              <a:noAutofit/>
            </a:bodyPr>
            <a:lstStyle/>
            <a:p>
              <a:pPr rtl="1"/>
              <a:r>
                <a:rPr lang="ar" sz="1600" b="1" dirty="0">
                  <a:solidFill>
                    <a:srgbClr val="7030A0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نصائح مهمة</a:t>
              </a:r>
            </a:p>
            <a:p>
              <a:pPr rtl="1"/>
              <a:r>
                <a:rPr lang="ar" sz="1600" dirty="0">
                  <a:solidFill>
                    <a:srgbClr val="7030A0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راجع الوحدة 3 لتذكير نفسك بقائمة الدخل الشامل ونسبة ربحية العائد على رأس المال العامل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5C949211-C20A-5774-505E-6EE1A955AFC1}"/>
              </a:ext>
            </a:extLst>
          </p:cNvPr>
          <p:cNvSpPr txBox="1"/>
          <p:nvPr/>
        </p:nvSpPr>
        <p:spPr>
          <a:xfrm>
            <a:off x="1630523" y="2133927"/>
            <a:ext cx="5450904" cy="6540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ar-EG" sz="20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العائد على رأس المال العامل=ربح السنة</a:t>
            </a:r>
            <a:r>
              <a:rPr lang="en-US" sz="20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 </a:t>
            </a:r>
            <a:r>
              <a:rPr lang="ar-EG" sz="20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÷</a:t>
            </a:r>
            <a:r>
              <a:rPr lang="en-US" sz="20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 </a:t>
            </a:r>
            <a:r>
              <a:rPr lang="ar-EG" sz="20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الاستثمار الأولي </a:t>
            </a:r>
          </a:p>
          <a:p>
            <a:pPr algn="ctr">
              <a:lnSpc>
                <a:spcPct val="90000"/>
              </a:lnSpc>
            </a:pPr>
            <a:r>
              <a:rPr lang="ar-EG" sz="20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يوضح العوائد (الأرباح) التي تحققها الشركة على الموارد المتاحة 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3E9D744-9369-E8F9-EFEC-517E85B0C1E5}"/>
              </a:ext>
            </a:extLst>
          </p:cNvPr>
          <p:cNvSpPr txBox="1">
            <a:spLocks/>
          </p:cNvSpPr>
          <p:nvPr/>
        </p:nvSpPr>
        <p:spPr bwMode="auto">
          <a:xfrm>
            <a:off x="35496" y="6603206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/>
          </a:bodyPr>
          <a:lstStyle>
            <a:defPPr>
              <a:defRPr lang="en-GB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9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A103000398478</a:t>
            </a:r>
            <a:endParaRPr lang="ar" sz="900" dirty="0"/>
          </a:p>
        </p:txBody>
      </p:sp>
    </p:spTree>
    <p:extLst>
      <p:ext uri="{BB962C8B-B14F-4D97-AF65-F5344CB8AC3E}">
        <p14:creationId xmlns:p14="http://schemas.microsoft.com/office/powerpoint/2010/main" val="2236822125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EBF5E2-0379-D81A-A4FC-27BEFA1750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2">
            <a:extLst>
              <a:ext uri="{FF2B5EF4-FFF2-40B4-BE49-F238E27FC236}">
                <a16:creationId xmlns:a16="http://schemas.microsoft.com/office/drawing/2014/main" id="{84700891-FD0D-6F8E-34A0-73124DC077D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387513" y="1159571"/>
            <a:ext cx="8229600" cy="397221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rtl="1">
              <a:spcBef>
                <a:spcPts val="1200"/>
              </a:spcBef>
              <a:spcAft>
                <a:spcPts val="1500"/>
              </a:spcAft>
            </a:pPr>
            <a:r>
              <a:rPr lang="ar" sz="2200" b="1" dirty="0">
                <a:effectLst/>
              </a:rPr>
              <a:t>ج2:</a:t>
            </a:r>
            <a:r>
              <a:rPr lang="ar" sz="2200" b="1" dirty="0"/>
              <a:t> مثال لتوقع قائمة الدخل الشامل</a:t>
            </a:r>
            <a:r>
              <a:rPr lang="ar" sz="2200" b="1" dirty="0">
                <a:effectLst/>
              </a:rPr>
              <a:t> في تقييمك</a:t>
            </a:r>
            <a:br>
              <a:rPr lang="en-US" altLang="en-US" sz="2200" b="1" dirty="0"/>
            </a:br>
            <a:endParaRPr lang="en-GB" altLang="en-US" sz="2200" b="1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B1C3473A-0B76-E234-FE67-C17F2FBD8D0C}"/>
              </a:ext>
            </a:extLst>
          </p:cNvPr>
          <p:cNvGrpSpPr/>
          <p:nvPr/>
        </p:nvGrpSpPr>
        <p:grpSpPr>
          <a:xfrm>
            <a:off x="641230" y="4981993"/>
            <a:ext cx="7861538" cy="1508379"/>
            <a:chOff x="0" y="353532"/>
            <a:chExt cx="2564804" cy="1538882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E27ADD6E-D4B9-093D-7870-1FA000E39E2C}"/>
                </a:ext>
              </a:extLst>
            </p:cNvPr>
            <p:cNvSpPr/>
            <p:nvPr/>
          </p:nvSpPr>
          <p:spPr>
            <a:xfrm>
              <a:off x="0" y="353532"/>
              <a:ext cx="2564804" cy="1538882"/>
            </a:xfrm>
            <a:prstGeom prst="rect">
              <a:avLst/>
            </a:prstGeom>
            <a:gradFill rotWithShape="0">
              <a:gsLst>
                <a:gs pos="0">
                  <a:schemeClr val="accent2">
                    <a:lumMod val="20000"/>
                    <a:lumOff val="80000"/>
                  </a:schemeClr>
                </a:gs>
                <a:gs pos="80000">
                  <a:schemeClr val="accent1">
                    <a:hueOff val="0"/>
                    <a:satOff val="0"/>
                    <a:lumOff val="0"/>
                    <a:alphaOff val="0"/>
                    <a:shade val="93000"/>
                    <a:satMod val="130000"/>
                  </a:schemeClr>
                </a:gs>
                <a:gs pos="100000">
                  <a:schemeClr val="accent1">
                    <a:hueOff val="0"/>
                    <a:satOff val="0"/>
                    <a:lumOff val="0"/>
                    <a:alphaOff val="0"/>
                    <a:shade val="94000"/>
                    <a:satMod val="135000"/>
                  </a:schemeClr>
                </a:gs>
              </a:gsLst>
            </a:gradFill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rgbClr r="0" g="0" b="0"/>
            </a:fillRef>
            <a:effectRef idx="3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rtlCol="1"/>
            <a:lstStyle/>
            <a:p>
              <a:pPr rtl="1"/>
              <a:endParaRPr lang="en-US" dirty="0">
                <a:latin typeface="Sakkal Majalla" panose="02000000000000000000" pitchFamily="2" charset="-78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DBDC75D6-E1D0-43EC-34F7-5920307E240A}"/>
                </a:ext>
              </a:extLst>
            </p:cNvPr>
            <p:cNvSpPr txBox="1"/>
            <p:nvPr/>
          </p:nvSpPr>
          <p:spPr>
            <a:xfrm>
              <a:off x="0" y="353532"/>
              <a:ext cx="2564804" cy="153888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0010" tIns="80010" rIns="80010" bIns="80010" numCol="1" spcCol="1270" rtlCol="1" anchor="ctr" anchorCtr="0">
              <a:noAutofit/>
            </a:bodyPr>
            <a:lstStyle/>
            <a:p>
              <a:pPr rtl="1"/>
              <a:r>
                <a:rPr lang="ar" b="1" dirty="0">
                  <a:solidFill>
                    <a:srgbClr val="7030A0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نصائح مهمة:</a:t>
              </a:r>
            </a:p>
            <a:p>
              <a:pPr marL="285750" indent="-285750" rtl="1">
                <a:buFont typeface="Arial" panose="020B0604020202020204" pitchFamily="34" charset="0"/>
                <a:buChar char="•"/>
              </a:pPr>
              <a:r>
                <a:rPr lang="ar" dirty="0">
                  <a:solidFill>
                    <a:srgbClr val="7030A0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ستحتاج إلى إعداد قائمة الدخل الشامل لكل شركة من الشركات المحددة في تقييمك.</a:t>
              </a:r>
            </a:p>
            <a:p>
              <a:pPr marL="285750" indent="-285750" rtl="1">
                <a:buFont typeface="Arial" panose="020B0604020202020204" pitchFamily="34" charset="0"/>
                <a:buChar char="•"/>
              </a:pPr>
              <a:r>
                <a:rPr lang="ar" dirty="0">
                  <a:solidFill>
                    <a:srgbClr val="7030A0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يمكنك استخدام هذا لحساب هامش الربح الإجمالي%، هامش الربح المضاف%، صافي هامش الربح%</a:t>
              </a:r>
            </a:p>
            <a:p>
              <a:pPr marL="285750" indent="-285750" rtl="1">
                <a:buFont typeface="Arial" panose="020B0604020202020204" pitchFamily="34" charset="0"/>
                <a:buChar char="•"/>
              </a:pPr>
              <a:r>
                <a:rPr lang="ar" dirty="0">
                  <a:solidFill>
                    <a:srgbClr val="7030A0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إذا تم إعطاؤك رقم الاستثمار الأولي، يمكنك أيضًا حساب العائد على رأس المال العامل.</a:t>
              </a:r>
            </a:p>
          </p:txBody>
        </p:sp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4BBE068E-0A71-AD73-D7FB-62267892A43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" r="64"/>
          <a:stretch/>
        </p:blipFill>
        <p:spPr>
          <a:xfrm>
            <a:off x="271202" y="1772816"/>
            <a:ext cx="8601595" cy="3096344"/>
          </a:xfrm>
          <a:prstGeom prst="rect">
            <a:avLst/>
          </a:prstGeom>
        </p:spPr>
      </p:pic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7F7272B6-D87A-CEFB-7864-5993AEFB63F6}"/>
              </a:ext>
            </a:extLst>
          </p:cNvPr>
          <p:cNvSpPr txBox="1">
            <a:spLocks/>
          </p:cNvSpPr>
          <p:nvPr/>
        </p:nvSpPr>
        <p:spPr bwMode="auto">
          <a:xfrm>
            <a:off x="35496" y="6603206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/>
          </a:bodyPr>
          <a:lstStyle>
            <a:defPPr>
              <a:defRPr lang="en-GB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9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A103000398478</a:t>
            </a:r>
            <a:endParaRPr lang="ar" sz="900" dirty="0"/>
          </a:p>
        </p:txBody>
      </p:sp>
    </p:spTree>
    <p:extLst>
      <p:ext uri="{BB962C8B-B14F-4D97-AF65-F5344CB8AC3E}">
        <p14:creationId xmlns:p14="http://schemas.microsoft.com/office/powerpoint/2010/main" val="3751527433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393119-930F-AA83-0572-86809D615B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2">
            <a:extLst>
              <a:ext uri="{FF2B5EF4-FFF2-40B4-BE49-F238E27FC236}">
                <a16:creationId xmlns:a16="http://schemas.microsoft.com/office/drawing/2014/main" id="{F0BBB2F4-7D0D-B2EC-5131-F92974BA54B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387513" y="1084499"/>
            <a:ext cx="8229600" cy="5064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rtl="1">
              <a:spcBef>
                <a:spcPts val="1200"/>
              </a:spcBef>
              <a:spcAft>
                <a:spcPts val="1500"/>
              </a:spcAft>
            </a:pPr>
            <a:r>
              <a:rPr lang="ar" sz="2200" b="1" dirty="0"/>
              <a:t>ج2 </a:t>
            </a:r>
            <a:r>
              <a:rPr lang="ar" sz="2200" b="1" dirty="0">
                <a:effectLst/>
              </a:rPr>
              <a:t>نشاط - تفسير النسب من معلومات قائمة الدخل الشامل</a:t>
            </a:r>
            <a:br>
              <a:rPr lang="en-US" altLang="en-US" sz="2200" dirty="0"/>
            </a:br>
            <a:br>
              <a:rPr lang="en-US" altLang="en-US" sz="2200" dirty="0"/>
            </a:br>
            <a:endParaRPr lang="en-GB" altLang="en-US" sz="2200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01E6765-6CC5-82F9-8E69-F645DA22EC9C}"/>
              </a:ext>
            </a:extLst>
          </p:cNvPr>
          <p:cNvGrpSpPr/>
          <p:nvPr/>
        </p:nvGrpSpPr>
        <p:grpSpPr>
          <a:xfrm>
            <a:off x="2987824" y="5221001"/>
            <a:ext cx="3456384" cy="1512168"/>
            <a:chOff x="0" y="353532"/>
            <a:chExt cx="2564804" cy="1538882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53E6C1BF-A2B9-ED49-9310-4B975443470F}"/>
                </a:ext>
              </a:extLst>
            </p:cNvPr>
            <p:cNvSpPr/>
            <p:nvPr/>
          </p:nvSpPr>
          <p:spPr>
            <a:xfrm>
              <a:off x="0" y="353532"/>
              <a:ext cx="2564804" cy="1538882"/>
            </a:xfrm>
            <a:prstGeom prst="rect">
              <a:avLst/>
            </a:prstGeom>
            <a:gradFill rotWithShape="0">
              <a:gsLst>
                <a:gs pos="0">
                  <a:schemeClr val="accent2">
                    <a:lumMod val="20000"/>
                    <a:lumOff val="80000"/>
                  </a:schemeClr>
                </a:gs>
                <a:gs pos="80000">
                  <a:schemeClr val="accent1">
                    <a:hueOff val="0"/>
                    <a:satOff val="0"/>
                    <a:lumOff val="0"/>
                    <a:alphaOff val="0"/>
                    <a:shade val="93000"/>
                    <a:satMod val="130000"/>
                  </a:schemeClr>
                </a:gs>
                <a:gs pos="100000">
                  <a:schemeClr val="accent1">
                    <a:hueOff val="0"/>
                    <a:satOff val="0"/>
                    <a:lumOff val="0"/>
                    <a:alphaOff val="0"/>
                    <a:shade val="94000"/>
                    <a:satMod val="135000"/>
                  </a:schemeClr>
                </a:gs>
              </a:gsLst>
            </a:gradFill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rgbClr r="0" g="0" b="0"/>
            </a:fillRef>
            <a:effectRef idx="3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rtlCol="1"/>
            <a:lstStyle/>
            <a:p>
              <a:pPr rtl="1"/>
              <a:endParaRPr lang="en-US" dirty="0">
                <a:latin typeface="Sakkal Majalla" panose="02000000000000000000" pitchFamily="2" charset="-78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85314998-2662-D059-EEBC-5593114BFE62}"/>
                </a:ext>
              </a:extLst>
            </p:cNvPr>
            <p:cNvSpPr txBox="1"/>
            <p:nvPr/>
          </p:nvSpPr>
          <p:spPr>
            <a:xfrm>
              <a:off x="0" y="353532"/>
              <a:ext cx="2564804" cy="153888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0010" tIns="80010" rIns="80010" bIns="80010" numCol="1" spcCol="1270" rtlCol="1" anchor="ctr" anchorCtr="0">
              <a:noAutofit/>
            </a:bodyPr>
            <a:lstStyle/>
            <a:p>
              <a:pPr rtl="1">
                <a:lnSpc>
                  <a:spcPct val="90000"/>
                </a:lnSpc>
              </a:pPr>
              <a:r>
                <a:rPr lang="ar" sz="1600" b="1" dirty="0">
                  <a:solidFill>
                    <a:srgbClr val="7030A0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احسب</a:t>
              </a:r>
            </a:p>
            <a:p>
              <a:pPr marL="285750" indent="-285750" rtl="1">
                <a:lnSpc>
                  <a:spcPct val="90000"/>
                </a:lnSpc>
                <a:buFont typeface="Arial" panose="020B0604020202020204" pitchFamily="34" charset="0"/>
                <a:buChar char="•"/>
              </a:pPr>
              <a:r>
                <a:rPr lang="ar" sz="1600" dirty="0">
                  <a:solidFill>
                    <a:srgbClr val="7030A0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إجمالي الربح والأرباح للسنة</a:t>
              </a:r>
            </a:p>
            <a:p>
              <a:pPr marL="285750" indent="-285750" rtl="1">
                <a:lnSpc>
                  <a:spcPct val="90000"/>
                </a:lnSpc>
                <a:buFont typeface="Arial" panose="020B0604020202020204" pitchFamily="34" charset="0"/>
                <a:buChar char="•"/>
              </a:pPr>
              <a:r>
                <a:rPr lang="ar" sz="1600" dirty="0">
                  <a:solidFill>
                    <a:srgbClr val="7030A0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هامش الربح الإجمالي% وهامش صافي الربح%</a:t>
              </a:r>
            </a:p>
            <a:p>
              <a:pPr marL="285750" indent="-285750" rtl="1">
                <a:lnSpc>
                  <a:spcPct val="90000"/>
                </a:lnSpc>
                <a:buFont typeface="Arial" panose="020B0604020202020204" pitchFamily="34" charset="0"/>
                <a:buChar char="•"/>
              </a:pPr>
              <a:r>
                <a:rPr lang="ar" sz="1600" dirty="0">
                  <a:solidFill>
                    <a:srgbClr val="7030A0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هامش الربح المُضاف%</a:t>
              </a:r>
            </a:p>
            <a:p>
              <a:pPr rtl="1">
                <a:lnSpc>
                  <a:spcPct val="90000"/>
                </a:lnSpc>
              </a:pPr>
              <a:r>
                <a:rPr lang="ar" sz="1600" b="1" dirty="0">
                  <a:solidFill>
                    <a:srgbClr val="7030A0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مناقشة</a:t>
              </a:r>
            </a:p>
            <a:p>
              <a:pPr rtl="1">
                <a:lnSpc>
                  <a:spcPct val="90000"/>
                </a:lnSpc>
              </a:pPr>
              <a:r>
                <a:rPr lang="ar" sz="1600" dirty="0">
                  <a:solidFill>
                    <a:srgbClr val="7030A0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لماذا لا يمكن حساب العائد على رأس المال العامل؟ </a:t>
              </a:r>
            </a:p>
          </p:txBody>
        </p:sp>
      </p:grp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F05A39F-6C8F-1437-29C9-AB94B7F38B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7937089"/>
              </p:ext>
            </p:extLst>
          </p:nvPr>
        </p:nvGraphicFramePr>
        <p:xfrm>
          <a:off x="683568" y="1590911"/>
          <a:ext cx="7632848" cy="3577186"/>
        </p:xfrm>
        <a:graphic>
          <a:graphicData uri="http://schemas.openxmlformats.org/drawingml/2006/table">
            <a:tbl>
              <a:tblPr rtl="1">
                <a:tableStyleId>{5C22544A-7EE6-4342-B048-85BDC9FD1C3A}</a:tableStyleId>
              </a:tblPr>
              <a:tblGrid>
                <a:gridCol w="5516400">
                  <a:extLst>
                    <a:ext uri="{9D8B030D-6E8A-4147-A177-3AD203B41FA5}">
                      <a16:colId xmlns:a16="http://schemas.microsoft.com/office/drawing/2014/main" val="670244496"/>
                    </a:ext>
                  </a:extLst>
                </a:gridCol>
                <a:gridCol w="2116448">
                  <a:extLst>
                    <a:ext uri="{9D8B030D-6E8A-4147-A177-3AD203B41FA5}">
                      <a16:colId xmlns:a16="http://schemas.microsoft.com/office/drawing/2014/main" val="226328143"/>
                    </a:ext>
                  </a:extLst>
                </a:gridCol>
              </a:tblGrid>
              <a:tr h="287919">
                <a:tc gridSpan="2"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</a:pPr>
                      <a:r>
                        <a:rPr lang="ar" sz="1600" b="1" dirty="0"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مستخلص من قائمة الدخل الشامل </a:t>
                      </a:r>
                    </a:p>
                    <a:p>
                      <a:pPr algn="ctr" rtl="1">
                        <a:lnSpc>
                          <a:spcPct val="115000"/>
                        </a:lnSpc>
                      </a:pPr>
                      <a:r>
                        <a:rPr lang="ar" sz="1600" b="1" dirty="0"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خدمة بستنة دورا</a:t>
                      </a:r>
                      <a:endParaRPr lang="en-GB" sz="2400" b="1" dirty="0">
                        <a:effectLst/>
                        <a:latin typeface="Sakkal Majalla" panose="02000000000000000000" pitchFamily="2" charset="-78"/>
                        <a:ea typeface="Times New Roman" panose="02020603050405020304" pitchFamily="18" charset="0"/>
                        <a:cs typeface="Sakkal Majalla" panose="02000000000000000000" pitchFamily="2" charset="-78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pPr rtl="1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224609"/>
                  </a:ext>
                </a:extLst>
              </a:tr>
              <a:tr h="287919">
                <a:tc gridSpan="2">
                  <a:txBody>
                    <a:bodyPr/>
                    <a:lstStyle/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lang="ar" sz="1800" dirty="0"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دولار أمريكي  </a:t>
                      </a:r>
                      <a:endParaRPr lang="en-GB" sz="1800" dirty="0">
                        <a:effectLst/>
                        <a:latin typeface="Sakkal Majalla" panose="02000000000000000000" pitchFamily="2" charset="-78"/>
                        <a:ea typeface="Times New Roman" panose="02020603050405020304" pitchFamily="18" charset="0"/>
                        <a:cs typeface="Sakkal Majalla" panose="02000000000000000000" pitchFamily="2" charset="-78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pPr rtl="1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2754059"/>
                  </a:ext>
                </a:extLst>
              </a:tr>
              <a:tr h="432274">
                <a:tc>
                  <a:txBody>
                    <a:bodyPr/>
                    <a:lstStyle/>
                    <a:p>
                      <a:pPr rtl="1">
                        <a:lnSpc>
                          <a:spcPct val="100000"/>
                        </a:lnSpc>
                      </a:pPr>
                      <a:r>
                        <a:rPr lang="ar" sz="1800" dirty="0"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الإيرادات المتأتية من خدمة البستنة </a:t>
                      </a:r>
                      <a:endParaRPr lang="en-GB" sz="1800" dirty="0">
                        <a:effectLst/>
                        <a:latin typeface="Sakkal Majalla" panose="02000000000000000000" pitchFamily="2" charset="-78"/>
                        <a:ea typeface="Times New Roman" panose="02020603050405020304" pitchFamily="18" charset="0"/>
                        <a:cs typeface="Sakkal Majalla" panose="02000000000000000000" pitchFamily="2" charset="-78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lang="ar" sz="1800" dirty="0"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35,000 </a:t>
                      </a:r>
                      <a:endParaRPr lang="en-GB" sz="1800" dirty="0">
                        <a:effectLst/>
                        <a:latin typeface="Sakkal Majalla" panose="02000000000000000000" pitchFamily="2" charset="-78"/>
                        <a:ea typeface="Times New Roman" panose="02020603050405020304" pitchFamily="18" charset="0"/>
                        <a:cs typeface="Sakkal Majalla" panose="02000000000000000000" pitchFamily="2" charset="-78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531691020"/>
                  </a:ext>
                </a:extLst>
              </a:tr>
              <a:tr h="504056">
                <a:tc>
                  <a:txBody>
                    <a:bodyPr/>
                    <a:lstStyle/>
                    <a:p>
                      <a:pPr rtl="1">
                        <a:lnSpc>
                          <a:spcPct val="100000"/>
                        </a:lnSpc>
                      </a:pPr>
                      <a:r>
                        <a:rPr lang="ar" sz="1800" dirty="0"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تكلفة المبيعات (مبيدات الأعشاب وعلف العشب والأسمدة وما إلى ذلك)</a:t>
                      </a:r>
                      <a:endParaRPr lang="en-GB" sz="1800" dirty="0">
                        <a:effectLst/>
                        <a:latin typeface="Sakkal Majalla" panose="02000000000000000000" pitchFamily="2" charset="-78"/>
                        <a:ea typeface="Times New Roman" panose="02020603050405020304" pitchFamily="18" charset="0"/>
                        <a:cs typeface="Sakkal Majalla" panose="02000000000000000000" pitchFamily="2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00000"/>
                        </a:lnSpc>
                      </a:pPr>
                      <a:r>
                        <a:rPr lang="ar" sz="1800" dirty="0"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8,750 </a:t>
                      </a:r>
                      <a:endParaRPr lang="en-GB" sz="1800" dirty="0">
                        <a:effectLst/>
                        <a:latin typeface="Sakkal Majalla" panose="02000000000000000000" pitchFamily="2" charset="-78"/>
                        <a:ea typeface="Times New Roman" panose="02020603050405020304" pitchFamily="18" charset="0"/>
                        <a:cs typeface="Sakkal Majalla" panose="02000000000000000000" pitchFamily="2" charset="-78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70894444"/>
                  </a:ext>
                </a:extLst>
              </a:tr>
              <a:tr h="432048">
                <a:tc>
                  <a:txBody>
                    <a:bodyPr/>
                    <a:lstStyle/>
                    <a:p>
                      <a:pPr rtl="1">
                        <a:lnSpc>
                          <a:spcPct val="100000"/>
                        </a:lnSpc>
                      </a:pPr>
                      <a:r>
                        <a:rPr lang="ar" sz="1800" dirty="0"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تكاليف تشغيل الشاحنة (الوقود والضرائب والتأمين وما إلى ذلك)</a:t>
                      </a:r>
                      <a:endParaRPr lang="en-GB" sz="1800" dirty="0">
                        <a:effectLst/>
                        <a:latin typeface="Sakkal Majalla" panose="02000000000000000000" pitchFamily="2" charset="-78"/>
                        <a:ea typeface="Times New Roman" panose="02020603050405020304" pitchFamily="18" charset="0"/>
                        <a:cs typeface="Sakkal Majalla" panose="02000000000000000000" pitchFamily="2" charset="-78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127000" algn="r" rtl="1">
                        <a:lnSpc>
                          <a:spcPct val="100000"/>
                        </a:lnSpc>
                      </a:pPr>
                      <a:r>
                        <a:rPr lang="ar" sz="1800" dirty="0"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2,300 </a:t>
                      </a:r>
                      <a:endParaRPr lang="en-GB" sz="1800" dirty="0">
                        <a:effectLst/>
                        <a:latin typeface="Sakkal Majalla" panose="02000000000000000000" pitchFamily="2" charset="-78"/>
                        <a:ea typeface="Times New Roman" panose="02020603050405020304" pitchFamily="18" charset="0"/>
                        <a:cs typeface="Sakkal Majalla" panose="02000000000000000000" pitchFamily="2" charset="-78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339175284"/>
                  </a:ext>
                </a:extLst>
              </a:tr>
              <a:tr h="432048">
                <a:tc>
                  <a:txBody>
                    <a:bodyPr/>
                    <a:lstStyle/>
                    <a:p>
                      <a:pPr rtl="1">
                        <a:lnSpc>
                          <a:spcPct val="100000"/>
                        </a:lnSpc>
                      </a:pPr>
                      <a:r>
                        <a:rPr lang="ar" sz="1800" dirty="0"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الرسومات</a:t>
                      </a:r>
                      <a:endParaRPr lang="en-GB" sz="1800" dirty="0">
                        <a:effectLst/>
                        <a:latin typeface="Sakkal Majalla" panose="02000000000000000000" pitchFamily="2" charset="-78"/>
                        <a:ea typeface="Times New Roman" panose="02020603050405020304" pitchFamily="18" charset="0"/>
                        <a:cs typeface="Sakkal Majalla" panose="02000000000000000000" pitchFamily="2" charset="-78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127000" algn="r" rtl="1">
                        <a:lnSpc>
                          <a:spcPct val="100000"/>
                        </a:lnSpc>
                      </a:pPr>
                      <a:r>
                        <a:rPr lang="ar" sz="1800" dirty="0"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15,000 </a:t>
                      </a:r>
                      <a:endParaRPr lang="en-GB" sz="1800" dirty="0">
                        <a:effectLst/>
                        <a:latin typeface="Sakkal Majalla" panose="02000000000000000000" pitchFamily="2" charset="-78"/>
                        <a:ea typeface="Times New Roman" panose="02020603050405020304" pitchFamily="18" charset="0"/>
                        <a:cs typeface="Sakkal Majalla" panose="02000000000000000000" pitchFamily="2" charset="-78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932486344"/>
                  </a:ext>
                </a:extLst>
              </a:tr>
              <a:tr h="432161">
                <a:tc>
                  <a:txBody>
                    <a:bodyPr/>
                    <a:lstStyle/>
                    <a:p>
                      <a:pPr rtl="1">
                        <a:lnSpc>
                          <a:spcPct val="100000"/>
                        </a:lnSpc>
                      </a:pPr>
                      <a:r>
                        <a:rPr lang="ar" sz="1800" dirty="0"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التسويق</a:t>
                      </a:r>
                      <a:endParaRPr lang="en-GB" sz="1800" dirty="0">
                        <a:effectLst/>
                        <a:latin typeface="Sakkal Majalla" panose="02000000000000000000" pitchFamily="2" charset="-78"/>
                        <a:ea typeface="Times New Roman" panose="02020603050405020304" pitchFamily="18" charset="0"/>
                        <a:cs typeface="Sakkal Majalla" panose="02000000000000000000" pitchFamily="2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r" rtl="1">
                        <a:lnSpc>
                          <a:spcPct val="100000"/>
                        </a:lnSpc>
                      </a:pPr>
                      <a:r>
                        <a:rPr lang="ar" sz="1800" dirty="0"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500 </a:t>
                      </a:r>
                      <a:endParaRPr lang="en-GB" sz="1800" dirty="0">
                        <a:effectLst/>
                        <a:latin typeface="Sakkal Majalla" panose="02000000000000000000" pitchFamily="2" charset="-78"/>
                        <a:ea typeface="Times New Roman" panose="02020603050405020304" pitchFamily="18" charset="0"/>
                        <a:cs typeface="Sakkal Majalla" panose="02000000000000000000" pitchFamily="2" charset="-78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754793037"/>
                  </a:ext>
                </a:extLst>
              </a:tr>
              <a:tr h="495848">
                <a:tc>
                  <a:txBody>
                    <a:bodyPr/>
                    <a:lstStyle/>
                    <a:p>
                      <a:pPr rtl="1">
                        <a:lnSpc>
                          <a:spcPct val="100000"/>
                        </a:lnSpc>
                      </a:pPr>
                      <a:r>
                        <a:rPr lang="ar" sz="1800" dirty="0"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النفقات الأخرى</a:t>
                      </a:r>
                      <a:endParaRPr lang="en-GB" sz="1800" dirty="0">
                        <a:effectLst/>
                        <a:latin typeface="Sakkal Majalla" panose="02000000000000000000" pitchFamily="2" charset="-78"/>
                        <a:ea typeface="Times New Roman" panose="02020603050405020304" pitchFamily="18" charset="0"/>
                        <a:cs typeface="Sakkal Majalla" panose="02000000000000000000" pitchFamily="2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r" rtl="1">
                        <a:lnSpc>
                          <a:spcPct val="100000"/>
                        </a:lnSpc>
                      </a:pPr>
                      <a:r>
                        <a:rPr lang="ar" sz="1800" dirty="0"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1,400</a:t>
                      </a:r>
                      <a:endParaRPr lang="en-GB" sz="1800" dirty="0">
                        <a:effectLst/>
                        <a:latin typeface="Sakkal Majalla" panose="02000000000000000000" pitchFamily="2" charset="-78"/>
                        <a:ea typeface="Times New Roman" panose="02020603050405020304" pitchFamily="18" charset="0"/>
                        <a:cs typeface="Sakkal Majalla" panose="02000000000000000000" pitchFamily="2" charset="-78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671311725"/>
                  </a:ext>
                </a:extLst>
              </a:tr>
            </a:tbl>
          </a:graphicData>
        </a:graphic>
      </p:graphicFrame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91640CC-5A13-DAE3-E043-0BC01F83BBC3}"/>
              </a:ext>
            </a:extLst>
          </p:cNvPr>
          <p:cNvSpPr txBox="1">
            <a:spLocks/>
          </p:cNvSpPr>
          <p:nvPr/>
        </p:nvSpPr>
        <p:spPr bwMode="auto">
          <a:xfrm>
            <a:off x="35496" y="6603206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/>
          </a:bodyPr>
          <a:lstStyle>
            <a:defPPr>
              <a:defRPr lang="en-GB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9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A103000398478</a:t>
            </a:r>
            <a:endParaRPr lang="ar" sz="900" dirty="0"/>
          </a:p>
        </p:txBody>
      </p:sp>
    </p:spTree>
    <p:extLst>
      <p:ext uri="{BB962C8B-B14F-4D97-AF65-F5344CB8AC3E}">
        <p14:creationId xmlns:p14="http://schemas.microsoft.com/office/powerpoint/2010/main" val="1493981163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C3345A-316B-9CDC-0682-AF0C1EF770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2">
            <a:extLst>
              <a:ext uri="{FF2B5EF4-FFF2-40B4-BE49-F238E27FC236}">
                <a16:creationId xmlns:a16="http://schemas.microsoft.com/office/drawing/2014/main" id="{66EBF0E1-CE43-3C7A-2958-FC3C763764B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843088"/>
            <a:ext cx="8229600" cy="5064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rtl="1">
              <a:spcBef>
                <a:spcPts val="1200"/>
              </a:spcBef>
              <a:spcAft>
                <a:spcPts val="1500"/>
              </a:spcAft>
            </a:pPr>
            <a:r>
              <a:rPr lang="ar" sz="2600" dirty="0"/>
              <a:t>نتاج التعلم ج</a:t>
            </a:r>
            <a:br>
              <a:rPr lang="en-US" altLang="en-US" sz="2600" dirty="0"/>
            </a:br>
            <a:br>
              <a:rPr lang="en-US" altLang="en-US" sz="2600" dirty="0"/>
            </a:br>
            <a:endParaRPr lang="en-GB" altLang="en-US" sz="2600" dirty="0"/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A86059A2-E17D-9248-0F5A-8ED323CDB6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1719" y="2492896"/>
            <a:ext cx="6840562" cy="25192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" sz="46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قائمة المركز المالي</a:t>
            </a:r>
          </a:p>
          <a:p>
            <a:pPr algn="ctr" rtl="1"/>
            <a:endParaRPr lang="en-US" sz="20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algn="ctr" rtl="1"/>
            <a:r>
              <a:rPr lang="ar" sz="22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قائمة مالية توضح بالتفصيل قيمة أصول الشركة وخصومها وأسهمها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CCB72A14-3C42-A97C-52A2-E58C6E7A5F45}"/>
              </a:ext>
            </a:extLst>
          </p:cNvPr>
          <p:cNvSpPr txBox="1">
            <a:spLocks/>
          </p:cNvSpPr>
          <p:nvPr/>
        </p:nvSpPr>
        <p:spPr bwMode="auto">
          <a:xfrm>
            <a:off x="35496" y="6603206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/>
          </a:bodyPr>
          <a:lstStyle>
            <a:defPPr>
              <a:defRPr lang="en-GB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9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A103000398478</a:t>
            </a:r>
            <a:endParaRPr lang="ar" sz="900" dirty="0"/>
          </a:p>
        </p:txBody>
      </p:sp>
    </p:spTree>
    <p:extLst>
      <p:ext uri="{BB962C8B-B14F-4D97-AF65-F5344CB8AC3E}">
        <p14:creationId xmlns:p14="http://schemas.microsoft.com/office/powerpoint/2010/main" val="1065048393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22E119-BEDA-390E-F9E5-622D1E12BE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2">
            <a:extLst>
              <a:ext uri="{FF2B5EF4-FFF2-40B4-BE49-F238E27FC236}">
                <a16:creationId xmlns:a16="http://schemas.microsoft.com/office/drawing/2014/main" id="{61B87B87-A4E8-84F8-DB4B-2ABEBB96A07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26887" y="1159571"/>
            <a:ext cx="8229600" cy="397221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rtl="1">
              <a:spcBef>
                <a:spcPts val="1200"/>
              </a:spcBef>
              <a:spcAft>
                <a:spcPts val="1500"/>
              </a:spcAft>
            </a:pPr>
            <a:r>
              <a:rPr lang="ar" sz="2000" b="1" dirty="0">
                <a:effectLst/>
              </a:rPr>
              <a:t>ج2 تحليل قائمة المركز المالي</a:t>
            </a:r>
            <a:br>
              <a:rPr lang="en-US" altLang="en-US" sz="2000" dirty="0"/>
            </a:br>
            <a:endParaRPr lang="en-GB" altLang="en-US" sz="2000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BEF26B2D-2401-5FF7-B4B3-0796F14D9CA9}"/>
              </a:ext>
            </a:extLst>
          </p:cNvPr>
          <p:cNvGrpSpPr/>
          <p:nvPr/>
        </p:nvGrpSpPr>
        <p:grpSpPr>
          <a:xfrm flipH="1">
            <a:off x="1619676" y="1701932"/>
            <a:ext cx="5856489" cy="3539383"/>
            <a:chOff x="1619676" y="1701932"/>
            <a:chExt cx="5856489" cy="3539383"/>
          </a:xfrm>
        </p:grpSpPr>
        <p:sp>
          <p:nvSpPr>
            <p:cNvPr id="3" name="Freeform: Shape 2">
              <a:extLst>
                <a:ext uri="{FF2B5EF4-FFF2-40B4-BE49-F238E27FC236}">
                  <a16:creationId xmlns:a16="http://schemas.microsoft.com/office/drawing/2014/main" id="{0019F559-4F3F-2BDE-2C0B-2251A27E3490}"/>
                </a:ext>
              </a:extLst>
            </p:cNvPr>
            <p:cNvSpPr/>
            <p:nvPr/>
          </p:nvSpPr>
          <p:spPr>
            <a:xfrm rot="21600000">
              <a:off x="2591863" y="1701977"/>
              <a:ext cx="4884302" cy="983967"/>
            </a:xfrm>
            <a:custGeom>
              <a:avLst/>
              <a:gdLst>
                <a:gd name="connsiteX0" fmla="*/ 0 w 4884302"/>
                <a:gd name="connsiteY0" fmla="*/ 0 h 983965"/>
                <a:gd name="connsiteX1" fmla="*/ 4392320 w 4884302"/>
                <a:gd name="connsiteY1" fmla="*/ 0 h 983965"/>
                <a:gd name="connsiteX2" fmla="*/ 4884302 w 4884302"/>
                <a:gd name="connsiteY2" fmla="*/ 491983 h 983965"/>
                <a:gd name="connsiteX3" fmla="*/ 4392320 w 4884302"/>
                <a:gd name="connsiteY3" fmla="*/ 983965 h 983965"/>
                <a:gd name="connsiteX4" fmla="*/ 0 w 4884302"/>
                <a:gd name="connsiteY4" fmla="*/ 983965 h 983965"/>
                <a:gd name="connsiteX5" fmla="*/ 0 w 4884302"/>
                <a:gd name="connsiteY5" fmla="*/ 0 h 983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884302" h="983965">
                  <a:moveTo>
                    <a:pt x="4884302" y="983964"/>
                  </a:moveTo>
                  <a:lnTo>
                    <a:pt x="491982" y="983964"/>
                  </a:lnTo>
                  <a:lnTo>
                    <a:pt x="0" y="491982"/>
                  </a:lnTo>
                  <a:lnTo>
                    <a:pt x="491982" y="1"/>
                  </a:lnTo>
                  <a:lnTo>
                    <a:pt x="4884302" y="1"/>
                  </a:lnTo>
                  <a:lnTo>
                    <a:pt x="4884302" y="983964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55448" tIns="83821" rIns="676656" bIns="83820" numCol="1" spcCol="1270" rtlCol="1" anchor="ctr" anchorCtr="0">
              <a:noAutofit/>
            </a:bodyPr>
            <a:lstStyle/>
            <a:p>
              <a:pPr marL="0" lvl="0" indent="0" algn="ctr" defTabSz="977900" rtl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ar" sz="1700" b="0" kern="1200" dirty="0">
                  <a:solidFill>
                    <a:schemeClr val="tx1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تُظهر قائمة المركز المالي ما </a:t>
              </a:r>
              <a:r>
                <a:rPr lang="ar" sz="1700" b="1" kern="1200" dirty="0">
                  <a:solidFill>
                    <a:schemeClr val="tx1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تمتلكه </a:t>
              </a:r>
              <a:r>
                <a:rPr lang="ar" sz="1700" b="0" kern="1200" dirty="0">
                  <a:solidFill>
                    <a:schemeClr val="tx1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الشركة</a:t>
              </a:r>
              <a:r>
                <a:rPr lang="en" sz="1700" b="1" kern="1200" dirty="0">
                  <a:solidFill>
                    <a:schemeClr val="tx1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 </a:t>
              </a:r>
              <a:r>
                <a:rPr lang="en" sz="1700" b="0" kern="1200" dirty="0">
                  <a:solidFill>
                    <a:schemeClr val="tx1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أو تتحكم فيه</a:t>
              </a:r>
              <a:r>
                <a:rPr lang="ar-SA" sz="1700" b="0" kern="1200" dirty="0">
                  <a:solidFill>
                    <a:schemeClr val="tx1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 </a:t>
              </a:r>
              <a:r>
                <a:rPr lang="ar-SA" sz="1700" dirty="0">
                  <a:solidFill>
                    <a:schemeClr val="tx1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(</a:t>
              </a:r>
              <a:r>
                <a:rPr lang="en" sz="1700" b="0" kern="1200" dirty="0">
                  <a:solidFill>
                    <a:schemeClr val="tx1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الأصول</a:t>
              </a:r>
              <a:r>
                <a:rPr lang="ar-SA" sz="1700" b="0" kern="1200" dirty="0">
                  <a:solidFill>
                    <a:schemeClr val="tx1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) </a:t>
              </a:r>
              <a:r>
                <a:rPr lang="en" sz="1700" b="0" kern="1200" dirty="0">
                  <a:solidFill>
                    <a:schemeClr val="tx1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وما</a:t>
              </a:r>
              <a:r>
                <a:rPr lang="en" sz="1700" b="1" kern="1200" dirty="0">
                  <a:solidFill>
                    <a:schemeClr val="tx1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تدين </a:t>
              </a:r>
              <a:r>
                <a:rPr lang="en" sz="1700" b="0" kern="1200" dirty="0">
                  <a:solidFill>
                    <a:schemeClr val="tx1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به للآخرين </a:t>
              </a:r>
              <a:r>
                <a:rPr lang="ar-SA" sz="1700" b="0" kern="1200" dirty="0">
                  <a:solidFill>
                    <a:schemeClr val="tx1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(</a:t>
              </a:r>
              <a:r>
                <a:rPr lang="en" sz="1700" b="0" kern="1200" dirty="0">
                  <a:solidFill>
                    <a:schemeClr val="tx1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الخصوم</a:t>
              </a:r>
              <a:r>
                <a:rPr lang="ar-SA" sz="1700" b="0" kern="1200" dirty="0">
                  <a:solidFill>
                    <a:schemeClr val="tx1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)</a:t>
              </a:r>
              <a:endParaRPr lang="en-GB" sz="1700" b="0" kern="1200" dirty="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4" name="Oval 3" descr="Dollar outline">
              <a:extLst>
                <a:ext uri="{FF2B5EF4-FFF2-40B4-BE49-F238E27FC236}">
                  <a16:creationId xmlns:a16="http://schemas.microsoft.com/office/drawing/2014/main" id="{4B3FED31-D3E8-86D4-3578-431A66DBB913}"/>
                </a:ext>
              </a:extLst>
            </p:cNvPr>
            <p:cNvSpPr/>
            <p:nvPr/>
          </p:nvSpPr>
          <p:spPr>
            <a:xfrm flipH="1">
              <a:off x="1619676" y="1701932"/>
              <a:ext cx="983965" cy="983965"/>
            </a:xfrm>
            <a:prstGeom prst="ellipse">
              <a:avLst/>
            </a:pr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rcRect/>
              <a:stretch>
                <a:fillRect/>
              </a:stretch>
            </a:blip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14D9B1B3-3BF3-002F-1058-19088FF17D0C}"/>
                </a:ext>
              </a:extLst>
            </p:cNvPr>
            <p:cNvSpPr/>
            <p:nvPr/>
          </p:nvSpPr>
          <p:spPr>
            <a:xfrm rot="21600000">
              <a:off x="2591863" y="2979663"/>
              <a:ext cx="4884302" cy="983966"/>
            </a:xfrm>
            <a:custGeom>
              <a:avLst/>
              <a:gdLst>
                <a:gd name="connsiteX0" fmla="*/ 0 w 4884302"/>
                <a:gd name="connsiteY0" fmla="*/ 0 h 983965"/>
                <a:gd name="connsiteX1" fmla="*/ 4392320 w 4884302"/>
                <a:gd name="connsiteY1" fmla="*/ 0 h 983965"/>
                <a:gd name="connsiteX2" fmla="*/ 4884302 w 4884302"/>
                <a:gd name="connsiteY2" fmla="*/ 491983 h 983965"/>
                <a:gd name="connsiteX3" fmla="*/ 4392320 w 4884302"/>
                <a:gd name="connsiteY3" fmla="*/ 983965 h 983965"/>
                <a:gd name="connsiteX4" fmla="*/ 0 w 4884302"/>
                <a:gd name="connsiteY4" fmla="*/ 983965 h 983965"/>
                <a:gd name="connsiteX5" fmla="*/ 0 w 4884302"/>
                <a:gd name="connsiteY5" fmla="*/ 0 h 983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884302" h="983965">
                  <a:moveTo>
                    <a:pt x="4884302" y="983964"/>
                  </a:moveTo>
                  <a:lnTo>
                    <a:pt x="491982" y="983964"/>
                  </a:lnTo>
                  <a:lnTo>
                    <a:pt x="0" y="491982"/>
                  </a:lnTo>
                  <a:lnTo>
                    <a:pt x="491982" y="1"/>
                  </a:lnTo>
                  <a:lnTo>
                    <a:pt x="4884302" y="1"/>
                  </a:lnTo>
                  <a:lnTo>
                    <a:pt x="4884302" y="983964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55448" tIns="83821" rIns="676656" bIns="83820" numCol="1" spcCol="1270" rtlCol="1" anchor="ctr" anchorCtr="0">
              <a:noAutofit/>
            </a:bodyPr>
            <a:lstStyle/>
            <a:p>
              <a:pPr marL="0" lvl="0" indent="0" algn="ctr" defTabSz="977900" rtl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ar" sz="1700" b="0" kern="1200" dirty="0">
                  <a:solidFill>
                    <a:schemeClr val="tx1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يجب </a:t>
              </a:r>
              <a:r>
                <a:rPr lang="ar" sz="1700" b="1" kern="1200" dirty="0">
                  <a:solidFill>
                    <a:schemeClr val="tx1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موازنة </a:t>
              </a:r>
              <a:r>
                <a:rPr lang="ar" sz="1700" b="0" kern="1200" dirty="0">
                  <a:solidFill>
                    <a:schemeClr val="tx1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إجمالي الأصول وإجمالي الخصوم</a:t>
              </a:r>
              <a:endParaRPr lang="en-GB" sz="1700" b="1" kern="1200" dirty="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6" name="Oval 5" descr="Philanthropy with solid fill">
              <a:extLst>
                <a:ext uri="{FF2B5EF4-FFF2-40B4-BE49-F238E27FC236}">
                  <a16:creationId xmlns:a16="http://schemas.microsoft.com/office/drawing/2014/main" id="{4207599A-0A1B-835E-3B40-C9F7A23B0183}"/>
                </a:ext>
              </a:extLst>
            </p:cNvPr>
            <p:cNvSpPr/>
            <p:nvPr/>
          </p:nvSpPr>
          <p:spPr>
            <a:xfrm flipH="1">
              <a:off x="1619676" y="2979664"/>
              <a:ext cx="983965" cy="983965"/>
            </a:xfrm>
            <a:prstGeom prst="ellipse">
              <a:avLst/>
            </a:pr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rcRect/>
              <a:stretch>
                <a:fillRect/>
              </a:stretch>
            </a:blip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52DB6DB0-D37E-4CE4-09E8-F1B7D651F4E2}"/>
                </a:ext>
              </a:extLst>
            </p:cNvPr>
            <p:cNvSpPr/>
            <p:nvPr/>
          </p:nvSpPr>
          <p:spPr>
            <a:xfrm rot="21600000">
              <a:off x="2591863" y="4257349"/>
              <a:ext cx="4884302" cy="983966"/>
            </a:xfrm>
            <a:custGeom>
              <a:avLst/>
              <a:gdLst>
                <a:gd name="connsiteX0" fmla="*/ 0 w 4884302"/>
                <a:gd name="connsiteY0" fmla="*/ 0 h 983965"/>
                <a:gd name="connsiteX1" fmla="*/ 4392320 w 4884302"/>
                <a:gd name="connsiteY1" fmla="*/ 0 h 983965"/>
                <a:gd name="connsiteX2" fmla="*/ 4884302 w 4884302"/>
                <a:gd name="connsiteY2" fmla="*/ 491983 h 983965"/>
                <a:gd name="connsiteX3" fmla="*/ 4392320 w 4884302"/>
                <a:gd name="connsiteY3" fmla="*/ 983965 h 983965"/>
                <a:gd name="connsiteX4" fmla="*/ 0 w 4884302"/>
                <a:gd name="connsiteY4" fmla="*/ 983965 h 983965"/>
                <a:gd name="connsiteX5" fmla="*/ 0 w 4884302"/>
                <a:gd name="connsiteY5" fmla="*/ 0 h 983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884302" h="983965">
                  <a:moveTo>
                    <a:pt x="4884302" y="983964"/>
                  </a:moveTo>
                  <a:lnTo>
                    <a:pt x="491982" y="983964"/>
                  </a:lnTo>
                  <a:lnTo>
                    <a:pt x="0" y="491982"/>
                  </a:lnTo>
                  <a:lnTo>
                    <a:pt x="491982" y="1"/>
                  </a:lnTo>
                  <a:lnTo>
                    <a:pt x="4884302" y="1"/>
                  </a:lnTo>
                  <a:lnTo>
                    <a:pt x="4884302" y="983964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55448" tIns="83821" rIns="676656" bIns="83820" numCol="1" spcCol="1270" rtlCol="1" anchor="ctr" anchorCtr="0">
              <a:noAutofit/>
            </a:bodyPr>
            <a:lstStyle/>
            <a:p>
              <a:pPr marL="0" lvl="0" indent="0" algn="ctr" defTabSz="977900" rtl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ar" sz="1700" i="0" kern="1200" dirty="0">
                  <a:solidFill>
                    <a:schemeClr val="tx1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يمكن استخدام قائمة المركز المالي لحساب نسب السيولة - النسبة</a:t>
              </a:r>
              <a:r>
                <a:rPr lang="ar" sz="1700" b="1" i="0" kern="1200" dirty="0">
                  <a:solidFill>
                    <a:schemeClr val="tx1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 الحالية</a:t>
              </a:r>
              <a:r>
                <a:rPr lang="ar" sz="1700" i="0" kern="1200" dirty="0">
                  <a:solidFill>
                    <a:schemeClr val="tx1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 ونسبة رأس المال</a:t>
              </a:r>
              <a:r>
                <a:rPr lang="ar" sz="1700" b="1" i="0" kern="1200" dirty="0">
                  <a:solidFill>
                    <a:schemeClr val="tx1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 السائل</a:t>
              </a:r>
              <a:endParaRPr lang="en-GB" sz="1700" kern="1200" dirty="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8" name="Oval 7" descr="Tax outline">
              <a:extLst>
                <a:ext uri="{FF2B5EF4-FFF2-40B4-BE49-F238E27FC236}">
                  <a16:creationId xmlns:a16="http://schemas.microsoft.com/office/drawing/2014/main" id="{A4D0B01F-975B-359D-A489-1DF6047A005F}"/>
                </a:ext>
              </a:extLst>
            </p:cNvPr>
            <p:cNvSpPr/>
            <p:nvPr/>
          </p:nvSpPr>
          <p:spPr>
            <a:xfrm flipH="1">
              <a:off x="1619676" y="4221091"/>
              <a:ext cx="983965" cy="983965"/>
            </a:xfrm>
            <a:prstGeom prst="ellipse">
              <a:avLst/>
            </a:pr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rcRect/>
              <a:stretch>
                <a:fillRect/>
              </a:stretch>
            </a:blip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ECCDD9FD-AD8E-8C71-B0CC-B04E80E1DD06}"/>
              </a:ext>
            </a:extLst>
          </p:cNvPr>
          <p:cNvGrpSpPr/>
          <p:nvPr/>
        </p:nvGrpSpPr>
        <p:grpSpPr>
          <a:xfrm>
            <a:off x="2771800" y="5445224"/>
            <a:ext cx="3384376" cy="1243146"/>
            <a:chOff x="0" y="353532"/>
            <a:chExt cx="2564804" cy="1538882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46EE5769-B6DA-4086-9B86-FE82D0C654FE}"/>
                </a:ext>
              </a:extLst>
            </p:cNvPr>
            <p:cNvSpPr/>
            <p:nvPr/>
          </p:nvSpPr>
          <p:spPr>
            <a:xfrm>
              <a:off x="0" y="353532"/>
              <a:ext cx="2564804" cy="1538882"/>
            </a:xfrm>
            <a:prstGeom prst="rect">
              <a:avLst/>
            </a:prstGeom>
            <a:gradFill rotWithShape="0">
              <a:gsLst>
                <a:gs pos="0">
                  <a:schemeClr val="accent2">
                    <a:lumMod val="20000"/>
                    <a:lumOff val="80000"/>
                  </a:schemeClr>
                </a:gs>
                <a:gs pos="80000">
                  <a:schemeClr val="accent1">
                    <a:hueOff val="0"/>
                    <a:satOff val="0"/>
                    <a:lumOff val="0"/>
                    <a:alphaOff val="0"/>
                    <a:shade val="93000"/>
                    <a:satMod val="130000"/>
                  </a:schemeClr>
                </a:gs>
                <a:gs pos="100000">
                  <a:schemeClr val="accent1">
                    <a:hueOff val="0"/>
                    <a:satOff val="0"/>
                    <a:lumOff val="0"/>
                    <a:alphaOff val="0"/>
                    <a:shade val="94000"/>
                    <a:satMod val="135000"/>
                  </a:schemeClr>
                </a:gs>
              </a:gsLst>
            </a:gradFill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rgbClr r="0" g="0" b="0"/>
            </a:fillRef>
            <a:effectRef idx="3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rtlCol="1"/>
            <a:lstStyle/>
            <a:p>
              <a:pPr rtl="1"/>
              <a:endParaRPr lang="en-US" dirty="0">
                <a:latin typeface="Sakkal Majalla" panose="02000000000000000000" pitchFamily="2" charset="-78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5F00978A-B953-0245-55CE-044E2AF686A4}"/>
                </a:ext>
              </a:extLst>
            </p:cNvPr>
            <p:cNvSpPr txBox="1"/>
            <p:nvPr/>
          </p:nvSpPr>
          <p:spPr>
            <a:xfrm>
              <a:off x="0" y="353532"/>
              <a:ext cx="2564804" cy="153888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0010" tIns="80010" rIns="80010" bIns="80010" numCol="1" spcCol="1270" rtlCol="1" anchor="ctr" anchorCtr="0">
              <a:noAutofit/>
            </a:bodyPr>
            <a:lstStyle/>
            <a:p>
              <a:pPr rtl="1"/>
              <a:r>
                <a:rPr lang="ar" b="1" dirty="0">
                  <a:solidFill>
                    <a:srgbClr val="7030A0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نصائح مهمة</a:t>
              </a:r>
            </a:p>
            <a:p>
              <a:pPr rtl="1"/>
              <a:r>
                <a:rPr lang="ar" dirty="0">
                  <a:solidFill>
                    <a:srgbClr val="7030A0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راجع الوحدة 3 لتذكير نفسك بقائمة المركز المالي ونسب السيولة</a:t>
              </a:r>
            </a:p>
          </p:txBody>
        </p:sp>
      </p:grpSp>
      <p:sp>
        <p:nvSpPr>
          <p:cNvPr id="9" name="Footer Placeholder 2">
            <a:extLst>
              <a:ext uri="{FF2B5EF4-FFF2-40B4-BE49-F238E27FC236}">
                <a16:creationId xmlns:a16="http://schemas.microsoft.com/office/drawing/2014/main" id="{6711B4F6-235D-1B8B-83A8-1254FBE9B822}"/>
              </a:ext>
            </a:extLst>
          </p:cNvPr>
          <p:cNvSpPr txBox="1">
            <a:spLocks/>
          </p:cNvSpPr>
          <p:nvPr/>
        </p:nvSpPr>
        <p:spPr bwMode="auto">
          <a:xfrm>
            <a:off x="35496" y="6603206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/>
          </a:bodyPr>
          <a:lstStyle>
            <a:defPPr>
              <a:defRPr lang="en-GB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9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A103000398478</a:t>
            </a:r>
            <a:endParaRPr lang="ar" sz="900" dirty="0"/>
          </a:p>
        </p:txBody>
      </p:sp>
    </p:spTree>
    <p:extLst>
      <p:ext uri="{BB962C8B-B14F-4D97-AF65-F5344CB8AC3E}">
        <p14:creationId xmlns:p14="http://schemas.microsoft.com/office/powerpoint/2010/main" val="2987746997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CE9A56-15FA-CD1E-DF2E-CB61A8D971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505608"/>
          </a:xfrm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  <a:normAutofit/>
          </a:bodyPr>
          <a:lstStyle/>
          <a:p>
            <a:pPr algn="ctr" rtl="1">
              <a:lnSpc>
                <a:spcPct val="90000"/>
              </a:lnSpc>
            </a:pPr>
            <a:r>
              <a:rPr lang="ar" sz="2200" b="1" dirty="0">
                <a:effectLst/>
              </a:rPr>
              <a:t>ج2: </a:t>
            </a:r>
            <a:r>
              <a:rPr lang="ar" sz="2200" b="1" dirty="0"/>
              <a:t>تذكير</a:t>
            </a:r>
            <a:r>
              <a:rPr lang="ar" sz="2200" b="1" dirty="0">
                <a:effectLst/>
              </a:rPr>
              <a:t> بالمصطلحات والتعريفات في قائمة المركز المالي</a:t>
            </a:r>
            <a:endParaRPr lang="en-US" sz="2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8CBF01E-F66B-F76C-D34E-7AF1C2FF39E9}"/>
              </a:ext>
            </a:extLst>
          </p:cNvPr>
          <p:cNvSpPr txBox="1"/>
          <p:nvPr/>
        </p:nvSpPr>
        <p:spPr bwMode="auto">
          <a:xfrm>
            <a:off x="731719" y="3645024"/>
            <a:ext cx="8080984" cy="2304256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/>
          </a:bodyPr>
          <a:lstStyle/>
          <a:p>
            <a:pPr rtl="1">
              <a:lnSpc>
                <a:spcPct val="90000"/>
              </a:lnSpc>
              <a:spcBef>
                <a:spcPct val="20000"/>
              </a:spcBef>
            </a:pPr>
            <a:r>
              <a:rPr lang="ar" sz="20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التعريف</a:t>
            </a:r>
          </a:p>
          <a:p>
            <a:pPr marL="342900" indent="-342900" rtl="1">
              <a:lnSpc>
                <a:spcPct val="90000"/>
              </a:lnSpc>
              <a:spcBef>
                <a:spcPct val="20000"/>
              </a:spcBef>
              <a:buFont typeface="+mj-lt"/>
              <a:buAutoNum type="arabicPeriod"/>
            </a:pPr>
            <a:r>
              <a:rPr lang="ar" sz="20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قائمة مالية توضح بالتفصيل قيمة أصول الشركة</a:t>
            </a:r>
            <a:r>
              <a:rPr lang="ar" sz="2000" i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 (ما تمتلكه) </a:t>
            </a:r>
            <a:r>
              <a:rPr lang="ar" sz="20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والخصوم الخاصة بها</a:t>
            </a:r>
            <a:r>
              <a:rPr lang="ar" sz="2000" i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 (ما تدين به)</a:t>
            </a:r>
            <a:r>
              <a:rPr lang="ar" sz="20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 وحقوق الملكية/ رأس المال </a:t>
            </a:r>
            <a:r>
              <a:rPr lang="ar" sz="2000" i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(مساهمة المالك)</a:t>
            </a:r>
            <a:r>
              <a:rPr lang="ar" sz="20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 </a:t>
            </a:r>
          </a:p>
          <a:p>
            <a:pPr marL="342900" indent="-342900" rtl="1">
              <a:lnSpc>
                <a:spcPct val="90000"/>
              </a:lnSpc>
              <a:spcBef>
                <a:spcPct val="20000"/>
              </a:spcBef>
              <a:buFont typeface="+mj-lt"/>
              <a:buAutoNum type="arabicPeriod"/>
            </a:pPr>
            <a:r>
              <a:rPr lang="ar" sz="2000" dirty="0">
                <a:effectLst/>
                <a:latin typeface="Sakkal Majalla" panose="02000000000000000000" pitchFamily="2" charset="-78"/>
                <a:cs typeface="Sakkal Majalla" panose="02000000000000000000" pitchFamily="2" charset="-78"/>
              </a:rPr>
              <a:t>الأصول التي اشترتها (وامتلكتها) الشركة لاستخدامها على المدى الطويل مثل المصانع والآلات </a:t>
            </a:r>
            <a:endParaRPr lang="en-GB" sz="20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342900" indent="-342900" rtl="1">
              <a:lnSpc>
                <a:spcPct val="90000"/>
              </a:lnSpc>
              <a:spcBef>
                <a:spcPct val="20000"/>
              </a:spcBef>
              <a:buFont typeface="+mj-lt"/>
              <a:buAutoNum type="arabicPeriod"/>
            </a:pPr>
            <a:r>
              <a:rPr lang="ar" sz="2000" dirty="0">
                <a:effectLst/>
                <a:latin typeface="Sakkal Majalla" panose="02000000000000000000" pitchFamily="2" charset="-78"/>
                <a:cs typeface="Sakkal Majalla" panose="02000000000000000000" pitchFamily="2" charset="-78"/>
              </a:rPr>
              <a:t>التزامات الديون طويلة الأجل التي يتعين على الشركة سدادها على مدار مدة تزيد عن سنة واحدة </a:t>
            </a:r>
            <a:endParaRPr lang="en-GB" sz="20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342900" indent="-342900" rtl="1">
              <a:lnSpc>
                <a:spcPct val="90000"/>
              </a:lnSpc>
              <a:spcBef>
                <a:spcPct val="20000"/>
              </a:spcBef>
              <a:buFont typeface="+mj-lt"/>
              <a:buAutoNum type="arabicPeriod"/>
            </a:pPr>
            <a:r>
              <a:rPr lang="ar" sz="2000" dirty="0">
                <a:effectLst/>
                <a:latin typeface="Sakkal Majalla" panose="02000000000000000000" pitchFamily="2" charset="-78"/>
                <a:cs typeface="Sakkal Majalla" panose="02000000000000000000" pitchFamily="2" charset="-78"/>
              </a:rPr>
              <a:t>استثمار المالك في العمل مطروحًا منه مسحوبات المالك من الأعمال بالإضافة إلى صافي الربح (أو مطروحًا منه صافي الخسارة) منذ بدء العمل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7BADEF4-C27F-C93A-0F43-F020D1F3CFE3}"/>
              </a:ext>
            </a:extLst>
          </p:cNvPr>
          <p:cNvSpPr txBox="1"/>
          <p:nvPr/>
        </p:nvSpPr>
        <p:spPr bwMode="auto">
          <a:xfrm>
            <a:off x="751911" y="1700808"/>
            <a:ext cx="8060792" cy="172819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Autofit/>
          </a:bodyPr>
          <a:lstStyle/>
          <a:p>
            <a:pPr rtl="1">
              <a:lnSpc>
                <a:spcPct val="90000"/>
              </a:lnSpc>
              <a:spcBef>
                <a:spcPct val="20000"/>
              </a:spcBef>
            </a:pPr>
            <a:r>
              <a:rPr lang="ar" sz="20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المصطلحات المالية</a:t>
            </a:r>
          </a:p>
          <a:p>
            <a:pPr marL="457200" indent="-457200" rtl="1">
              <a:lnSpc>
                <a:spcPct val="90000"/>
              </a:lnSpc>
              <a:spcBef>
                <a:spcPct val="20000"/>
              </a:spcBef>
              <a:buFont typeface="+mj-lt"/>
              <a:buAutoNum type="arabicPeriod"/>
            </a:pPr>
            <a:r>
              <a:rPr lang="ar" sz="20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قائمة المركز المالي (الميزانية العمومية)</a:t>
            </a:r>
          </a:p>
          <a:p>
            <a:pPr marL="457200" indent="-457200" rtl="1">
              <a:lnSpc>
                <a:spcPct val="90000"/>
              </a:lnSpc>
              <a:spcBef>
                <a:spcPct val="20000"/>
              </a:spcBef>
              <a:buFont typeface="+mj-lt"/>
              <a:buAutoNum type="arabicPeriod"/>
            </a:pPr>
            <a:r>
              <a:rPr lang="ar" sz="20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الأصول غير المتداولة (الأصول الثابتة)</a:t>
            </a:r>
          </a:p>
          <a:p>
            <a:pPr marL="457200" indent="-457200" rtl="1">
              <a:lnSpc>
                <a:spcPct val="90000"/>
              </a:lnSpc>
              <a:spcBef>
                <a:spcPct val="20000"/>
              </a:spcBef>
              <a:buFont typeface="+mj-lt"/>
              <a:buAutoNum type="arabicPeriod"/>
            </a:pPr>
            <a:r>
              <a:rPr lang="ar" sz="20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الخصوم غير المتداولة (الخصوم طويلة المدة)</a:t>
            </a:r>
          </a:p>
          <a:p>
            <a:pPr marL="457200" indent="-457200" rtl="1">
              <a:lnSpc>
                <a:spcPct val="90000"/>
              </a:lnSpc>
              <a:spcBef>
                <a:spcPct val="20000"/>
              </a:spcBef>
              <a:buFont typeface="+mj-lt"/>
              <a:buAutoNum type="arabicPeriod"/>
            </a:pPr>
            <a:r>
              <a:rPr lang="ar" sz="2000" b="0" dirty="0">
                <a:effectLst/>
                <a:latin typeface="Sakkal Majalla" panose="02000000000000000000" pitchFamily="2" charset="-78"/>
                <a:cs typeface="Sakkal Majalla" panose="02000000000000000000" pitchFamily="2" charset="-78"/>
              </a:rPr>
              <a:t>حقوق الملكية (رأس المال)</a:t>
            </a:r>
          </a:p>
          <a:p>
            <a:pPr rtl="1">
              <a:lnSpc>
                <a:spcPct val="90000"/>
              </a:lnSpc>
              <a:spcBef>
                <a:spcPct val="20000"/>
              </a:spcBef>
            </a:pPr>
            <a:endParaRPr lang="en-US" sz="20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D7E8BCA-CDEE-E4B1-60A2-5CE451B593FA}"/>
              </a:ext>
            </a:extLst>
          </p:cNvPr>
          <p:cNvSpPr txBox="1">
            <a:spLocks/>
          </p:cNvSpPr>
          <p:nvPr/>
        </p:nvSpPr>
        <p:spPr bwMode="auto">
          <a:xfrm>
            <a:off x="35496" y="6603206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/>
          </a:bodyPr>
          <a:lstStyle>
            <a:defPPr>
              <a:defRPr lang="en-GB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9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A103000398478</a:t>
            </a:r>
            <a:endParaRPr lang="ar" sz="900" dirty="0"/>
          </a:p>
        </p:txBody>
      </p:sp>
    </p:spTree>
    <p:extLst>
      <p:ext uri="{BB962C8B-B14F-4D97-AF65-F5344CB8AC3E}">
        <p14:creationId xmlns:p14="http://schemas.microsoft.com/office/powerpoint/2010/main" val="2292041533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3452A9-F73C-90CD-D6E7-076244AA04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2">
            <a:extLst>
              <a:ext uri="{FF2B5EF4-FFF2-40B4-BE49-F238E27FC236}">
                <a16:creationId xmlns:a16="http://schemas.microsoft.com/office/drawing/2014/main" id="{B2676194-AC10-7FB1-2674-0F75C551450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26887" y="1159571"/>
            <a:ext cx="8229600" cy="397221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rtl="1">
              <a:spcBef>
                <a:spcPts val="1200"/>
              </a:spcBef>
              <a:spcAft>
                <a:spcPts val="1500"/>
              </a:spcAft>
            </a:pPr>
            <a:r>
              <a:rPr lang="ar" sz="1800" b="1" dirty="0">
                <a:effectLst/>
              </a:rPr>
              <a:t>ج2 تحليل قائمة المركز المالي</a:t>
            </a:r>
            <a:br>
              <a:rPr lang="en-US" altLang="en-US" sz="1800" dirty="0"/>
            </a:br>
            <a:endParaRPr lang="en-GB" altLang="en-US" sz="1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3BA7815-CDF7-BC86-A73B-0DBF53940261}"/>
              </a:ext>
            </a:extLst>
          </p:cNvPr>
          <p:cNvSpPr txBox="1"/>
          <p:nvPr/>
        </p:nvSpPr>
        <p:spPr>
          <a:xfrm>
            <a:off x="362222" y="4192164"/>
            <a:ext cx="2193556" cy="58477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txBody>
          <a:bodyPr wrap="square" rtlCol="1">
            <a:spAutoFit/>
          </a:bodyPr>
          <a:lstStyle/>
          <a:p>
            <a:pPr rtl="1"/>
            <a:r>
              <a:rPr lang="ar" sz="16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إجمالي الأصول = الخصوم غير المتداولة + الخصوم المتداولة</a:t>
            </a:r>
            <a:endParaRPr lang="en-US" sz="16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A61F3F6D-4D5C-F681-15DF-244275F80C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7740110"/>
              </p:ext>
            </p:extLst>
          </p:nvPr>
        </p:nvGraphicFramePr>
        <p:xfrm>
          <a:off x="2987823" y="1581921"/>
          <a:ext cx="5616625" cy="506375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841769">
                  <a:extLst>
                    <a:ext uri="{9D8B030D-6E8A-4147-A177-3AD203B41FA5}">
                      <a16:colId xmlns:a16="http://schemas.microsoft.com/office/drawing/2014/main" val="3804441382"/>
                    </a:ext>
                  </a:extLst>
                </a:gridCol>
                <a:gridCol w="1486972">
                  <a:extLst>
                    <a:ext uri="{9D8B030D-6E8A-4147-A177-3AD203B41FA5}">
                      <a16:colId xmlns:a16="http://schemas.microsoft.com/office/drawing/2014/main" val="2075625337"/>
                    </a:ext>
                  </a:extLst>
                </a:gridCol>
                <a:gridCol w="1287884">
                  <a:extLst>
                    <a:ext uri="{9D8B030D-6E8A-4147-A177-3AD203B41FA5}">
                      <a16:colId xmlns:a16="http://schemas.microsoft.com/office/drawing/2014/main" val="788514630"/>
                    </a:ext>
                  </a:extLst>
                </a:gridCol>
              </a:tblGrid>
              <a:tr h="323467">
                <a:tc gridSpan="3"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</a:pPr>
                      <a:r>
                        <a:rPr lang="ar" sz="1800" dirty="0">
                          <a:solidFill>
                            <a:schemeClr val="accent6"/>
                          </a:solidFill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صالون بيش للتجميل أكتوبر </a:t>
                      </a:r>
                      <a:r>
                        <a:rPr lang="en-US" sz="1800" noProof="0" dirty="0">
                          <a:solidFill>
                            <a:schemeClr val="accent6"/>
                          </a:solidFill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202X</a:t>
                      </a:r>
                      <a:r>
                        <a:rPr lang="ar" sz="1800" dirty="0">
                          <a:solidFill>
                            <a:schemeClr val="accent6"/>
                          </a:solidFill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  </a:t>
                      </a:r>
                      <a:endParaRPr lang="en-GB" sz="1800" dirty="0">
                        <a:solidFill>
                          <a:schemeClr val="accent6"/>
                        </a:solidFill>
                        <a:effectLst/>
                        <a:latin typeface="Sakkal Majalla" panose="02000000000000000000" pitchFamily="2" charset="-78"/>
                        <a:ea typeface="Times New Roman" panose="02020603050405020304" pitchFamily="18" charset="0"/>
                        <a:cs typeface="Sakkal Majalla" panose="02000000000000000000" pitchFamily="2" charset="-78"/>
                      </a:endParaRPr>
                    </a:p>
                  </a:txBody>
                  <a:tcPr marL="47836" marR="47836" marT="0" marB="0"/>
                </a:tc>
                <a:tc hMerge="1">
                  <a:txBody>
                    <a:bodyPr/>
                    <a:lstStyle/>
                    <a:p>
                      <a:pPr rtl="1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9191214"/>
                  </a:ext>
                </a:extLst>
              </a:tr>
              <a:tr h="255977">
                <a:tc>
                  <a:txBody>
                    <a:bodyPr/>
                    <a:lstStyle/>
                    <a:p>
                      <a:pPr rtl="1">
                        <a:lnSpc>
                          <a:spcPct val="115000"/>
                        </a:lnSpc>
                      </a:pPr>
                      <a:r>
                        <a:rPr lang="ar" sz="1600" b="0" dirty="0">
                          <a:solidFill>
                            <a:schemeClr val="tx1"/>
                          </a:solidFill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 </a:t>
                      </a:r>
                      <a:endParaRPr lang="en-GB" sz="1600" b="0" dirty="0">
                        <a:solidFill>
                          <a:schemeClr val="tx1"/>
                        </a:solidFill>
                        <a:effectLst/>
                        <a:latin typeface="Sakkal Majalla" panose="02000000000000000000" pitchFamily="2" charset="-78"/>
                        <a:ea typeface="Times New Roman" panose="02020603050405020304" pitchFamily="18" charset="0"/>
                        <a:cs typeface="Sakkal Majalla" panose="02000000000000000000" pitchFamily="2" charset="-78"/>
                      </a:endParaRPr>
                    </a:p>
                  </a:txBody>
                  <a:tcPr marL="47836" marR="47836" marT="0" marB="0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5000"/>
                        </a:lnSpc>
                      </a:pPr>
                      <a:r>
                        <a:rPr lang="ar" sz="1600" dirty="0"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دولار أمريكي</a:t>
                      </a:r>
                      <a:endParaRPr lang="en-GB" sz="1600" dirty="0">
                        <a:effectLst/>
                        <a:latin typeface="Sakkal Majalla" panose="02000000000000000000" pitchFamily="2" charset="-78"/>
                        <a:ea typeface="Times New Roman" panose="02020603050405020304" pitchFamily="18" charset="0"/>
                        <a:cs typeface="Sakkal Majalla" panose="02000000000000000000" pitchFamily="2" charset="-78"/>
                      </a:endParaRPr>
                    </a:p>
                  </a:txBody>
                  <a:tcPr marL="47836" marR="47836" marT="0" marB="0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ct val="115000"/>
                        </a:lnSpc>
                      </a:pPr>
                      <a:r>
                        <a:rPr lang="ar" sz="1600" dirty="0"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دولار أمريكي</a:t>
                      </a:r>
                      <a:endParaRPr lang="en-GB" sz="1600" dirty="0">
                        <a:effectLst/>
                        <a:latin typeface="Sakkal Majalla" panose="02000000000000000000" pitchFamily="2" charset="-78"/>
                        <a:ea typeface="Times New Roman" panose="02020603050405020304" pitchFamily="18" charset="0"/>
                        <a:cs typeface="Sakkal Majalla" panose="02000000000000000000" pitchFamily="2" charset="-78"/>
                      </a:endParaRPr>
                    </a:p>
                  </a:txBody>
                  <a:tcPr marL="47836" marR="47836" marT="0" marB="0"/>
                </a:tc>
                <a:extLst>
                  <a:ext uri="{0D108BD9-81ED-4DB2-BD59-A6C34878D82A}">
                    <a16:rowId xmlns:a16="http://schemas.microsoft.com/office/drawing/2014/main" val="2804187433"/>
                  </a:ext>
                </a:extLst>
              </a:tr>
              <a:tr h="255977">
                <a:tc>
                  <a:txBody>
                    <a:bodyPr/>
                    <a:lstStyle/>
                    <a:p>
                      <a:pPr rtl="1">
                        <a:spcBef>
                          <a:spcPts val="720"/>
                        </a:spcBef>
                        <a:spcAft>
                          <a:spcPts val="720"/>
                        </a:spcAft>
                      </a:pPr>
                      <a:r>
                        <a:rPr lang="ar" sz="1600" b="1" dirty="0">
                          <a:solidFill>
                            <a:schemeClr val="tx1"/>
                          </a:solidFill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الأصول غير المتداولة</a:t>
                      </a:r>
                      <a:endParaRPr lang="en-GB" sz="1600" b="1" dirty="0">
                        <a:solidFill>
                          <a:schemeClr val="tx1"/>
                        </a:solidFill>
                        <a:effectLst/>
                        <a:latin typeface="Sakkal Majalla" panose="02000000000000000000" pitchFamily="2" charset="-78"/>
                        <a:ea typeface="Times New Roman" panose="02020603050405020304" pitchFamily="18" charset="0"/>
                        <a:cs typeface="Sakkal Majalla" panose="02000000000000000000" pitchFamily="2" charset="-78"/>
                      </a:endParaRPr>
                    </a:p>
                  </a:txBody>
                  <a:tcPr marL="47836" marR="47836" marT="0" marB="0"/>
                </a:tc>
                <a:tc>
                  <a:txBody>
                    <a:bodyPr/>
                    <a:lstStyle/>
                    <a:p>
                      <a:pPr algn="r" rtl="1">
                        <a:spcBef>
                          <a:spcPts val="720"/>
                        </a:spcBef>
                        <a:spcAft>
                          <a:spcPts val="720"/>
                        </a:spcAft>
                      </a:pPr>
                      <a:r>
                        <a:rPr lang="ar" sz="1600" dirty="0"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 </a:t>
                      </a:r>
                      <a:endParaRPr lang="en-GB" sz="1600" dirty="0">
                        <a:effectLst/>
                        <a:latin typeface="Sakkal Majalla" panose="02000000000000000000" pitchFamily="2" charset="-78"/>
                        <a:ea typeface="Times New Roman" panose="02020603050405020304" pitchFamily="18" charset="0"/>
                        <a:cs typeface="Sakkal Majalla" panose="02000000000000000000" pitchFamily="2" charset="-78"/>
                      </a:endParaRPr>
                    </a:p>
                  </a:txBody>
                  <a:tcPr marL="47836" marR="47836" marT="0" marB="0"/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720"/>
                        </a:spcBef>
                        <a:spcAft>
                          <a:spcPts val="72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" sz="1600" u="sng" dirty="0"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128,300</a:t>
                      </a:r>
                      <a:r>
                        <a:rPr lang="ar" sz="1600" dirty="0"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 </a:t>
                      </a:r>
                      <a:endParaRPr lang="en-GB" sz="1600" dirty="0">
                        <a:effectLst/>
                        <a:latin typeface="Sakkal Majalla" panose="02000000000000000000" pitchFamily="2" charset="-78"/>
                        <a:ea typeface="Times New Roman" panose="02020603050405020304" pitchFamily="18" charset="0"/>
                        <a:cs typeface="Sakkal Majalla" panose="02000000000000000000" pitchFamily="2" charset="-78"/>
                      </a:endParaRPr>
                    </a:p>
                  </a:txBody>
                  <a:tcPr marL="47836" marR="47836" marT="0" marB="0"/>
                </a:tc>
                <a:extLst>
                  <a:ext uri="{0D108BD9-81ED-4DB2-BD59-A6C34878D82A}">
                    <a16:rowId xmlns:a16="http://schemas.microsoft.com/office/drawing/2014/main" val="1442094966"/>
                  </a:ext>
                </a:extLst>
              </a:tr>
              <a:tr h="255977">
                <a:tc>
                  <a:txBody>
                    <a:bodyPr/>
                    <a:lstStyle/>
                    <a:p>
                      <a:pPr rtl="1">
                        <a:spcBef>
                          <a:spcPts val="720"/>
                        </a:spcBef>
                        <a:spcAft>
                          <a:spcPts val="720"/>
                        </a:spcAft>
                      </a:pPr>
                      <a:r>
                        <a:rPr lang="ar" sz="1600" b="0" dirty="0">
                          <a:solidFill>
                            <a:schemeClr val="tx1"/>
                          </a:solidFill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الملكية (صالون تجميل)</a:t>
                      </a:r>
                      <a:endParaRPr lang="en-GB" sz="1600" b="0" dirty="0">
                        <a:solidFill>
                          <a:schemeClr val="tx1"/>
                        </a:solidFill>
                        <a:effectLst/>
                        <a:latin typeface="Sakkal Majalla" panose="02000000000000000000" pitchFamily="2" charset="-78"/>
                        <a:ea typeface="Times New Roman" panose="02020603050405020304" pitchFamily="18" charset="0"/>
                        <a:cs typeface="Sakkal Majalla" panose="02000000000000000000" pitchFamily="2" charset="-78"/>
                      </a:endParaRPr>
                    </a:p>
                  </a:txBody>
                  <a:tcPr marL="47836" marR="47836" marT="0" marB="0"/>
                </a:tc>
                <a:tc>
                  <a:txBody>
                    <a:bodyPr/>
                    <a:lstStyle/>
                    <a:p>
                      <a:pPr algn="r" rtl="1">
                        <a:spcBef>
                          <a:spcPts val="720"/>
                        </a:spcBef>
                        <a:spcAft>
                          <a:spcPts val="720"/>
                        </a:spcAft>
                      </a:pPr>
                      <a:r>
                        <a:rPr lang="ar" sz="1600" dirty="0"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110,300</a:t>
                      </a:r>
                      <a:endParaRPr lang="en-GB" sz="1600" dirty="0">
                        <a:effectLst/>
                        <a:latin typeface="Sakkal Majalla" panose="02000000000000000000" pitchFamily="2" charset="-78"/>
                        <a:ea typeface="Times New Roman" panose="02020603050405020304" pitchFamily="18" charset="0"/>
                        <a:cs typeface="Sakkal Majalla" panose="02000000000000000000" pitchFamily="2" charset="-78"/>
                      </a:endParaRPr>
                    </a:p>
                  </a:txBody>
                  <a:tcPr marL="47836" marR="47836" marT="0" marB="0"/>
                </a:tc>
                <a:tc>
                  <a:txBody>
                    <a:bodyPr/>
                    <a:lstStyle/>
                    <a:p>
                      <a:pPr algn="r" rtl="1">
                        <a:spcBef>
                          <a:spcPts val="720"/>
                        </a:spcBef>
                        <a:spcAft>
                          <a:spcPts val="720"/>
                        </a:spcAft>
                      </a:pPr>
                      <a:r>
                        <a:rPr lang="ar" sz="1600" dirty="0"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 </a:t>
                      </a:r>
                      <a:endParaRPr lang="en-GB" sz="1600" dirty="0">
                        <a:effectLst/>
                        <a:latin typeface="Sakkal Majalla" panose="02000000000000000000" pitchFamily="2" charset="-78"/>
                        <a:ea typeface="Times New Roman" panose="02020603050405020304" pitchFamily="18" charset="0"/>
                        <a:cs typeface="Sakkal Majalla" panose="02000000000000000000" pitchFamily="2" charset="-78"/>
                      </a:endParaRPr>
                    </a:p>
                  </a:txBody>
                  <a:tcPr marL="47836" marR="47836" marT="0" marB="0"/>
                </a:tc>
                <a:extLst>
                  <a:ext uri="{0D108BD9-81ED-4DB2-BD59-A6C34878D82A}">
                    <a16:rowId xmlns:a16="http://schemas.microsoft.com/office/drawing/2014/main" val="4051017144"/>
                  </a:ext>
                </a:extLst>
              </a:tr>
              <a:tr h="255977">
                <a:tc>
                  <a:txBody>
                    <a:bodyPr/>
                    <a:lstStyle/>
                    <a:p>
                      <a:pPr rtl="1">
                        <a:spcBef>
                          <a:spcPts val="720"/>
                        </a:spcBef>
                        <a:spcAft>
                          <a:spcPts val="720"/>
                        </a:spcAft>
                      </a:pPr>
                      <a:r>
                        <a:rPr lang="ar" sz="1600" b="0" dirty="0">
                          <a:solidFill>
                            <a:schemeClr val="tx1"/>
                          </a:solidFill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معدات الصالون</a:t>
                      </a:r>
                      <a:endParaRPr lang="en-GB" sz="1600" b="0" dirty="0">
                        <a:solidFill>
                          <a:schemeClr val="tx1"/>
                        </a:solidFill>
                        <a:effectLst/>
                        <a:latin typeface="Sakkal Majalla" panose="02000000000000000000" pitchFamily="2" charset="-78"/>
                        <a:ea typeface="Times New Roman" panose="02020603050405020304" pitchFamily="18" charset="0"/>
                        <a:cs typeface="Sakkal Majalla" panose="02000000000000000000" pitchFamily="2" charset="-78"/>
                      </a:endParaRPr>
                    </a:p>
                  </a:txBody>
                  <a:tcPr marL="47836" marR="47836" marT="0" marB="0"/>
                </a:tc>
                <a:tc>
                  <a:txBody>
                    <a:bodyPr/>
                    <a:lstStyle/>
                    <a:p>
                      <a:pPr algn="r" rtl="1">
                        <a:spcBef>
                          <a:spcPts val="720"/>
                        </a:spcBef>
                        <a:spcAft>
                          <a:spcPts val="720"/>
                        </a:spcAft>
                      </a:pPr>
                      <a:r>
                        <a:rPr lang="ar" sz="1600" dirty="0"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18,000</a:t>
                      </a:r>
                      <a:endParaRPr lang="en-GB" sz="1600" dirty="0">
                        <a:effectLst/>
                        <a:latin typeface="Sakkal Majalla" panose="02000000000000000000" pitchFamily="2" charset="-78"/>
                        <a:ea typeface="Times New Roman" panose="02020603050405020304" pitchFamily="18" charset="0"/>
                        <a:cs typeface="Sakkal Majalla" panose="02000000000000000000" pitchFamily="2" charset="-78"/>
                      </a:endParaRPr>
                    </a:p>
                  </a:txBody>
                  <a:tcPr marL="47836" marR="47836" marT="0" marB="0"/>
                </a:tc>
                <a:tc>
                  <a:txBody>
                    <a:bodyPr/>
                    <a:lstStyle/>
                    <a:p>
                      <a:pPr algn="r" rtl="1">
                        <a:spcBef>
                          <a:spcPts val="720"/>
                        </a:spcBef>
                        <a:spcAft>
                          <a:spcPts val="720"/>
                        </a:spcAft>
                      </a:pPr>
                      <a:endParaRPr lang="en-GB" sz="1600" dirty="0">
                        <a:effectLst/>
                        <a:latin typeface="Sakkal Majalla" panose="02000000000000000000" pitchFamily="2" charset="-78"/>
                        <a:ea typeface="Times New Roman" panose="02020603050405020304" pitchFamily="18" charset="0"/>
                        <a:cs typeface="Sakkal Majalla" panose="02000000000000000000" pitchFamily="2" charset="-78"/>
                      </a:endParaRPr>
                    </a:p>
                  </a:txBody>
                  <a:tcPr marL="47836" marR="47836" marT="0" marB="0"/>
                </a:tc>
                <a:extLst>
                  <a:ext uri="{0D108BD9-81ED-4DB2-BD59-A6C34878D82A}">
                    <a16:rowId xmlns:a16="http://schemas.microsoft.com/office/drawing/2014/main" val="2928722960"/>
                  </a:ext>
                </a:extLst>
              </a:tr>
              <a:tr h="255977">
                <a:tc>
                  <a:txBody>
                    <a:bodyPr/>
                    <a:lstStyle/>
                    <a:p>
                      <a:pPr rtl="1">
                        <a:spcBef>
                          <a:spcPts val="720"/>
                        </a:spcBef>
                        <a:spcAft>
                          <a:spcPts val="720"/>
                        </a:spcAft>
                      </a:pPr>
                      <a:endParaRPr lang="en-GB" sz="1600" b="1" dirty="0">
                        <a:solidFill>
                          <a:schemeClr val="tx1"/>
                        </a:solidFill>
                        <a:effectLst/>
                        <a:latin typeface="Sakkal Majalla" panose="02000000000000000000" pitchFamily="2" charset="-78"/>
                        <a:ea typeface="Times New Roman" panose="02020603050405020304" pitchFamily="18" charset="0"/>
                        <a:cs typeface="Sakkal Majalla" panose="02000000000000000000" pitchFamily="2" charset="-78"/>
                      </a:endParaRPr>
                    </a:p>
                  </a:txBody>
                  <a:tcPr marL="47836" marR="47836" marT="0" marB="0"/>
                </a:tc>
                <a:tc>
                  <a:txBody>
                    <a:bodyPr/>
                    <a:lstStyle/>
                    <a:p>
                      <a:pPr algn="r" rtl="1">
                        <a:spcBef>
                          <a:spcPts val="720"/>
                        </a:spcBef>
                        <a:spcAft>
                          <a:spcPts val="720"/>
                        </a:spcAft>
                      </a:pPr>
                      <a:endParaRPr lang="en-GB" sz="1600" dirty="0">
                        <a:effectLst/>
                        <a:latin typeface="Sakkal Majalla" panose="02000000000000000000" pitchFamily="2" charset="-78"/>
                        <a:ea typeface="Times New Roman" panose="02020603050405020304" pitchFamily="18" charset="0"/>
                        <a:cs typeface="Sakkal Majalla" panose="02000000000000000000" pitchFamily="2" charset="-78"/>
                      </a:endParaRPr>
                    </a:p>
                  </a:txBody>
                  <a:tcPr marL="47836" marR="47836" marT="0" marB="0"/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720"/>
                        </a:spcBef>
                        <a:spcAft>
                          <a:spcPts val="72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600" dirty="0">
                        <a:effectLst/>
                        <a:latin typeface="Sakkal Majalla" panose="02000000000000000000" pitchFamily="2" charset="-78"/>
                        <a:ea typeface="Times New Roman" panose="02020603050405020304" pitchFamily="18" charset="0"/>
                        <a:cs typeface="Sakkal Majalla" panose="02000000000000000000" pitchFamily="2" charset="-78"/>
                      </a:endParaRPr>
                    </a:p>
                  </a:txBody>
                  <a:tcPr marL="47836" marR="47836" marT="0" marB="0"/>
                </a:tc>
                <a:extLst>
                  <a:ext uri="{0D108BD9-81ED-4DB2-BD59-A6C34878D82A}">
                    <a16:rowId xmlns:a16="http://schemas.microsoft.com/office/drawing/2014/main" val="4199183564"/>
                  </a:ext>
                </a:extLst>
              </a:tr>
              <a:tr h="255977">
                <a:tc>
                  <a:txBody>
                    <a:bodyPr/>
                    <a:lstStyle/>
                    <a:p>
                      <a:pPr rtl="1">
                        <a:spcBef>
                          <a:spcPts val="720"/>
                        </a:spcBef>
                        <a:spcAft>
                          <a:spcPts val="720"/>
                        </a:spcAft>
                      </a:pPr>
                      <a:r>
                        <a:rPr lang="ar" sz="1600" b="1" dirty="0">
                          <a:solidFill>
                            <a:schemeClr val="tx1"/>
                          </a:solidFill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الأصول المتداولة</a:t>
                      </a:r>
                      <a:endParaRPr lang="en-GB" sz="1600" b="1" dirty="0">
                        <a:solidFill>
                          <a:schemeClr val="tx1"/>
                        </a:solidFill>
                        <a:effectLst/>
                        <a:latin typeface="Sakkal Majalla" panose="02000000000000000000" pitchFamily="2" charset="-78"/>
                        <a:ea typeface="Times New Roman" panose="02020603050405020304" pitchFamily="18" charset="0"/>
                        <a:cs typeface="Sakkal Majalla" panose="02000000000000000000" pitchFamily="2" charset="-78"/>
                      </a:endParaRPr>
                    </a:p>
                  </a:txBody>
                  <a:tcPr marL="47836" marR="47836" marT="0" marB="0"/>
                </a:tc>
                <a:tc>
                  <a:txBody>
                    <a:bodyPr/>
                    <a:lstStyle/>
                    <a:p>
                      <a:pPr algn="r" rtl="1">
                        <a:spcBef>
                          <a:spcPts val="720"/>
                        </a:spcBef>
                        <a:spcAft>
                          <a:spcPts val="720"/>
                        </a:spcAft>
                      </a:pPr>
                      <a:r>
                        <a:rPr lang="ar" sz="1600" dirty="0"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 </a:t>
                      </a:r>
                      <a:endParaRPr lang="en-GB" sz="1600" dirty="0">
                        <a:effectLst/>
                        <a:latin typeface="Sakkal Majalla" panose="02000000000000000000" pitchFamily="2" charset="-78"/>
                        <a:ea typeface="Times New Roman" panose="02020603050405020304" pitchFamily="18" charset="0"/>
                        <a:cs typeface="Sakkal Majalla" panose="02000000000000000000" pitchFamily="2" charset="-78"/>
                      </a:endParaRPr>
                    </a:p>
                  </a:txBody>
                  <a:tcPr marL="47836" marR="47836" marT="0" marB="0"/>
                </a:tc>
                <a:tc>
                  <a:txBody>
                    <a:bodyPr/>
                    <a:lstStyle/>
                    <a:p>
                      <a:pPr algn="r" rtl="1">
                        <a:spcBef>
                          <a:spcPts val="720"/>
                        </a:spcBef>
                        <a:spcAft>
                          <a:spcPts val="720"/>
                        </a:spcAft>
                      </a:pPr>
                      <a:r>
                        <a:rPr lang="ar" sz="1600" u="sng" dirty="0"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43,226</a:t>
                      </a:r>
                      <a:r>
                        <a:rPr lang="ar" sz="1600" dirty="0"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 </a:t>
                      </a:r>
                      <a:endParaRPr lang="en-GB" sz="1600" dirty="0">
                        <a:effectLst/>
                        <a:latin typeface="Sakkal Majalla" panose="02000000000000000000" pitchFamily="2" charset="-78"/>
                        <a:ea typeface="Times New Roman" panose="02020603050405020304" pitchFamily="18" charset="0"/>
                        <a:cs typeface="Sakkal Majalla" panose="02000000000000000000" pitchFamily="2" charset="-78"/>
                      </a:endParaRPr>
                    </a:p>
                  </a:txBody>
                  <a:tcPr marL="47836" marR="47836" marT="0" marB="0"/>
                </a:tc>
                <a:extLst>
                  <a:ext uri="{0D108BD9-81ED-4DB2-BD59-A6C34878D82A}">
                    <a16:rowId xmlns:a16="http://schemas.microsoft.com/office/drawing/2014/main" val="3375191281"/>
                  </a:ext>
                </a:extLst>
              </a:tr>
              <a:tr h="280357">
                <a:tc>
                  <a:txBody>
                    <a:bodyPr/>
                    <a:lstStyle/>
                    <a:p>
                      <a:pPr rtl="1">
                        <a:spcBef>
                          <a:spcPts val="720"/>
                        </a:spcBef>
                        <a:spcAft>
                          <a:spcPts val="720"/>
                        </a:spcAft>
                      </a:pPr>
                      <a:r>
                        <a:rPr lang="ar" sz="1600" b="0" dirty="0">
                          <a:solidFill>
                            <a:schemeClr val="tx1"/>
                          </a:solidFill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الذمم المدينة التجارية</a:t>
                      </a:r>
                      <a:endParaRPr lang="en-GB" sz="1600" b="0" dirty="0">
                        <a:solidFill>
                          <a:schemeClr val="tx1"/>
                        </a:solidFill>
                        <a:effectLst/>
                        <a:latin typeface="Sakkal Majalla" panose="02000000000000000000" pitchFamily="2" charset="-78"/>
                        <a:ea typeface="Times New Roman" panose="02020603050405020304" pitchFamily="18" charset="0"/>
                        <a:cs typeface="Sakkal Majalla" panose="02000000000000000000" pitchFamily="2" charset="-78"/>
                      </a:endParaRPr>
                    </a:p>
                  </a:txBody>
                  <a:tcPr marL="47836" marR="47836" marT="0" marB="0"/>
                </a:tc>
                <a:tc>
                  <a:txBody>
                    <a:bodyPr/>
                    <a:lstStyle/>
                    <a:p>
                      <a:pPr algn="r" rtl="1">
                        <a:spcBef>
                          <a:spcPts val="720"/>
                        </a:spcBef>
                        <a:spcAft>
                          <a:spcPts val="720"/>
                        </a:spcAft>
                      </a:pPr>
                      <a:r>
                        <a:rPr lang="ar" sz="1600" dirty="0"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576</a:t>
                      </a:r>
                      <a:endParaRPr lang="en-GB" sz="1600" dirty="0">
                        <a:effectLst/>
                        <a:latin typeface="Sakkal Majalla" panose="02000000000000000000" pitchFamily="2" charset="-78"/>
                        <a:ea typeface="Times New Roman" panose="02020603050405020304" pitchFamily="18" charset="0"/>
                        <a:cs typeface="Sakkal Majalla" panose="02000000000000000000" pitchFamily="2" charset="-78"/>
                      </a:endParaRPr>
                    </a:p>
                  </a:txBody>
                  <a:tcPr marL="47836" marR="47836" marT="0" marB="0"/>
                </a:tc>
                <a:tc>
                  <a:txBody>
                    <a:bodyPr/>
                    <a:lstStyle/>
                    <a:p>
                      <a:pPr algn="r" rtl="1">
                        <a:spcBef>
                          <a:spcPts val="720"/>
                        </a:spcBef>
                        <a:spcAft>
                          <a:spcPts val="720"/>
                        </a:spcAft>
                      </a:pPr>
                      <a:r>
                        <a:rPr lang="ar" sz="1600" dirty="0"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 </a:t>
                      </a:r>
                      <a:endParaRPr lang="en-GB" sz="1600" dirty="0">
                        <a:effectLst/>
                        <a:latin typeface="Sakkal Majalla" panose="02000000000000000000" pitchFamily="2" charset="-78"/>
                        <a:ea typeface="Times New Roman" panose="02020603050405020304" pitchFamily="18" charset="0"/>
                        <a:cs typeface="Sakkal Majalla" panose="02000000000000000000" pitchFamily="2" charset="-78"/>
                      </a:endParaRPr>
                    </a:p>
                  </a:txBody>
                  <a:tcPr marL="47836" marR="47836" marT="0" marB="0"/>
                </a:tc>
                <a:extLst>
                  <a:ext uri="{0D108BD9-81ED-4DB2-BD59-A6C34878D82A}">
                    <a16:rowId xmlns:a16="http://schemas.microsoft.com/office/drawing/2014/main" val="2734157513"/>
                  </a:ext>
                </a:extLst>
              </a:tr>
              <a:tr h="268167">
                <a:tc>
                  <a:txBody>
                    <a:bodyPr/>
                    <a:lstStyle/>
                    <a:p>
                      <a:pPr rtl="1">
                        <a:spcBef>
                          <a:spcPts val="720"/>
                        </a:spcBef>
                        <a:spcAft>
                          <a:spcPts val="720"/>
                        </a:spcAft>
                      </a:pPr>
                      <a:r>
                        <a:rPr lang="ar" sz="1600" b="0" dirty="0">
                          <a:solidFill>
                            <a:schemeClr val="tx1"/>
                          </a:solidFill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البنك والنقد</a:t>
                      </a:r>
                      <a:endParaRPr lang="en-GB" sz="1600" b="0" dirty="0">
                        <a:solidFill>
                          <a:schemeClr val="tx1"/>
                        </a:solidFill>
                        <a:effectLst/>
                        <a:latin typeface="Sakkal Majalla" panose="02000000000000000000" pitchFamily="2" charset="-78"/>
                        <a:ea typeface="Times New Roman" panose="02020603050405020304" pitchFamily="18" charset="0"/>
                        <a:cs typeface="Sakkal Majalla" panose="02000000000000000000" pitchFamily="2" charset="-78"/>
                      </a:endParaRPr>
                    </a:p>
                  </a:txBody>
                  <a:tcPr marL="47836" marR="47836" marT="0" marB="0"/>
                </a:tc>
                <a:tc>
                  <a:txBody>
                    <a:bodyPr/>
                    <a:lstStyle/>
                    <a:p>
                      <a:pPr algn="r" rtl="1">
                        <a:spcBef>
                          <a:spcPts val="720"/>
                        </a:spcBef>
                        <a:spcAft>
                          <a:spcPts val="720"/>
                        </a:spcAft>
                      </a:pPr>
                      <a:r>
                        <a:rPr lang="ar" sz="1600" dirty="0"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42,650</a:t>
                      </a:r>
                      <a:endParaRPr lang="en-GB" sz="1600" dirty="0">
                        <a:effectLst/>
                        <a:latin typeface="Sakkal Majalla" panose="02000000000000000000" pitchFamily="2" charset="-78"/>
                        <a:ea typeface="Times New Roman" panose="02020603050405020304" pitchFamily="18" charset="0"/>
                        <a:cs typeface="Sakkal Majalla" panose="02000000000000000000" pitchFamily="2" charset="-78"/>
                      </a:endParaRPr>
                    </a:p>
                  </a:txBody>
                  <a:tcPr marL="47836" marR="47836" marT="0" marB="0"/>
                </a:tc>
                <a:tc>
                  <a:txBody>
                    <a:bodyPr/>
                    <a:lstStyle/>
                    <a:p>
                      <a:pPr algn="r" rtl="1">
                        <a:spcBef>
                          <a:spcPts val="720"/>
                        </a:spcBef>
                        <a:spcAft>
                          <a:spcPts val="720"/>
                        </a:spcAft>
                      </a:pPr>
                      <a:r>
                        <a:rPr lang="ar" sz="1600" dirty="0"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 </a:t>
                      </a:r>
                      <a:endParaRPr lang="en-GB" sz="1600" dirty="0">
                        <a:effectLst/>
                        <a:latin typeface="Sakkal Majalla" panose="02000000000000000000" pitchFamily="2" charset="-78"/>
                        <a:ea typeface="Times New Roman" panose="02020603050405020304" pitchFamily="18" charset="0"/>
                        <a:cs typeface="Sakkal Majalla" panose="02000000000000000000" pitchFamily="2" charset="-78"/>
                      </a:endParaRPr>
                    </a:p>
                  </a:txBody>
                  <a:tcPr marL="47836" marR="47836" marT="0" marB="0"/>
                </a:tc>
                <a:extLst>
                  <a:ext uri="{0D108BD9-81ED-4DB2-BD59-A6C34878D82A}">
                    <a16:rowId xmlns:a16="http://schemas.microsoft.com/office/drawing/2014/main" val="2024417510"/>
                  </a:ext>
                </a:extLst>
              </a:tr>
              <a:tr h="243788">
                <a:tc>
                  <a:txBody>
                    <a:bodyPr/>
                    <a:lstStyle/>
                    <a:p>
                      <a:pPr rtl="1">
                        <a:spcBef>
                          <a:spcPts val="720"/>
                        </a:spcBef>
                        <a:spcAft>
                          <a:spcPts val="720"/>
                        </a:spcAft>
                      </a:pPr>
                      <a:r>
                        <a:rPr lang="ar" sz="1600" b="0" dirty="0">
                          <a:solidFill>
                            <a:schemeClr val="tx1"/>
                          </a:solidFill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 </a:t>
                      </a:r>
                      <a:endParaRPr lang="en-GB" sz="1600" b="0" dirty="0">
                        <a:solidFill>
                          <a:schemeClr val="tx1"/>
                        </a:solidFill>
                        <a:effectLst/>
                        <a:latin typeface="Sakkal Majalla" panose="02000000000000000000" pitchFamily="2" charset="-78"/>
                        <a:ea typeface="Times New Roman" panose="02020603050405020304" pitchFamily="18" charset="0"/>
                        <a:cs typeface="Sakkal Majalla" panose="02000000000000000000" pitchFamily="2" charset="-78"/>
                      </a:endParaRPr>
                    </a:p>
                  </a:txBody>
                  <a:tcPr marL="47836" marR="47836" marT="0" marB="0"/>
                </a:tc>
                <a:tc>
                  <a:txBody>
                    <a:bodyPr/>
                    <a:lstStyle/>
                    <a:p>
                      <a:pPr rtl="1"/>
                      <a:endParaRPr lang="en-GB" sz="1600" dirty="0">
                        <a:effectLst/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47836" marR="47836" marT="0" marB="0"/>
                </a:tc>
                <a:tc>
                  <a:txBody>
                    <a:bodyPr/>
                    <a:lstStyle/>
                    <a:p>
                      <a:pPr algn="r" rtl="1">
                        <a:spcBef>
                          <a:spcPts val="720"/>
                        </a:spcBef>
                        <a:spcAft>
                          <a:spcPts val="720"/>
                        </a:spcAft>
                      </a:pPr>
                      <a:r>
                        <a:rPr lang="ar" sz="1600" dirty="0"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 </a:t>
                      </a:r>
                      <a:endParaRPr lang="en-GB" sz="1600" dirty="0">
                        <a:effectLst/>
                        <a:latin typeface="Sakkal Majalla" panose="02000000000000000000" pitchFamily="2" charset="-78"/>
                        <a:ea typeface="Times New Roman" panose="02020603050405020304" pitchFamily="18" charset="0"/>
                        <a:cs typeface="Sakkal Majalla" panose="02000000000000000000" pitchFamily="2" charset="-78"/>
                      </a:endParaRPr>
                    </a:p>
                  </a:txBody>
                  <a:tcPr marL="47836" marR="47836" marT="0" marB="0"/>
                </a:tc>
                <a:extLst>
                  <a:ext uri="{0D108BD9-81ED-4DB2-BD59-A6C34878D82A}">
                    <a16:rowId xmlns:a16="http://schemas.microsoft.com/office/drawing/2014/main" val="2502620763"/>
                  </a:ext>
                </a:extLst>
              </a:tr>
              <a:tr h="347566">
                <a:tc>
                  <a:txBody>
                    <a:bodyPr/>
                    <a:lstStyle/>
                    <a:p>
                      <a:pPr rtl="1">
                        <a:spcBef>
                          <a:spcPts val="720"/>
                        </a:spcBef>
                        <a:spcAft>
                          <a:spcPts val="720"/>
                        </a:spcAft>
                      </a:pPr>
                      <a:r>
                        <a:rPr lang="ar" sz="1600" b="1" dirty="0">
                          <a:solidFill>
                            <a:schemeClr val="tx1"/>
                          </a:solidFill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إجمالي الأصول</a:t>
                      </a:r>
                      <a:endParaRPr lang="en-GB" sz="1600" b="1" dirty="0">
                        <a:solidFill>
                          <a:schemeClr val="tx1"/>
                        </a:solidFill>
                        <a:effectLst/>
                        <a:latin typeface="Sakkal Majalla" panose="02000000000000000000" pitchFamily="2" charset="-78"/>
                        <a:ea typeface="Times New Roman" panose="02020603050405020304" pitchFamily="18" charset="0"/>
                        <a:cs typeface="Sakkal Majalla" panose="02000000000000000000" pitchFamily="2" charset="-78"/>
                      </a:endParaRPr>
                    </a:p>
                  </a:txBody>
                  <a:tcPr marL="47836" marR="47836" marT="0" marB="0"/>
                </a:tc>
                <a:tc>
                  <a:txBody>
                    <a:bodyPr/>
                    <a:lstStyle/>
                    <a:p>
                      <a:pPr algn="r" rtl="1">
                        <a:spcBef>
                          <a:spcPts val="720"/>
                        </a:spcBef>
                        <a:spcAft>
                          <a:spcPts val="720"/>
                        </a:spcAft>
                      </a:pPr>
                      <a:r>
                        <a:rPr lang="ar" sz="1600" dirty="0"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 </a:t>
                      </a:r>
                      <a:endParaRPr lang="en-GB" sz="1600" dirty="0">
                        <a:effectLst/>
                        <a:latin typeface="Sakkal Majalla" panose="02000000000000000000" pitchFamily="2" charset="-78"/>
                        <a:ea typeface="Times New Roman" panose="02020603050405020304" pitchFamily="18" charset="0"/>
                        <a:cs typeface="Sakkal Majalla" panose="02000000000000000000" pitchFamily="2" charset="-78"/>
                      </a:endParaRPr>
                    </a:p>
                  </a:txBody>
                  <a:tcPr marL="47836" marR="47836" marT="0" marB="0"/>
                </a:tc>
                <a:tc>
                  <a:txBody>
                    <a:bodyPr/>
                    <a:lstStyle/>
                    <a:p>
                      <a:pPr algn="r" rtl="1">
                        <a:spcBef>
                          <a:spcPts val="720"/>
                        </a:spcBef>
                        <a:spcAft>
                          <a:spcPts val="720"/>
                        </a:spcAft>
                      </a:pPr>
                      <a:r>
                        <a:rPr lang="ar" sz="1600" b="1" u="sng" dirty="0"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171,526</a:t>
                      </a:r>
                      <a:endParaRPr lang="en-GB" sz="1600" b="1" u="sng" dirty="0">
                        <a:effectLst/>
                        <a:latin typeface="Sakkal Majalla" panose="02000000000000000000" pitchFamily="2" charset="-78"/>
                        <a:ea typeface="Times New Roman" panose="02020603050405020304" pitchFamily="18" charset="0"/>
                        <a:cs typeface="Sakkal Majalla" panose="02000000000000000000" pitchFamily="2" charset="-78"/>
                      </a:endParaRPr>
                    </a:p>
                  </a:txBody>
                  <a:tcPr marL="47836" marR="47836" marT="0" marB="0"/>
                </a:tc>
                <a:extLst>
                  <a:ext uri="{0D108BD9-81ED-4DB2-BD59-A6C34878D82A}">
                    <a16:rowId xmlns:a16="http://schemas.microsoft.com/office/drawing/2014/main" val="287400648"/>
                  </a:ext>
                </a:extLst>
              </a:tr>
              <a:tr h="243788">
                <a:tc>
                  <a:txBody>
                    <a:bodyPr/>
                    <a:lstStyle/>
                    <a:p>
                      <a:pPr rtl="1">
                        <a:spcBef>
                          <a:spcPts val="720"/>
                        </a:spcBef>
                        <a:spcAft>
                          <a:spcPts val="720"/>
                        </a:spcAft>
                      </a:pPr>
                      <a:r>
                        <a:rPr lang="ar" sz="1600" b="1" dirty="0">
                          <a:solidFill>
                            <a:schemeClr val="tx1"/>
                          </a:solidFill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حقوق الملكية</a:t>
                      </a:r>
                      <a:endParaRPr lang="en-GB" sz="1600" b="1" dirty="0">
                        <a:solidFill>
                          <a:schemeClr val="tx1"/>
                        </a:solidFill>
                        <a:effectLst/>
                        <a:latin typeface="Sakkal Majalla" panose="02000000000000000000" pitchFamily="2" charset="-78"/>
                        <a:ea typeface="Times New Roman" panose="02020603050405020304" pitchFamily="18" charset="0"/>
                        <a:cs typeface="Sakkal Majalla" panose="02000000000000000000" pitchFamily="2" charset="-78"/>
                      </a:endParaRPr>
                    </a:p>
                  </a:txBody>
                  <a:tcPr marL="47836" marR="47836" marT="0" marB="0"/>
                </a:tc>
                <a:tc>
                  <a:txBody>
                    <a:bodyPr/>
                    <a:lstStyle/>
                    <a:p>
                      <a:pPr algn="r" rtl="1">
                        <a:spcBef>
                          <a:spcPts val="720"/>
                        </a:spcBef>
                        <a:spcAft>
                          <a:spcPts val="720"/>
                        </a:spcAft>
                      </a:pPr>
                      <a:r>
                        <a:rPr lang="ar" sz="1600" dirty="0"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 </a:t>
                      </a:r>
                      <a:endParaRPr lang="en-GB" sz="1600" dirty="0">
                        <a:effectLst/>
                        <a:latin typeface="Sakkal Majalla" panose="02000000000000000000" pitchFamily="2" charset="-78"/>
                        <a:ea typeface="Times New Roman" panose="02020603050405020304" pitchFamily="18" charset="0"/>
                        <a:cs typeface="Sakkal Majalla" panose="02000000000000000000" pitchFamily="2" charset="-78"/>
                      </a:endParaRPr>
                    </a:p>
                  </a:txBody>
                  <a:tcPr marL="47836" marR="47836" marT="0" marB="0"/>
                </a:tc>
                <a:tc>
                  <a:txBody>
                    <a:bodyPr/>
                    <a:lstStyle/>
                    <a:p>
                      <a:pPr algn="r" rtl="1">
                        <a:spcBef>
                          <a:spcPts val="720"/>
                        </a:spcBef>
                        <a:spcAft>
                          <a:spcPts val="720"/>
                        </a:spcAft>
                      </a:pPr>
                      <a:r>
                        <a:rPr lang="ar" sz="1600" u="sng" dirty="0"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140,540</a:t>
                      </a:r>
                      <a:r>
                        <a:rPr lang="ar" sz="1600" dirty="0"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 </a:t>
                      </a:r>
                      <a:endParaRPr lang="en-GB" sz="1600" dirty="0">
                        <a:effectLst/>
                        <a:latin typeface="Sakkal Majalla" panose="02000000000000000000" pitchFamily="2" charset="-78"/>
                        <a:ea typeface="Times New Roman" panose="02020603050405020304" pitchFamily="18" charset="0"/>
                        <a:cs typeface="Sakkal Majalla" panose="02000000000000000000" pitchFamily="2" charset="-78"/>
                      </a:endParaRPr>
                    </a:p>
                  </a:txBody>
                  <a:tcPr marL="47836" marR="47836" marT="0" marB="0"/>
                </a:tc>
                <a:extLst>
                  <a:ext uri="{0D108BD9-81ED-4DB2-BD59-A6C34878D82A}">
                    <a16:rowId xmlns:a16="http://schemas.microsoft.com/office/drawing/2014/main" val="2649292335"/>
                  </a:ext>
                </a:extLst>
              </a:tr>
              <a:tr h="243788">
                <a:tc>
                  <a:txBody>
                    <a:bodyPr/>
                    <a:lstStyle/>
                    <a:p>
                      <a:pPr rtl="1">
                        <a:spcBef>
                          <a:spcPts val="720"/>
                        </a:spcBef>
                        <a:spcAft>
                          <a:spcPts val="720"/>
                        </a:spcAft>
                      </a:pPr>
                      <a:r>
                        <a:rPr lang="ar" sz="1600" b="0" dirty="0">
                          <a:solidFill>
                            <a:schemeClr val="tx1"/>
                          </a:solidFill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أموال المالك</a:t>
                      </a:r>
                      <a:endParaRPr lang="en-GB" sz="1600" b="0" dirty="0">
                        <a:solidFill>
                          <a:schemeClr val="tx1"/>
                        </a:solidFill>
                        <a:effectLst/>
                        <a:latin typeface="Sakkal Majalla" panose="02000000000000000000" pitchFamily="2" charset="-78"/>
                        <a:ea typeface="Times New Roman" panose="02020603050405020304" pitchFamily="18" charset="0"/>
                        <a:cs typeface="Sakkal Majalla" panose="02000000000000000000" pitchFamily="2" charset="-78"/>
                      </a:endParaRPr>
                    </a:p>
                  </a:txBody>
                  <a:tcPr marL="47836" marR="47836" marT="0" marB="0"/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720"/>
                        </a:spcBef>
                        <a:spcAft>
                          <a:spcPts val="72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" sz="1600" dirty="0"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110,240 </a:t>
                      </a:r>
                      <a:endParaRPr lang="en-GB" sz="1600" dirty="0">
                        <a:effectLst/>
                        <a:latin typeface="Sakkal Majalla" panose="02000000000000000000" pitchFamily="2" charset="-78"/>
                        <a:ea typeface="Times New Roman" panose="02020603050405020304" pitchFamily="18" charset="0"/>
                        <a:cs typeface="Sakkal Majalla" panose="02000000000000000000" pitchFamily="2" charset="-78"/>
                      </a:endParaRPr>
                    </a:p>
                  </a:txBody>
                  <a:tcPr marL="47836" marR="47836" marT="0" marB="0"/>
                </a:tc>
                <a:tc>
                  <a:txBody>
                    <a:bodyPr/>
                    <a:lstStyle/>
                    <a:p>
                      <a:pPr algn="r" rtl="1">
                        <a:spcBef>
                          <a:spcPts val="720"/>
                        </a:spcBef>
                        <a:spcAft>
                          <a:spcPts val="720"/>
                        </a:spcAft>
                      </a:pPr>
                      <a:endParaRPr lang="en-GB" sz="1600" dirty="0">
                        <a:effectLst/>
                        <a:latin typeface="Sakkal Majalla" panose="02000000000000000000" pitchFamily="2" charset="-78"/>
                        <a:ea typeface="Times New Roman" panose="02020603050405020304" pitchFamily="18" charset="0"/>
                        <a:cs typeface="Sakkal Majalla" panose="02000000000000000000" pitchFamily="2" charset="-78"/>
                      </a:endParaRPr>
                    </a:p>
                  </a:txBody>
                  <a:tcPr marL="47836" marR="47836" marT="0" marB="0"/>
                </a:tc>
                <a:extLst>
                  <a:ext uri="{0D108BD9-81ED-4DB2-BD59-A6C34878D82A}">
                    <a16:rowId xmlns:a16="http://schemas.microsoft.com/office/drawing/2014/main" val="4275227951"/>
                  </a:ext>
                </a:extLst>
              </a:tr>
              <a:tr h="243788">
                <a:tc>
                  <a:txBody>
                    <a:bodyPr/>
                    <a:lstStyle/>
                    <a:p>
                      <a:pPr rtl="1">
                        <a:spcBef>
                          <a:spcPts val="720"/>
                        </a:spcBef>
                        <a:spcAft>
                          <a:spcPts val="720"/>
                        </a:spcAft>
                      </a:pPr>
                      <a:r>
                        <a:rPr lang="ar" sz="1600" b="0" dirty="0">
                          <a:solidFill>
                            <a:schemeClr val="tx1"/>
                          </a:solidFill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الربح</a:t>
                      </a:r>
                      <a:endParaRPr lang="en-GB" sz="1600" b="0" dirty="0">
                        <a:solidFill>
                          <a:schemeClr val="tx1"/>
                        </a:solidFill>
                        <a:effectLst/>
                        <a:latin typeface="Sakkal Majalla" panose="02000000000000000000" pitchFamily="2" charset="-78"/>
                        <a:ea typeface="Times New Roman" panose="02020603050405020304" pitchFamily="18" charset="0"/>
                        <a:cs typeface="Sakkal Majalla" panose="02000000000000000000" pitchFamily="2" charset="-78"/>
                      </a:endParaRPr>
                    </a:p>
                  </a:txBody>
                  <a:tcPr marL="47836" marR="47836" marT="0" marB="0"/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720"/>
                        </a:spcBef>
                        <a:spcAft>
                          <a:spcPts val="72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" sz="1600" dirty="0"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30,300 </a:t>
                      </a:r>
                      <a:endParaRPr lang="en-GB" sz="1600" dirty="0">
                        <a:effectLst/>
                        <a:latin typeface="Sakkal Majalla" panose="02000000000000000000" pitchFamily="2" charset="-78"/>
                        <a:ea typeface="Times New Roman" panose="02020603050405020304" pitchFamily="18" charset="0"/>
                        <a:cs typeface="Sakkal Majalla" panose="02000000000000000000" pitchFamily="2" charset="-78"/>
                      </a:endParaRPr>
                    </a:p>
                  </a:txBody>
                  <a:tcPr marL="47836" marR="47836" marT="0" marB="0"/>
                </a:tc>
                <a:tc>
                  <a:txBody>
                    <a:bodyPr/>
                    <a:lstStyle/>
                    <a:p>
                      <a:pPr algn="r" rtl="1">
                        <a:spcBef>
                          <a:spcPts val="720"/>
                        </a:spcBef>
                        <a:spcAft>
                          <a:spcPts val="720"/>
                        </a:spcAft>
                      </a:pPr>
                      <a:endParaRPr lang="en-GB" sz="1600" dirty="0">
                        <a:effectLst/>
                        <a:latin typeface="Sakkal Majalla" panose="02000000000000000000" pitchFamily="2" charset="-78"/>
                        <a:ea typeface="Times New Roman" panose="02020603050405020304" pitchFamily="18" charset="0"/>
                        <a:cs typeface="Sakkal Majalla" panose="02000000000000000000" pitchFamily="2" charset="-78"/>
                      </a:endParaRPr>
                    </a:p>
                  </a:txBody>
                  <a:tcPr marL="47836" marR="47836" marT="0" marB="0"/>
                </a:tc>
                <a:extLst>
                  <a:ext uri="{0D108BD9-81ED-4DB2-BD59-A6C34878D82A}">
                    <a16:rowId xmlns:a16="http://schemas.microsoft.com/office/drawing/2014/main" val="3269957542"/>
                  </a:ext>
                </a:extLst>
              </a:tr>
              <a:tr h="243788">
                <a:tc>
                  <a:txBody>
                    <a:bodyPr/>
                    <a:lstStyle/>
                    <a:p>
                      <a:pPr rtl="1">
                        <a:spcBef>
                          <a:spcPts val="720"/>
                        </a:spcBef>
                        <a:spcAft>
                          <a:spcPts val="720"/>
                        </a:spcAft>
                      </a:pPr>
                      <a:r>
                        <a:rPr lang="ar" sz="1600" b="1" dirty="0">
                          <a:solidFill>
                            <a:schemeClr val="tx1"/>
                          </a:solidFill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الخصوم</a:t>
                      </a:r>
                      <a:endParaRPr lang="en-GB" sz="1600" b="1" dirty="0">
                        <a:solidFill>
                          <a:schemeClr val="tx1"/>
                        </a:solidFill>
                        <a:effectLst/>
                        <a:latin typeface="Sakkal Majalla" panose="02000000000000000000" pitchFamily="2" charset="-78"/>
                        <a:ea typeface="Times New Roman" panose="02020603050405020304" pitchFamily="18" charset="0"/>
                        <a:cs typeface="Sakkal Majalla" panose="02000000000000000000" pitchFamily="2" charset="-78"/>
                      </a:endParaRPr>
                    </a:p>
                  </a:txBody>
                  <a:tcPr marL="47836" marR="47836" marT="0" marB="0"/>
                </a:tc>
                <a:tc>
                  <a:txBody>
                    <a:bodyPr/>
                    <a:lstStyle/>
                    <a:p>
                      <a:pPr algn="r" rtl="1">
                        <a:spcBef>
                          <a:spcPts val="720"/>
                        </a:spcBef>
                        <a:spcAft>
                          <a:spcPts val="720"/>
                        </a:spcAft>
                      </a:pPr>
                      <a:r>
                        <a:rPr lang="ar" sz="1600" dirty="0"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 </a:t>
                      </a:r>
                      <a:endParaRPr lang="en-GB" sz="1600" dirty="0">
                        <a:effectLst/>
                        <a:latin typeface="Sakkal Majalla" panose="02000000000000000000" pitchFamily="2" charset="-78"/>
                        <a:ea typeface="Times New Roman" panose="02020603050405020304" pitchFamily="18" charset="0"/>
                        <a:cs typeface="Sakkal Majalla" panose="02000000000000000000" pitchFamily="2" charset="-78"/>
                      </a:endParaRPr>
                    </a:p>
                  </a:txBody>
                  <a:tcPr marL="47836" marR="47836" marT="0" marB="0"/>
                </a:tc>
                <a:tc>
                  <a:txBody>
                    <a:bodyPr/>
                    <a:lstStyle/>
                    <a:p>
                      <a:pPr algn="r" rtl="1">
                        <a:spcBef>
                          <a:spcPts val="720"/>
                        </a:spcBef>
                        <a:spcAft>
                          <a:spcPts val="720"/>
                        </a:spcAft>
                      </a:pPr>
                      <a:r>
                        <a:rPr lang="ar" sz="1600" dirty="0">
                          <a:effectLst/>
                          <a:highlight>
                            <a:srgbClr val="FFFF00"/>
                          </a:highlight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 </a:t>
                      </a:r>
                      <a:endParaRPr lang="en-GB" sz="1600" dirty="0">
                        <a:effectLst/>
                        <a:latin typeface="Sakkal Majalla" panose="02000000000000000000" pitchFamily="2" charset="-78"/>
                        <a:ea typeface="Times New Roman" panose="02020603050405020304" pitchFamily="18" charset="0"/>
                        <a:cs typeface="Sakkal Majalla" panose="02000000000000000000" pitchFamily="2" charset="-78"/>
                      </a:endParaRPr>
                    </a:p>
                  </a:txBody>
                  <a:tcPr marL="47836" marR="47836" marT="0" marB="0"/>
                </a:tc>
                <a:extLst>
                  <a:ext uri="{0D108BD9-81ED-4DB2-BD59-A6C34878D82A}">
                    <a16:rowId xmlns:a16="http://schemas.microsoft.com/office/drawing/2014/main" val="878792110"/>
                  </a:ext>
                </a:extLst>
              </a:tr>
              <a:tr h="284575">
                <a:tc>
                  <a:txBody>
                    <a:bodyPr/>
                    <a:lstStyle/>
                    <a:p>
                      <a:pPr rtl="1">
                        <a:spcBef>
                          <a:spcPts val="720"/>
                        </a:spcBef>
                        <a:spcAft>
                          <a:spcPts val="720"/>
                        </a:spcAft>
                      </a:pPr>
                      <a:r>
                        <a:rPr lang="ar" sz="1600" b="0" dirty="0">
                          <a:solidFill>
                            <a:schemeClr val="tx1"/>
                          </a:solidFill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الخصوم المتداولة</a:t>
                      </a:r>
                      <a:endParaRPr lang="en-GB" sz="1600" b="0" dirty="0">
                        <a:solidFill>
                          <a:schemeClr val="tx1"/>
                        </a:solidFill>
                        <a:effectLst/>
                        <a:latin typeface="Sakkal Majalla" panose="02000000000000000000" pitchFamily="2" charset="-78"/>
                        <a:ea typeface="Times New Roman" panose="02020603050405020304" pitchFamily="18" charset="0"/>
                        <a:cs typeface="Sakkal Majalla" panose="02000000000000000000" pitchFamily="2" charset="-78"/>
                      </a:endParaRPr>
                    </a:p>
                  </a:txBody>
                  <a:tcPr marL="47836" marR="47836" marT="0" marB="0"/>
                </a:tc>
                <a:tc>
                  <a:txBody>
                    <a:bodyPr/>
                    <a:lstStyle/>
                    <a:p>
                      <a:pPr algn="r" rtl="1">
                        <a:spcBef>
                          <a:spcPts val="720"/>
                        </a:spcBef>
                        <a:spcAft>
                          <a:spcPts val="720"/>
                        </a:spcAft>
                      </a:pPr>
                      <a:r>
                        <a:rPr lang="ar" sz="1600" dirty="0"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 </a:t>
                      </a:r>
                      <a:endParaRPr lang="en-GB" sz="1600" dirty="0">
                        <a:effectLst/>
                        <a:latin typeface="Sakkal Majalla" panose="02000000000000000000" pitchFamily="2" charset="-78"/>
                        <a:ea typeface="Times New Roman" panose="02020603050405020304" pitchFamily="18" charset="0"/>
                        <a:cs typeface="Sakkal Majalla" panose="02000000000000000000" pitchFamily="2" charset="-78"/>
                      </a:endParaRPr>
                    </a:p>
                  </a:txBody>
                  <a:tcPr marL="47836" marR="47836" marT="0" marB="0"/>
                </a:tc>
                <a:tc>
                  <a:txBody>
                    <a:bodyPr/>
                    <a:lstStyle/>
                    <a:p>
                      <a:pPr algn="r" rtl="1">
                        <a:spcBef>
                          <a:spcPts val="720"/>
                        </a:spcBef>
                        <a:spcAft>
                          <a:spcPts val="720"/>
                        </a:spcAft>
                      </a:pPr>
                      <a:r>
                        <a:rPr lang="ar" sz="1600" u="sng" dirty="0"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30,986 </a:t>
                      </a:r>
                      <a:endParaRPr lang="en-GB" sz="1600" u="sng" dirty="0">
                        <a:effectLst/>
                        <a:latin typeface="Sakkal Majalla" panose="02000000000000000000" pitchFamily="2" charset="-78"/>
                        <a:ea typeface="Times New Roman" panose="02020603050405020304" pitchFamily="18" charset="0"/>
                        <a:cs typeface="Sakkal Majalla" panose="02000000000000000000" pitchFamily="2" charset="-78"/>
                      </a:endParaRPr>
                    </a:p>
                  </a:txBody>
                  <a:tcPr marL="47836" marR="47836" marT="0" marB="0"/>
                </a:tc>
                <a:extLst>
                  <a:ext uri="{0D108BD9-81ED-4DB2-BD59-A6C34878D82A}">
                    <a16:rowId xmlns:a16="http://schemas.microsoft.com/office/drawing/2014/main" val="3236697964"/>
                  </a:ext>
                </a:extLst>
              </a:tr>
              <a:tr h="268167">
                <a:tc>
                  <a:txBody>
                    <a:bodyPr/>
                    <a:lstStyle/>
                    <a:p>
                      <a:pPr rtl="1">
                        <a:spcBef>
                          <a:spcPts val="720"/>
                        </a:spcBef>
                        <a:spcAft>
                          <a:spcPts val="720"/>
                        </a:spcAft>
                      </a:pPr>
                      <a:r>
                        <a:rPr lang="ar" sz="1600" b="0" dirty="0">
                          <a:solidFill>
                            <a:schemeClr val="tx1"/>
                          </a:solidFill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الذمم الدائنة التجارية</a:t>
                      </a:r>
                      <a:endParaRPr lang="en-GB" sz="1600" b="0" dirty="0">
                        <a:solidFill>
                          <a:schemeClr val="tx1"/>
                        </a:solidFill>
                        <a:effectLst/>
                        <a:latin typeface="Sakkal Majalla" panose="02000000000000000000" pitchFamily="2" charset="-78"/>
                        <a:ea typeface="Times New Roman" panose="02020603050405020304" pitchFamily="18" charset="0"/>
                        <a:cs typeface="Sakkal Majalla" panose="02000000000000000000" pitchFamily="2" charset="-78"/>
                      </a:endParaRPr>
                    </a:p>
                  </a:txBody>
                  <a:tcPr marL="47836" marR="47836" marT="0" marB="0"/>
                </a:tc>
                <a:tc>
                  <a:txBody>
                    <a:bodyPr/>
                    <a:lstStyle/>
                    <a:p>
                      <a:pPr algn="r" rtl="1">
                        <a:spcBef>
                          <a:spcPts val="720"/>
                        </a:spcBef>
                        <a:spcAft>
                          <a:spcPts val="720"/>
                        </a:spcAft>
                      </a:pPr>
                      <a:r>
                        <a:rPr lang="ar" sz="1600" dirty="0"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1,654</a:t>
                      </a:r>
                      <a:endParaRPr lang="en-GB" sz="1600" dirty="0">
                        <a:effectLst/>
                        <a:latin typeface="Sakkal Majalla" panose="02000000000000000000" pitchFamily="2" charset="-78"/>
                        <a:ea typeface="Times New Roman" panose="02020603050405020304" pitchFamily="18" charset="0"/>
                        <a:cs typeface="Sakkal Majalla" panose="02000000000000000000" pitchFamily="2" charset="-78"/>
                      </a:endParaRPr>
                    </a:p>
                  </a:txBody>
                  <a:tcPr marL="47836" marR="47836" marT="0" marB="0"/>
                </a:tc>
                <a:tc>
                  <a:txBody>
                    <a:bodyPr/>
                    <a:lstStyle/>
                    <a:p>
                      <a:pPr rtl="1"/>
                      <a:endParaRPr lang="en-GB" sz="1600" dirty="0">
                        <a:effectLst/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47836" marR="47836" marT="0" marB="0"/>
                </a:tc>
                <a:extLst>
                  <a:ext uri="{0D108BD9-81ED-4DB2-BD59-A6C34878D82A}">
                    <a16:rowId xmlns:a16="http://schemas.microsoft.com/office/drawing/2014/main" val="3075067652"/>
                  </a:ext>
                </a:extLst>
              </a:tr>
              <a:tr h="255977">
                <a:tc>
                  <a:txBody>
                    <a:bodyPr/>
                    <a:lstStyle/>
                    <a:p>
                      <a:pPr rtl="1">
                        <a:spcBef>
                          <a:spcPts val="720"/>
                        </a:spcBef>
                        <a:spcAft>
                          <a:spcPts val="720"/>
                        </a:spcAft>
                      </a:pPr>
                      <a:r>
                        <a:rPr lang="ar" sz="1600" b="0" dirty="0">
                          <a:solidFill>
                            <a:schemeClr val="tx1"/>
                          </a:solidFill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الخصوم غير المتداولة </a:t>
                      </a:r>
                      <a:endParaRPr lang="en-GB" sz="1600" b="0" dirty="0">
                        <a:solidFill>
                          <a:schemeClr val="tx1"/>
                        </a:solidFill>
                        <a:effectLst/>
                        <a:latin typeface="Sakkal Majalla" panose="02000000000000000000" pitchFamily="2" charset="-78"/>
                        <a:ea typeface="Times New Roman" panose="02020603050405020304" pitchFamily="18" charset="0"/>
                        <a:cs typeface="Sakkal Majalla" panose="02000000000000000000" pitchFamily="2" charset="-78"/>
                      </a:endParaRPr>
                    </a:p>
                  </a:txBody>
                  <a:tcPr marL="47836" marR="47836" marT="0" marB="0"/>
                </a:tc>
                <a:tc>
                  <a:txBody>
                    <a:bodyPr/>
                    <a:lstStyle/>
                    <a:p>
                      <a:pPr algn="r" rtl="1">
                        <a:spcBef>
                          <a:spcPts val="720"/>
                        </a:spcBef>
                        <a:spcAft>
                          <a:spcPts val="720"/>
                        </a:spcAft>
                      </a:pPr>
                      <a:r>
                        <a:rPr lang="ar" sz="1600" dirty="0"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 29,332 </a:t>
                      </a:r>
                      <a:endParaRPr lang="en-GB" sz="1600" dirty="0">
                        <a:effectLst/>
                        <a:latin typeface="Sakkal Majalla" panose="02000000000000000000" pitchFamily="2" charset="-78"/>
                        <a:ea typeface="Times New Roman" panose="02020603050405020304" pitchFamily="18" charset="0"/>
                        <a:cs typeface="Sakkal Majalla" panose="02000000000000000000" pitchFamily="2" charset="-78"/>
                      </a:endParaRPr>
                    </a:p>
                  </a:txBody>
                  <a:tcPr marL="47836" marR="47836" marT="0" marB="0"/>
                </a:tc>
                <a:tc>
                  <a:txBody>
                    <a:bodyPr/>
                    <a:lstStyle/>
                    <a:p>
                      <a:pPr rtl="1"/>
                      <a:endParaRPr lang="en-GB" sz="1600" dirty="0">
                        <a:effectLst/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47836" marR="47836" marT="0" marB="0"/>
                </a:tc>
                <a:extLst>
                  <a:ext uri="{0D108BD9-81ED-4DB2-BD59-A6C34878D82A}">
                    <a16:rowId xmlns:a16="http://schemas.microsoft.com/office/drawing/2014/main" val="172163660"/>
                  </a:ext>
                </a:extLst>
              </a:tr>
              <a:tr h="255977">
                <a:tc>
                  <a:txBody>
                    <a:bodyPr/>
                    <a:lstStyle/>
                    <a:p>
                      <a:pPr rtl="1">
                        <a:spcBef>
                          <a:spcPts val="720"/>
                        </a:spcBef>
                        <a:spcAft>
                          <a:spcPts val="720"/>
                        </a:spcAft>
                      </a:pPr>
                      <a:r>
                        <a:rPr lang="ar" sz="1600" b="1" dirty="0">
                          <a:solidFill>
                            <a:schemeClr val="tx1"/>
                          </a:solidFill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مجموع حقوق الملكية والخصوم</a:t>
                      </a:r>
                      <a:endParaRPr lang="en-GB" sz="1600" b="1" dirty="0">
                        <a:solidFill>
                          <a:schemeClr val="tx1"/>
                        </a:solidFill>
                        <a:effectLst/>
                        <a:latin typeface="Sakkal Majalla" panose="02000000000000000000" pitchFamily="2" charset="-78"/>
                        <a:ea typeface="Times New Roman" panose="02020603050405020304" pitchFamily="18" charset="0"/>
                        <a:cs typeface="Sakkal Majalla" panose="02000000000000000000" pitchFamily="2" charset="-78"/>
                      </a:endParaRPr>
                    </a:p>
                  </a:txBody>
                  <a:tcPr marL="47836" marR="47836" marT="0" marB="0"/>
                </a:tc>
                <a:tc>
                  <a:txBody>
                    <a:bodyPr/>
                    <a:lstStyle/>
                    <a:p>
                      <a:pPr algn="r" rtl="1">
                        <a:spcBef>
                          <a:spcPts val="720"/>
                        </a:spcBef>
                        <a:spcAft>
                          <a:spcPts val="720"/>
                        </a:spcAft>
                      </a:pPr>
                      <a:r>
                        <a:rPr lang="ar" sz="1600" dirty="0"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 </a:t>
                      </a:r>
                      <a:endParaRPr lang="en-GB" sz="1600" dirty="0">
                        <a:effectLst/>
                        <a:latin typeface="Sakkal Majalla" panose="02000000000000000000" pitchFamily="2" charset="-78"/>
                        <a:ea typeface="Times New Roman" panose="02020603050405020304" pitchFamily="18" charset="0"/>
                        <a:cs typeface="Sakkal Majalla" panose="02000000000000000000" pitchFamily="2" charset="-78"/>
                      </a:endParaRPr>
                    </a:p>
                  </a:txBody>
                  <a:tcPr marL="47836" marR="47836" marT="0" marB="0"/>
                </a:tc>
                <a:tc>
                  <a:txBody>
                    <a:bodyPr/>
                    <a:lstStyle/>
                    <a:p>
                      <a:pPr algn="r" rtl="1">
                        <a:spcBef>
                          <a:spcPts val="720"/>
                        </a:spcBef>
                        <a:spcAft>
                          <a:spcPts val="720"/>
                        </a:spcAft>
                      </a:pPr>
                      <a:r>
                        <a:rPr lang="ar" sz="1600" b="1" u="sng" dirty="0"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171,526</a:t>
                      </a:r>
                      <a:endParaRPr lang="en-GB" sz="1600" b="1" u="sng" dirty="0">
                        <a:effectLst/>
                        <a:latin typeface="Sakkal Majalla" panose="02000000000000000000" pitchFamily="2" charset="-78"/>
                        <a:ea typeface="Times New Roman" panose="02020603050405020304" pitchFamily="18" charset="0"/>
                        <a:cs typeface="Sakkal Majalla" panose="02000000000000000000" pitchFamily="2" charset="-78"/>
                      </a:endParaRPr>
                    </a:p>
                  </a:txBody>
                  <a:tcPr marL="47836" marR="47836" marT="0" marB="0"/>
                </a:tc>
                <a:extLst>
                  <a:ext uri="{0D108BD9-81ED-4DB2-BD59-A6C34878D82A}">
                    <a16:rowId xmlns:a16="http://schemas.microsoft.com/office/drawing/2014/main" val="251301414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F78980D4-8E01-C8B4-5634-3F9604C22002}"/>
              </a:ext>
            </a:extLst>
          </p:cNvPr>
          <p:cNvSpPr txBox="1"/>
          <p:nvPr/>
        </p:nvSpPr>
        <p:spPr>
          <a:xfrm>
            <a:off x="362222" y="5927835"/>
            <a:ext cx="2194874" cy="58477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txBody>
          <a:bodyPr wrap="square" rtlCol="1">
            <a:spAutoFit/>
          </a:bodyPr>
          <a:lstStyle/>
          <a:p>
            <a:pPr marL="0" marR="0" lvl="0" indent="0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ar" sz="1600" i="0" strike="noStrike" cap="none" normalizeH="0" dirty="0">
                <a:ln>
                  <a:noFill/>
                </a:ln>
                <a:effectLst/>
                <a:latin typeface="Sakkal Majalla" panose="02000000000000000000" pitchFamily="2" charset="-78"/>
                <a:ea typeface="Calibri" panose="020F0502020204030204" pitchFamily="34" charset="0"/>
                <a:cs typeface="Sakkal Majalla" panose="02000000000000000000" pitchFamily="2" charset="-78"/>
              </a:rPr>
              <a:t>إجمالي حقوق الملكية والخصوم = حقوق الملكية - الخصوم</a:t>
            </a:r>
            <a:endParaRPr kumimoji="0" lang="en-US" altLang="en-US" sz="1600" b="1" i="0" strike="noStrike" cap="none" normalizeH="0" baseline="0" dirty="0">
              <a:ln>
                <a:noFill/>
              </a:ln>
              <a:effectLst/>
              <a:latin typeface="Sakkal Majalla" panose="02000000000000000000" pitchFamily="2" charset="-78"/>
              <a:ea typeface="Calibri" panose="020F0502020204030204" pitchFamily="34" charset="0"/>
              <a:cs typeface="Sakkal Majalla" panose="02000000000000000000" pitchFamily="2" charset="-78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3F6B552-5C8C-3B84-4C73-7170FD0073B7}"/>
              </a:ext>
            </a:extLst>
          </p:cNvPr>
          <p:cNvSpPr txBox="1"/>
          <p:nvPr/>
        </p:nvSpPr>
        <p:spPr>
          <a:xfrm>
            <a:off x="388107" y="1676892"/>
            <a:ext cx="2193556" cy="2031325"/>
          </a:xfrm>
          <a:prstGeom prst="rect">
            <a:avLst/>
          </a:prstGeom>
          <a:gradFill>
            <a:gsLst>
              <a:gs pos="0">
                <a:schemeClr val="accent6">
                  <a:lumMod val="20000"/>
                  <a:lumOff val="80000"/>
                </a:schemeClr>
              </a:gs>
              <a:gs pos="86000">
                <a:schemeClr val="accent5"/>
              </a:gs>
              <a:gs pos="100000">
                <a:schemeClr val="accent5"/>
              </a:gs>
            </a:gsLst>
            <a:lin ang="2700000" scaled="1"/>
          </a:gradFill>
        </p:spPr>
        <p:txBody>
          <a:bodyPr wrap="square" rtlCol="1">
            <a:spAutoFit/>
          </a:bodyPr>
          <a:lstStyle/>
          <a:p>
            <a:pPr rtl="1"/>
            <a:r>
              <a:rPr lang="ar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مناقشة</a:t>
            </a:r>
            <a:r>
              <a:rPr lang="ar" dirty="0">
                <a:latin typeface="Sakkal Majalla" panose="02000000000000000000" pitchFamily="2" charset="-78"/>
                <a:cs typeface="Sakkal Majalla" panose="02000000000000000000" pitchFamily="2" charset="-78"/>
              </a:rPr>
              <a:t>:</a:t>
            </a:r>
          </a:p>
          <a:p>
            <a:pPr marL="285750" indent="-285750" rtl="1">
              <a:buFont typeface="Arial" panose="020B0604020202020204" pitchFamily="34" charset="0"/>
              <a:buChar char="•"/>
            </a:pPr>
            <a:r>
              <a:rPr lang="ar" dirty="0">
                <a:latin typeface="Sakkal Majalla" panose="02000000000000000000" pitchFamily="2" charset="-78"/>
                <a:cs typeface="Sakkal Majalla" panose="02000000000000000000" pitchFamily="2" charset="-78"/>
              </a:rPr>
              <a:t>ماذا قد يحدث إذا استخدمت الشركة كل أموالها لشراء عقار؟</a:t>
            </a:r>
          </a:p>
          <a:p>
            <a:pPr marL="285750" indent="-285750" rtl="1">
              <a:buFont typeface="Arial" panose="020B0604020202020204" pitchFamily="34" charset="0"/>
              <a:buChar char="•"/>
            </a:pPr>
            <a:r>
              <a:rPr lang="ar" dirty="0">
                <a:latin typeface="Sakkal Majalla" panose="02000000000000000000" pitchFamily="2" charset="-78"/>
                <a:cs typeface="Sakkal Majalla" panose="02000000000000000000" pitchFamily="2" charset="-78"/>
              </a:rPr>
              <a:t>ماذا قد يحدث إذا كان لدى الشركة الكثير من الخصوم؟ 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4F8126F-C9B7-CF17-6E52-D2136EDA4390}"/>
              </a:ext>
            </a:extLst>
          </p:cNvPr>
          <p:cNvCxnSpPr>
            <a:cxnSpLocks/>
          </p:cNvCxnSpPr>
          <p:nvPr/>
        </p:nvCxnSpPr>
        <p:spPr>
          <a:xfrm>
            <a:off x="2555778" y="4346053"/>
            <a:ext cx="43204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A680FF63-DF4B-606F-9F95-8236AC26276C}"/>
              </a:ext>
            </a:extLst>
          </p:cNvPr>
          <p:cNvCxnSpPr>
            <a:cxnSpLocks/>
          </p:cNvCxnSpPr>
          <p:nvPr/>
        </p:nvCxnSpPr>
        <p:spPr>
          <a:xfrm>
            <a:off x="2555777" y="6381328"/>
            <a:ext cx="43204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F93FF8DE-33E8-7C2F-07A6-51D1467419F2}"/>
              </a:ext>
            </a:extLst>
          </p:cNvPr>
          <p:cNvSpPr txBox="1">
            <a:spLocks/>
          </p:cNvSpPr>
          <p:nvPr/>
        </p:nvSpPr>
        <p:spPr bwMode="auto">
          <a:xfrm>
            <a:off x="35496" y="6603206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/>
          </a:bodyPr>
          <a:lstStyle>
            <a:defPPr>
              <a:defRPr lang="en-GB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9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A103000398478</a:t>
            </a:r>
            <a:endParaRPr lang="ar" sz="900" dirty="0"/>
          </a:p>
        </p:txBody>
      </p:sp>
    </p:spTree>
    <p:extLst>
      <p:ext uri="{BB962C8B-B14F-4D97-AF65-F5344CB8AC3E}">
        <p14:creationId xmlns:p14="http://schemas.microsoft.com/office/powerpoint/2010/main" val="1852021216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79F3DA-407B-A352-0ADD-DAA96FAF7B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2">
            <a:extLst>
              <a:ext uri="{FF2B5EF4-FFF2-40B4-BE49-F238E27FC236}">
                <a16:creationId xmlns:a16="http://schemas.microsoft.com/office/drawing/2014/main" id="{7BA1EE3C-4504-77D8-BFAE-B0A422652E9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843088"/>
            <a:ext cx="8229600" cy="5064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rtl="1">
              <a:spcBef>
                <a:spcPts val="1200"/>
              </a:spcBef>
              <a:spcAft>
                <a:spcPts val="1500"/>
              </a:spcAft>
            </a:pPr>
            <a:r>
              <a:rPr lang="ar" sz="2600" dirty="0"/>
              <a:t>نتاج التعلم ج</a:t>
            </a:r>
            <a:br>
              <a:rPr lang="en-US" altLang="en-US" sz="2600" dirty="0"/>
            </a:br>
            <a:br>
              <a:rPr lang="en-US" altLang="en-US" sz="2600" dirty="0"/>
            </a:br>
            <a:endParaRPr lang="en-GB" altLang="en-US" sz="2600" dirty="0"/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9A43298C-DFE2-4A29-187E-AB30637350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2775" y="2493962"/>
            <a:ext cx="7991475" cy="25192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" sz="46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مقارنة الربحية والسيولة</a:t>
            </a:r>
            <a:endParaRPr lang="en-GB" altLang="en-US" sz="4600" b="1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8BB2576C-53C1-44A0-A5DC-B3BF2CB3D273}"/>
              </a:ext>
            </a:extLst>
          </p:cNvPr>
          <p:cNvSpPr txBox="1">
            <a:spLocks/>
          </p:cNvSpPr>
          <p:nvPr/>
        </p:nvSpPr>
        <p:spPr bwMode="auto">
          <a:xfrm>
            <a:off x="35496" y="6603206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/>
          </a:bodyPr>
          <a:lstStyle>
            <a:defPPr>
              <a:defRPr lang="en-GB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9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A103000398478</a:t>
            </a:r>
            <a:endParaRPr lang="ar" sz="900" dirty="0"/>
          </a:p>
        </p:txBody>
      </p:sp>
    </p:spTree>
    <p:extLst>
      <p:ext uri="{BB962C8B-B14F-4D97-AF65-F5344CB8AC3E}">
        <p14:creationId xmlns:p14="http://schemas.microsoft.com/office/powerpoint/2010/main" val="850674827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914254-4443-7C60-3877-33BCE2D51F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2">
            <a:extLst>
              <a:ext uri="{FF2B5EF4-FFF2-40B4-BE49-F238E27FC236}">
                <a16:creationId xmlns:a16="http://schemas.microsoft.com/office/drawing/2014/main" id="{65B4C59A-474B-F60B-7318-56D2A562DB0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843088"/>
            <a:ext cx="8229600" cy="5064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rtl="1">
              <a:spcBef>
                <a:spcPts val="1200"/>
              </a:spcBef>
              <a:spcAft>
                <a:spcPts val="1500"/>
              </a:spcAft>
            </a:pPr>
            <a:r>
              <a:rPr lang="ar" sz="2600" dirty="0"/>
              <a:t>نتاج التعلم ج</a:t>
            </a:r>
            <a:br>
              <a:rPr lang="en-US" altLang="en-US" sz="2600" dirty="0"/>
            </a:br>
            <a:br>
              <a:rPr lang="en-US" altLang="en-US" sz="2600" dirty="0"/>
            </a:br>
            <a:endParaRPr lang="en-GB" altLang="en-US" sz="2600" dirty="0"/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19B6F13D-259D-0566-68AE-33C754A3A1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2775" y="2493962"/>
            <a:ext cx="7991475" cy="25192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" sz="46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نِسَب السيولة</a:t>
            </a:r>
          </a:p>
          <a:p>
            <a:pPr algn="ctr" rtl="1"/>
            <a:endParaRPr lang="en-GB" altLang="en-US" sz="2000" b="1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algn="ctr" rtl="1"/>
            <a:r>
              <a:rPr lang="ar" sz="22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نسبة التداول</a:t>
            </a:r>
          </a:p>
          <a:p>
            <a:pPr algn="ctr" rtl="1"/>
            <a:r>
              <a:rPr lang="ar" sz="22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نسبة رأس المال السائل</a:t>
            </a:r>
          </a:p>
          <a:p>
            <a:pPr algn="ctr" rtl="1"/>
            <a:r>
              <a:rPr lang="ar" sz="22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صافي الأصول المتداولة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68E07A7C-374A-39A6-EFFC-11DFB5C3159A}"/>
              </a:ext>
            </a:extLst>
          </p:cNvPr>
          <p:cNvSpPr txBox="1">
            <a:spLocks/>
          </p:cNvSpPr>
          <p:nvPr/>
        </p:nvSpPr>
        <p:spPr bwMode="auto">
          <a:xfrm>
            <a:off x="35496" y="6603206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/>
          </a:bodyPr>
          <a:lstStyle>
            <a:defPPr>
              <a:defRPr lang="en-GB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9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A103000398478</a:t>
            </a:r>
            <a:endParaRPr lang="ar" sz="900" dirty="0"/>
          </a:p>
        </p:txBody>
      </p:sp>
    </p:spTree>
    <p:extLst>
      <p:ext uri="{BB962C8B-B14F-4D97-AF65-F5344CB8AC3E}">
        <p14:creationId xmlns:p14="http://schemas.microsoft.com/office/powerpoint/2010/main" val="1703823786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CC2D1C-DBE4-E040-2016-3D0B583AB0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2">
            <a:extLst>
              <a:ext uri="{FF2B5EF4-FFF2-40B4-BE49-F238E27FC236}">
                <a16:creationId xmlns:a16="http://schemas.microsoft.com/office/drawing/2014/main" id="{30B0D70C-1FE0-9417-DCB5-D14E96FF895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387513" y="1084499"/>
            <a:ext cx="8229600" cy="5064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algn="r" rtl="1">
              <a:spcBef>
                <a:spcPts val="1200"/>
              </a:spcBef>
              <a:spcAft>
                <a:spcPts val="1500"/>
              </a:spcAft>
            </a:pPr>
            <a:r>
              <a:rPr lang="ar" sz="2200" b="1" dirty="0">
                <a:effectLst/>
              </a:rPr>
              <a:t>ج2 تحليل وتفسير القوائم المالية (5)</a:t>
            </a:r>
            <a:br>
              <a:rPr lang="en-US" altLang="en-US" sz="2200" dirty="0"/>
            </a:br>
            <a:br>
              <a:rPr lang="en-US" altLang="en-US" sz="2200" dirty="0"/>
            </a:br>
            <a:br>
              <a:rPr lang="en-US" altLang="en-US" sz="2200" dirty="0"/>
            </a:br>
            <a:br>
              <a:rPr lang="en-US" altLang="en-US" sz="2200" dirty="0"/>
            </a:br>
            <a:endParaRPr lang="en-GB" altLang="en-US" sz="2200" dirty="0"/>
          </a:p>
        </p:txBody>
      </p:sp>
      <p:sp>
        <p:nvSpPr>
          <p:cNvPr id="13" name="Rectangle 1">
            <a:extLst>
              <a:ext uri="{FF2B5EF4-FFF2-40B4-BE49-F238E27FC236}">
                <a16:creationId xmlns:a16="http://schemas.microsoft.com/office/drawing/2014/main" id="{4C901162-3664-DD42-A592-3F639E9128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934" y="1362408"/>
            <a:ext cx="7846551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  <a:spAutoFit/>
          </a:bodyPr>
          <a:lstStyle/>
          <a:p>
            <a:pPr marR="0" lvl="0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ar" dirty="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يمكن</a:t>
            </a:r>
            <a:r>
              <a:rPr lang="ar" b="0" i="0" strike="noStrike" cap="none" normalizeH="0" dirty="0">
                <a:ln>
                  <a:noFill/>
                </a:ln>
                <a:effectLst/>
                <a:latin typeface="Sakkal Majalla" panose="02000000000000000000" pitchFamily="2" charset="-78"/>
                <a:ea typeface="Calibri" panose="020F0502020204030204" pitchFamily="34" charset="0"/>
                <a:cs typeface="Sakkal Majalla" panose="02000000000000000000" pitchFamily="2" charset="-78"/>
              </a:rPr>
              <a:t> استخدام قائمة الدخل الشامل لحساب نسب السيولة. </a:t>
            </a:r>
          </a:p>
          <a:p>
            <a:pPr marR="0" lvl="0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ar" kern="1200" dirty="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إذا كانت البيانات الموجودة في الواجب محدد من قِبل بيرسون تتضمن أرقام الأصول المتداولة والخصوم المتداولة والمخزون، فيمكنك حساب النسب الآتية:</a:t>
            </a:r>
            <a:endParaRPr kumimoji="0" lang="en-GB" altLang="en-US" b="0" i="0" strike="noStrike" cap="none" normalizeH="0" baseline="0" dirty="0">
              <a:ln>
                <a:noFill/>
              </a:ln>
              <a:effectLst/>
              <a:latin typeface="Sakkal Majalla" panose="02000000000000000000" pitchFamily="2" charset="-78"/>
              <a:ea typeface="Calibri" panose="020F0502020204030204" pitchFamily="34" charset="0"/>
              <a:cs typeface="Sakkal Majalla" panose="02000000000000000000" pitchFamily="2" charset="-78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8F96702-CE95-D8B4-487D-DDBCA66F22E3}"/>
              </a:ext>
            </a:extLst>
          </p:cNvPr>
          <p:cNvSpPr txBox="1"/>
          <p:nvPr/>
        </p:nvSpPr>
        <p:spPr>
          <a:xfrm>
            <a:off x="615879" y="2403971"/>
            <a:ext cx="7775040" cy="1477328"/>
          </a:xfrm>
          <a:prstGeom prst="rect">
            <a:avLst/>
          </a:prstGeom>
          <a:solidFill>
            <a:schemeClr val="accent5"/>
          </a:solidFill>
          <a:ln w="19050">
            <a:solidFill>
              <a:schemeClr val="tx1"/>
            </a:solidFill>
          </a:ln>
        </p:spPr>
        <p:txBody>
          <a:bodyPr wrap="square" rtlCol="1">
            <a:spAutoFit/>
          </a:bodyPr>
          <a:lstStyle/>
          <a:p>
            <a:pPr marL="285750" indent="-285750" rtl="1">
              <a:buFont typeface="Arial" panose="020B0604020202020204" pitchFamily="34" charset="0"/>
              <a:buChar char="•"/>
            </a:pPr>
            <a:endParaRPr lang="en-US" dirty="0">
              <a:latin typeface="Sakkal Majalla" panose="02000000000000000000" pitchFamily="2" charset="-78"/>
              <a:ea typeface="Cambria Math" panose="02040503050406030204" pitchFamily="18" charset="0"/>
              <a:cs typeface="Sakkal Majalla" panose="02000000000000000000" pitchFamily="2" charset="-78"/>
            </a:endParaRPr>
          </a:p>
          <a:p>
            <a:pPr marL="285750" indent="-285750" rtl="1">
              <a:buFont typeface="Arial" panose="020B0604020202020204" pitchFamily="34" charset="0"/>
              <a:buChar char="•"/>
            </a:pPr>
            <a:r>
              <a:rPr lang="ar" dirty="0">
                <a:latin typeface="Sakkal Majalla" panose="02000000000000000000" pitchFamily="2" charset="-78"/>
                <a:ea typeface="Cambria Math" panose="02040503050406030204" pitchFamily="18" charset="0"/>
                <a:cs typeface="Sakkal Majalla" panose="02000000000000000000" pitchFamily="2" charset="-78"/>
              </a:rPr>
              <a:t>هذا يدل على قدرة الشركة على دفع الخصوم الخاصة بها.</a:t>
            </a:r>
          </a:p>
          <a:p>
            <a:pPr marL="285750" indent="-285750" rtl="1">
              <a:buFont typeface="Arial" panose="020B0604020202020204" pitchFamily="34" charset="0"/>
              <a:buChar char="•"/>
            </a:pPr>
            <a:r>
              <a:rPr lang="ar" dirty="0">
                <a:latin typeface="Sakkal Majalla" panose="02000000000000000000" pitchFamily="2" charset="-78"/>
                <a:ea typeface="Cambria Math" panose="02040503050406030204" pitchFamily="18" charset="0"/>
                <a:cs typeface="Sakkal Majalla" panose="02000000000000000000" pitchFamily="2" charset="-78"/>
              </a:rPr>
              <a:t>يشير الرقم بين 1: و 3:1 إلى أن الشركة يمكنها سداد الديون للدائنين عند ظهورها</a:t>
            </a:r>
          </a:p>
          <a:p>
            <a:pPr marL="285750" indent="-285750" rtl="1">
              <a:buFont typeface="Arial" panose="020B0604020202020204" pitchFamily="34" charset="0"/>
              <a:buChar char="•"/>
            </a:pPr>
            <a:r>
              <a:rPr lang="ar" dirty="0">
                <a:latin typeface="Sakkal Majalla" panose="02000000000000000000" pitchFamily="2" charset="-78"/>
                <a:ea typeface="Cambria Math" panose="02040503050406030204" pitchFamily="18" charset="0"/>
                <a:cs typeface="Sakkal Majalla" panose="02000000000000000000" pitchFamily="2" charset="-78"/>
              </a:rPr>
              <a:t>احذر من الرقم المرتفع جدًا الذي قد يعني أن الشركة لديها الكثير من الأموال المقيدة في الأصول المتداولة والتي يمكن استخدامها في أي مكان آخر في الشركة.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38382DB-F185-A01D-2898-F9DC7FA725F4}"/>
              </a:ext>
            </a:extLst>
          </p:cNvPr>
          <p:cNvSpPr txBox="1"/>
          <p:nvPr/>
        </p:nvSpPr>
        <p:spPr>
          <a:xfrm>
            <a:off x="600445" y="4195444"/>
            <a:ext cx="7775040" cy="116955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txBody>
          <a:bodyPr wrap="square" rtlCol="1">
            <a:spAutoFit/>
          </a:bodyPr>
          <a:lstStyle/>
          <a:p>
            <a:pPr marL="285750" indent="-285750" rtl="1">
              <a:buFont typeface="Arial" panose="020B0604020202020204" pitchFamily="34" charset="0"/>
              <a:buChar char="•"/>
            </a:pPr>
            <a:endParaRPr lang="en-US" sz="1750" spc="-20" dirty="0">
              <a:latin typeface="Sakkal Majalla" panose="02000000000000000000" pitchFamily="2" charset="-78"/>
              <a:ea typeface="Cambria Math" panose="02040503050406030204" pitchFamily="18" charset="0"/>
              <a:cs typeface="Sakkal Majalla" panose="02000000000000000000" pitchFamily="2" charset="-78"/>
            </a:endParaRPr>
          </a:p>
          <a:p>
            <a:pPr marL="285750" indent="-285750" rtl="1">
              <a:buFont typeface="Arial" panose="020B0604020202020204" pitchFamily="34" charset="0"/>
              <a:buChar char="•"/>
            </a:pPr>
            <a:r>
              <a:rPr lang="ar" sz="1750" spc="-20" dirty="0">
                <a:latin typeface="Sakkal Majalla" panose="02000000000000000000" pitchFamily="2" charset="-78"/>
                <a:ea typeface="Cambria Math" panose="02040503050406030204" pitchFamily="18" charset="0"/>
                <a:cs typeface="Sakkal Majalla" panose="02000000000000000000" pitchFamily="2" charset="-78"/>
              </a:rPr>
              <a:t>يشار إلى هذه النسبة أيضًا باسم نسبة اختبار السيولة يزيل المخزون حيث قد يكون من الصعب تحويله إلى نقد بسرعة في حالة وصول الفاتورة</a:t>
            </a:r>
          </a:p>
          <a:p>
            <a:pPr marL="285750" indent="-285750" rtl="1">
              <a:buFont typeface="Arial" panose="020B0604020202020204" pitchFamily="34" charset="0"/>
              <a:buChar char="•"/>
            </a:pPr>
            <a:r>
              <a:rPr lang="ar" sz="1750" spc="-20" dirty="0">
                <a:latin typeface="Sakkal Majalla" panose="02000000000000000000" pitchFamily="2" charset="-78"/>
                <a:ea typeface="Cambria Math" panose="02040503050406030204" pitchFamily="18" charset="0"/>
                <a:cs typeface="Sakkal Majalla" panose="02000000000000000000" pitchFamily="2" charset="-78"/>
              </a:rPr>
              <a:t>احذر من الرقم الذي يقل عن 1:1 لأنه قد يعني أن الشركة قد تعاني من السيولة ولن تكون قادرة على سداد ديونها على الفور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4F7DC0-6BE0-10B1-DF26-2915FDD5E3DA}"/>
              </a:ext>
            </a:extLst>
          </p:cNvPr>
          <p:cNvSpPr txBox="1"/>
          <p:nvPr/>
        </p:nvSpPr>
        <p:spPr>
          <a:xfrm>
            <a:off x="614793" y="5758507"/>
            <a:ext cx="7775040" cy="861070"/>
          </a:xfrm>
          <a:prstGeom prst="rect">
            <a:avLst/>
          </a:prstGeom>
          <a:solidFill>
            <a:schemeClr val="accent5"/>
          </a:solidFill>
          <a:ln w="19050">
            <a:solidFill>
              <a:schemeClr val="tx1"/>
            </a:solidFill>
          </a:ln>
        </p:spPr>
        <p:txBody>
          <a:bodyPr wrap="square" rtlCol="1">
            <a:spAutoFit/>
          </a:bodyPr>
          <a:lstStyle/>
          <a:p>
            <a:pPr algn="ctr" rtl="1"/>
            <a:endParaRPr lang="en-US" sz="1600" b="1" dirty="0">
              <a:solidFill>
                <a:srgbClr val="7030A0"/>
              </a:solidFill>
              <a:latin typeface="Cambria Math" panose="02040503050406030204" pitchFamily="18" charset="0"/>
              <a:cs typeface="Sakkal Majalla" panose="02000000000000000000" pitchFamily="2" charset="-78"/>
            </a:endParaRPr>
          </a:p>
          <a:p>
            <a:pPr marL="285750" indent="-285750" rtl="1">
              <a:buFont typeface="Arial" panose="020B0604020202020204" pitchFamily="34" charset="0"/>
              <a:buChar char="•"/>
            </a:pPr>
            <a:r>
              <a:rPr lang="ar" sz="1600" dirty="0">
                <a:latin typeface="Sakkal Majalla" panose="02000000000000000000" pitchFamily="2" charset="-78"/>
                <a:ea typeface="Cambria Math" panose="02040503050406030204" pitchFamily="18" charset="0"/>
                <a:cs typeface="Sakkal Majalla" panose="02000000000000000000" pitchFamily="2" charset="-78"/>
              </a:rPr>
              <a:t>يشار إلى هذا أيضًا باسم رأس المال العامل</a:t>
            </a:r>
          </a:p>
          <a:p>
            <a:pPr marL="285750" indent="-285750" rtl="1">
              <a:buFont typeface="Arial" panose="020B0604020202020204" pitchFamily="34" charset="0"/>
              <a:buChar char="•"/>
            </a:pPr>
            <a:r>
              <a:rPr lang="ar" sz="1600" dirty="0">
                <a:latin typeface="Sakkal Majalla" panose="02000000000000000000" pitchFamily="2" charset="-78"/>
                <a:ea typeface="Cambria Math" panose="02040503050406030204" pitchFamily="18" charset="0"/>
                <a:cs typeface="Sakkal Majalla" panose="02000000000000000000" pitchFamily="2" charset="-78"/>
              </a:rPr>
              <a:t>ويدل على قدرة الشركة على دفع الخصوم قصيرة الأجل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957F78-1254-22F5-331B-391B9003FB65}"/>
              </a:ext>
            </a:extLst>
          </p:cNvPr>
          <p:cNvSpPr txBox="1"/>
          <p:nvPr/>
        </p:nvSpPr>
        <p:spPr>
          <a:xfrm>
            <a:off x="1199495" y="2398040"/>
            <a:ext cx="68910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ar-EG" b="1" dirty="0">
                <a:solidFill>
                  <a:srgbClr val="7030A0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النسب المتداولة</a:t>
            </a:r>
            <a:r>
              <a:rPr lang="en-US" b="1" dirty="0">
                <a:solidFill>
                  <a:srgbClr val="7030A0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 </a:t>
            </a:r>
            <a:r>
              <a:rPr lang="ar-EG" b="1" dirty="0">
                <a:solidFill>
                  <a:srgbClr val="7030A0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=</a:t>
            </a:r>
            <a:r>
              <a:rPr lang="en-US" b="1" dirty="0">
                <a:solidFill>
                  <a:srgbClr val="7030A0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 </a:t>
            </a:r>
            <a:r>
              <a:rPr lang="ar-EG" b="1" dirty="0">
                <a:solidFill>
                  <a:srgbClr val="7030A0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الأصول المتداولة</a:t>
            </a:r>
            <a:r>
              <a:rPr lang="en-US" b="1" dirty="0">
                <a:solidFill>
                  <a:srgbClr val="7030A0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 </a:t>
            </a:r>
            <a:r>
              <a:rPr lang="ar-EG" b="1" dirty="0">
                <a:solidFill>
                  <a:srgbClr val="7030A0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÷</a:t>
            </a:r>
            <a:r>
              <a:rPr lang="en-US" b="1" dirty="0">
                <a:solidFill>
                  <a:srgbClr val="7030A0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 </a:t>
            </a:r>
            <a:r>
              <a:rPr lang="ar-EG" b="1" dirty="0">
                <a:solidFill>
                  <a:srgbClr val="7030A0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الخصوم المتداولة</a:t>
            </a:r>
            <a:endParaRPr lang="en-US" b="1" dirty="0">
              <a:solidFill>
                <a:srgbClr val="7030A0"/>
              </a:solidFill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45468A4-8ADA-5B7A-CC91-62A60B147C51}"/>
              </a:ext>
            </a:extLst>
          </p:cNvPr>
          <p:cNvSpPr txBox="1"/>
          <p:nvPr/>
        </p:nvSpPr>
        <p:spPr>
          <a:xfrm>
            <a:off x="1199495" y="4179116"/>
            <a:ext cx="68910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ar-EG" b="1" dirty="0">
                <a:solidFill>
                  <a:srgbClr val="2D2D8A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نسبة</a:t>
            </a:r>
            <a:r>
              <a:rPr lang="en-US" b="1" dirty="0">
                <a:solidFill>
                  <a:srgbClr val="2D2D8A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 </a:t>
            </a:r>
            <a:r>
              <a:rPr lang="ar-EG" b="1" dirty="0">
                <a:solidFill>
                  <a:srgbClr val="2D2D8A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رأس المال السائل</a:t>
            </a:r>
            <a:r>
              <a:rPr lang="en-US" b="1" dirty="0">
                <a:solidFill>
                  <a:srgbClr val="2D2D8A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 </a:t>
            </a:r>
            <a:r>
              <a:rPr lang="ar-EG" b="1" dirty="0">
                <a:solidFill>
                  <a:srgbClr val="2D2D8A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=</a:t>
            </a:r>
            <a:r>
              <a:rPr lang="en-US" b="1" dirty="0">
                <a:solidFill>
                  <a:srgbClr val="2D2D8A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 </a:t>
            </a:r>
            <a:r>
              <a:rPr lang="ar-EG" b="1" dirty="0">
                <a:solidFill>
                  <a:srgbClr val="2D2D8A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(الأصول المتداولة</a:t>
            </a:r>
            <a:r>
              <a:rPr lang="en-US" b="1" dirty="0">
                <a:solidFill>
                  <a:srgbClr val="2D2D8A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 </a:t>
            </a:r>
            <a:r>
              <a:rPr lang="ar-EG" b="1" dirty="0">
                <a:solidFill>
                  <a:srgbClr val="2D2D8A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−</a:t>
            </a:r>
            <a:r>
              <a:rPr lang="en-US" b="1" dirty="0">
                <a:solidFill>
                  <a:srgbClr val="2D2D8A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 </a:t>
            </a:r>
            <a:r>
              <a:rPr lang="ar-EG" b="1" dirty="0">
                <a:solidFill>
                  <a:srgbClr val="2D2D8A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المخزون)</a:t>
            </a:r>
            <a:r>
              <a:rPr lang="en-US" b="1" dirty="0">
                <a:solidFill>
                  <a:srgbClr val="2D2D8A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 </a:t>
            </a:r>
            <a:r>
              <a:rPr lang="ar-EG" b="1" dirty="0">
                <a:solidFill>
                  <a:srgbClr val="2D2D8A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÷</a:t>
            </a:r>
            <a:r>
              <a:rPr lang="en-US" b="1" dirty="0">
                <a:solidFill>
                  <a:srgbClr val="2D2D8A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 </a:t>
            </a:r>
            <a:r>
              <a:rPr lang="ar-EG" b="1" dirty="0">
                <a:solidFill>
                  <a:srgbClr val="2D2D8A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الخصوم المتداولة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A2DB216-3014-3D49-9E85-9D21B4A767A1}"/>
              </a:ext>
            </a:extLst>
          </p:cNvPr>
          <p:cNvSpPr txBox="1"/>
          <p:nvPr/>
        </p:nvSpPr>
        <p:spPr>
          <a:xfrm>
            <a:off x="1199495" y="5776308"/>
            <a:ext cx="68910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ar-EG" b="1" dirty="0">
                <a:solidFill>
                  <a:srgbClr val="7030A0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صافي الأصول المتداولة</a:t>
            </a:r>
            <a:r>
              <a:rPr lang="en-US" b="1" dirty="0">
                <a:solidFill>
                  <a:srgbClr val="7030A0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 </a:t>
            </a:r>
            <a:r>
              <a:rPr lang="ar-EG" b="1" dirty="0">
                <a:solidFill>
                  <a:srgbClr val="7030A0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=</a:t>
            </a:r>
            <a:r>
              <a:rPr lang="en-US" b="1" dirty="0">
                <a:solidFill>
                  <a:srgbClr val="7030A0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 </a:t>
            </a:r>
            <a:r>
              <a:rPr lang="ar-EG" b="1" dirty="0">
                <a:solidFill>
                  <a:srgbClr val="7030A0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الأصول المتداولة</a:t>
            </a:r>
            <a:r>
              <a:rPr lang="en-US" b="1" dirty="0">
                <a:solidFill>
                  <a:srgbClr val="7030A0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 </a:t>
            </a:r>
            <a:r>
              <a:rPr lang="ar-EG" b="1" dirty="0">
                <a:solidFill>
                  <a:srgbClr val="7030A0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−</a:t>
            </a:r>
            <a:r>
              <a:rPr lang="en-US" b="1" dirty="0">
                <a:solidFill>
                  <a:srgbClr val="7030A0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 </a:t>
            </a:r>
            <a:r>
              <a:rPr lang="ar-EG" b="1" dirty="0">
                <a:solidFill>
                  <a:srgbClr val="7030A0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الخصوم المتداولة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269D4-4EF4-82F8-B680-2EA4151E350E}"/>
              </a:ext>
            </a:extLst>
          </p:cNvPr>
          <p:cNvSpPr txBox="1">
            <a:spLocks/>
          </p:cNvSpPr>
          <p:nvPr/>
        </p:nvSpPr>
        <p:spPr bwMode="auto">
          <a:xfrm>
            <a:off x="35496" y="6603206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/>
          </a:bodyPr>
          <a:lstStyle>
            <a:defPPr>
              <a:defRPr lang="en-GB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9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A103000398478</a:t>
            </a:r>
            <a:endParaRPr lang="ar" sz="900" dirty="0"/>
          </a:p>
        </p:txBody>
      </p:sp>
    </p:spTree>
    <p:extLst>
      <p:ext uri="{BB962C8B-B14F-4D97-AF65-F5344CB8AC3E}">
        <p14:creationId xmlns:p14="http://schemas.microsoft.com/office/powerpoint/2010/main" val="652034761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CD655-A47A-751A-DB70-5D4A37AE0F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433600"/>
          </a:xfrm>
        </p:spPr>
        <p:txBody>
          <a:bodyPr rtlCol="1"/>
          <a:lstStyle/>
          <a:p>
            <a:pPr rtl="1"/>
            <a:r>
              <a:rPr lang="ar" sz="2200" b="1" dirty="0"/>
              <a:t>ج2 </a:t>
            </a:r>
            <a:r>
              <a:rPr lang="ar" sz="2200" b="1" dirty="0">
                <a:effectLst/>
              </a:rPr>
              <a:t>نشاط - حساب نسب السيولة</a:t>
            </a:r>
            <a:endParaRPr lang="en-US" sz="22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F2EF940-4859-8119-544B-51F6028EE5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3363198"/>
              </p:ext>
            </p:extLst>
          </p:nvPr>
        </p:nvGraphicFramePr>
        <p:xfrm>
          <a:off x="302840" y="1700808"/>
          <a:ext cx="8229600" cy="2566951"/>
        </p:xfrm>
        <a:graphic>
          <a:graphicData uri="http://schemas.openxmlformats.org/drawingml/2006/table">
            <a:tbl>
              <a:tblPr rtl="1">
                <a:tableStyleId>{5C22544A-7EE6-4342-B048-85BDC9FD1C3A}</a:tableStyleId>
              </a:tblPr>
              <a:tblGrid>
                <a:gridCol w="2106210">
                  <a:extLst>
                    <a:ext uri="{9D8B030D-6E8A-4147-A177-3AD203B41FA5}">
                      <a16:colId xmlns:a16="http://schemas.microsoft.com/office/drawing/2014/main" val="2080901586"/>
                    </a:ext>
                  </a:extLst>
                </a:gridCol>
                <a:gridCol w="54030">
                  <a:extLst>
                    <a:ext uri="{9D8B030D-6E8A-4147-A177-3AD203B41FA5}">
                      <a16:colId xmlns:a16="http://schemas.microsoft.com/office/drawing/2014/main" val="1618211211"/>
                    </a:ext>
                  </a:extLst>
                </a:gridCol>
                <a:gridCol w="1688326">
                  <a:extLst>
                    <a:ext uri="{9D8B030D-6E8A-4147-A177-3AD203B41FA5}">
                      <a16:colId xmlns:a16="http://schemas.microsoft.com/office/drawing/2014/main" val="1952152850"/>
                    </a:ext>
                  </a:extLst>
                </a:gridCol>
                <a:gridCol w="239611">
                  <a:extLst>
                    <a:ext uri="{9D8B030D-6E8A-4147-A177-3AD203B41FA5}">
                      <a16:colId xmlns:a16="http://schemas.microsoft.com/office/drawing/2014/main" val="74916400"/>
                    </a:ext>
                  </a:extLst>
                </a:gridCol>
                <a:gridCol w="1744471">
                  <a:extLst>
                    <a:ext uri="{9D8B030D-6E8A-4147-A177-3AD203B41FA5}">
                      <a16:colId xmlns:a16="http://schemas.microsoft.com/office/drawing/2014/main" val="2440372807"/>
                    </a:ext>
                  </a:extLst>
                </a:gridCol>
                <a:gridCol w="72008">
                  <a:extLst>
                    <a:ext uri="{9D8B030D-6E8A-4147-A177-3AD203B41FA5}">
                      <a16:colId xmlns:a16="http://schemas.microsoft.com/office/drawing/2014/main" val="3766766930"/>
                    </a:ext>
                  </a:extLst>
                </a:gridCol>
                <a:gridCol w="2324944">
                  <a:extLst>
                    <a:ext uri="{9D8B030D-6E8A-4147-A177-3AD203B41FA5}">
                      <a16:colId xmlns:a16="http://schemas.microsoft.com/office/drawing/2014/main" val="2134902508"/>
                    </a:ext>
                  </a:extLst>
                </a:gridCol>
              </a:tblGrid>
              <a:tr h="360040">
                <a:tc>
                  <a:txBody>
                    <a:bodyPr/>
                    <a:lstStyle/>
                    <a:p>
                      <a:pPr algn="r" rtl="1" fontAlgn="b"/>
                      <a:r>
                        <a:rPr lang="ar" sz="1600" b="1" i="0" u="none" strike="noStrike" dirty="0">
                          <a:solidFill>
                            <a:schemeClr val="accent6"/>
                          </a:solidFill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الخيار 1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rtl="1" fontAlgn="b"/>
                      <a:endParaRPr lang="en-GB" sz="1600" b="1" i="0" u="none" strike="noStrike" dirty="0">
                        <a:solidFill>
                          <a:schemeClr val="accent6"/>
                        </a:solidFill>
                        <a:effectLst/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rtl="1" fontAlgn="b"/>
                      <a:endParaRPr lang="en-GB" sz="1600" b="0" i="0" u="none" strike="noStrike" dirty="0">
                        <a:solidFill>
                          <a:schemeClr val="accent6"/>
                        </a:solidFill>
                        <a:effectLst/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rtl="1" fontAlgn="b"/>
                      <a:endParaRPr lang="en-GB" sz="1600" b="0" i="0" u="none" strike="noStrike" dirty="0">
                        <a:solidFill>
                          <a:schemeClr val="accent6"/>
                        </a:solidFill>
                        <a:effectLst/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rtl="1" fontAlgn="b"/>
                      <a:r>
                        <a:rPr lang="ar" sz="1600" b="1" i="0" u="none" strike="noStrike" dirty="0">
                          <a:solidFill>
                            <a:schemeClr val="accent6"/>
                          </a:solidFill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الخيار 2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rtl="1" fontAlgn="b"/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rtl="1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522566464"/>
                  </a:ext>
                </a:extLst>
              </a:tr>
              <a:tr h="227457">
                <a:tc>
                  <a:txBody>
                    <a:bodyPr/>
                    <a:lstStyle/>
                    <a:p>
                      <a:pPr algn="r" rtl="1" fontAlgn="b"/>
                      <a:r>
                        <a:rPr lang="ar" sz="1600" b="1" u="none" strike="noStrike" dirty="0"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الأصول المتداولة </a:t>
                      </a:r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rtl="1" fontAlgn="b"/>
                      <a:r>
                        <a:rPr lang="ar" sz="1600" u="none" strike="noStrike" dirty="0"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 </a:t>
                      </a:r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ar" sz="1600" u="none" strike="noStrike" dirty="0"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 دولار أمريكي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rtl="1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rtl="1" fontAlgn="b"/>
                      <a:r>
                        <a:rPr lang="ar" sz="1600" b="1" u="none" strike="noStrike" dirty="0"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الأصول المتداولة </a:t>
                      </a:r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rtl="1" fontAlgn="b"/>
                      <a:r>
                        <a:rPr lang="ar" sz="1600" u="none" strike="noStrike" dirty="0"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 </a:t>
                      </a:r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ar" sz="1600" u="none" strike="noStrike" dirty="0"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 دولار أمريكي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533811681"/>
                  </a:ext>
                </a:extLst>
              </a:tr>
              <a:tr h="390328">
                <a:tc>
                  <a:txBody>
                    <a:bodyPr/>
                    <a:lstStyle/>
                    <a:p>
                      <a:pPr algn="r" rtl="1" fontAlgn="b"/>
                      <a:r>
                        <a:rPr lang="ar" sz="1600" u="none" strike="noStrike" dirty="0"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الرصيد النقدي في البنك 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rtl="1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rtl="1" fontAlgn="b"/>
                      <a:r>
                        <a:rPr lang="ar" sz="1600" u="none" strike="noStrike" dirty="0"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700 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rtl="1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rtl="1" fontAlgn="b"/>
                      <a:r>
                        <a:rPr lang="ar" sz="1600" u="none" strike="noStrike" dirty="0"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الرصيد النقدي في البنك 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rtl="1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rtl="1" fontAlgn="b"/>
                      <a:r>
                        <a:rPr lang="ar" sz="1600" u="none" strike="noStrike" dirty="0"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540 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903648799"/>
                  </a:ext>
                </a:extLst>
              </a:tr>
              <a:tr h="390328">
                <a:tc>
                  <a:txBody>
                    <a:bodyPr/>
                    <a:lstStyle/>
                    <a:p>
                      <a:pPr algn="r" rtl="1" fontAlgn="b"/>
                      <a:r>
                        <a:rPr lang="ar" sz="1600" u="none" strike="noStrike" dirty="0"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المخزون 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rtl="1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rtl="1" fontAlgn="b"/>
                      <a:r>
                        <a:rPr lang="ar" sz="1600" u="none" strike="noStrike" dirty="0"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325 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rtl="1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rtl="1" fontAlgn="b"/>
                      <a:r>
                        <a:rPr lang="ar" sz="1600" u="none" strike="noStrike" dirty="0"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المخزون 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rtl="1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rtl="1" fontAlgn="b"/>
                      <a:r>
                        <a:rPr lang="ar" sz="1600" u="none" strike="noStrike" dirty="0"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245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396758359"/>
                  </a:ext>
                </a:extLst>
              </a:tr>
              <a:tr h="390328">
                <a:tc>
                  <a:txBody>
                    <a:bodyPr/>
                    <a:lstStyle/>
                    <a:p>
                      <a:pPr algn="r" rtl="1" fontAlgn="b"/>
                      <a:r>
                        <a:rPr lang="ar" sz="1600" b="1" u="none" strike="noStrike" dirty="0"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إجمالي الأصول المتداولة</a:t>
                      </a:r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rtl="1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rtl="1" fontAlgn="b"/>
                      <a:r>
                        <a:rPr lang="ar" sz="1600" u="none" strike="noStrike" dirty="0"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 </a:t>
                      </a:r>
                      <a:r>
                        <a:rPr lang="ar" sz="1600" b="1" u="none" strike="noStrike" dirty="0"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1,025 </a:t>
                      </a:r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rtl="1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rtl="1" fontAlgn="b"/>
                      <a:r>
                        <a:rPr lang="ar" sz="1600" b="1" u="none" strike="noStrike" dirty="0"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إجمالي الأصول المتداولة</a:t>
                      </a:r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rtl="1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rtl="1" fontAlgn="b"/>
                      <a:r>
                        <a:rPr lang="ar" sz="1600" b="1" u="none" strike="noStrike" dirty="0"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785</a:t>
                      </a:r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426390260"/>
                  </a:ext>
                </a:extLst>
              </a:tr>
              <a:tr h="401759">
                <a:tc>
                  <a:txBody>
                    <a:bodyPr/>
                    <a:lstStyle/>
                    <a:p>
                      <a:pPr algn="r" rtl="1" fontAlgn="b"/>
                      <a:r>
                        <a:rPr lang="ar" sz="1600" b="1" u="none" strike="noStrike" dirty="0"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الخصوم المتداولة</a:t>
                      </a:r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rtl="1" fontAlgn="b"/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rtl="1" fontAlgn="b"/>
                      <a:r>
                        <a:rPr lang="ar" sz="1600" u="none" strike="noStrike" dirty="0"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 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rtl="1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rtl="1" fontAlgn="b"/>
                      <a:r>
                        <a:rPr lang="ar" sz="1600" b="1" u="none" strike="noStrike" dirty="0"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الخصوم المتداولة</a:t>
                      </a:r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rtl="1" fontAlgn="b"/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rtl="1" fontAlgn="b"/>
                      <a:r>
                        <a:rPr lang="ar" sz="1600" u="none" strike="noStrike" dirty="0"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 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017688582"/>
                  </a:ext>
                </a:extLst>
              </a:tr>
              <a:tr h="390328">
                <a:tc>
                  <a:txBody>
                    <a:bodyPr/>
                    <a:lstStyle/>
                    <a:p>
                      <a:pPr algn="r" rtl="1" fontAlgn="b"/>
                      <a:r>
                        <a:rPr lang="ar" sz="1600" u="none" strike="noStrike" dirty="0"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الذمم الدائنة التجارية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rtl="1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rtl="1" fontAlgn="b"/>
                      <a:r>
                        <a:rPr lang="ar" sz="1600" u="none" strike="noStrike" dirty="0"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 620 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rtl="1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rtl="1" fontAlgn="b"/>
                      <a:r>
                        <a:rPr lang="ar" sz="1600" u="none" strike="noStrike" dirty="0"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الذمم الدائنة التجارية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rtl="1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rtl="1" fontAlgn="b"/>
                      <a:r>
                        <a:rPr lang="ar" sz="1600" u="none" strike="noStrike" dirty="0"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550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536254673"/>
                  </a:ext>
                </a:extLst>
              </a:tr>
            </a:tbl>
          </a:graphicData>
        </a:graphic>
      </p:graphicFrame>
      <p:grpSp>
        <p:nvGrpSpPr>
          <p:cNvPr id="5" name="Group 4">
            <a:extLst>
              <a:ext uri="{FF2B5EF4-FFF2-40B4-BE49-F238E27FC236}">
                <a16:creationId xmlns:a16="http://schemas.microsoft.com/office/drawing/2014/main" id="{871C58DF-77F3-7E33-D03E-0574E71C26E1}"/>
              </a:ext>
            </a:extLst>
          </p:cNvPr>
          <p:cNvGrpSpPr/>
          <p:nvPr/>
        </p:nvGrpSpPr>
        <p:grpSpPr>
          <a:xfrm>
            <a:off x="2033718" y="4762700"/>
            <a:ext cx="5076565" cy="1800200"/>
            <a:chOff x="0" y="353532"/>
            <a:chExt cx="2564804" cy="1538882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D5A6B440-F897-530E-1CA0-387485E3F616}"/>
                </a:ext>
              </a:extLst>
            </p:cNvPr>
            <p:cNvSpPr/>
            <p:nvPr/>
          </p:nvSpPr>
          <p:spPr>
            <a:xfrm>
              <a:off x="0" y="353532"/>
              <a:ext cx="2564804" cy="1538882"/>
            </a:xfrm>
            <a:prstGeom prst="rect">
              <a:avLst/>
            </a:prstGeom>
            <a:gradFill rotWithShape="0">
              <a:gsLst>
                <a:gs pos="0">
                  <a:schemeClr val="accent2">
                    <a:lumMod val="20000"/>
                    <a:lumOff val="80000"/>
                  </a:schemeClr>
                </a:gs>
                <a:gs pos="80000">
                  <a:schemeClr val="accent1">
                    <a:hueOff val="0"/>
                    <a:satOff val="0"/>
                    <a:lumOff val="0"/>
                    <a:alphaOff val="0"/>
                    <a:shade val="93000"/>
                    <a:satMod val="130000"/>
                  </a:schemeClr>
                </a:gs>
                <a:gs pos="100000">
                  <a:schemeClr val="accent1">
                    <a:hueOff val="0"/>
                    <a:satOff val="0"/>
                    <a:lumOff val="0"/>
                    <a:alphaOff val="0"/>
                    <a:shade val="94000"/>
                    <a:satMod val="135000"/>
                  </a:schemeClr>
                </a:gs>
              </a:gsLst>
            </a:gradFill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rgbClr r="0" g="0" b="0"/>
            </a:fillRef>
            <a:effectRef idx="3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rtlCol="1"/>
            <a:lstStyle/>
            <a:p>
              <a:pPr rtl="1"/>
              <a:endParaRPr lang="en-US" dirty="0">
                <a:latin typeface="Sakkal Majalla" panose="02000000000000000000" pitchFamily="2" charset="-78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308EF27-9C26-0254-D23E-9BCC089D2CD9}"/>
                </a:ext>
              </a:extLst>
            </p:cNvPr>
            <p:cNvSpPr txBox="1"/>
            <p:nvPr/>
          </p:nvSpPr>
          <p:spPr>
            <a:xfrm>
              <a:off x="0" y="353532"/>
              <a:ext cx="2564804" cy="153888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0010" tIns="80010" rIns="80010" bIns="80010" numCol="1" spcCol="1270" rtlCol="1" anchor="ctr" anchorCtr="0">
              <a:noAutofit/>
            </a:bodyPr>
            <a:lstStyle/>
            <a:p>
              <a:pPr rtl="1"/>
              <a:r>
                <a:rPr lang="ar" b="1" dirty="0">
                  <a:solidFill>
                    <a:srgbClr val="7030A0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احسب لكل خيار:</a:t>
              </a:r>
            </a:p>
            <a:p>
              <a:pPr marL="285750" indent="-285750" rtl="1">
                <a:buFont typeface="Arial" panose="020B0604020202020204" pitchFamily="34" charset="0"/>
                <a:buChar char="•"/>
              </a:pPr>
              <a:r>
                <a:rPr lang="ar" dirty="0">
                  <a:solidFill>
                    <a:srgbClr val="7030A0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نسبة التداول</a:t>
              </a:r>
            </a:p>
            <a:p>
              <a:pPr marL="285750" indent="-285750" rtl="1">
                <a:buFont typeface="Arial" panose="020B0604020202020204" pitchFamily="34" charset="0"/>
                <a:buChar char="•"/>
              </a:pPr>
              <a:r>
                <a:rPr lang="ar" dirty="0">
                  <a:solidFill>
                    <a:srgbClr val="7030A0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نسبة رأس المال السائل</a:t>
              </a:r>
            </a:p>
            <a:p>
              <a:pPr rtl="1"/>
              <a:r>
                <a:rPr lang="ar" b="1" dirty="0">
                  <a:solidFill>
                    <a:srgbClr val="7030A0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مناقشة</a:t>
              </a:r>
            </a:p>
            <a:p>
              <a:pPr rtl="1"/>
              <a:r>
                <a:rPr lang="ar" dirty="0">
                  <a:solidFill>
                    <a:srgbClr val="7030A0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ما الأعمال التي تتمتع بسيولة أفضل - الخيار 1 أم الخيار 2؟</a:t>
              </a:r>
            </a:p>
          </p:txBody>
        </p:sp>
      </p:grp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FCFEE9-4328-8697-780D-51B8BD300D0B}"/>
              </a:ext>
            </a:extLst>
          </p:cNvPr>
          <p:cNvSpPr txBox="1">
            <a:spLocks/>
          </p:cNvSpPr>
          <p:nvPr/>
        </p:nvSpPr>
        <p:spPr bwMode="auto">
          <a:xfrm>
            <a:off x="35496" y="6603206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/>
          </a:bodyPr>
          <a:lstStyle>
            <a:defPPr>
              <a:defRPr lang="en-GB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9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A103000398478</a:t>
            </a:r>
            <a:endParaRPr lang="ar" sz="900" dirty="0"/>
          </a:p>
        </p:txBody>
      </p:sp>
    </p:spTree>
    <p:extLst>
      <p:ext uri="{BB962C8B-B14F-4D97-AF65-F5344CB8AC3E}">
        <p14:creationId xmlns:p14="http://schemas.microsoft.com/office/powerpoint/2010/main" val="3615185163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05CC04-C64E-EAE8-8139-4439986FCE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2">
            <a:extLst>
              <a:ext uri="{FF2B5EF4-FFF2-40B4-BE49-F238E27FC236}">
                <a16:creationId xmlns:a16="http://schemas.microsoft.com/office/drawing/2014/main" id="{99BF2C63-A682-0A3B-9D26-14E5DB98C7A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783654"/>
            <a:ext cx="8229600" cy="45719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  <a:noAutofit/>
          </a:bodyPr>
          <a:lstStyle/>
          <a:p>
            <a:pPr rtl="1">
              <a:lnSpc>
                <a:spcPct val="90000"/>
              </a:lnSpc>
              <a:spcBef>
                <a:spcPts val="1200"/>
              </a:spcBef>
              <a:spcAft>
                <a:spcPts val="1500"/>
              </a:spcAft>
            </a:pPr>
            <a:r>
              <a:rPr lang="ar" sz="2200" b="1" dirty="0"/>
              <a:t>ج2 إجراء المقارنات - ما الخيار الأفضل للأعمال؟ </a:t>
            </a:r>
            <a:br>
              <a:rPr lang="en-US" altLang="en-US" sz="2200" b="1" dirty="0"/>
            </a:br>
            <a:br>
              <a:rPr lang="en-US" altLang="en-US" sz="2200" b="1" dirty="0"/>
            </a:br>
            <a:br>
              <a:rPr lang="en-US" altLang="en-US" sz="2200" b="1" dirty="0"/>
            </a:br>
            <a:endParaRPr lang="en-GB" altLang="en-US" sz="22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F86BFC2-5474-79DA-B90B-5F4F8397153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4" r="154"/>
          <a:stretch/>
        </p:blipFill>
        <p:spPr>
          <a:xfrm>
            <a:off x="223453" y="1700808"/>
            <a:ext cx="8805955" cy="2463722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19FABA14-CCDA-89E4-CC88-89B85DB2C2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518" y="4329100"/>
            <a:ext cx="8712969" cy="2088232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lvl="0" rtl="1">
              <a:lnSpc>
                <a:spcPct val="120000"/>
              </a:lnSpc>
              <a:spcBef>
                <a:spcPct val="20000"/>
              </a:spcBef>
            </a:pPr>
            <a:r>
              <a:rPr lang="ar" dirty="0">
                <a:latin typeface="Sakkal Majalla" panose="02000000000000000000" pitchFamily="2" charset="-78"/>
                <a:cs typeface="Sakkal Majalla" panose="02000000000000000000" pitchFamily="2" charset="-78"/>
              </a:rPr>
              <a:t>في تقييمك، يمكنك مقارنة النسب المالية للمساعدة على اتخاذ قرار في عملك. </a:t>
            </a:r>
          </a:p>
          <a:p>
            <a:pPr lvl="0" rtl="1">
              <a:lnSpc>
                <a:spcPct val="120000"/>
              </a:lnSpc>
              <a:spcBef>
                <a:spcPct val="20000"/>
              </a:spcBef>
            </a:pPr>
            <a:r>
              <a:rPr lang="ar" dirty="0">
                <a:latin typeface="Sakkal Majalla" panose="02000000000000000000" pitchFamily="2" charset="-78"/>
                <a:cs typeface="Sakkal Majalla" panose="02000000000000000000" pitchFamily="2" charset="-78"/>
              </a:rPr>
              <a:t>في هذا المثال:</a:t>
            </a:r>
          </a:p>
          <a:p>
            <a:pPr marL="285750" lvl="0" indent="-285750" rtl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ar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الربحية</a:t>
            </a:r>
            <a:r>
              <a:rPr lang="ar" dirty="0">
                <a:latin typeface="Sakkal Majalla" panose="02000000000000000000" pitchFamily="2" charset="-78"/>
                <a:cs typeface="Sakkal Majalla" panose="02000000000000000000" pitchFamily="2" charset="-78"/>
              </a:rPr>
              <a:t>: يتوقع الخيار 1 أن هامش الربح الصافي أعلى (NPM٪) وبالتالي قد يكون هناك المزيد من الأرباح لإنفاقها أو إعادة استثمارها</a:t>
            </a:r>
          </a:p>
          <a:p>
            <a:pPr marL="285750" lvl="0" indent="-285750" rtl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ar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السيولة</a:t>
            </a:r>
            <a:r>
              <a:rPr lang="ar" dirty="0">
                <a:latin typeface="Sakkal Majalla" panose="02000000000000000000" pitchFamily="2" charset="-78"/>
                <a:cs typeface="Sakkal Majalla" panose="02000000000000000000" pitchFamily="2" charset="-78"/>
              </a:rPr>
              <a:t>: يتوقع الخيار 1 بأن نسبة السيولة ونسبة رأس المال السائل أعلى وبالتالي فهو مجهز بشكل أفضل لسداد ديونه مقارنة بالخيار 1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45DD2CDE-DABC-77C1-460F-01222F7B670B}"/>
              </a:ext>
            </a:extLst>
          </p:cNvPr>
          <p:cNvSpPr txBox="1">
            <a:spLocks/>
          </p:cNvSpPr>
          <p:nvPr/>
        </p:nvSpPr>
        <p:spPr bwMode="auto">
          <a:xfrm>
            <a:off x="35496" y="6603206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/>
          </a:bodyPr>
          <a:lstStyle>
            <a:defPPr>
              <a:defRPr lang="en-GB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9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A103000398478</a:t>
            </a:r>
            <a:endParaRPr lang="ar" sz="900" dirty="0"/>
          </a:p>
        </p:txBody>
      </p:sp>
    </p:spTree>
    <p:extLst>
      <p:ext uri="{BB962C8B-B14F-4D97-AF65-F5344CB8AC3E}">
        <p14:creationId xmlns:p14="http://schemas.microsoft.com/office/powerpoint/2010/main" val="2015137017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3E94D3-A8F1-76E3-55D3-1EBBA94029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2">
            <a:extLst>
              <a:ext uri="{FF2B5EF4-FFF2-40B4-BE49-F238E27FC236}">
                <a16:creationId xmlns:a16="http://schemas.microsoft.com/office/drawing/2014/main" id="{1DD7AD15-F3F7-9070-7D06-5470F6EB5AE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843088"/>
            <a:ext cx="8229600" cy="5064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rtl="1">
              <a:spcBef>
                <a:spcPts val="1200"/>
              </a:spcBef>
              <a:spcAft>
                <a:spcPts val="1500"/>
              </a:spcAft>
            </a:pPr>
            <a:r>
              <a:rPr lang="ar" sz="2600" dirty="0"/>
              <a:t>نتاج التعلم ج</a:t>
            </a:r>
            <a:br>
              <a:rPr lang="en-US" altLang="en-US" sz="2600" dirty="0"/>
            </a:br>
            <a:br>
              <a:rPr lang="en-US" altLang="en-US" sz="2600" dirty="0"/>
            </a:br>
            <a:endParaRPr lang="en-GB" altLang="en-US" sz="2600" dirty="0"/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70DEB1C3-5239-B442-3422-C19F767572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2775" y="2493962"/>
            <a:ext cx="7991475" cy="25192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" sz="46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نسب الكفاءة</a:t>
            </a:r>
          </a:p>
          <a:p>
            <a:pPr algn="ctr" rtl="1"/>
            <a:endParaRPr lang="en-GB" altLang="en-US" sz="2000" b="1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algn="ctr" rtl="1"/>
            <a:r>
              <a:rPr lang="ar" sz="22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أيام الذمم التجارية المدينة</a:t>
            </a:r>
          </a:p>
          <a:p>
            <a:pPr algn="ctr" rtl="1"/>
            <a:r>
              <a:rPr lang="ar" sz="22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أيام الذمم التجارية الدائنة</a:t>
            </a:r>
          </a:p>
          <a:p>
            <a:pPr algn="ctr" rtl="1"/>
            <a:r>
              <a:rPr lang="ar" sz="22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مُعدّل دوران المخزون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94452BBF-CBDB-0D4E-484A-E2D788BACF5E}"/>
              </a:ext>
            </a:extLst>
          </p:cNvPr>
          <p:cNvSpPr txBox="1">
            <a:spLocks/>
          </p:cNvSpPr>
          <p:nvPr/>
        </p:nvSpPr>
        <p:spPr bwMode="auto">
          <a:xfrm>
            <a:off x="35496" y="6603206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/>
          </a:bodyPr>
          <a:lstStyle>
            <a:defPPr>
              <a:defRPr lang="en-GB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9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A103000398478</a:t>
            </a:r>
            <a:endParaRPr lang="ar" sz="900" dirty="0"/>
          </a:p>
        </p:txBody>
      </p:sp>
    </p:spTree>
    <p:extLst>
      <p:ext uri="{BB962C8B-B14F-4D97-AF65-F5344CB8AC3E}">
        <p14:creationId xmlns:p14="http://schemas.microsoft.com/office/powerpoint/2010/main" val="2011133996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E8349F-4534-E5E6-F92F-21F5A185AE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2">
            <a:extLst>
              <a:ext uri="{FF2B5EF4-FFF2-40B4-BE49-F238E27FC236}">
                <a16:creationId xmlns:a16="http://schemas.microsoft.com/office/drawing/2014/main" id="{31AD1756-2A62-6DBF-3D6A-49C60678F98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26887" y="1084499"/>
            <a:ext cx="8229600" cy="5064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rtl="1">
              <a:spcBef>
                <a:spcPts val="1200"/>
              </a:spcBef>
              <a:spcAft>
                <a:spcPts val="1500"/>
              </a:spcAft>
            </a:pPr>
            <a:r>
              <a:rPr lang="ar" sz="2200" b="1" dirty="0">
                <a:effectLst/>
              </a:rPr>
              <a:t>ج2 نسب الكفاءة</a:t>
            </a:r>
            <a:br>
              <a:rPr lang="en-US" altLang="en-US" sz="2200" dirty="0"/>
            </a:br>
            <a:br>
              <a:rPr lang="en-US" altLang="en-US" sz="2200" dirty="0"/>
            </a:br>
            <a:endParaRPr lang="en-GB" altLang="en-US" sz="2200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1BAAFAB2-E488-E3BC-CD0C-C885B52BC396}"/>
              </a:ext>
            </a:extLst>
          </p:cNvPr>
          <p:cNvGrpSpPr/>
          <p:nvPr/>
        </p:nvGrpSpPr>
        <p:grpSpPr>
          <a:xfrm>
            <a:off x="5742762" y="5423838"/>
            <a:ext cx="2609418" cy="960206"/>
            <a:chOff x="0" y="353532"/>
            <a:chExt cx="2564804" cy="1538882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27B93787-9382-FDB0-4CCD-D0CC8587DE53}"/>
                </a:ext>
              </a:extLst>
            </p:cNvPr>
            <p:cNvSpPr/>
            <p:nvPr/>
          </p:nvSpPr>
          <p:spPr>
            <a:xfrm>
              <a:off x="0" y="353532"/>
              <a:ext cx="2564804" cy="1538882"/>
            </a:xfrm>
            <a:prstGeom prst="rect">
              <a:avLst/>
            </a:prstGeom>
            <a:gradFill rotWithShape="0">
              <a:gsLst>
                <a:gs pos="0">
                  <a:schemeClr val="accent2">
                    <a:lumMod val="20000"/>
                    <a:lumOff val="80000"/>
                  </a:schemeClr>
                </a:gs>
                <a:gs pos="80000">
                  <a:schemeClr val="accent1">
                    <a:hueOff val="0"/>
                    <a:satOff val="0"/>
                    <a:lumOff val="0"/>
                    <a:alphaOff val="0"/>
                    <a:shade val="93000"/>
                    <a:satMod val="130000"/>
                  </a:schemeClr>
                </a:gs>
                <a:gs pos="100000">
                  <a:schemeClr val="accent1">
                    <a:hueOff val="0"/>
                    <a:satOff val="0"/>
                    <a:lumOff val="0"/>
                    <a:alphaOff val="0"/>
                    <a:shade val="94000"/>
                    <a:satMod val="135000"/>
                  </a:schemeClr>
                </a:gs>
              </a:gsLst>
            </a:gradFill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rgbClr r="0" g="0" b="0"/>
            </a:fillRef>
            <a:effectRef idx="3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rtlCol="1"/>
            <a:lstStyle/>
            <a:p>
              <a:pPr rtl="1"/>
              <a:endParaRPr lang="en-US" dirty="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82145C14-EEEE-D95A-81C6-1C3CD6AE1807}"/>
                </a:ext>
              </a:extLst>
            </p:cNvPr>
            <p:cNvSpPr txBox="1"/>
            <p:nvPr/>
          </p:nvSpPr>
          <p:spPr>
            <a:xfrm>
              <a:off x="0" y="353532"/>
              <a:ext cx="2564804" cy="153888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0010" tIns="80010" rIns="80010" bIns="80010" numCol="1" spcCol="1270" rtlCol="1" anchor="ctr" anchorCtr="0">
              <a:noAutofit/>
            </a:bodyPr>
            <a:lstStyle/>
            <a:p>
              <a:pPr rtl="1"/>
              <a:r>
                <a:rPr lang="ar" sz="1600" b="1" dirty="0">
                  <a:solidFill>
                    <a:srgbClr val="7030A0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نصائح مهمة</a:t>
              </a:r>
            </a:p>
            <a:p>
              <a:pPr rtl="1"/>
              <a:r>
                <a:rPr lang="ar" sz="1600" dirty="0">
                  <a:solidFill>
                    <a:srgbClr val="7030A0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راجع الوحدة 3 لتذكير نفسك بقياس الكفاءة</a:t>
              </a:r>
              <a:r>
                <a:rPr lang="ar" sz="1600" b="1" dirty="0">
                  <a:solidFill>
                    <a:srgbClr val="7030A0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 </a:t>
              </a:r>
            </a:p>
          </p:txBody>
        </p:sp>
      </p:grpSp>
      <p:sp>
        <p:nvSpPr>
          <p:cNvPr id="13" name="Rectangle 1">
            <a:extLst>
              <a:ext uri="{FF2B5EF4-FFF2-40B4-BE49-F238E27FC236}">
                <a16:creationId xmlns:a16="http://schemas.microsoft.com/office/drawing/2014/main" id="{980BD729-A326-9866-4A85-EE79ECBF55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2824" y="1528059"/>
            <a:ext cx="777504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ct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ar" b="0" i="0" strike="noStrike" cap="none" normalizeH="0" dirty="0">
                <a:ln>
                  <a:noFill/>
                </a:ln>
                <a:effectLst/>
                <a:latin typeface="Sakkal Majalla" panose="02000000000000000000" pitchFamily="2" charset="-78"/>
                <a:ea typeface="Calibri" panose="020F0502020204030204" pitchFamily="34" charset="0"/>
                <a:cs typeface="Sakkal Majalla" panose="02000000000000000000" pitchFamily="2" charset="-78"/>
              </a:rPr>
              <a:t>تُظهر نسب الكفاءة مدى جودة استخدام الشركة لمواردها وهي جزء من قياس </a:t>
            </a:r>
            <a:r>
              <a:rPr lang="ar" dirty="0">
                <a:latin typeface="Sakkal Majalla" panose="02000000000000000000" pitchFamily="2" charset="-78"/>
                <a:ea typeface="Calibri" panose="020F0502020204030204" pitchFamily="34" charset="0"/>
                <a:cs typeface="Sakkal Majalla" panose="02000000000000000000" pitchFamily="2" charset="-78"/>
              </a:rPr>
              <a:t> سيولة الأعمال</a:t>
            </a:r>
            <a:endParaRPr kumimoji="0" lang="en-GB" altLang="en-US" b="0" i="0" strike="noStrike" cap="none" normalizeH="0" baseline="0" dirty="0">
              <a:ln>
                <a:noFill/>
              </a:ln>
              <a:effectLst/>
              <a:latin typeface="Sakkal Majalla" panose="02000000000000000000" pitchFamily="2" charset="-78"/>
              <a:ea typeface="Calibri" panose="020F0502020204030204" pitchFamily="34" charset="0"/>
              <a:cs typeface="Sakkal Majalla" panose="02000000000000000000" pitchFamily="2" charset="-78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D8EA5AE-D9E8-5BA6-7CDA-D6B11B65B982}"/>
              </a:ext>
            </a:extLst>
          </p:cNvPr>
          <p:cNvSpPr txBox="1"/>
          <p:nvPr/>
        </p:nvSpPr>
        <p:spPr>
          <a:xfrm>
            <a:off x="592824" y="4219650"/>
            <a:ext cx="7775040" cy="923330"/>
          </a:xfrm>
          <a:prstGeom prst="rect">
            <a:avLst/>
          </a:prstGeom>
          <a:solidFill>
            <a:schemeClr val="accent5"/>
          </a:solidFill>
          <a:ln w="19050">
            <a:solidFill>
              <a:schemeClr val="tx1"/>
            </a:solidFill>
          </a:ln>
        </p:spPr>
        <p:txBody>
          <a:bodyPr wrap="square" rtlCol="1">
            <a:spAutoFit/>
          </a:bodyPr>
          <a:lstStyle/>
          <a:p>
            <a:pPr rtl="1"/>
            <a:endParaRPr lang="en-US" altLang="en-US" b="1" dirty="0">
              <a:latin typeface="Sakkal Majalla" panose="02000000000000000000" pitchFamily="2" charset="-78"/>
            </a:endParaRPr>
          </a:p>
          <a:p>
            <a:pPr marL="285750" indent="-285750" rtl="1">
              <a:buFont typeface="Arial" panose="020B0604020202020204" pitchFamily="34" charset="0"/>
              <a:buChar char="•"/>
            </a:pPr>
            <a:r>
              <a:rPr lang="ar" dirty="0">
                <a:latin typeface="Sakkal Majalla" panose="02000000000000000000" pitchFamily="2" charset="-78"/>
                <a:cs typeface="Sakkal Majalla" panose="02000000000000000000" pitchFamily="2" charset="-78"/>
              </a:rPr>
              <a:t>عدد الأيام التي تحتفظ فيها الشركة بمخزونها</a:t>
            </a:r>
          </a:p>
          <a:p>
            <a:pPr marL="285750" indent="-285750" rtl="1">
              <a:buFont typeface="Arial" panose="020B0604020202020204" pitchFamily="34" charset="0"/>
              <a:buChar char="•"/>
            </a:pPr>
            <a:r>
              <a:rPr lang="ar" dirty="0">
                <a:latin typeface="Sakkal Majalla" panose="02000000000000000000" pitchFamily="2" charset="-78"/>
                <a:cs typeface="Sakkal Majalla" panose="02000000000000000000" pitchFamily="2" charset="-78"/>
              </a:rPr>
              <a:t>تُفضل الأرقام الأعلى، حيث تشير الأرقام المنخفضة إلى مشكلة في إدارة المخزون</a:t>
            </a:r>
            <a:endParaRPr lang="en-GB" altLang="en-US" dirty="0">
              <a:latin typeface="Cambria Math" panose="02040503050406030204" pitchFamily="18" charset="0"/>
              <a:cs typeface="Sakkal Majalla" panose="02000000000000000000" pitchFamily="2" charset="-78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011C3FF-08B9-EBFC-4697-5C551AC85E4A}"/>
              </a:ext>
            </a:extLst>
          </p:cNvPr>
          <p:cNvSpPr txBox="1"/>
          <p:nvPr/>
        </p:nvSpPr>
        <p:spPr>
          <a:xfrm>
            <a:off x="592824" y="2058733"/>
            <a:ext cx="7775040" cy="923330"/>
          </a:xfrm>
          <a:prstGeom prst="rect">
            <a:avLst/>
          </a:prstGeom>
          <a:solidFill>
            <a:schemeClr val="accent5"/>
          </a:solidFill>
          <a:ln w="19050">
            <a:solidFill>
              <a:schemeClr val="tx1"/>
            </a:solidFill>
          </a:ln>
        </p:spPr>
        <p:txBody>
          <a:bodyPr wrap="square" rtlCol="1">
            <a:spAutoFit/>
          </a:bodyPr>
          <a:lstStyle/>
          <a:p>
            <a:pPr algn="ctr" rtl="1"/>
            <a:endParaRPr lang="en-US" altLang="en-US" b="1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285750" indent="-285750" rtl="1">
              <a:buFont typeface="Arial" panose="020B0604020202020204" pitchFamily="34" charset="0"/>
              <a:buChar char="•"/>
            </a:pPr>
            <a:r>
              <a:rPr lang="ar" dirty="0">
                <a:latin typeface="Sakkal Majalla" panose="02000000000000000000" pitchFamily="2" charset="-78"/>
                <a:cs typeface="Sakkal Majalla" panose="02000000000000000000" pitchFamily="2" charset="-78"/>
              </a:rPr>
              <a:t>عدد الأيام التي يستغرقها المدين لدفع فواتيره</a:t>
            </a:r>
          </a:p>
          <a:p>
            <a:pPr marL="285750" indent="-285750" rtl="1">
              <a:buFont typeface="Arial" panose="020B0604020202020204" pitchFamily="34" charset="0"/>
              <a:buChar char="•"/>
            </a:pPr>
            <a:r>
              <a:rPr lang="ar" dirty="0">
                <a:latin typeface="Sakkal Majalla" panose="02000000000000000000" pitchFamily="2" charset="-78"/>
                <a:cs typeface="Sakkal Majalla" panose="02000000000000000000" pitchFamily="2" charset="-78"/>
              </a:rPr>
              <a:t>يشير الرقم المرتفع إلى وجود مشكلة في تحصيل الديون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D5CFFD2-0BC1-0B2B-4920-EFEFD84B3205}"/>
              </a:ext>
            </a:extLst>
          </p:cNvPr>
          <p:cNvSpPr txBox="1"/>
          <p:nvPr/>
        </p:nvSpPr>
        <p:spPr>
          <a:xfrm>
            <a:off x="592824" y="3015462"/>
            <a:ext cx="7775040" cy="923330"/>
          </a:xfrm>
          <a:prstGeom prst="rect">
            <a:avLst/>
          </a:prstGeom>
          <a:solidFill>
            <a:schemeClr val="accent5"/>
          </a:solidFill>
          <a:ln w="19050">
            <a:solidFill>
              <a:schemeClr val="tx1"/>
            </a:solidFill>
          </a:ln>
        </p:spPr>
        <p:txBody>
          <a:bodyPr wrap="square" rtlCol="1">
            <a:spAutoFit/>
          </a:bodyPr>
          <a:lstStyle/>
          <a:p>
            <a:pPr rtl="1"/>
            <a:endParaRPr lang="en-US" altLang="en-US" b="1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ar-EG" dirty="0">
                <a:latin typeface="Sakkal Majalla" panose="02000000000000000000" pitchFamily="2" charset="-78"/>
                <a:cs typeface="Sakkal Majalla" panose="02000000000000000000" pitchFamily="2" charset="-78"/>
              </a:rPr>
              <a:t>عدد الأيام   التي   يستغرقها الدائن   لتسوية  ديونه </a:t>
            </a:r>
          </a:p>
          <a:p>
            <a:pPr marL="285750" indent="-285750" rtl="1">
              <a:buFont typeface="Arial" panose="020B0604020202020204" pitchFamily="34" charset="0"/>
              <a:buChar char="•"/>
            </a:pPr>
            <a:r>
              <a:rPr lang="ar" dirty="0">
                <a:latin typeface="Sakkal Majalla" panose="02000000000000000000" pitchFamily="2" charset="-78"/>
                <a:cs typeface="Sakkal Majalla" panose="02000000000000000000" pitchFamily="2" charset="-78"/>
              </a:rPr>
              <a:t>بشكل عام، يجب أن تستغرق الشركة أطول وقت ممكن لسداد ديونها وبالتالي زيادة التدفق النقدي.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D946772D-52A5-F6C5-8F82-98E3905A23B9}"/>
              </a:ext>
            </a:extLst>
          </p:cNvPr>
          <p:cNvGrpSpPr/>
          <p:nvPr/>
        </p:nvGrpSpPr>
        <p:grpSpPr>
          <a:xfrm>
            <a:off x="683568" y="5423838"/>
            <a:ext cx="4843272" cy="960206"/>
            <a:chOff x="0" y="353532"/>
            <a:chExt cx="2564804" cy="1538882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62D1CB6C-C06F-EAD7-4D62-92933BF1FFCB}"/>
                </a:ext>
              </a:extLst>
            </p:cNvPr>
            <p:cNvSpPr/>
            <p:nvPr/>
          </p:nvSpPr>
          <p:spPr>
            <a:xfrm>
              <a:off x="0" y="353532"/>
              <a:ext cx="2564804" cy="1538882"/>
            </a:xfrm>
            <a:prstGeom prst="rect">
              <a:avLst/>
            </a:prstGeom>
            <a:gradFill rotWithShape="0">
              <a:gsLst>
                <a:gs pos="0">
                  <a:schemeClr val="accent2">
                    <a:lumMod val="20000"/>
                    <a:lumOff val="80000"/>
                  </a:schemeClr>
                </a:gs>
                <a:gs pos="80000">
                  <a:schemeClr val="accent1">
                    <a:hueOff val="0"/>
                    <a:satOff val="0"/>
                    <a:lumOff val="0"/>
                    <a:alphaOff val="0"/>
                    <a:shade val="93000"/>
                    <a:satMod val="130000"/>
                  </a:schemeClr>
                </a:gs>
                <a:gs pos="100000">
                  <a:schemeClr val="accent1">
                    <a:hueOff val="0"/>
                    <a:satOff val="0"/>
                    <a:lumOff val="0"/>
                    <a:alphaOff val="0"/>
                    <a:shade val="94000"/>
                    <a:satMod val="135000"/>
                  </a:schemeClr>
                </a:gs>
              </a:gsLst>
            </a:gradFill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rgbClr r="0" g="0" b="0"/>
            </a:fillRef>
            <a:effectRef idx="3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rtlCol="1"/>
            <a:lstStyle/>
            <a:p>
              <a:pPr rtl="1"/>
              <a:endParaRPr lang="en-US" dirty="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21EB2B62-9140-2B6C-C219-3F40AE0A9490}"/>
                </a:ext>
              </a:extLst>
            </p:cNvPr>
            <p:cNvSpPr txBox="1"/>
            <p:nvPr/>
          </p:nvSpPr>
          <p:spPr>
            <a:xfrm>
              <a:off x="0" y="353532"/>
              <a:ext cx="2564804" cy="153888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0010" tIns="80010" rIns="80010" bIns="80010" numCol="1" spcCol="1270" rtlCol="1" anchor="ctr" anchorCtr="0">
              <a:noAutofit/>
            </a:bodyPr>
            <a:lstStyle/>
            <a:p>
              <a:pPr rtl="1"/>
              <a:r>
                <a:rPr lang="ar" sz="1600" b="1" dirty="0">
                  <a:solidFill>
                    <a:srgbClr val="7030A0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مناقشة</a:t>
              </a:r>
            </a:p>
            <a:p>
              <a:pPr marL="285750" indent="-285750" rtl="1">
                <a:buFont typeface="Arial" panose="020B0604020202020204" pitchFamily="34" charset="0"/>
                <a:buChar char="•"/>
              </a:pPr>
              <a:r>
                <a:rPr lang="ar" sz="1600" dirty="0">
                  <a:solidFill>
                    <a:srgbClr val="7030A0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لماذا قد </a:t>
              </a:r>
              <a:r>
                <a:rPr lang="ar" sz="1600" b="1" dirty="0">
                  <a:solidFill>
                    <a:srgbClr val="7030A0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لا </a:t>
              </a:r>
              <a:r>
                <a:rPr lang="ar" sz="1600" dirty="0">
                  <a:solidFill>
                    <a:srgbClr val="7030A0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 تقدم شركة صغيرة مبيعات ائتمانية؟</a:t>
              </a:r>
            </a:p>
            <a:p>
              <a:pPr marL="285750" indent="-285750" rtl="1">
                <a:buFont typeface="Arial" panose="020B0604020202020204" pitchFamily="34" charset="0"/>
                <a:buChar char="•"/>
              </a:pPr>
              <a:r>
                <a:rPr lang="ar" sz="1600" dirty="0">
                  <a:solidFill>
                    <a:srgbClr val="7030A0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كيف يمكن للائتمان التجاري لمدة 30 يومًا أن يساعد شركة صغيرة؟</a:t>
              </a:r>
              <a:endParaRPr lang="en-US" sz="1600" b="1" dirty="0">
                <a:solidFill>
                  <a:srgbClr val="7030A0"/>
                </a:solidFill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</p:grpSp>
      <p:sp>
        <p:nvSpPr>
          <p:cNvPr id="4" name="Rectangle 1">
            <a:extLst>
              <a:ext uri="{FF2B5EF4-FFF2-40B4-BE49-F238E27FC236}">
                <a16:creationId xmlns:a16="http://schemas.microsoft.com/office/drawing/2014/main" id="{85C82C3D-FCDD-6A00-0877-3FD08ECD56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2824" y="2060848"/>
            <a:ext cx="777504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ct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ar-EG" b="1" i="0" strike="noStrike" cap="none" normalizeH="0" dirty="0">
                <a:ln>
                  <a:noFill/>
                </a:ln>
                <a:effectLst/>
                <a:latin typeface="Sakkal Majalla" panose="02000000000000000000" pitchFamily="2" charset="-78"/>
                <a:ea typeface="Calibri" panose="020F0502020204030204" pitchFamily="34" charset="0"/>
                <a:cs typeface="Sakkal Majalla" panose="02000000000000000000" pitchFamily="2" charset="-78"/>
              </a:rPr>
              <a:t>أيام الذمم المدينة </a:t>
            </a:r>
            <a:r>
              <a:rPr lang="ar-EG" b="0" i="0" strike="noStrike" cap="none" normalizeH="0" dirty="0">
                <a:ln>
                  <a:noFill/>
                </a:ln>
                <a:effectLst/>
                <a:latin typeface="Sakkal Majalla" panose="02000000000000000000" pitchFamily="2" charset="-78"/>
                <a:ea typeface="Calibri" panose="020F0502020204030204" pitchFamily="34" charset="0"/>
                <a:cs typeface="Sakkal Majalla" panose="02000000000000000000" pitchFamily="2" charset="-78"/>
              </a:rPr>
              <a:t>= (الذمم المدينة ÷ مبيعات الائتمان) × 365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95871A27-0A66-583A-727B-065FE8990B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2824" y="3015462"/>
            <a:ext cx="777504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ct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ar-EG" b="1" i="0" strike="noStrike" cap="none" normalizeH="0" dirty="0">
                <a:ln>
                  <a:noFill/>
                </a:ln>
                <a:effectLst/>
                <a:latin typeface="Sakkal Majalla" panose="02000000000000000000" pitchFamily="2" charset="-78"/>
                <a:ea typeface="Calibri" panose="020F0502020204030204" pitchFamily="34" charset="0"/>
                <a:cs typeface="Sakkal Majalla" panose="02000000000000000000" pitchFamily="2" charset="-78"/>
              </a:rPr>
              <a:t>أيام الذمم الدائنة </a:t>
            </a:r>
            <a:r>
              <a:rPr lang="ar-EG" b="0" i="0" strike="noStrike" cap="none" normalizeH="0" dirty="0">
                <a:ln>
                  <a:noFill/>
                </a:ln>
                <a:effectLst/>
                <a:latin typeface="Sakkal Majalla" panose="02000000000000000000" pitchFamily="2" charset="-78"/>
                <a:ea typeface="Calibri" panose="020F0502020204030204" pitchFamily="34" charset="0"/>
                <a:cs typeface="Sakkal Majalla" panose="02000000000000000000" pitchFamily="2" charset="-78"/>
              </a:rPr>
              <a:t>= (الذمم الدائنة</a:t>
            </a:r>
            <a:r>
              <a:rPr lang="en-US" b="0" i="0" strike="noStrike" cap="none" normalizeH="0" dirty="0">
                <a:ln>
                  <a:noFill/>
                </a:ln>
                <a:effectLst/>
                <a:latin typeface="Sakkal Majalla" panose="02000000000000000000" pitchFamily="2" charset="-78"/>
                <a:ea typeface="Calibri" panose="020F0502020204030204" pitchFamily="34" charset="0"/>
                <a:cs typeface="Sakkal Majalla" panose="02000000000000000000" pitchFamily="2" charset="-78"/>
              </a:rPr>
              <a:t> </a:t>
            </a:r>
            <a:r>
              <a:rPr lang="ar-EG" b="0" i="0" strike="noStrike" cap="none" normalizeH="0" dirty="0">
                <a:ln>
                  <a:noFill/>
                </a:ln>
                <a:effectLst/>
                <a:latin typeface="Sakkal Majalla" panose="02000000000000000000" pitchFamily="2" charset="-78"/>
                <a:ea typeface="Calibri" panose="020F0502020204030204" pitchFamily="34" charset="0"/>
                <a:cs typeface="Sakkal Majalla" panose="02000000000000000000" pitchFamily="2" charset="-78"/>
              </a:rPr>
              <a:t>÷</a:t>
            </a:r>
            <a:r>
              <a:rPr lang="en-US" b="0" i="0" strike="noStrike" cap="none" normalizeH="0" dirty="0">
                <a:ln>
                  <a:noFill/>
                </a:ln>
                <a:effectLst/>
                <a:latin typeface="Sakkal Majalla" panose="02000000000000000000" pitchFamily="2" charset="-78"/>
                <a:ea typeface="Calibri" panose="020F0502020204030204" pitchFamily="34" charset="0"/>
                <a:cs typeface="Sakkal Majalla" panose="02000000000000000000" pitchFamily="2" charset="-78"/>
              </a:rPr>
              <a:t> </a:t>
            </a:r>
            <a:r>
              <a:rPr lang="ar-EG" b="0" i="0" strike="noStrike" cap="none" normalizeH="0" dirty="0">
                <a:ln>
                  <a:noFill/>
                </a:ln>
                <a:effectLst/>
                <a:latin typeface="Sakkal Majalla" panose="02000000000000000000" pitchFamily="2" charset="-78"/>
                <a:ea typeface="Calibri" panose="020F0502020204030204" pitchFamily="34" charset="0"/>
                <a:cs typeface="Sakkal Majalla" panose="02000000000000000000" pitchFamily="2" charset="-78"/>
              </a:rPr>
              <a:t>تكلفة   المبيعات) × 365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68686068-DB73-2047-BBD3-120833C08C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2824" y="4222147"/>
            <a:ext cx="777504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ct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ar-EG" b="1" i="0" strike="noStrike" cap="none" normalizeH="0" dirty="0">
                <a:ln>
                  <a:noFill/>
                </a:ln>
                <a:effectLst/>
                <a:latin typeface="Sakkal Majalla" panose="02000000000000000000" pitchFamily="2" charset="-78"/>
                <a:ea typeface="Calibri" panose="020F0502020204030204" pitchFamily="34" charset="0"/>
                <a:cs typeface="Sakkal Majalla" panose="02000000000000000000" pitchFamily="2" charset="-78"/>
              </a:rPr>
              <a:t>دوران المخزون</a:t>
            </a:r>
            <a:r>
              <a:rPr lang="ar-EG" b="0" i="0" strike="noStrike" cap="none" normalizeH="0" dirty="0">
                <a:ln>
                  <a:noFill/>
                </a:ln>
                <a:effectLst/>
                <a:latin typeface="Sakkal Majalla" panose="02000000000000000000" pitchFamily="2" charset="-78"/>
                <a:ea typeface="Calibri" panose="020F0502020204030204" pitchFamily="34" charset="0"/>
                <a:cs typeface="Sakkal Majalla" panose="02000000000000000000" pitchFamily="2" charset="-78"/>
              </a:rPr>
              <a:t> = (تكلفة   المبيعات</a:t>
            </a:r>
            <a:r>
              <a:rPr lang="en-US" b="0" i="0" strike="noStrike" cap="none" normalizeH="0" dirty="0">
                <a:ln>
                  <a:noFill/>
                </a:ln>
                <a:effectLst/>
                <a:latin typeface="Sakkal Majalla" panose="02000000000000000000" pitchFamily="2" charset="-78"/>
                <a:ea typeface="Calibri" panose="020F0502020204030204" pitchFamily="34" charset="0"/>
                <a:cs typeface="Sakkal Majalla" panose="02000000000000000000" pitchFamily="2" charset="-78"/>
              </a:rPr>
              <a:t> </a:t>
            </a:r>
            <a:r>
              <a:rPr lang="ar-EG" b="0" i="0" strike="noStrike" cap="none" normalizeH="0" dirty="0">
                <a:ln>
                  <a:noFill/>
                </a:ln>
                <a:effectLst/>
                <a:latin typeface="Sakkal Majalla" panose="02000000000000000000" pitchFamily="2" charset="-78"/>
                <a:ea typeface="Calibri" panose="020F0502020204030204" pitchFamily="34" charset="0"/>
                <a:cs typeface="Sakkal Majalla" panose="02000000000000000000" pitchFamily="2" charset="-78"/>
              </a:rPr>
              <a:t>÷</a:t>
            </a:r>
            <a:r>
              <a:rPr lang="en-US" b="0" i="0" strike="noStrike" cap="none" normalizeH="0" dirty="0">
                <a:ln>
                  <a:noFill/>
                </a:ln>
                <a:effectLst/>
                <a:latin typeface="Sakkal Majalla" panose="02000000000000000000" pitchFamily="2" charset="-78"/>
                <a:ea typeface="Calibri" panose="020F0502020204030204" pitchFamily="34" charset="0"/>
                <a:cs typeface="Sakkal Majalla" panose="02000000000000000000" pitchFamily="2" charset="-78"/>
              </a:rPr>
              <a:t> </a:t>
            </a:r>
            <a:r>
              <a:rPr lang="ar-EG" b="0" i="0" strike="noStrike" cap="none" normalizeH="0" dirty="0">
                <a:ln>
                  <a:noFill/>
                </a:ln>
                <a:effectLst/>
                <a:latin typeface="Sakkal Majalla" panose="02000000000000000000" pitchFamily="2" charset="-78"/>
                <a:ea typeface="Calibri" panose="020F0502020204030204" pitchFamily="34" charset="0"/>
                <a:cs typeface="Sakkal Majalla" panose="02000000000000000000" pitchFamily="2" charset="-78"/>
              </a:rPr>
              <a:t>متوسط المخزون المحتفظ به)  ×365</a:t>
            </a:r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5ABF805B-7E06-29F9-984B-C8E1A05BF20D}"/>
              </a:ext>
            </a:extLst>
          </p:cNvPr>
          <p:cNvSpPr txBox="1">
            <a:spLocks/>
          </p:cNvSpPr>
          <p:nvPr/>
        </p:nvSpPr>
        <p:spPr bwMode="auto">
          <a:xfrm>
            <a:off x="35496" y="6603206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/>
          </a:bodyPr>
          <a:lstStyle>
            <a:defPPr>
              <a:defRPr lang="en-GB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9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A103000398478</a:t>
            </a:r>
            <a:endParaRPr lang="ar" sz="900" dirty="0"/>
          </a:p>
        </p:txBody>
      </p:sp>
    </p:spTree>
    <p:extLst>
      <p:ext uri="{BB962C8B-B14F-4D97-AF65-F5344CB8AC3E}">
        <p14:creationId xmlns:p14="http://schemas.microsoft.com/office/powerpoint/2010/main" val="2674919253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D7230F-75BF-7E37-82D3-A8F6F09514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2">
            <a:extLst>
              <a:ext uri="{FF2B5EF4-FFF2-40B4-BE49-F238E27FC236}">
                <a16:creationId xmlns:a16="http://schemas.microsoft.com/office/drawing/2014/main" id="{F69FA8A1-6199-F2AB-4300-210A39A3698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843088"/>
            <a:ext cx="8229600" cy="5064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rtl="1">
              <a:spcBef>
                <a:spcPts val="1200"/>
              </a:spcBef>
              <a:spcAft>
                <a:spcPts val="1500"/>
              </a:spcAft>
            </a:pPr>
            <a:r>
              <a:rPr lang="ar" sz="2600" dirty="0"/>
              <a:t>نتاج التعلم ج</a:t>
            </a:r>
            <a:br>
              <a:rPr lang="en-US" altLang="en-US" sz="2600" dirty="0"/>
            </a:br>
            <a:br>
              <a:rPr lang="en-US" altLang="en-US" sz="2600" dirty="0"/>
            </a:br>
            <a:endParaRPr lang="en-GB" altLang="en-US" sz="2600" dirty="0"/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D85C20D5-43E0-EC65-3AD8-8F9287784A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2775" y="2493962"/>
            <a:ext cx="7991475" cy="25192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" sz="46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نقطة التعادل (تساوي التكلفة والربح)</a:t>
            </a:r>
          </a:p>
          <a:p>
            <a:pPr algn="ctr" rtl="1"/>
            <a:endParaRPr lang="en-GB" altLang="en-US" sz="20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algn="ctr" rtl="1"/>
            <a:r>
              <a:rPr lang="ar" sz="22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مخططات التعادل</a:t>
            </a:r>
          </a:p>
          <a:p>
            <a:pPr algn="ctr" rtl="1"/>
            <a:r>
              <a:rPr lang="ar" sz="22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هامش الأمان</a:t>
            </a:r>
          </a:p>
          <a:p>
            <a:pPr algn="ctr" rtl="1"/>
            <a:r>
              <a:rPr lang="ar" sz="22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معادلة نقطة التعادل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9EC15C30-CCF4-8EEB-F3C8-05BD8A88F621}"/>
              </a:ext>
            </a:extLst>
          </p:cNvPr>
          <p:cNvSpPr txBox="1">
            <a:spLocks/>
          </p:cNvSpPr>
          <p:nvPr/>
        </p:nvSpPr>
        <p:spPr bwMode="auto">
          <a:xfrm>
            <a:off x="35496" y="6603206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/>
          </a:bodyPr>
          <a:lstStyle>
            <a:defPPr>
              <a:defRPr lang="en-GB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9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A103000398478</a:t>
            </a:r>
            <a:endParaRPr lang="ar" sz="900" dirty="0"/>
          </a:p>
        </p:txBody>
      </p:sp>
    </p:spTree>
    <p:extLst>
      <p:ext uri="{BB962C8B-B14F-4D97-AF65-F5344CB8AC3E}">
        <p14:creationId xmlns:p14="http://schemas.microsoft.com/office/powerpoint/2010/main" val="4191928082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14016C-0C6E-1CD0-675D-AD3457C3FC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2">
            <a:extLst>
              <a:ext uri="{FF2B5EF4-FFF2-40B4-BE49-F238E27FC236}">
                <a16:creationId xmlns:a16="http://schemas.microsoft.com/office/drawing/2014/main" id="{DD036463-7A81-E9D0-B7F0-611F29A1B0D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20688" y="1268760"/>
            <a:ext cx="8229600" cy="5064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rtl="1">
              <a:spcBef>
                <a:spcPts val="1200"/>
              </a:spcBef>
              <a:spcAft>
                <a:spcPts val="1500"/>
              </a:spcAft>
            </a:pPr>
            <a:r>
              <a:rPr lang="ar" sz="2200" b="1" dirty="0">
                <a:effectLst/>
              </a:rPr>
              <a:t>ج3 إنشاء وتفسير مخطط نقطة التعادل (1)</a:t>
            </a:r>
            <a:br>
              <a:rPr lang="en-US" altLang="en-US" sz="2200" dirty="0"/>
            </a:br>
            <a:endParaRPr lang="en-GB" altLang="en-US" sz="2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B89F811-47AA-78A7-716C-1B08CE630921}"/>
              </a:ext>
            </a:extLst>
          </p:cNvPr>
          <p:cNvSpPr txBox="1"/>
          <p:nvPr/>
        </p:nvSpPr>
        <p:spPr>
          <a:xfrm rot="16200000">
            <a:off x="7693996" y="3783968"/>
            <a:ext cx="1912585" cy="33855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rtl="1"/>
            <a:r>
              <a:rPr lang="ar" sz="1600" dirty="0">
                <a:effectLst/>
                <a:latin typeface="Sakkal Majalla" panose="02000000000000000000" pitchFamily="2" charset="-78"/>
                <a:ea typeface="Times New Roman" panose="02020603050405020304" pitchFamily="18" charset="0"/>
                <a:cs typeface="Sakkal Majalla" panose="02000000000000000000" pitchFamily="2" charset="-78"/>
              </a:rPr>
              <a:t>التكاليف والإيرادات (بالدولار)</a:t>
            </a:r>
            <a:r>
              <a:rPr lang="ar" sz="1600" dirty="0">
                <a:effectLst/>
                <a:latin typeface="Sakkal Majalla" panose="02000000000000000000" pitchFamily="2" charset="-78"/>
                <a:cs typeface="Sakkal Majalla" panose="02000000000000000000" pitchFamily="2" charset="-78"/>
              </a:rPr>
              <a:t> </a:t>
            </a:r>
            <a:endParaRPr lang="en-US" sz="16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25E3835-1995-48F2-3ED6-CD46D2BE34AA}"/>
              </a:ext>
            </a:extLst>
          </p:cNvPr>
          <p:cNvSpPr txBox="1"/>
          <p:nvPr/>
        </p:nvSpPr>
        <p:spPr>
          <a:xfrm>
            <a:off x="5487916" y="6394618"/>
            <a:ext cx="1912585" cy="33855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rtl="1"/>
            <a:r>
              <a:rPr lang="ar" sz="1600" dirty="0">
                <a:effectLst/>
                <a:latin typeface="Sakkal Majalla" panose="02000000000000000000" pitchFamily="2" charset="-78"/>
                <a:ea typeface="Times New Roman" panose="02020603050405020304" pitchFamily="18" charset="0"/>
                <a:cs typeface="Sakkal Majalla" panose="02000000000000000000" pitchFamily="2" charset="-78"/>
              </a:rPr>
              <a:t>عدد الوحدات التي تم بيعها</a:t>
            </a:r>
            <a:endParaRPr lang="en-US" sz="16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0C13283F-903C-AA3C-2A4B-96B52E59451F}"/>
              </a:ext>
            </a:extLst>
          </p:cNvPr>
          <p:cNvGrpSpPr/>
          <p:nvPr/>
        </p:nvGrpSpPr>
        <p:grpSpPr>
          <a:xfrm>
            <a:off x="767116" y="5631375"/>
            <a:ext cx="2831398" cy="960206"/>
            <a:chOff x="0" y="353532"/>
            <a:chExt cx="2564804" cy="1538882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B735D298-E590-877F-F204-B2602D377445}"/>
                </a:ext>
              </a:extLst>
            </p:cNvPr>
            <p:cNvSpPr/>
            <p:nvPr/>
          </p:nvSpPr>
          <p:spPr>
            <a:xfrm>
              <a:off x="0" y="353532"/>
              <a:ext cx="2564804" cy="1538882"/>
            </a:xfrm>
            <a:prstGeom prst="rect">
              <a:avLst/>
            </a:prstGeom>
            <a:gradFill rotWithShape="0">
              <a:gsLst>
                <a:gs pos="0">
                  <a:schemeClr val="accent2">
                    <a:lumMod val="20000"/>
                    <a:lumOff val="80000"/>
                  </a:schemeClr>
                </a:gs>
                <a:gs pos="80000">
                  <a:schemeClr val="accent1">
                    <a:hueOff val="0"/>
                    <a:satOff val="0"/>
                    <a:lumOff val="0"/>
                    <a:alphaOff val="0"/>
                    <a:shade val="93000"/>
                    <a:satMod val="130000"/>
                  </a:schemeClr>
                </a:gs>
                <a:gs pos="100000">
                  <a:schemeClr val="accent1">
                    <a:hueOff val="0"/>
                    <a:satOff val="0"/>
                    <a:lumOff val="0"/>
                    <a:alphaOff val="0"/>
                    <a:shade val="94000"/>
                    <a:satMod val="135000"/>
                  </a:schemeClr>
                </a:gs>
              </a:gsLst>
            </a:gradFill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rgbClr r="0" g="0" b="0"/>
            </a:fillRef>
            <a:effectRef idx="3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rtlCol="1"/>
            <a:lstStyle/>
            <a:p>
              <a:pPr rtl="1"/>
              <a:endParaRPr lang="en-US" sz="1200" dirty="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C060D566-616C-F11B-6D9B-85A95DDB03D8}"/>
                </a:ext>
              </a:extLst>
            </p:cNvPr>
            <p:cNvSpPr txBox="1"/>
            <p:nvPr/>
          </p:nvSpPr>
          <p:spPr>
            <a:xfrm>
              <a:off x="0" y="353532"/>
              <a:ext cx="2564804" cy="153888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0010" tIns="80010" rIns="80010" bIns="80010" numCol="1" spcCol="1270" rtlCol="1" anchor="ctr" anchorCtr="0">
              <a:noAutofit/>
            </a:bodyPr>
            <a:lstStyle/>
            <a:p>
              <a:pPr rtl="1"/>
              <a:r>
                <a:rPr lang="ar" sz="1400" b="1" dirty="0">
                  <a:solidFill>
                    <a:srgbClr val="7030A0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نصائح مهمة</a:t>
              </a:r>
            </a:p>
            <a:p>
              <a:pPr rtl="1"/>
              <a:r>
                <a:rPr lang="ar" sz="1400" dirty="0">
                  <a:solidFill>
                    <a:srgbClr val="7030A0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راجع الوحدة 3 لتذكير نفسك بالطرق والعمليات المستخدمة لإعداد مخطط نقطة التعادل وتنفيذه ومراجعته وتحليله </a:t>
              </a:r>
            </a:p>
          </p:txBody>
        </p:sp>
      </p:grpSp>
      <p:sp>
        <p:nvSpPr>
          <p:cNvPr id="19" name="Rectangle 15">
            <a:extLst>
              <a:ext uri="{FF2B5EF4-FFF2-40B4-BE49-F238E27FC236}">
                <a16:creationId xmlns:a16="http://schemas.microsoft.com/office/drawing/2014/main" id="{8974ABD7-C8F1-7E15-DB0C-A977198466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0704" y="1850079"/>
            <a:ext cx="3729025" cy="2308324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  <a:spAutoFit/>
          </a:bodyPr>
          <a:lstStyle/>
          <a:p>
            <a:pPr rtl="1"/>
            <a:r>
              <a:rPr lang="ar" sz="1600" dirty="0">
                <a:latin typeface="Sakkal Majalla" panose="02000000000000000000" pitchFamily="2" charset="-78"/>
                <a:ea typeface="Calibri" panose="020F0502020204030204" pitchFamily="34" charset="0"/>
                <a:cs typeface="Sakkal Majalla" panose="02000000000000000000" pitchFamily="2" charset="-78"/>
              </a:rPr>
              <a:t>يتوقع مخطط </a:t>
            </a:r>
            <a:r>
              <a:rPr lang="ar" sz="1600" i="0" strike="noStrike" cap="none" normalizeH="0" dirty="0">
                <a:ln>
                  <a:noFill/>
                </a:ln>
                <a:effectLst/>
                <a:latin typeface="Sakkal Majalla" panose="02000000000000000000" pitchFamily="2" charset="-78"/>
                <a:ea typeface="Calibri" panose="020F0502020204030204" pitchFamily="34" charset="0"/>
                <a:cs typeface="Sakkal Majalla" panose="02000000000000000000" pitchFamily="2" charset="-78"/>
              </a:rPr>
              <a:t>نقطة التعادل</a:t>
            </a:r>
            <a:r>
              <a:rPr lang="ar" sz="1600" dirty="0">
                <a:latin typeface="Sakkal Majalla" panose="02000000000000000000" pitchFamily="2" charset="-78"/>
                <a:ea typeface="Calibri" panose="020F0502020204030204" pitchFamily="34" charset="0"/>
                <a:cs typeface="Sakkal Majalla" panose="02000000000000000000" pitchFamily="2" charset="-78"/>
              </a:rPr>
              <a:t> عدد </a:t>
            </a:r>
            <a:r>
              <a:rPr lang="ar" sz="1600" i="0" strike="noStrike" cap="none" normalizeH="0" dirty="0">
                <a:ln>
                  <a:noFill/>
                </a:ln>
                <a:effectLst/>
                <a:latin typeface="Sakkal Majalla" panose="02000000000000000000" pitchFamily="2" charset="-78"/>
                <a:ea typeface="Calibri" panose="020F0502020204030204" pitchFamily="34" charset="0"/>
                <a:cs typeface="Sakkal Majalla" panose="02000000000000000000" pitchFamily="2" charset="-78"/>
              </a:rPr>
              <a:t>الوحدات التي تحتاج الشركة إلى بيعها لتغطية تكاليفها الإجمالية.</a:t>
            </a:r>
          </a:p>
          <a:p>
            <a:pPr marL="285750" indent="-285750" rtl="1">
              <a:buFont typeface="Arial" panose="020B0604020202020204" pitchFamily="34" charset="0"/>
              <a:buChar char="•"/>
            </a:pPr>
            <a:endParaRPr lang="en-US" altLang="en-US" sz="1600" dirty="0">
              <a:latin typeface="Sakkal Majalla" panose="02000000000000000000" pitchFamily="2" charset="-78"/>
              <a:ea typeface="Calibri" panose="020F0502020204030204" pitchFamily="34" charset="0"/>
              <a:cs typeface="Sakkal Majalla" panose="02000000000000000000" pitchFamily="2" charset="-78"/>
            </a:endParaRPr>
          </a:p>
          <a:p>
            <a:pPr marL="285750" indent="-285750" rtl="1">
              <a:buFont typeface="Arial" panose="020B0604020202020204" pitchFamily="34" charset="0"/>
              <a:buChar char="•"/>
            </a:pPr>
            <a:r>
              <a:rPr lang="ar" sz="1600" dirty="0">
                <a:latin typeface="Sakkal Majalla" panose="02000000000000000000" pitchFamily="2" charset="-78"/>
                <a:ea typeface="Calibri" panose="020F0502020204030204" pitchFamily="34" charset="0"/>
                <a:cs typeface="Sakkal Majalla" panose="02000000000000000000" pitchFamily="2" charset="-78"/>
              </a:rPr>
              <a:t>يتم تخطيط التكاليف الثابتة عبر المخطط (الخط أ)</a:t>
            </a:r>
          </a:p>
          <a:p>
            <a:pPr marL="285750" indent="-285750" rtl="1">
              <a:buFont typeface="Arial" panose="020B0604020202020204" pitchFamily="34" charset="0"/>
              <a:buChar char="•"/>
            </a:pPr>
            <a:r>
              <a:rPr lang="ar" sz="1600" dirty="0">
                <a:latin typeface="Sakkal Majalla" panose="02000000000000000000" pitchFamily="2" charset="-78"/>
                <a:ea typeface="Calibri" panose="020F0502020204030204" pitchFamily="34" charset="0"/>
                <a:cs typeface="Sakkal Majalla" panose="02000000000000000000" pitchFamily="2" charset="-78"/>
              </a:rPr>
              <a:t>يتم تخطيط التكاليف الإجمالية بدءًا من التكاليف الثابتة (الخط ب)</a:t>
            </a:r>
          </a:p>
          <a:p>
            <a:pPr marL="285750" marR="0" lvl="0" indent="-285750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ar" sz="1600" dirty="0">
                <a:latin typeface="Sakkal Majalla" panose="02000000000000000000" pitchFamily="2" charset="-78"/>
                <a:ea typeface="Calibri" panose="020F0502020204030204" pitchFamily="34" charset="0"/>
                <a:cs typeface="Sakkal Majalla" panose="02000000000000000000" pitchFamily="2" charset="-78"/>
              </a:rPr>
              <a:t>يتم تخطيط إجمالي الإيرادات من 0 (الخط ج)</a:t>
            </a:r>
          </a:p>
          <a:p>
            <a:pPr marL="285750" marR="0" lvl="0" indent="-285750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ar" sz="1600" dirty="0">
                <a:latin typeface="Sakkal Majalla" panose="02000000000000000000" pitchFamily="2" charset="-78"/>
                <a:ea typeface="Calibri" panose="020F0502020204030204" pitchFamily="34" charset="0"/>
                <a:cs typeface="Sakkal Majalla" panose="02000000000000000000" pitchFamily="2" charset="-78"/>
              </a:rPr>
              <a:t>النقطة التي يتقاطع فيها إجمالي الإيرادات (ج) والتكاليف الإجمالية (ب) هي نقطة التعادل (د) 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5385B9C4-9769-B6E1-2973-C4B9559CCD39}"/>
              </a:ext>
            </a:extLst>
          </p:cNvPr>
          <p:cNvGrpSpPr/>
          <p:nvPr/>
        </p:nvGrpSpPr>
        <p:grpSpPr>
          <a:xfrm>
            <a:off x="768941" y="4508138"/>
            <a:ext cx="2831398" cy="960206"/>
            <a:chOff x="0" y="353532"/>
            <a:chExt cx="2564804" cy="1538882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697667C3-D6C9-A1F1-58C5-0FC96302FCCA}"/>
                </a:ext>
              </a:extLst>
            </p:cNvPr>
            <p:cNvSpPr/>
            <p:nvPr/>
          </p:nvSpPr>
          <p:spPr>
            <a:xfrm>
              <a:off x="0" y="353532"/>
              <a:ext cx="2564804" cy="1538882"/>
            </a:xfrm>
            <a:prstGeom prst="rect">
              <a:avLst/>
            </a:prstGeom>
            <a:gradFill rotWithShape="0">
              <a:gsLst>
                <a:gs pos="0">
                  <a:schemeClr val="accent2">
                    <a:lumMod val="20000"/>
                    <a:lumOff val="80000"/>
                  </a:schemeClr>
                </a:gs>
                <a:gs pos="80000">
                  <a:schemeClr val="accent1">
                    <a:hueOff val="0"/>
                    <a:satOff val="0"/>
                    <a:lumOff val="0"/>
                    <a:alphaOff val="0"/>
                    <a:shade val="93000"/>
                    <a:satMod val="130000"/>
                  </a:schemeClr>
                </a:gs>
                <a:gs pos="100000">
                  <a:schemeClr val="accent1">
                    <a:hueOff val="0"/>
                    <a:satOff val="0"/>
                    <a:lumOff val="0"/>
                    <a:alphaOff val="0"/>
                    <a:shade val="94000"/>
                    <a:satMod val="135000"/>
                  </a:schemeClr>
                </a:gs>
              </a:gsLst>
            </a:gradFill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rgbClr r="0" g="0" b="0"/>
            </a:fillRef>
            <a:effectRef idx="3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rtlCol="1"/>
            <a:lstStyle/>
            <a:p>
              <a:pPr rtl="1"/>
              <a:endParaRPr lang="en-US" dirty="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26A153B2-23E8-067F-D999-3704D0437787}"/>
                </a:ext>
              </a:extLst>
            </p:cNvPr>
            <p:cNvSpPr txBox="1"/>
            <p:nvPr/>
          </p:nvSpPr>
          <p:spPr>
            <a:xfrm>
              <a:off x="0" y="353532"/>
              <a:ext cx="2564804" cy="153888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0010" tIns="80010" rIns="80010" bIns="80010" numCol="1" spcCol="1270" rtlCol="1" anchor="ctr" anchorCtr="0">
              <a:noAutofit/>
            </a:bodyPr>
            <a:lstStyle/>
            <a:p>
              <a:pPr rtl="1"/>
              <a:r>
                <a:rPr lang="ar" sz="1400" b="1" dirty="0">
                  <a:solidFill>
                    <a:srgbClr val="7030A0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تذكر</a:t>
              </a:r>
            </a:p>
            <a:p>
              <a:pPr rtl="1"/>
              <a:r>
                <a:rPr lang="ar" sz="1400" dirty="0">
                  <a:solidFill>
                    <a:srgbClr val="7030A0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لحساب عدد الوحدات التي تحتاجها للوصول إلى نقطة التعادل، يجب دائمًا </a:t>
              </a:r>
              <a:r>
                <a:rPr lang="ar" sz="1400" b="1" dirty="0">
                  <a:solidFill>
                    <a:srgbClr val="7030A0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قراءة</a:t>
              </a:r>
              <a:r>
                <a:rPr lang="ar" sz="1400" dirty="0">
                  <a:solidFill>
                    <a:srgbClr val="7030A0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 المقياس الخاص بالوحدات في أسفل المخطط.</a:t>
              </a:r>
              <a:endParaRPr lang="en-US" sz="1400" b="1" dirty="0">
                <a:solidFill>
                  <a:srgbClr val="7030A0"/>
                </a:solidFill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A653F1F4-E708-8367-EFB0-503FD0A58D36}"/>
              </a:ext>
            </a:extLst>
          </p:cNvPr>
          <p:cNvGrpSpPr/>
          <p:nvPr/>
        </p:nvGrpSpPr>
        <p:grpSpPr>
          <a:xfrm>
            <a:off x="4581510" y="1775173"/>
            <a:ext cx="3970808" cy="4586910"/>
            <a:chOff x="4283968" y="1775173"/>
            <a:chExt cx="3970808" cy="4586910"/>
          </a:xfrm>
        </p:grpSpPr>
        <p:pic>
          <p:nvPicPr>
            <p:cNvPr id="7" name="Picture 6" descr="A close up of a screen&#10;&#10;Description automatically generated">
              <a:extLst>
                <a:ext uri="{FF2B5EF4-FFF2-40B4-BE49-F238E27FC236}">
                  <a16:creationId xmlns:a16="http://schemas.microsoft.com/office/drawing/2014/main" id="{1E855145-1411-0BA5-2D0B-89753647546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17877" r="-7" b="4546"/>
            <a:stretch/>
          </p:blipFill>
          <p:spPr bwMode="auto">
            <a:xfrm>
              <a:off x="4283968" y="1775173"/>
              <a:ext cx="3744416" cy="4586910"/>
            </a:xfrm>
            <a:prstGeom prst="rect">
              <a:avLst/>
            </a:prstGeom>
            <a:solidFill>
              <a:schemeClr val="accent1">
                <a:alpha val="38181"/>
              </a:schemeClr>
            </a:solidFill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1B71232B-4552-7B5D-822E-7EBFFC244FD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04021" y="1807707"/>
              <a:ext cx="2604283" cy="4303771"/>
            </a:xfrm>
            <a:prstGeom prst="line">
              <a:avLst/>
            </a:prstGeom>
            <a:ln w="25400"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891EF86-F885-1420-E73A-5B31FC0B0288}"/>
                </a:ext>
              </a:extLst>
            </p:cNvPr>
            <p:cNvCxnSpPr>
              <a:cxnSpLocks/>
            </p:cNvCxnSpPr>
            <p:nvPr/>
          </p:nvCxnSpPr>
          <p:spPr>
            <a:xfrm>
              <a:off x="4704021" y="4509120"/>
              <a:ext cx="3168352" cy="0"/>
            </a:xfrm>
            <a:prstGeom prst="line">
              <a:avLst/>
            </a:prstGeom>
            <a:ln w="28575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CF38A6C6-8835-0426-4453-EFE9239767E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30189" y="2420888"/>
              <a:ext cx="3142184" cy="2088232"/>
            </a:xfrm>
            <a:prstGeom prst="line">
              <a:avLst/>
            </a:prstGeom>
            <a:ln w="25400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D764DE66-42F2-B9C6-CAFE-76382B47F07C}"/>
                </a:ext>
              </a:extLst>
            </p:cNvPr>
            <p:cNvSpPr/>
            <p:nvPr/>
          </p:nvSpPr>
          <p:spPr>
            <a:xfrm>
              <a:off x="7310170" y="1807706"/>
              <a:ext cx="356235" cy="332105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1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rtl="1"/>
              <a:r>
                <a:rPr lang="ar" sz="1400" dirty="0">
                  <a:latin typeface="Sakkal Majalla" panose="02000000000000000000" pitchFamily="2" charset="-78"/>
                  <a:ea typeface="Times New Roman" panose="02020603050405020304" pitchFamily="18" charset="0"/>
                  <a:cs typeface="Sakkal Majalla" panose="02000000000000000000" pitchFamily="2" charset="-78"/>
                </a:rPr>
                <a:t>ج</a:t>
              </a:r>
              <a:endParaRPr lang="en-GB" sz="1400" dirty="0">
                <a:effectLst/>
                <a:latin typeface="Sakkal Majalla" panose="02000000000000000000" pitchFamily="2" charset="-78"/>
                <a:ea typeface="Times New Roman" panose="02020603050405020304" pitchFamily="18" charset="0"/>
                <a:cs typeface="Sakkal Majalla" panose="02000000000000000000" pitchFamily="2" charset="-78"/>
              </a:endParaRP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7CBB79C3-17B6-1357-8E31-D7CF45C050C2}"/>
                </a:ext>
              </a:extLst>
            </p:cNvPr>
            <p:cNvSpPr/>
            <p:nvPr/>
          </p:nvSpPr>
          <p:spPr>
            <a:xfrm>
              <a:off x="7886778" y="4343067"/>
              <a:ext cx="356235" cy="332105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1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ar" sz="1400" dirty="0">
                  <a:latin typeface="Sakkal Majalla" panose="02000000000000000000" pitchFamily="2" charset="-78"/>
                  <a:cs typeface="Sakkal Majalla" panose="02000000000000000000" pitchFamily="2" charset="-78"/>
                </a:rPr>
                <a:t>أ</a:t>
              </a:r>
              <a:endParaRPr lang="en-GB" sz="1400" dirty="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D7E3EF5F-8FD3-A6A2-510C-AEB59A77B108}"/>
                </a:ext>
              </a:extLst>
            </p:cNvPr>
            <p:cNvSpPr/>
            <p:nvPr/>
          </p:nvSpPr>
          <p:spPr>
            <a:xfrm>
              <a:off x="7898541" y="2285127"/>
              <a:ext cx="356235" cy="332105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1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ar" sz="1400" dirty="0">
                  <a:latin typeface="Sakkal Majalla" panose="02000000000000000000" pitchFamily="2" charset="-78"/>
                  <a:cs typeface="Sakkal Majalla" panose="02000000000000000000" pitchFamily="2" charset="-78"/>
                </a:rPr>
                <a:t>ب</a:t>
              </a:r>
              <a:endParaRPr lang="en-GB" sz="1400" dirty="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B6B7E071-DF52-3E65-BC4C-8B1C2C50E766}"/>
                </a:ext>
              </a:extLst>
            </p:cNvPr>
            <p:cNvSpPr/>
            <p:nvPr/>
          </p:nvSpPr>
          <p:spPr>
            <a:xfrm>
              <a:off x="5649496" y="2965777"/>
              <a:ext cx="356235" cy="332105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1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ar" sz="1400" dirty="0">
                  <a:latin typeface="Sakkal Majalla" panose="02000000000000000000" pitchFamily="2" charset="-78"/>
                  <a:cs typeface="Sakkal Majalla" panose="02000000000000000000" pitchFamily="2" charset="-78"/>
                </a:rPr>
                <a:t>د</a:t>
              </a:r>
              <a:endParaRPr lang="en-GB" sz="1400" dirty="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008F0D5F-0C06-E63D-3EDE-75E0B287FB7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006162" y="3338990"/>
              <a:ext cx="228019" cy="126014"/>
            </a:xfrm>
            <a:prstGeom prst="line">
              <a:avLst/>
            </a:prstGeom>
            <a:ln w="25400">
              <a:solidFill>
                <a:schemeClr val="accent6">
                  <a:lumMod val="7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3A08BBB2-5070-08AA-E758-ED3226BC07A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34181" y="3506112"/>
              <a:ext cx="0" cy="2604655"/>
            </a:xfrm>
            <a:prstGeom prst="line">
              <a:avLst/>
            </a:prstGeom>
            <a:ln w="25400">
              <a:solidFill>
                <a:schemeClr val="accent6">
                  <a:lumMod val="7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ECF0BCB5-992C-38E0-3614-A5A1C8A7BCE6}"/>
              </a:ext>
            </a:extLst>
          </p:cNvPr>
          <p:cNvSpPr txBox="1">
            <a:spLocks/>
          </p:cNvSpPr>
          <p:nvPr/>
        </p:nvSpPr>
        <p:spPr bwMode="auto">
          <a:xfrm>
            <a:off x="35496" y="6603206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/>
          </a:bodyPr>
          <a:lstStyle>
            <a:defPPr>
              <a:defRPr lang="en-GB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9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A103000398478</a:t>
            </a:r>
            <a:endParaRPr lang="ar" sz="900" dirty="0"/>
          </a:p>
        </p:txBody>
      </p:sp>
    </p:spTree>
    <p:extLst>
      <p:ext uri="{BB962C8B-B14F-4D97-AF65-F5344CB8AC3E}">
        <p14:creationId xmlns:p14="http://schemas.microsoft.com/office/powerpoint/2010/main" val="516399245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CE91B4-4EC8-0F5D-FE09-9CD4A184A9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2">
            <a:extLst>
              <a:ext uri="{FF2B5EF4-FFF2-40B4-BE49-F238E27FC236}">
                <a16:creationId xmlns:a16="http://schemas.microsoft.com/office/drawing/2014/main" id="{CDB49D8A-2965-441C-D51E-A61AF5F0186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20688" y="1268760"/>
            <a:ext cx="8229600" cy="5064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rtl="1">
              <a:spcBef>
                <a:spcPts val="1200"/>
              </a:spcBef>
              <a:spcAft>
                <a:spcPts val="1500"/>
              </a:spcAft>
            </a:pPr>
            <a:r>
              <a:rPr lang="ar" sz="2200" b="1" dirty="0">
                <a:effectLst/>
              </a:rPr>
              <a:t>ج3 إنشاء وتفسير مخطط نقطة التعادل (2)</a:t>
            </a:r>
            <a:br>
              <a:rPr lang="en-US" altLang="en-US" sz="2200" dirty="0"/>
            </a:br>
            <a:endParaRPr lang="en-GB" altLang="en-US" sz="2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078B52-4770-D835-6955-537B404A0D56}"/>
              </a:ext>
            </a:extLst>
          </p:cNvPr>
          <p:cNvSpPr txBox="1"/>
          <p:nvPr/>
        </p:nvSpPr>
        <p:spPr>
          <a:xfrm rot="16200000">
            <a:off x="7693996" y="3783968"/>
            <a:ext cx="1912585" cy="33855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rtl="1"/>
            <a:r>
              <a:rPr lang="ar" sz="1600" dirty="0">
                <a:effectLst/>
                <a:latin typeface="Sakkal Majalla" panose="02000000000000000000" pitchFamily="2" charset="-78"/>
                <a:ea typeface="Times New Roman" panose="02020603050405020304" pitchFamily="18" charset="0"/>
                <a:cs typeface="Sakkal Majalla" panose="02000000000000000000" pitchFamily="2" charset="-78"/>
              </a:rPr>
              <a:t>التكاليف والإيرادات (بالدولار)</a:t>
            </a:r>
            <a:r>
              <a:rPr lang="ar" sz="1600" dirty="0">
                <a:effectLst/>
                <a:latin typeface="Sakkal Majalla" panose="02000000000000000000" pitchFamily="2" charset="-78"/>
                <a:cs typeface="Sakkal Majalla" panose="02000000000000000000" pitchFamily="2" charset="-78"/>
              </a:rPr>
              <a:t> </a:t>
            </a:r>
            <a:endParaRPr lang="en-US" sz="16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0C1B5F3-259D-4F43-501A-006963FF2F61}"/>
              </a:ext>
            </a:extLst>
          </p:cNvPr>
          <p:cNvSpPr txBox="1"/>
          <p:nvPr/>
        </p:nvSpPr>
        <p:spPr>
          <a:xfrm>
            <a:off x="5487916" y="6394618"/>
            <a:ext cx="1912585" cy="30777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rtl="1"/>
            <a:r>
              <a:rPr lang="ar" sz="1400" dirty="0">
                <a:effectLst/>
                <a:latin typeface="Sakkal Majalla" panose="02000000000000000000" pitchFamily="2" charset="-78"/>
                <a:ea typeface="Times New Roman" panose="02020603050405020304" pitchFamily="18" charset="0"/>
                <a:cs typeface="Sakkal Majalla" panose="02000000000000000000" pitchFamily="2" charset="-78"/>
              </a:rPr>
              <a:t>عدد الوحدات التي تم بيعها</a:t>
            </a:r>
            <a:endParaRPr lang="en-US" sz="14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19" name="Rectangle 15">
            <a:extLst>
              <a:ext uri="{FF2B5EF4-FFF2-40B4-BE49-F238E27FC236}">
                <a16:creationId xmlns:a16="http://schemas.microsoft.com/office/drawing/2014/main" id="{E42FCA5C-474A-1573-C232-7F5C141CAB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337" y="1732128"/>
            <a:ext cx="3885679" cy="1077218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  <a:spAutoFit/>
          </a:bodyPr>
          <a:lstStyle/>
          <a:p>
            <a:pPr rtl="1"/>
            <a:r>
              <a:rPr lang="ar" sz="1600" dirty="0">
                <a:latin typeface="Sakkal Majalla" panose="02000000000000000000" pitchFamily="2" charset="-78"/>
                <a:ea typeface="Calibri" panose="020F0502020204030204" pitchFamily="34" charset="0"/>
                <a:cs typeface="Sakkal Majalla" panose="02000000000000000000" pitchFamily="2" charset="-78"/>
              </a:rPr>
              <a:t>مفتاح تفسيري:</a:t>
            </a:r>
          </a:p>
          <a:p>
            <a:pPr marL="342900" indent="-342900" rtl="1">
              <a:buFont typeface="+mj-lt"/>
              <a:buAutoNum type="arabicPeriod"/>
            </a:pPr>
            <a:r>
              <a:rPr lang="ar" sz="1600" dirty="0">
                <a:latin typeface="Sakkal Majalla" panose="02000000000000000000" pitchFamily="2" charset="-78"/>
                <a:ea typeface="Calibri" panose="020F0502020204030204" pitchFamily="34" charset="0"/>
                <a:cs typeface="Sakkal Majalla" panose="02000000000000000000" pitchFamily="2" charset="-78"/>
              </a:rPr>
              <a:t>نطاق الربح</a:t>
            </a:r>
          </a:p>
          <a:p>
            <a:pPr marL="342900" indent="-342900" rtl="1">
              <a:buFont typeface="+mj-lt"/>
              <a:buAutoNum type="arabicPeriod"/>
            </a:pPr>
            <a:r>
              <a:rPr lang="ar" sz="1600" dirty="0">
                <a:latin typeface="Sakkal Majalla" panose="02000000000000000000" pitchFamily="2" charset="-78"/>
                <a:ea typeface="Calibri" panose="020F0502020204030204" pitchFamily="34" charset="0"/>
                <a:cs typeface="Sakkal Majalla" panose="02000000000000000000" pitchFamily="2" charset="-78"/>
              </a:rPr>
              <a:t>نطاق الخسارة</a:t>
            </a:r>
          </a:p>
          <a:p>
            <a:pPr marL="342900" indent="-342900" rtl="1">
              <a:buFont typeface="+mj-lt"/>
              <a:buAutoNum type="arabicPeriod"/>
            </a:pPr>
            <a:r>
              <a:rPr lang="ar" sz="1600" dirty="0">
                <a:latin typeface="Sakkal Majalla" panose="02000000000000000000" pitchFamily="2" charset="-78"/>
                <a:ea typeface="Calibri" panose="020F0502020204030204" pitchFamily="34" charset="0"/>
                <a:cs typeface="Sakkal Majalla" panose="02000000000000000000" pitchFamily="2" charset="-78"/>
              </a:rPr>
              <a:t>هامش الأمان</a:t>
            </a:r>
          </a:p>
        </p:txBody>
      </p:sp>
      <p:sp>
        <p:nvSpPr>
          <p:cNvPr id="24" name="Rectangle 15">
            <a:extLst>
              <a:ext uri="{FF2B5EF4-FFF2-40B4-BE49-F238E27FC236}">
                <a16:creationId xmlns:a16="http://schemas.microsoft.com/office/drawing/2014/main" id="{55074939-BF17-5E53-C4C9-89F5584BA4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8969" y="4516051"/>
            <a:ext cx="3885680" cy="584775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  <a:spAutoFit/>
          </a:bodyPr>
          <a:lstStyle/>
          <a:p>
            <a:pPr rtl="1"/>
            <a:r>
              <a:rPr lang="ar" sz="16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في المثال: </a:t>
            </a:r>
          </a:p>
          <a:p>
            <a:pPr rtl="1"/>
            <a:r>
              <a:rPr lang="ar" sz="16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هامش الأمان= 300 - 150 = 150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5BC5C054-9962-F9FD-51E4-0F3DDB15F93C}"/>
              </a:ext>
            </a:extLst>
          </p:cNvPr>
          <p:cNvGrpSpPr/>
          <p:nvPr/>
        </p:nvGrpSpPr>
        <p:grpSpPr>
          <a:xfrm>
            <a:off x="449538" y="5175869"/>
            <a:ext cx="3281983" cy="1352293"/>
            <a:chOff x="0" y="353532"/>
            <a:chExt cx="2564804" cy="1538882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E7379055-A2AD-9AA0-1FE1-10C097F371E1}"/>
                </a:ext>
              </a:extLst>
            </p:cNvPr>
            <p:cNvSpPr/>
            <p:nvPr/>
          </p:nvSpPr>
          <p:spPr>
            <a:xfrm>
              <a:off x="0" y="353532"/>
              <a:ext cx="2564804" cy="1538882"/>
            </a:xfrm>
            <a:prstGeom prst="rect">
              <a:avLst/>
            </a:prstGeom>
            <a:gradFill rotWithShape="0">
              <a:gsLst>
                <a:gs pos="0">
                  <a:schemeClr val="accent2">
                    <a:lumMod val="20000"/>
                    <a:lumOff val="80000"/>
                  </a:schemeClr>
                </a:gs>
                <a:gs pos="80000">
                  <a:schemeClr val="accent1">
                    <a:hueOff val="0"/>
                    <a:satOff val="0"/>
                    <a:lumOff val="0"/>
                    <a:alphaOff val="0"/>
                    <a:shade val="93000"/>
                    <a:satMod val="130000"/>
                  </a:schemeClr>
                </a:gs>
                <a:gs pos="100000">
                  <a:schemeClr val="accent1">
                    <a:hueOff val="0"/>
                    <a:satOff val="0"/>
                    <a:lumOff val="0"/>
                    <a:alphaOff val="0"/>
                    <a:shade val="94000"/>
                    <a:satMod val="135000"/>
                  </a:schemeClr>
                </a:gs>
              </a:gsLst>
            </a:gradFill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rgbClr r="0" g="0" b="0"/>
            </a:fillRef>
            <a:effectRef idx="3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rtlCol="1"/>
            <a:lstStyle/>
            <a:p>
              <a:pPr rtl="1"/>
              <a:endParaRPr lang="en-US" sz="2000" dirty="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19AF85B3-77F5-C284-700D-63F55CAB9A4D}"/>
                </a:ext>
              </a:extLst>
            </p:cNvPr>
            <p:cNvSpPr txBox="1"/>
            <p:nvPr/>
          </p:nvSpPr>
          <p:spPr>
            <a:xfrm>
              <a:off x="0" y="353532"/>
              <a:ext cx="2564804" cy="153888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0010" tIns="80010" rIns="80010" bIns="80010" numCol="1" spcCol="1270" rtlCol="1" anchor="ctr" anchorCtr="0">
              <a:noAutofit/>
            </a:bodyPr>
            <a:lstStyle/>
            <a:p>
              <a:pPr rtl="1"/>
              <a:r>
                <a:rPr lang="ar" sz="1600" b="1" dirty="0">
                  <a:solidFill>
                    <a:srgbClr val="7030A0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تذكر</a:t>
              </a:r>
            </a:p>
            <a:p>
              <a:pPr rtl="1"/>
              <a:r>
                <a:rPr lang="ar" sz="1600" dirty="0">
                  <a:solidFill>
                    <a:schemeClr val="tx1"/>
                  </a:solidFill>
                  <a:latin typeface="Sakkal Majalla" panose="02000000000000000000" pitchFamily="2" charset="-78"/>
                  <a:ea typeface="Calibri" panose="020F0502020204030204" pitchFamily="34" charset="0"/>
                  <a:cs typeface="Sakkal Majalla" panose="02000000000000000000" pitchFamily="2" charset="-78"/>
                </a:rPr>
                <a:t>كلما ارتفع رقم هامش الأمان كلما قلت المخاطر التي تتعرض لها الشركة من حيث الخسارة.</a:t>
              </a:r>
              <a:r>
                <a:rPr lang="ar" sz="1600" dirty="0">
                  <a:solidFill>
                    <a:srgbClr val="000000"/>
                  </a:solidFill>
                  <a:latin typeface="Sakkal Majalla" panose="02000000000000000000" pitchFamily="2" charset="-78"/>
                  <a:ea typeface="Times New Roman" panose="02020603050405020304" pitchFamily="18" charset="0"/>
                  <a:cs typeface="Sakkal Majalla" panose="02000000000000000000" pitchFamily="2" charset="-78"/>
                </a:rPr>
                <a:t> </a:t>
              </a:r>
              <a:endParaRPr lang="en-US" altLang="en-US" sz="1600" dirty="0">
                <a:solidFill>
                  <a:schemeClr val="tx1"/>
                </a:solidFill>
                <a:latin typeface="Sakkal Majalla" panose="02000000000000000000" pitchFamily="2" charset="-78"/>
                <a:ea typeface="Calibri" panose="020F0502020204030204" pitchFamily="34" charset="0"/>
                <a:cs typeface="Sakkal Majalla" panose="02000000000000000000" pitchFamily="2" charset="-78"/>
              </a:endParaRPr>
            </a:p>
          </p:txBody>
        </p:sp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F9956AF1-CCEC-8C78-6E66-6C8358C4B962}"/>
              </a:ext>
            </a:extLst>
          </p:cNvPr>
          <p:cNvSpPr txBox="1"/>
          <p:nvPr/>
        </p:nvSpPr>
        <p:spPr>
          <a:xfrm>
            <a:off x="506337" y="2839900"/>
            <a:ext cx="3885679" cy="115416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rtl="1">
              <a:spcAft>
                <a:spcPts val="600"/>
              </a:spcAft>
            </a:pPr>
            <a:r>
              <a:rPr lang="ar" sz="1600" dirty="0">
                <a:solidFill>
                  <a:srgbClr val="000000"/>
                </a:solidFill>
                <a:effectLst/>
                <a:latin typeface="Sakkal Majalla" panose="02000000000000000000" pitchFamily="2" charset="-78"/>
                <a:ea typeface="Times New Roman" panose="02020603050405020304" pitchFamily="18" charset="0"/>
                <a:cs typeface="Sakkal Majalla" panose="02000000000000000000" pitchFamily="2" charset="-78"/>
              </a:rPr>
              <a:t>هامش الأمان هو الفجوة بين</a:t>
            </a:r>
            <a:r>
              <a:rPr lang="ar" sz="1600" dirty="0">
                <a:solidFill>
                  <a:srgbClr val="000000"/>
                </a:solidFill>
                <a:latin typeface="Sakkal Majalla" panose="02000000000000000000" pitchFamily="2" charset="-78"/>
                <a:ea typeface="Times New Roman" panose="02020603050405020304" pitchFamily="18" charset="0"/>
                <a:cs typeface="Sakkal Majalla" panose="02000000000000000000" pitchFamily="2" charset="-78"/>
              </a:rPr>
              <a:t> نقطة التعادل ومخرجات المبيعات</a:t>
            </a:r>
            <a:r>
              <a:rPr lang="ar" sz="1600" dirty="0">
                <a:solidFill>
                  <a:srgbClr val="000000"/>
                </a:solidFill>
                <a:effectLst/>
                <a:latin typeface="Sakkal Majalla" panose="02000000000000000000" pitchFamily="2" charset="-78"/>
                <a:ea typeface="Times New Roman" panose="02020603050405020304" pitchFamily="18" charset="0"/>
                <a:cs typeface="Sakkal Majalla" panose="02000000000000000000" pitchFamily="2" charset="-78"/>
              </a:rPr>
              <a:t> المقدرة. </a:t>
            </a:r>
          </a:p>
          <a:p>
            <a:pPr rtl="1">
              <a:spcAft>
                <a:spcPts val="600"/>
              </a:spcAft>
            </a:pPr>
            <a:r>
              <a:rPr lang="ar" sz="1600" dirty="0">
                <a:solidFill>
                  <a:srgbClr val="000000"/>
                </a:solidFill>
                <a:latin typeface="Sakkal Majalla" panose="02000000000000000000" pitchFamily="2" charset="-78"/>
                <a:ea typeface="Times New Roman" panose="02020603050405020304" pitchFamily="18" charset="0"/>
                <a:cs typeface="Sakkal Majalla" panose="02000000000000000000" pitchFamily="2" charset="-78"/>
              </a:rPr>
              <a:t>ويُظهر المستوى</a:t>
            </a:r>
            <a:r>
              <a:rPr lang="ar" sz="1600" dirty="0">
                <a:solidFill>
                  <a:srgbClr val="000000"/>
                </a:solidFill>
                <a:effectLst/>
                <a:latin typeface="Sakkal Majalla" panose="02000000000000000000" pitchFamily="2" charset="-78"/>
                <a:ea typeface="Times New Roman" panose="02020603050405020304" pitchFamily="18" charset="0"/>
                <a:cs typeface="Sakkal Majalla" panose="02000000000000000000" pitchFamily="2" charset="-78"/>
              </a:rPr>
              <a:t> الذي يمكن أن تنخفض به المبيعات قبل أن تصبح المؤسسة غير مربحة.  </a:t>
            </a:r>
            <a:endParaRPr lang="en-GB" sz="2400" dirty="0">
              <a:effectLst/>
              <a:latin typeface="Sakkal Majalla" panose="02000000000000000000" pitchFamily="2" charset="-78"/>
              <a:ea typeface="Times New Roman" panose="02020603050405020304" pitchFamily="18" charset="0"/>
              <a:cs typeface="Sakkal Majalla" panose="02000000000000000000" pitchFamily="2" charset="-78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338B7F2-F33E-3287-4DBA-50980028F9C5}"/>
              </a:ext>
            </a:extLst>
          </p:cNvPr>
          <p:cNvSpPr txBox="1"/>
          <p:nvPr/>
        </p:nvSpPr>
        <p:spPr>
          <a:xfrm>
            <a:off x="1369155" y="3962921"/>
            <a:ext cx="2975494" cy="369332"/>
          </a:xfrm>
          <a:prstGeom prst="rect">
            <a:avLst/>
          </a:prstGeom>
          <a:solidFill>
            <a:srgbClr val="CECEEF"/>
          </a:solidFill>
        </p:spPr>
        <p:txBody>
          <a:bodyPr wrap="none" rtlCol="0">
            <a:spAutoFit/>
          </a:bodyPr>
          <a:lstStyle/>
          <a:p>
            <a:r>
              <a:rPr lang="ar-EG" dirty="0">
                <a:latin typeface="Sakkal Majalla" panose="02000000000000000000" pitchFamily="2" charset="-78"/>
                <a:cs typeface="Sakkal Majalla" panose="02000000000000000000" pitchFamily="2" charset="-78"/>
              </a:rPr>
              <a:t>هامش</a:t>
            </a:r>
            <a:r>
              <a:rPr lang="en-US" dirty="0">
                <a:latin typeface="Sakkal Majalla" panose="02000000000000000000" pitchFamily="2" charset="-78"/>
                <a:cs typeface="Sakkal Majalla" panose="02000000000000000000" pitchFamily="2" charset="-78"/>
              </a:rPr>
              <a:t> </a:t>
            </a:r>
            <a:r>
              <a:rPr lang="ar-EG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الأمان</a:t>
            </a:r>
            <a:r>
              <a:rPr lang="en-US" dirty="0">
                <a:latin typeface="Sakkal Majalla" panose="02000000000000000000" pitchFamily="2" charset="-78"/>
                <a:cs typeface="Sakkal Majalla" panose="02000000000000000000" pitchFamily="2" charset="-78"/>
              </a:rPr>
              <a:t> </a:t>
            </a:r>
            <a:r>
              <a:rPr lang="ar-EG" dirty="0">
                <a:latin typeface="Sakkal Majalla" panose="02000000000000000000" pitchFamily="2" charset="-78"/>
                <a:cs typeface="Sakkal Majalla" panose="02000000000000000000" pitchFamily="2" charset="-78"/>
              </a:rPr>
              <a:t>= الناتج−المقدر−نقطة التعادل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83C28A15-37C8-12DC-1697-14945C632EBF}"/>
              </a:ext>
            </a:extLst>
          </p:cNvPr>
          <p:cNvGrpSpPr/>
          <p:nvPr/>
        </p:nvGrpSpPr>
        <p:grpSpPr>
          <a:xfrm>
            <a:off x="4578056" y="1775173"/>
            <a:ext cx="3974262" cy="4586910"/>
            <a:chOff x="827584" y="1775173"/>
            <a:chExt cx="3974262" cy="4586910"/>
          </a:xfrm>
        </p:grpSpPr>
        <p:pic>
          <p:nvPicPr>
            <p:cNvPr id="34" name="Picture 33" descr="A close up of a screen&#10;&#10;Description automatically generated">
              <a:extLst>
                <a:ext uri="{FF2B5EF4-FFF2-40B4-BE49-F238E27FC236}">
                  <a16:creationId xmlns:a16="http://schemas.microsoft.com/office/drawing/2014/main" id="{4C24F4B7-C467-987C-22C8-23529355C71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17877" r="-7" b="4546"/>
            <a:stretch/>
          </p:blipFill>
          <p:spPr bwMode="auto">
            <a:xfrm>
              <a:off x="827584" y="1775173"/>
              <a:ext cx="3744416" cy="4586910"/>
            </a:xfrm>
            <a:prstGeom prst="rect">
              <a:avLst/>
            </a:prstGeom>
            <a:solidFill>
              <a:schemeClr val="accent1">
                <a:alpha val="38181"/>
              </a:schemeClr>
            </a:solidFill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469DCC09-34C0-A311-0017-E970907D322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47637" y="1807707"/>
              <a:ext cx="2604283" cy="4303771"/>
            </a:xfrm>
            <a:prstGeom prst="line">
              <a:avLst/>
            </a:prstGeom>
            <a:ln w="25400"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90AC07FA-8057-D94A-779A-1F1C0E46475F}"/>
                </a:ext>
              </a:extLst>
            </p:cNvPr>
            <p:cNvCxnSpPr>
              <a:cxnSpLocks/>
            </p:cNvCxnSpPr>
            <p:nvPr/>
          </p:nvCxnSpPr>
          <p:spPr>
            <a:xfrm>
              <a:off x="1247637" y="4509120"/>
              <a:ext cx="3168352" cy="0"/>
            </a:xfrm>
            <a:prstGeom prst="line">
              <a:avLst/>
            </a:prstGeom>
            <a:ln w="28575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45B5B4C9-1FC4-8CC3-31FE-49DBB6E380D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73805" y="2420888"/>
              <a:ext cx="3142184" cy="2088232"/>
            </a:xfrm>
            <a:prstGeom prst="line">
              <a:avLst/>
            </a:prstGeom>
            <a:ln w="25400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D5AF2457-F4EC-71E7-CC45-A85DC652215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777797" y="3506112"/>
              <a:ext cx="0" cy="2604655"/>
            </a:xfrm>
            <a:prstGeom prst="line">
              <a:avLst/>
            </a:prstGeom>
            <a:ln w="25400">
              <a:solidFill>
                <a:schemeClr val="accent6">
                  <a:lumMod val="7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D79E0E07-AAA9-1B9F-D791-DED13914B610}"/>
                </a:ext>
              </a:extLst>
            </p:cNvPr>
            <p:cNvSpPr/>
            <p:nvPr/>
          </p:nvSpPr>
          <p:spPr>
            <a:xfrm>
              <a:off x="1424504" y="4642386"/>
              <a:ext cx="356235" cy="332105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1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ar" sz="1400" dirty="0">
                  <a:latin typeface="Sakkal Majalla" panose="02000000000000000000" pitchFamily="2" charset="-78"/>
                  <a:cs typeface="Sakkal Majalla" panose="02000000000000000000" pitchFamily="2" charset="-78"/>
                </a:rPr>
                <a:t>2</a:t>
              </a:r>
              <a:endParaRPr lang="en-GB" sz="1400" dirty="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96F4F84F-526A-067D-1BBA-84B6FE6B3500}"/>
                </a:ext>
              </a:extLst>
            </p:cNvPr>
            <p:cNvSpPr/>
            <p:nvPr/>
          </p:nvSpPr>
          <p:spPr>
            <a:xfrm>
              <a:off x="3673802" y="2220009"/>
              <a:ext cx="356235" cy="332105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1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ar" sz="1400" dirty="0">
                  <a:latin typeface="Sakkal Majalla" panose="02000000000000000000" pitchFamily="2" charset="-78"/>
                  <a:cs typeface="Sakkal Majalla" panose="02000000000000000000" pitchFamily="2" charset="-78"/>
                </a:rPr>
                <a:t>1</a:t>
              </a:r>
              <a:endParaRPr lang="en-GB" sz="1400" dirty="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4FA06605-3B9B-B68B-DF8D-7E8B5DC68C28}"/>
                </a:ext>
              </a:extLst>
            </p:cNvPr>
            <p:cNvCxnSpPr/>
            <p:nvPr/>
          </p:nvCxnSpPr>
          <p:spPr>
            <a:xfrm>
              <a:off x="2777797" y="5805264"/>
              <a:ext cx="1638192" cy="0"/>
            </a:xfrm>
            <a:prstGeom prst="straightConnector1">
              <a:avLst/>
            </a:prstGeom>
            <a:ln w="28575">
              <a:solidFill>
                <a:srgbClr val="00B0F0"/>
              </a:solidFill>
              <a:headEnd type="triangle"/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C1ADD4DB-FD03-3057-C01F-D525106EA130}"/>
                </a:ext>
              </a:extLst>
            </p:cNvPr>
            <p:cNvSpPr/>
            <p:nvPr/>
          </p:nvSpPr>
          <p:spPr>
            <a:xfrm>
              <a:off x="4445611" y="5639211"/>
              <a:ext cx="356235" cy="332105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1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ar" sz="1400" dirty="0">
                  <a:latin typeface="Sakkal Majalla" panose="02000000000000000000" pitchFamily="2" charset="-78"/>
                  <a:cs typeface="Sakkal Majalla" panose="02000000000000000000" pitchFamily="2" charset="-78"/>
                </a:rPr>
                <a:t>3</a:t>
              </a:r>
              <a:endParaRPr lang="en-GB" sz="1400" dirty="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</p:grp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CA92E601-8D8A-EF78-2BA2-A9B9329E8746}"/>
              </a:ext>
            </a:extLst>
          </p:cNvPr>
          <p:cNvSpPr txBox="1">
            <a:spLocks/>
          </p:cNvSpPr>
          <p:nvPr/>
        </p:nvSpPr>
        <p:spPr bwMode="auto">
          <a:xfrm>
            <a:off x="35496" y="6603206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/>
          </a:bodyPr>
          <a:lstStyle>
            <a:defPPr>
              <a:defRPr lang="en-GB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9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A103000398478</a:t>
            </a:r>
            <a:endParaRPr lang="ar" sz="900" dirty="0"/>
          </a:p>
        </p:txBody>
      </p:sp>
    </p:spTree>
    <p:extLst>
      <p:ext uri="{BB962C8B-B14F-4D97-AF65-F5344CB8AC3E}">
        <p14:creationId xmlns:p14="http://schemas.microsoft.com/office/powerpoint/2010/main" val="923483532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81126A-D2BC-C45C-F7FD-8E5030D91F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195388"/>
            <a:ext cx="8229600" cy="346075"/>
          </a:xfrm>
        </p:spPr>
        <p:txBody>
          <a:bodyPr rtlCol="1"/>
          <a:lstStyle/>
          <a:p>
            <a:pPr rtl="1"/>
            <a:r>
              <a:rPr lang="ar" sz="2200" b="1" dirty="0">
                <a:effectLst/>
              </a:rPr>
              <a:t>ج3 نشاط إعداد إنشاء مخطط التعادل</a:t>
            </a:r>
            <a:endParaRPr lang="en-US" sz="2200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0935E8F7-A666-23C1-5454-471A0B1A3ECF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086474914"/>
              </p:ext>
            </p:extLst>
          </p:nvPr>
        </p:nvGraphicFramePr>
        <p:xfrm>
          <a:off x="1434203" y="2759933"/>
          <a:ext cx="6678687" cy="1920240"/>
        </p:xfrm>
        <a:graphic>
          <a:graphicData uri="http://schemas.openxmlformats.org/drawingml/2006/table">
            <a:tbl>
              <a:tblPr rtl="1" bandRow="1">
                <a:tableStyleId>{21E4AEA4-8DFA-4A89-87EB-49C32662AFE0}</a:tableStyleId>
              </a:tblPr>
              <a:tblGrid>
                <a:gridCol w="2428634">
                  <a:extLst>
                    <a:ext uri="{9D8B030D-6E8A-4147-A177-3AD203B41FA5}">
                      <a16:colId xmlns:a16="http://schemas.microsoft.com/office/drawing/2014/main" val="1475112078"/>
                    </a:ext>
                  </a:extLst>
                </a:gridCol>
                <a:gridCol w="612924">
                  <a:extLst>
                    <a:ext uri="{9D8B030D-6E8A-4147-A177-3AD203B41FA5}">
                      <a16:colId xmlns:a16="http://schemas.microsoft.com/office/drawing/2014/main" val="2796425579"/>
                    </a:ext>
                  </a:extLst>
                </a:gridCol>
                <a:gridCol w="945209">
                  <a:extLst>
                    <a:ext uri="{9D8B030D-6E8A-4147-A177-3AD203B41FA5}">
                      <a16:colId xmlns:a16="http://schemas.microsoft.com/office/drawing/2014/main" val="2691351972"/>
                    </a:ext>
                  </a:extLst>
                </a:gridCol>
                <a:gridCol w="828168">
                  <a:extLst>
                    <a:ext uri="{9D8B030D-6E8A-4147-A177-3AD203B41FA5}">
                      <a16:colId xmlns:a16="http://schemas.microsoft.com/office/drawing/2014/main" val="869786024"/>
                    </a:ext>
                  </a:extLst>
                </a:gridCol>
                <a:gridCol w="931876">
                  <a:extLst>
                    <a:ext uri="{9D8B030D-6E8A-4147-A177-3AD203B41FA5}">
                      <a16:colId xmlns:a16="http://schemas.microsoft.com/office/drawing/2014/main" val="867748911"/>
                    </a:ext>
                  </a:extLst>
                </a:gridCol>
                <a:gridCol w="931876">
                  <a:extLst>
                    <a:ext uri="{9D8B030D-6E8A-4147-A177-3AD203B41FA5}">
                      <a16:colId xmlns:a16="http://schemas.microsoft.com/office/drawing/2014/main" val="257760628"/>
                    </a:ext>
                  </a:extLst>
                </a:gridCol>
              </a:tblGrid>
              <a:tr h="252093">
                <a:tc gridSpan="6">
                  <a:txBody>
                    <a:bodyPr/>
                    <a:lstStyle/>
                    <a:p>
                      <a:pPr algn="ctr" rtl="1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ar" sz="1800" dirty="0"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التكاليف والإيرادات للمتجر كل أسبوع</a:t>
                      </a:r>
                      <a:endParaRPr lang="en-GB" sz="1800" dirty="0">
                        <a:effectLst/>
                        <a:latin typeface="Sakkal Majalla" panose="02000000000000000000" pitchFamily="2" charset="-78"/>
                        <a:ea typeface="Times New Roman" panose="02020603050405020304" pitchFamily="18" charset="0"/>
                        <a:cs typeface="Sakkal Majalla" panose="02000000000000000000" pitchFamily="2" charset="-78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pPr rtl="1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8998579"/>
                  </a:ext>
                </a:extLst>
              </a:tr>
              <a:tr h="252351">
                <a:tc>
                  <a:txBody>
                    <a:bodyPr/>
                    <a:lstStyle/>
                    <a:p>
                      <a:pPr marR="221615" rtl="1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ar" sz="1800" dirty="0"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عدد عبوات المربى المباعة</a:t>
                      </a:r>
                      <a:endParaRPr lang="en-GB" sz="1800" dirty="0">
                        <a:effectLst/>
                        <a:latin typeface="Sakkal Majalla" panose="02000000000000000000" pitchFamily="2" charset="-78"/>
                        <a:ea typeface="Times New Roman" panose="02020603050405020304" pitchFamily="18" charset="0"/>
                        <a:cs typeface="Sakkal Majalla" panose="02000000000000000000" pitchFamily="2" charset="-78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R="35560" algn="r" rtl="1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ar" sz="1800" dirty="0"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0</a:t>
                      </a:r>
                      <a:endParaRPr lang="en-GB" sz="1800" dirty="0">
                        <a:effectLst/>
                        <a:latin typeface="Sakkal Majalla" panose="02000000000000000000" pitchFamily="2" charset="-78"/>
                        <a:ea typeface="Times New Roman" panose="02020603050405020304" pitchFamily="18" charset="0"/>
                        <a:cs typeface="Sakkal Majalla" panose="02000000000000000000" pitchFamily="2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R="20320" algn="r" rtl="1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ar" sz="1800" dirty="0"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50</a:t>
                      </a:r>
                      <a:endParaRPr lang="en-GB" sz="1800" dirty="0">
                        <a:effectLst/>
                        <a:latin typeface="Sakkal Majalla" panose="02000000000000000000" pitchFamily="2" charset="-78"/>
                        <a:ea typeface="Times New Roman" panose="02020603050405020304" pitchFamily="18" charset="0"/>
                        <a:cs typeface="Sakkal Majalla" panose="02000000000000000000" pitchFamily="2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R="35560" algn="r" rtl="1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ar" sz="1800" dirty="0"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100</a:t>
                      </a:r>
                      <a:endParaRPr lang="en-GB" sz="1800" dirty="0">
                        <a:effectLst/>
                        <a:latin typeface="Sakkal Majalla" panose="02000000000000000000" pitchFamily="2" charset="-78"/>
                        <a:ea typeface="Times New Roman" panose="02020603050405020304" pitchFamily="18" charset="0"/>
                        <a:cs typeface="Sakkal Majalla" panose="02000000000000000000" pitchFamily="2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R="35560" algn="r" rtl="1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ar" sz="1800" dirty="0"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150</a:t>
                      </a:r>
                      <a:endParaRPr lang="en-GB" sz="1800" dirty="0">
                        <a:effectLst/>
                        <a:latin typeface="Sakkal Majalla" panose="02000000000000000000" pitchFamily="2" charset="-78"/>
                        <a:ea typeface="Times New Roman" panose="02020603050405020304" pitchFamily="18" charset="0"/>
                        <a:cs typeface="Sakkal Majalla" panose="02000000000000000000" pitchFamily="2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35560" algn="r" defTabSz="914400" rtl="1" eaLnBrk="1" latinLnBrk="0" hangingPunct="1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ar" sz="1800" kern="1200" dirty="0">
                          <a:solidFill>
                            <a:schemeClr val="dk1"/>
                          </a:solidFill>
                          <a:effectLst/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200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17188491"/>
                  </a:ext>
                </a:extLst>
              </a:tr>
              <a:tr h="252093">
                <a:tc>
                  <a:txBody>
                    <a:bodyPr/>
                    <a:lstStyle/>
                    <a:p>
                      <a:pPr marR="223520" rtl="1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ar" sz="1800" dirty="0"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مجموع الإيرادات</a:t>
                      </a:r>
                      <a:endParaRPr lang="en-GB" sz="1800" dirty="0">
                        <a:effectLst/>
                        <a:latin typeface="Sakkal Majalla" panose="02000000000000000000" pitchFamily="2" charset="-78"/>
                        <a:ea typeface="Times New Roman" panose="02020603050405020304" pitchFamily="18" charset="0"/>
                        <a:cs typeface="Sakkal Majalla" panose="02000000000000000000" pitchFamily="2" charset="-78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R="35560" algn="r" rtl="1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ar" sz="1800" dirty="0"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0 يورو</a:t>
                      </a:r>
                      <a:endParaRPr lang="en-GB" sz="1800" dirty="0">
                        <a:effectLst/>
                        <a:latin typeface="Sakkal Majalla" panose="02000000000000000000" pitchFamily="2" charset="-78"/>
                        <a:ea typeface="Times New Roman" panose="02020603050405020304" pitchFamily="18" charset="0"/>
                        <a:cs typeface="Sakkal Majalla" panose="02000000000000000000" pitchFamily="2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R="20320" algn="r" rtl="1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ar" sz="1800" dirty="0"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125 يورو</a:t>
                      </a:r>
                      <a:endParaRPr lang="en-GB" sz="1800" dirty="0">
                        <a:effectLst/>
                        <a:latin typeface="Sakkal Majalla" panose="02000000000000000000" pitchFamily="2" charset="-78"/>
                        <a:ea typeface="Times New Roman" panose="02020603050405020304" pitchFamily="18" charset="0"/>
                        <a:cs typeface="Sakkal Majalla" panose="02000000000000000000" pitchFamily="2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R="35560" algn="r" rtl="1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ar" sz="1800" dirty="0"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250 يورو</a:t>
                      </a:r>
                      <a:endParaRPr lang="en-GB" sz="1800" dirty="0">
                        <a:effectLst/>
                        <a:latin typeface="Sakkal Majalla" panose="02000000000000000000" pitchFamily="2" charset="-78"/>
                        <a:ea typeface="Times New Roman" panose="02020603050405020304" pitchFamily="18" charset="0"/>
                        <a:cs typeface="Sakkal Majalla" panose="02000000000000000000" pitchFamily="2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R="35560" algn="r" rtl="1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ar" sz="1800" dirty="0"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375 يورو</a:t>
                      </a:r>
                      <a:endParaRPr lang="en-GB" sz="1800" dirty="0">
                        <a:effectLst/>
                        <a:latin typeface="Sakkal Majalla" panose="02000000000000000000" pitchFamily="2" charset="-78"/>
                        <a:ea typeface="Times New Roman" panose="02020603050405020304" pitchFamily="18" charset="0"/>
                        <a:cs typeface="Sakkal Majalla" panose="02000000000000000000" pitchFamily="2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R="36195" algn="r" rtl="1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ar" sz="1800" dirty="0"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500 يورو</a:t>
                      </a:r>
                      <a:endParaRPr lang="en-GB" sz="1800" dirty="0">
                        <a:effectLst/>
                        <a:latin typeface="Sakkal Majalla" panose="02000000000000000000" pitchFamily="2" charset="-78"/>
                        <a:ea typeface="Times New Roman" panose="02020603050405020304" pitchFamily="18" charset="0"/>
                        <a:cs typeface="Sakkal Majalla" panose="02000000000000000000" pitchFamily="2" charset="-78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07721064"/>
                  </a:ext>
                </a:extLst>
              </a:tr>
              <a:tr h="252093">
                <a:tc>
                  <a:txBody>
                    <a:bodyPr/>
                    <a:lstStyle/>
                    <a:p>
                      <a:pPr marR="221615" rtl="1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ar" sz="1800" dirty="0"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التكاليف الثابتة</a:t>
                      </a:r>
                      <a:endParaRPr lang="en-GB" sz="1800" dirty="0">
                        <a:effectLst/>
                        <a:latin typeface="Sakkal Majalla" panose="02000000000000000000" pitchFamily="2" charset="-78"/>
                        <a:ea typeface="Times New Roman" panose="02020603050405020304" pitchFamily="18" charset="0"/>
                        <a:cs typeface="Sakkal Majalla" panose="02000000000000000000" pitchFamily="2" charset="-78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R="35560" algn="r" rtl="1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ar" sz="1800" dirty="0"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150 يورو</a:t>
                      </a:r>
                      <a:endParaRPr lang="en-GB" sz="1800" dirty="0">
                        <a:effectLst/>
                        <a:latin typeface="Sakkal Majalla" panose="02000000000000000000" pitchFamily="2" charset="-78"/>
                        <a:ea typeface="Times New Roman" panose="02020603050405020304" pitchFamily="18" charset="0"/>
                        <a:cs typeface="Sakkal Majalla" panose="02000000000000000000" pitchFamily="2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R="20320" algn="r" rtl="1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ar" sz="1800" dirty="0"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150 يورو</a:t>
                      </a:r>
                      <a:endParaRPr lang="en-GB" sz="1800" dirty="0">
                        <a:effectLst/>
                        <a:latin typeface="Sakkal Majalla" panose="02000000000000000000" pitchFamily="2" charset="-78"/>
                        <a:ea typeface="Times New Roman" panose="02020603050405020304" pitchFamily="18" charset="0"/>
                        <a:cs typeface="Sakkal Majalla" panose="02000000000000000000" pitchFamily="2" charset="-78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R="35560" algn="r" rtl="1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ar" sz="1800" dirty="0"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150 يورو</a:t>
                      </a:r>
                      <a:endParaRPr lang="en-GB" sz="1800" dirty="0">
                        <a:effectLst/>
                        <a:latin typeface="Sakkal Majalla" panose="02000000000000000000" pitchFamily="2" charset="-78"/>
                        <a:ea typeface="Times New Roman" panose="02020603050405020304" pitchFamily="18" charset="0"/>
                        <a:cs typeface="Sakkal Majalla" panose="02000000000000000000" pitchFamily="2" charset="-78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R="35560" algn="r" rtl="1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ar" sz="1800" dirty="0"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150 يورو</a:t>
                      </a:r>
                      <a:endParaRPr lang="en-GB" sz="1800" dirty="0">
                        <a:effectLst/>
                        <a:latin typeface="Sakkal Majalla" panose="02000000000000000000" pitchFamily="2" charset="-78"/>
                        <a:ea typeface="Times New Roman" panose="02020603050405020304" pitchFamily="18" charset="0"/>
                        <a:cs typeface="Sakkal Majalla" panose="02000000000000000000" pitchFamily="2" charset="-78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R="36195" algn="r" rtl="1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ar" sz="1800" dirty="0"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150 يورو</a:t>
                      </a:r>
                      <a:endParaRPr lang="en-GB" sz="1800" dirty="0">
                        <a:effectLst/>
                        <a:latin typeface="Sakkal Majalla" panose="02000000000000000000" pitchFamily="2" charset="-78"/>
                        <a:ea typeface="Times New Roman" panose="02020603050405020304" pitchFamily="18" charset="0"/>
                        <a:cs typeface="Sakkal Majalla" panose="02000000000000000000" pitchFamily="2" charset="-78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01647782"/>
                  </a:ext>
                </a:extLst>
              </a:tr>
              <a:tr h="252093">
                <a:tc>
                  <a:txBody>
                    <a:bodyPr/>
                    <a:lstStyle/>
                    <a:p>
                      <a:pPr marR="221615" rtl="1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ar" sz="1800" dirty="0"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إجمالي التكاليف</a:t>
                      </a:r>
                      <a:endParaRPr lang="en-GB" sz="1800" dirty="0">
                        <a:effectLst/>
                        <a:latin typeface="Sakkal Majalla" panose="02000000000000000000" pitchFamily="2" charset="-78"/>
                        <a:ea typeface="Times New Roman" panose="02020603050405020304" pitchFamily="18" charset="0"/>
                        <a:cs typeface="Sakkal Majalla" panose="02000000000000000000" pitchFamily="2" charset="-78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R="35560" algn="r" rtl="1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ar" sz="1800" dirty="0"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150 يورو</a:t>
                      </a:r>
                      <a:endParaRPr lang="en-GB" sz="1800" dirty="0">
                        <a:effectLst/>
                        <a:latin typeface="Sakkal Majalla" panose="02000000000000000000" pitchFamily="2" charset="-78"/>
                        <a:ea typeface="Times New Roman" panose="02020603050405020304" pitchFamily="18" charset="0"/>
                        <a:cs typeface="Sakkal Majalla" panose="02000000000000000000" pitchFamily="2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R="20320" algn="r" rtl="1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ar" sz="1800" dirty="0"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200 يورو</a:t>
                      </a:r>
                      <a:endParaRPr lang="en-GB" sz="1800" dirty="0">
                        <a:effectLst/>
                        <a:latin typeface="Sakkal Majalla" panose="02000000000000000000" pitchFamily="2" charset="-78"/>
                        <a:ea typeface="Times New Roman" panose="02020603050405020304" pitchFamily="18" charset="0"/>
                        <a:cs typeface="Sakkal Majalla" panose="02000000000000000000" pitchFamily="2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R="35560" algn="r" rtl="1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ar" sz="1800" dirty="0"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250 يورو</a:t>
                      </a:r>
                      <a:endParaRPr lang="en-GB" sz="1800" dirty="0">
                        <a:effectLst/>
                        <a:latin typeface="Sakkal Majalla" panose="02000000000000000000" pitchFamily="2" charset="-78"/>
                        <a:ea typeface="Times New Roman" panose="02020603050405020304" pitchFamily="18" charset="0"/>
                        <a:cs typeface="Sakkal Majalla" panose="02000000000000000000" pitchFamily="2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R="35560" algn="r" rtl="1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ar" sz="1800" dirty="0"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300 يورو</a:t>
                      </a:r>
                      <a:endParaRPr lang="en-GB" sz="1800" dirty="0">
                        <a:effectLst/>
                        <a:latin typeface="Sakkal Majalla" panose="02000000000000000000" pitchFamily="2" charset="-78"/>
                        <a:ea typeface="Times New Roman" panose="02020603050405020304" pitchFamily="18" charset="0"/>
                        <a:cs typeface="Sakkal Majalla" panose="02000000000000000000" pitchFamily="2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R="36195" algn="r" rtl="1"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ar" sz="1800" dirty="0"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350 يورو</a:t>
                      </a:r>
                      <a:endParaRPr lang="en-GB" sz="1800" dirty="0">
                        <a:effectLst/>
                        <a:latin typeface="Sakkal Majalla" panose="02000000000000000000" pitchFamily="2" charset="-78"/>
                        <a:ea typeface="Times New Roman" panose="02020603050405020304" pitchFamily="18" charset="0"/>
                        <a:cs typeface="Sakkal Majalla" panose="02000000000000000000" pitchFamily="2" charset="-78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166439318"/>
                  </a:ext>
                </a:extLst>
              </a:tr>
            </a:tbl>
          </a:graphicData>
        </a:graphic>
      </p:graphicFrame>
      <p:sp>
        <p:nvSpPr>
          <p:cNvPr id="6" name="Rectangle 1">
            <a:extLst>
              <a:ext uri="{FF2B5EF4-FFF2-40B4-BE49-F238E27FC236}">
                <a16:creationId xmlns:a16="http://schemas.microsoft.com/office/drawing/2014/main" id="{6A65CE31-0B4E-EC8E-C7C9-C0FF0415E8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449506"/>
            <a:ext cx="8229601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  <a:sp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algn="r" rtl="1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algn="r" rtl="1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algn="r" rtl="1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algn="r" rtl="1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ar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Sakkal Majalla" panose="02000000000000000000" pitchFamily="2" charset="-78"/>
                <a:ea typeface="Times New Roman" panose="02020603050405020304" pitchFamily="18" charset="0"/>
                <a:cs typeface="Sakkal Majalla" panose="02000000000000000000" pitchFamily="2" charset="-78"/>
              </a:rPr>
              <a:t>يريد صادق فتح متجر وبيع عبوات المربى محلية الصنع. يحتاج صادق إلى حساب عدد عبوات المربى التي تحتاج </a:t>
            </a:r>
            <a:r>
              <a:rPr lang="ar" b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Sakkal Majalla" panose="02000000000000000000" pitchFamily="2" charset="-78"/>
                <a:ea typeface="Times New Roman" panose="02020603050405020304" pitchFamily="18" charset="0"/>
                <a:cs typeface="Sakkal Majalla" panose="02000000000000000000" pitchFamily="2" charset="-78"/>
              </a:rPr>
              <a:t>الشركة</a:t>
            </a:r>
            <a:r>
              <a:rPr lang="ar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Sakkal Majalla" panose="02000000000000000000" pitchFamily="2" charset="-78"/>
                <a:ea typeface="Times New Roman" panose="02020603050405020304" pitchFamily="18" charset="0"/>
                <a:cs typeface="Sakkal Majalla" panose="02000000000000000000" pitchFamily="2" charset="-78"/>
              </a:rPr>
              <a:t> إلى بيعها لتحقيق نقطة التعادل. </a:t>
            </a:r>
          </a:p>
          <a:p>
            <a:pPr marL="0" marR="0" lvl="0" indent="0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>
              <a:latin typeface="Sakkal Majalla" panose="02000000000000000000" pitchFamily="2" charset="-78"/>
              <a:ea typeface="Times New Roman" panose="02020603050405020304" pitchFamily="18" charset="0"/>
              <a:cs typeface="Sakkal Majalla" panose="02000000000000000000" pitchFamily="2" charset="-78"/>
            </a:endParaRPr>
          </a:p>
          <a:p>
            <a:pPr rtl="1"/>
            <a:r>
              <a:rPr lang="ar" dirty="0">
                <a:latin typeface="Sakkal Majalla" panose="02000000000000000000" pitchFamily="2" charset="-78"/>
                <a:ea typeface="Times New Roman" panose="02020603050405020304" pitchFamily="18" charset="0"/>
                <a:cs typeface="Sakkal Majalla" panose="02000000000000000000" pitchFamily="2" charset="-78"/>
              </a:rPr>
              <a:t>باستخدام بيانات التكاليف والإيرادات </a:t>
            </a:r>
            <a:r>
              <a:rPr lang="ar" dirty="0">
                <a:latin typeface="Sakkal Majalla" panose="02000000000000000000" pitchFamily="2" charset="-78"/>
                <a:ea typeface="Trebuchet MS" panose="020B0703020202090204" pitchFamily="34" charset="0"/>
                <a:cs typeface="Sakkal Majalla" panose="02000000000000000000" pitchFamily="2" charset="-78"/>
              </a:rPr>
              <a:t>التي قدمها صادق،</a:t>
            </a:r>
            <a:r>
              <a:rPr lang="ar" b="1" dirty="0">
                <a:latin typeface="Sakkal Majalla" panose="02000000000000000000" pitchFamily="2" charset="-78"/>
                <a:ea typeface="Trebuchet MS" panose="020B0703020202090204" pitchFamily="34" charset="0"/>
                <a:cs typeface="Sakkal Majalla" panose="02000000000000000000" pitchFamily="2" charset="-78"/>
              </a:rPr>
              <a:t> ارسم</a:t>
            </a:r>
            <a:r>
              <a:rPr lang="ar" dirty="0">
                <a:latin typeface="Sakkal Majalla" panose="02000000000000000000" pitchFamily="2" charset="-78"/>
                <a:ea typeface="Trebuchet MS" panose="020B0703020202090204" pitchFamily="34" charset="0"/>
                <a:cs typeface="Sakkal Majalla" panose="02000000000000000000" pitchFamily="2" charset="-78"/>
              </a:rPr>
              <a:t> مخطط التعادل</a:t>
            </a:r>
            <a:r>
              <a:rPr lang="ar" b="1" dirty="0">
                <a:latin typeface="Sakkal Majalla" panose="02000000000000000000" pitchFamily="2" charset="-78"/>
                <a:ea typeface="Trebuchet MS" panose="020B0703020202090204" pitchFamily="34" charset="0"/>
                <a:cs typeface="Sakkal Majalla" panose="02000000000000000000" pitchFamily="2" charset="-78"/>
              </a:rPr>
              <a:t> وقم</a:t>
            </a:r>
            <a:r>
              <a:rPr lang="ar" dirty="0">
                <a:latin typeface="Sakkal Majalla" panose="02000000000000000000" pitchFamily="2" charset="-78"/>
                <a:ea typeface="Trebuchet MS" panose="020B0703020202090204" pitchFamily="34" charset="0"/>
                <a:cs typeface="Sakkal Majalla" panose="02000000000000000000" pitchFamily="2" charset="-78"/>
              </a:rPr>
              <a:t> بتسميته.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F81FE49-409F-0832-B491-E2CF29FD6902}"/>
              </a:ext>
            </a:extLst>
          </p:cNvPr>
          <p:cNvSpPr txBox="1"/>
          <p:nvPr/>
        </p:nvSpPr>
        <p:spPr>
          <a:xfrm>
            <a:off x="3456677" y="4877782"/>
            <a:ext cx="2633741" cy="1754326"/>
          </a:xfrm>
          <a:prstGeom prst="rect">
            <a:avLst/>
          </a:prstGeom>
          <a:solidFill>
            <a:schemeClr val="accent5"/>
          </a:solidFill>
        </p:spPr>
        <p:txBody>
          <a:bodyPr wrap="square" rtlCol="1">
            <a:spAutoFit/>
          </a:bodyPr>
          <a:lstStyle/>
          <a:p>
            <a:pPr marL="0" marR="0" lvl="0" indent="0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ar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Sakkal Majalla" panose="02000000000000000000" pitchFamily="2" charset="-78"/>
                <a:ea typeface="Trebuchet MS" panose="020B0703020202090204" pitchFamily="34" charset="0"/>
                <a:cs typeface="Sakkal Majalla" panose="02000000000000000000" pitchFamily="2" charset="-78"/>
              </a:rPr>
              <a:t>يجب عليك</a:t>
            </a:r>
            <a:r>
              <a:rPr lang="ar" b="1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Sakkal Majalla" panose="02000000000000000000" pitchFamily="2" charset="-78"/>
                <a:ea typeface="Trebuchet MS" panose="020B0703020202090204" pitchFamily="34" charset="0"/>
                <a:cs typeface="Sakkal Majalla" panose="02000000000000000000" pitchFamily="2" charset="-78"/>
              </a:rPr>
              <a:t> الرسم والتسمية: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171450" marR="0" lvl="0" indent="-171450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ar" b="0" i="0" u="none" strike="noStrike" cap="none" normalizeH="0" dirty="0">
                <a:ln>
                  <a:noFill/>
                </a:ln>
                <a:solidFill>
                  <a:srgbClr val="000000"/>
                </a:solidFill>
                <a:effectLst/>
                <a:latin typeface="Sakkal Majalla" panose="02000000000000000000" pitchFamily="2" charset="-78"/>
                <a:ea typeface="Trebuchet MS" panose="020B0703020202090204" pitchFamily="34" charset="0"/>
                <a:cs typeface="Sakkal Majalla" panose="02000000000000000000" pitchFamily="2" charset="-78"/>
              </a:rPr>
              <a:t>خط التكاليف الثابتة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171450" marR="0" lvl="0" indent="-171450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ar" b="0" i="0" u="none" strike="noStrike" cap="none" normalizeH="0" dirty="0">
                <a:ln>
                  <a:noFill/>
                </a:ln>
                <a:solidFill>
                  <a:srgbClr val="000000"/>
                </a:solidFill>
                <a:effectLst/>
                <a:latin typeface="Sakkal Majalla" panose="02000000000000000000" pitchFamily="2" charset="-78"/>
                <a:ea typeface="Trebuchet MS" panose="020B0703020202090204" pitchFamily="34" charset="0"/>
                <a:cs typeface="Sakkal Majalla" panose="02000000000000000000" pitchFamily="2" charset="-78"/>
              </a:rPr>
              <a:t>خط التكاليف الإجمالية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171450" marR="0" lvl="0" indent="-171450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ar" b="0" i="0" u="none" strike="noStrike" cap="none" normalizeH="0" dirty="0">
                <a:ln>
                  <a:noFill/>
                </a:ln>
                <a:solidFill>
                  <a:srgbClr val="000000"/>
                </a:solidFill>
                <a:effectLst/>
                <a:latin typeface="Sakkal Majalla" panose="02000000000000000000" pitchFamily="2" charset="-78"/>
                <a:ea typeface="Trebuchet MS" panose="020B0703020202090204" pitchFamily="34" charset="0"/>
                <a:cs typeface="Sakkal Majalla" panose="02000000000000000000" pitchFamily="2" charset="-78"/>
              </a:rPr>
              <a:t>خط الإيرادات الإجمالية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Sakkal Majalla" panose="02000000000000000000" pitchFamily="2" charset="-78"/>
              <a:ea typeface="Trebuchet MS" panose="020B0703020202090204" pitchFamily="34" charset="0"/>
              <a:cs typeface="Sakkal Majalla" panose="02000000000000000000" pitchFamily="2" charset="-78"/>
            </a:endParaRPr>
          </a:p>
          <a:p>
            <a:pPr marL="0" marR="0" lvl="0" indent="0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ar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Sakkal Majalla" panose="02000000000000000000" pitchFamily="2" charset="-78"/>
                <a:ea typeface="Trebuchet MS" panose="020B0703020202090204" pitchFamily="34" charset="0"/>
                <a:cs typeface="Sakkal Majalla" panose="02000000000000000000" pitchFamily="2" charset="-78"/>
              </a:rPr>
              <a:t>يجب عليك</a:t>
            </a:r>
            <a:r>
              <a:rPr lang="ar" b="1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Sakkal Majalla" panose="02000000000000000000" pitchFamily="2" charset="-78"/>
                <a:ea typeface="Trebuchet MS" panose="020B0703020202090204" pitchFamily="34" charset="0"/>
                <a:cs typeface="Sakkal Majalla" panose="02000000000000000000" pitchFamily="2" charset="-78"/>
              </a:rPr>
              <a:t> أيضًا</a:t>
            </a:r>
            <a:r>
              <a:rPr lang="ar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Sakkal Majalla" panose="02000000000000000000" pitchFamily="2" charset="-78"/>
                <a:ea typeface="Trebuchet MS" panose="020B0703020202090204" pitchFamily="34" charset="0"/>
                <a:cs typeface="Sakkal Majalla" panose="02000000000000000000" pitchFamily="2" charset="-78"/>
              </a:rPr>
              <a:t> </a:t>
            </a:r>
            <a:r>
              <a:rPr lang="ar" b="1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Sakkal Majalla" panose="02000000000000000000" pitchFamily="2" charset="-78"/>
                <a:ea typeface="Trebuchet MS" panose="020B0703020202090204" pitchFamily="34" charset="0"/>
                <a:cs typeface="Sakkal Majalla" panose="02000000000000000000" pitchFamily="2" charset="-78"/>
              </a:rPr>
              <a:t>تسمية: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171450" marR="0" lvl="0" indent="-171450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ar" b="0" i="0" u="none" strike="noStrike" cap="none" normalizeH="0" dirty="0">
                <a:ln>
                  <a:noFill/>
                </a:ln>
                <a:solidFill>
                  <a:srgbClr val="000000"/>
                </a:solidFill>
                <a:effectLst/>
                <a:latin typeface="Sakkal Majalla" panose="02000000000000000000" pitchFamily="2" charset="-78"/>
                <a:ea typeface="Trebuchet MS" panose="020B0703020202090204" pitchFamily="34" charset="0"/>
                <a:cs typeface="Sakkal Majalla" panose="02000000000000000000" pitchFamily="2" charset="-78"/>
              </a:rPr>
              <a:t>نقطة التعادل</a:t>
            </a:r>
            <a:endParaRPr 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4C1553-1DEB-CD01-E389-D24633CDC25F}"/>
              </a:ext>
            </a:extLst>
          </p:cNvPr>
          <p:cNvSpPr txBox="1">
            <a:spLocks/>
          </p:cNvSpPr>
          <p:nvPr/>
        </p:nvSpPr>
        <p:spPr bwMode="auto">
          <a:xfrm>
            <a:off x="35496" y="6603206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/>
          </a:bodyPr>
          <a:lstStyle>
            <a:defPPr>
              <a:defRPr lang="en-GB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9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A103000398478</a:t>
            </a:r>
            <a:endParaRPr lang="ar" sz="900" dirty="0"/>
          </a:p>
        </p:txBody>
      </p:sp>
    </p:spTree>
    <p:extLst>
      <p:ext uri="{BB962C8B-B14F-4D97-AF65-F5344CB8AC3E}">
        <p14:creationId xmlns:p14="http://schemas.microsoft.com/office/powerpoint/2010/main" val="2711914234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B322E9-04CA-B400-1E6F-57B00D6C64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2">
            <a:extLst>
              <a:ext uri="{FF2B5EF4-FFF2-40B4-BE49-F238E27FC236}">
                <a16:creationId xmlns:a16="http://schemas.microsoft.com/office/drawing/2014/main" id="{95470FA9-2A7E-6FA6-4A08-552E02DBB3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4650" y="1249087"/>
            <a:ext cx="8229600" cy="284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  <a:noAutofit/>
          </a:bodyPr>
          <a:lstStyle>
            <a:lvl1pPr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1pPr>
            <a:lvl2pPr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2pPr>
            <a:lvl3pPr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3pPr>
            <a:lvl4pPr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4pPr>
            <a:lvl5pPr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5pPr>
            <a:lvl6pPr marL="457200" algn="ctr" rtl="1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Verdana" pitchFamily="34" charset="0"/>
              </a:defRPr>
            </a:lvl6pPr>
            <a:lvl7pPr marL="914400" algn="ctr" rtl="1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Verdana" pitchFamily="34" charset="0"/>
              </a:defRPr>
            </a:lvl7pPr>
            <a:lvl8pPr marL="1371600" algn="ctr" rtl="1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Verdana" pitchFamily="34" charset="0"/>
              </a:defRPr>
            </a:lvl8pPr>
            <a:lvl9pPr marL="1828800" algn="ctr" rtl="1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Verdana" pitchFamily="34" charset="0"/>
              </a:defRPr>
            </a:lvl9pPr>
          </a:lstStyle>
          <a:p>
            <a:pPr rtl="1">
              <a:lnSpc>
                <a:spcPct val="90000"/>
              </a:lnSpc>
              <a:spcBef>
                <a:spcPts val="1200"/>
              </a:spcBef>
              <a:spcAft>
                <a:spcPts val="1500"/>
              </a:spcAft>
            </a:pPr>
            <a:r>
              <a:rPr lang="ar" sz="2200" b="1" dirty="0">
                <a:effectLst/>
                <a:latin typeface="Sakkal Majalla" panose="02000000000000000000" pitchFamily="2" charset="-78"/>
                <a:cs typeface="Sakkal Majalla" panose="02000000000000000000" pitchFamily="2" charset="-78"/>
              </a:rPr>
              <a:t>ج3 استخدام تحليل نقطة التعادل في تقييمك</a:t>
            </a:r>
            <a:endParaRPr lang="en-GB" altLang="en-US" sz="2200" b="1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14" name="Rectangle 15">
            <a:extLst>
              <a:ext uri="{FF2B5EF4-FFF2-40B4-BE49-F238E27FC236}">
                <a16:creationId xmlns:a16="http://schemas.microsoft.com/office/drawing/2014/main" id="{FBE21E0B-12A3-F93D-6E60-E7C75E959D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520" y="1802443"/>
            <a:ext cx="8583754" cy="1938992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ar" sz="2000" i="0" strike="noStrike" cap="none" normalizeH="0" dirty="0">
                <a:ln>
                  <a:noFill/>
                </a:ln>
                <a:effectLst/>
                <a:latin typeface="Sakkal Majalla" panose="02000000000000000000" pitchFamily="2" charset="-78"/>
                <a:ea typeface="Calibri" panose="020F0502020204030204" pitchFamily="34" charset="0"/>
                <a:cs typeface="Sakkal Majalla" panose="02000000000000000000" pitchFamily="2" charset="-78"/>
              </a:rPr>
              <a:t>قد تسمح لك البيانات المقدمة في الواجب المحدد من قِبل بيرسون إجراء حسابات التعادل باستخدام معادلة نقطة التعادل.</a:t>
            </a:r>
          </a:p>
          <a:p>
            <a:pPr marL="0" marR="0" lvl="0" indent="0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2000" b="0" dirty="0">
              <a:latin typeface="Sakkal Majalla" panose="02000000000000000000" pitchFamily="2" charset="-78"/>
              <a:ea typeface="Calibri" panose="020F0502020204030204" pitchFamily="34" charset="0"/>
              <a:cs typeface="Sakkal Majalla" panose="02000000000000000000" pitchFamily="2" charset="-78"/>
            </a:endParaRPr>
          </a:p>
          <a:p>
            <a:pPr marL="0" marR="0" lvl="0" indent="0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ar" sz="2000" b="0" dirty="0">
                <a:latin typeface="Sakkal Majalla" panose="02000000000000000000" pitchFamily="2" charset="-78"/>
                <a:ea typeface="Calibri" panose="020F0502020204030204" pitchFamily="34" charset="0"/>
                <a:cs typeface="Sakkal Majalla" panose="02000000000000000000" pitchFamily="2" charset="-78"/>
              </a:rPr>
              <a:t>ستحتاج إلى الأرقام من أجل:</a:t>
            </a:r>
          </a:p>
          <a:p>
            <a:pPr marL="285750" indent="-285750" rtl="1">
              <a:buFont typeface="Arial" panose="020B0604020202020204" pitchFamily="34" charset="0"/>
              <a:buChar char="•"/>
            </a:pPr>
            <a:r>
              <a:rPr lang="ar" sz="2000" i="0" strike="noStrike" cap="none" normalizeH="0" dirty="0">
                <a:ln>
                  <a:noFill/>
                </a:ln>
                <a:effectLst/>
                <a:latin typeface="Sakkal Majalla" panose="02000000000000000000" pitchFamily="2" charset="-78"/>
                <a:ea typeface="Calibri" panose="020F0502020204030204" pitchFamily="34" charset="0"/>
                <a:cs typeface="Sakkal Majalla" panose="02000000000000000000" pitchFamily="2" charset="-78"/>
              </a:rPr>
              <a:t>التكاليف الثابتة (مثل الإيجار والرواتب وفواتير الخدمات والتأمين وتسديد القروض)</a:t>
            </a:r>
          </a:p>
          <a:p>
            <a:pPr marL="285750" indent="-285750" rtl="1">
              <a:buFont typeface="Arial" panose="020B0604020202020204" pitchFamily="34" charset="0"/>
              <a:buChar char="•"/>
            </a:pPr>
            <a:r>
              <a:rPr lang="ar" sz="2000" dirty="0">
                <a:latin typeface="Sakkal Majalla" panose="02000000000000000000" pitchFamily="2" charset="-78"/>
                <a:ea typeface="Calibri" panose="020F0502020204030204" pitchFamily="34" charset="0"/>
                <a:cs typeface="Sakkal Majalla" panose="02000000000000000000" pitchFamily="2" charset="-78"/>
              </a:rPr>
              <a:t>المساهمة لكل وحدة (سعر البيع مطروحًا منه التكاليف المتغيرة لكل وحدة)</a:t>
            </a:r>
            <a:endParaRPr kumimoji="0" lang="en-US" altLang="en-US" sz="2000" b="0" i="0" strike="noStrike" cap="none" normalizeH="0" baseline="0" dirty="0">
              <a:ln>
                <a:noFill/>
              </a:ln>
              <a:effectLst/>
              <a:latin typeface="Sakkal Majalla" panose="02000000000000000000" pitchFamily="2" charset="-78"/>
              <a:ea typeface="Calibri" panose="020F0502020204030204" pitchFamily="34" charset="0"/>
              <a:cs typeface="Sakkal Majalla" panose="02000000000000000000" pitchFamily="2" charset="-78"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AC46EE65-1889-32CD-9855-7AB4C15C994A}"/>
              </a:ext>
            </a:extLst>
          </p:cNvPr>
          <p:cNvGrpSpPr/>
          <p:nvPr/>
        </p:nvGrpSpPr>
        <p:grpSpPr>
          <a:xfrm>
            <a:off x="4806950" y="5121839"/>
            <a:ext cx="3581402" cy="1435652"/>
            <a:chOff x="0" y="353532"/>
            <a:chExt cx="2564804" cy="1538882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E8F4D043-8B92-169E-CBEE-0B7C399234B6}"/>
                </a:ext>
              </a:extLst>
            </p:cNvPr>
            <p:cNvSpPr/>
            <p:nvPr/>
          </p:nvSpPr>
          <p:spPr>
            <a:xfrm>
              <a:off x="0" y="353532"/>
              <a:ext cx="2564804" cy="1538882"/>
            </a:xfrm>
            <a:prstGeom prst="rect">
              <a:avLst/>
            </a:prstGeom>
            <a:gradFill rotWithShape="0">
              <a:gsLst>
                <a:gs pos="0">
                  <a:schemeClr val="accent2">
                    <a:lumMod val="20000"/>
                    <a:lumOff val="80000"/>
                  </a:schemeClr>
                </a:gs>
                <a:gs pos="80000">
                  <a:schemeClr val="accent1">
                    <a:hueOff val="0"/>
                    <a:satOff val="0"/>
                    <a:lumOff val="0"/>
                    <a:alphaOff val="0"/>
                    <a:shade val="93000"/>
                    <a:satMod val="130000"/>
                  </a:schemeClr>
                </a:gs>
                <a:gs pos="100000">
                  <a:schemeClr val="accent1">
                    <a:hueOff val="0"/>
                    <a:satOff val="0"/>
                    <a:lumOff val="0"/>
                    <a:alphaOff val="0"/>
                    <a:shade val="94000"/>
                    <a:satMod val="135000"/>
                  </a:schemeClr>
                </a:gs>
              </a:gsLst>
            </a:gradFill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rgbClr r="0" g="0" b="0"/>
            </a:fillRef>
            <a:effectRef idx="3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rtlCol="1"/>
            <a:lstStyle/>
            <a:p>
              <a:pPr rtl="1"/>
              <a:endParaRPr lang="en-US" dirty="0">
                <a:latin typeface="Sakkal Majalla" panose="02000000000000000000" pitchFamily="2" charset="-78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F9D8E0E9-6357-4E44-19C4-A0332A198941}"/>
                </a:ext>
              </a:extLst>
            </p:cNvPr>
            <p:cNvSpPr txBox="1"/>
            <p:nvPr/>
          </p:nvSpPr>
          <p:spPr>
            <a:xfrm>
              <a:off x="0" y="353532"/>
              <a:ext cx="2564804" cy="153888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0010" tIns="80010" rIns="80010" bIns="80010" numCol="1" spcCol="1270" rtlCol="1" anchor="ctr" anchorCtr="0">
              <a:noAutofit/>
            </a:bodyPr>
            <a:lstStyle/>
            <a:p>
              <a:pPr rtl="1"/>
              <a:r>
                <a:rPr lang="ar" sz="1600" b="1" dirty="0">
                  <a:solidFill>
                    <a:srgbClr val="7030A0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نصائح مهمة</a:t>
              </a:r>
            </a:p>
            <a:p>
              <a:pPr rtl="1"/>
              <a:r>
                <a:rPr lang="ar" sz="1600" dirty="0">
                  <a:solidFill>
                    <a:srgbClr val="7030A0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راجع الوحدة 3 لتذكير نفسك باستخدام تحليل نقطة التعادل كأداة تخطيط</a:t>
              </a:r>
            </a:p>
          </p:txBody>
        </p:sp>
      </p:grpSp>
      <p:sp>
        <p:nvSpPr>
          <p:cNvPr id="20" name="Rectangle 15">
            <a:extLst>
              <a:ext uri="{FF2B5EF4-FFF2-40B4-BE49-F238E27FC236}">
                <a16:creationId xmlns:a16="http://schemas.microsoft.com/office/drawing/2014/main" id="{DC17989C-588E-9AFC-5888-254AB1E096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337" y="3023559"/>
            <a:ext cx="2685182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strike="noStrike" cap="none" normalizeH="0" baseline="0" dirty="0">
              <a:ln>
                <a:noFill/>
              </a:ln>
              <a:effectLst/>
              <a:latin typeface="Sakkal Majalla" panose="02000000000000000000" pitchFamily="2" charset="-78"/>
              <a:ea typeface="Calibri" panose="020F0502020204030204" pitchFamily="34" charset="0"/>
              <a:cs typeface="Sakkal Majalla" panose="02000000000000000000" pitchFamily="2" charset="-78"/>
            </a:endParaRPr>
          </a:p>
          <a:p>
            <a:pPr marL="0" marR="0" lvl="0" indent="0" algn="l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strike="noStrike" cap="none" normalizeH="0" baseline="0" dirty="0">
              <a:ln>
                <a:noFill/>
              </a:ln>
              <a:effectLst/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marR="0" lvl="0" indent="0" algn="l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strike="noStrike" cap="none" normalizeH="0" baseline="0" dirty="0">
              <a:ln>
                <a:noFill/>
              </a:ln>
              <a:effectLst/>
              <a:latin typeface="Sakkal Majalla" panose="02000000000000000000" pitchFamily="2" charset="-78"/>
              <a:ea typeface="Calibri" panose="020F0502020204030204" pitchFamily="34" charset="0"/>
              <a:cs typeface="Sakkal Majalla" panose="02000000000000000000" pitchFamily="2" charset="-78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34BAAD65-9CF8-5DB8-27FF-DBAD3E72B706}"/>
              </a:ext>
            </a:extLst>
          </p:cNvPr>
          <p:cNvGrpSpPr/>
          <p:nvPr/>
        </p:nvGrpSpPr>
        <p:grpSpPr>
          <a:xfrm>
            <a:off x="407614" y="5121839"/>
            <a:ext cx="3973887" cy="1435652"/>
            <a:chOff x="0" y="353532"/>
            <a:chExt cx="2564804" cy="1538882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FEEDF916-D483-A1C6-F371-0DC0B503B694}"/>
                </a:ext>
              </a:extLst>
            </p:cNvPr>
            <p:cNvSpPr/>
            <p:nvPr/>
          </p:nvSpPr>
          <p:spPr>
            <a:xfrm>
              <a:off x="0" y="353532"/>
              <a:ext cx="2564804" cy="1538882"/>
            </a:xfrm>
            <a:prstGeom prst="rect">
              <a:avLst/>
            </a:prstGeom>
            <a:gradFill rotWithShape="0">
              <a:gsLst>
                <a:gs pos="0">
                  <a:schemeClr val="accent2">
                    <a:lumMod val="20000"/>
                    <a:lumOff val="80000"/>
                  </a:schemeClr>
                </a:gs>
                <a:gs pos="80000">
                  <a:schemeClr val="accent1">
                    <a:hueOff val="0"/>
                    <a:satOff val="0"/>
                    <a:lumOff val="0"/>
                    <a:alphaOff val="0"/>
                    <a:shade val="93000"/>
                    <a:satMod val="130000"/>
                  </a:schemeClr>
                </a:gs>
                <a:gs pos="100000">
                  <a:schemeClr val="accent1">
                    <a:hueOff val="0"/>
                    <a:satOff val="0"/>
                    <a:lumOff val="0"/>
                    <a:alphaOff val="0"/>
                    <a:shade val="94000"/>
                    <a:satMod val="135000"/>
                  </a:schemeClr>
                </a:gs>
              </a:gsLst>
            </a:gradFill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rgbClr r="0" g="0" b="0"/>
            </a:fillRef>
            <a:effectRef idx="3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rtlCol="1"/>
            <a:lstStyle/>
            <a:p>
              <a:pPr rtl="1"/>
              <a:endParaRPr lang="en-US" dirty="0">
                <a:latin typeface="Sakkal Majalla" panose="02000000000000000000" pitchFamily="2" charset="-78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32651424-CCB1-4627-512C-3AB196DD86E9}"/>
                </a:ext>
              </a:extLst>
            </p:cNvPr>
            <p:cNvSpPr txBox="1"/>
            <p:nvPr/>
          </p:nvSpPr>
          <p:spPr>
            <a:xfrm>
              <a:off x="0" y="353532"/>
              <a:ext cx="2564804" cy="153888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0010" tIns="80010" rIns="80010" bIns="80010" numCol="1" spcCol="1270" rtlCol="1" anchor="ctr" anchorCtr="0">
              <a:noAutofit/>
            </a:bodyPr>
            <a:lstStyle/>
            <a:p>
              <a:pPr rtl="1"/>
              <a:r>
                <a:rPr lang="ar" sz="1600" b="1" dirty="0">
                  <a:solidFill>
                    <a:srgbClr val="7030A0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احسب </a:t>
              </a:r>
              <a:r>
                <a:rPr lang="ar" sz="1600" dirty="0">
                  <a:solidFill>
                    <a:srgbClr val="7030A0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نقطة التعادل سنويًّا في الحالات الآتية:</a:t>
              </a:r>
            </a:p>
            <a:p>
              <a:pPr marL="285750" indent="-285750" rtl="1">
                <a:buFont typeface="Arial" panose="020B0604020202020204" pitchFamily="34" charset="0"/>
                <a:buChar char="•"/>
              </a:pPr>
              <a:r>
                <a:rPr lang="ar" sz="1600" dirty="0">
                  <a:solidFill>
                    <a:srgbClr val="7030A0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تكلفة صنع مظلة = 12 دولارًا</a:t>
              </a:r>
            </a:p>
            <a:p>
              <a:pPr marL="285750" indent="-285750" rtl="1">
                <a:buFont typeface="Arial" panose="020B0604020202020204" pitchFamily="34" charset="0"/>
                <a:buChar char="•"/>
              </a:pPr>
              <a:r>
                <a:rPr lang="ar" sz="1600" dirty="0">
                  <a:solidFill>
                    <a:srgbClr val="7030A0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يبيعون بسعر 15 دولارًا لكل منهم</a:t>
              </a:r>
            </a:p>
            <a:p>
              <a:pPr marL="285750" indent="-285750" rtl="1">
                <a:buFont typeface="Arial" panose="020B0604020202020204" pitchFamily="34" charset="0"/>
                <a:buChar char="•"/>
              </a:pPr>
              <a:r>
                <a:rPr lang="ar" sz="1600" dirty="0">
                  <a:solidFill>
                    <a:srgbClr val="7030A0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يكلف تشغيل المصنع 3000 دولار كل عام </a:t>
              </a:r>
            </a:p>
          </p:txBody>
        </p: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8BC51FE5-8BAC-C6D7-753A-5E2EF7243331}"/>
              </a:ext>
            </a:extLst>
          </p:cNvPr>
          <p:cNvSpPr txBox="1"/>
          <p:nvPr/>
        </p:nvSpPr>
        <p:spPr>
          <a:xfrm>
            <a:off x="2339752" y="3909392"/>
            <a:ext cx="5162484" cy="1015663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tx1"/>
            </a:solidFill>
          </a:ln>
        </p:spPr>
        <p:txBody>
          <a:bodyPr wrap="square" rtlCol="1">
            <a:spAutoFit/>
          </a:bodyPr>
          <a:lstStyle/>
          <a:p>
            <a:pPr rtl="1"/>
            <a:endParaRPr lang="en-US" sz="2000" b="0" dirty="0">
              <a:latin typeface="Sakkal Majalla" panose="02000000000000000000" pitchFamily="2" charset="-78"/>
            </a:endParaRPr>
          </a:p>
          <a:p>
            <a:pPr algn="ctr" rtl="1"/>
            <a:r>
              <a:rPr lang="ar" sz="2000" dirty="0">
                <a:latin typeface="Cambria Math" panose="02040503050406030204" pitchFamily="18" charset="0"/>
                <a:ea typeface="Cambria Math" panose="02040503050406030204" pitchFamily="18" charset="0"/>
                <a:cs typeface="Sakkal Majalla" panose="02000000000000000000" pitchFamily="2" charset="-78"/>
              </a:rPr>
              <a:t>أو</a:t>
            </a:r>
            <a:endParaRPr lang="ar-EG" sz="2000" dirty="0">
              <a:latin typeface="Cambria Math" panose="02040503050406030204" pitchFamily="18" charset="0"/>
              <a:ea typeface="Cambria Math" panose="02040503050406030204" pitchFamily="18" charset="0"/>
              <a:cs typeface="Sakkal Majalla" panose="02000000000000000000" pitchFamily="2" charset="-78"/>
            </a:endParaRPr>
          </a:p>
          <a:p>
            <a:pPr algn="ctr" rtl="1"/>
            <a:r>
              <a:rPr lang="ar-EG" sz="2000" dirty="0">
                <a:latin typeface="Cambria Math" panose="02040503050406030204" pitchFamily="18" charset="0"/>
                <a:ea typeface="Cambria Math" panose="02040503050406030204" pitchFamily="18" charset="0"/>
                <a:cs typeface="Sakkal Majalla" panose="02000000000000000000" pitchFamily="2" charset="-78"/>
              </a:rPr>
              <a:t>نقطة التعادل</a:t>
            </a:r>
            <a:r>
              <a:rPr lang="en-US" sz="2000" dirty="0">
                <a:latin typeface="Cambria Math" panose="02040503050406030204" pitchFamily="18" charset="0"/>
                <a:ea typeface="Cambria Math" panose="02040503050406030204" pitchFamily="18" charset="0"/>
                <a:cs typeface="Sakkal Majalla" panose="02000000000000000000" pitchFamily="2" charset="-78"/>
              </a:rPr>
              <a:t> </a:t>
            </a:r>
            <a:r>
              <a:rPr lang="ar-EG" sz="2000" dirty="0">
                <a:latin typeface="Cambria Math" panose="02040503050406030204" pitchFamily="18" charset="0"/>
                <a:ea typeface="Cambria Math" panose="02040503050406030204" pitchFamily="18" charset="0"/>
                <a:cs typeface="Sakkal Majalla" panose="02000000000000000000" pitchFamily="2" charset="-78"/>
              </a:rPr>
              <a:t>=</a:t>
            </a:r>
            <a:r>
              <a:rPr lang="en-US" sz="2000" dirty="0">
                <a:latin typeface="Cambria Math" panose="02040503050406030204" pitchFamily="18" charset="0"/>
                <a:ea typeface="Cambria Math" panose="02040503050406030204" pitchFamily="18" charset="0"/>
                <a:cs typeface="Sakkal Majalla" panose="02000000000000000000" pitchFamily="2" charset="-78"/>
              </a:rPr>
              <a:t> </a:t>
            </a:r>
            <a:r>
              <a:rPr lang="ar-EG" sz="2000" dirty="0">
                <a:latin typeface="Cambria Math" panose="02040503050406030204" pitchFamily="18" charset="0"/>
                <a:ea typeface="Cambria Math" panose="02040503050406030204" pitchFamily="18" charset="0"/>
                <a:cs typeface="Sakkal Majalla" panose="02000000000000000000" pitchFamily="2" charset="-78"/>
              </a:rPr>
              <a:t>التكلفة الثابتة</a:t>
            </a:r>
            <a:r>
              <a:rPr lang="en-US" sz="2000" dirty="0">
                <a:latin typeface="Cambria Math" panose="02040503050406030204" pitchFamily="18" charset="0"/>
                <a:ea typeface="Cambria Math" panose="02040503050406030204" pitchFamily="18" charset="0"/>
                <a:cs typeface="Sakkal Majalla" panose="02000000000000000000" pitchFamily="2" charset="-78"/>
              </a:rPr>
              <a:t> </a:t>
            </a:r>
            <a:r>
              <a:rPr lang="ar-EG" sz="2000" dirty="0">
                <a:latin typeface="Cambria Math" panose="02040503050406030204" pitchFamily="18" charset="0"/>
                <a:ea typeface="Cambria Math" panose="02040503050406030204" pitchFamily="18" charset="0"/>
                <a:cs typeface="Sakkal Majalla" panose="02000000000000000000" pitchFamily="2" charset="-78"/>
              </a:rPr>
              <a:t>÷</a:t>
            </a:r>
            <a:r>
              <a:rPr lang="en-US" sz="2000" dirty="0">
                <a:latin typeface="Cambria Math" panose="02040503050406030204" pitchFamily="18" charset="0"/>
                <a:ea typeface="Cambria Math" panose="02040503050406030204" pitchFamily="18" charset="0"/>
                <a:cs typeface="Sakkal Majalla" panose="02000000000000000000" pitchFamily="2" charset="-78"/>
              </a:rPr>
              <a:t> </a:t>
            </a:r>
            <a:r>
              <a:rPr lang="ar-EG" sz="2000" dirty="0">
                <a:latin typeface="Cambria Math" panose="02040503050406030204" pitchFamily="18" charset="0"/>
                <a:ea typeface="Cambria Math" panose="02040503050406030204" pitchFamily="18" charset="0"/>
                <a:cs typeface="Sakkal Majalla" panose="02000000000000000000" pitchFamily="2" charset="-78"/>
              </a:rPr>
              <a:t>(سعر البيع</a:t>
            </a:r>
            <a:r>
              <a:rPr lang="en-US" sz="2000" dirty="0">
                <a:latin typeface="Cambria Math" panose="02040503050406030204" pitchFamily="18" charset="0"/>
                <a:ea typeface="Cambria Math" panose="02040503050406030204" pitchFamily="18" charset="0"/>
                <a:cs typeface="Sakkal Majalla" panose="02000000000000000000" pitchFamily="2" charset="-78"/>
              </a:rPr>
              <a:t> </a:t>
            </a:r>
            <a:r>
              <a:rPr lang="ar-EG" sz="2000" kern="0" dirty="0">
                <a:latin typeface="Cambria Math" panose="02040503050406030204" pitchFamily="18" charset="0"/>
                <a:ea typeface="Cambria Math" panose="02040503050406030204" pitchFamily="18" charset="0"/>
                <a:cs typeface="Sakkal Majalla" panose="02000000000000000000" pitchFamily="2" charset="-78"/>
              </a:rPr>
              <a:t>−</a:t>
            </a:r>
            <a:r>
              <a:rPr lang="en-US" sz="2000" kern="0" dirty="0">
                <a:latin typeface="Cambria Math" panose="02040503050406030204" pitchFamily="18" charset="0"/>
                <a:ea typeface="Cambria Math" panose="02040503050406030204" pitchFamily="18" charset="0"/>
                <a:cs typeface="Sakkal Majalla" panose="02000000000000000000" pitchFamily="2" charset="-78"/>
              </a:rPr>
              <a:t> </a:t>
            </a:r>
            <a:r>
              <a:rPr lang="ar-EG" sz="2000" dirty="0">
                <a:latin typeface="Cambria Math" panose="02040503050406030204" pitchFamily="18" charset="0"/>
                <a:ea typeface="Cambria Math" panose="02040503050406030204" pitchFamily="18" charset="0"/>
                <a:cs typeface="Sakkal Majalla" panose="02000000000000000000" pitchFamily="2" charset="-78"/>
              </a:rPr>
              <a:t>رأس المال المُخاطر)</a:t>
            </a:r>
          </a:p>
        </p:txBody>
      </p:sp>
      <p:pic>
        <p:nvPicPr>
          <p:cNvPr id="4102" name="Picture 1401229089" descr="A graph paper with numbers and lines&#10;&#10;Description automatically generated">
            <a:extLst>
              <a:ext uri="{FF2B5EF4-FFF2-40B4-BE49-F238E27FC236}">
                <a16:creationId xmlns:a16="http://schemas.microsoft.com/office/drawing/2014/main" id="{47950648-2F65-36FF-5311-66201EB2FE55}"/>
              </a:ext>
            </a:extLst>
          </p:cNvPr>
          <p:cNvPicPr>
            <a:picLocks noChangeAspect="1" noChangeArrowheads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01125" y="0"/>
            <a:ext cx="142875" cy="184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D70B48C-1C1A-EC28-8BBA-1170F7488403}"/>
              </a:ext>
            </a:extLst>
          </p:cNvPr>
          <p:cNvSpPr txBox="1"/>
          <p:nvPr/>
        </p:nvSpPr>
        <p:spPr>
          <a:xfrm>
            <a:off x="3081535" y="3909392"/>
            <a:ext cx="40827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EG" sz="20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نقطة التعادل</a:t>
            </a:r>
            <a:r>
              <a:rPr lang="en-US" sz="20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 </a:t>
            </a:r>
            <a:r>
              <a:rPr lang="ar-EG" sz="20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=</a:t>
            </a:r>
            <a:r>
              <a:rPr lang="en-US" sz="20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 </a:t>
            </a:r>
            <a:r>
              <a:rPr lang="ar-EG" sz="20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التكلفة الثابتة</a:t>
            </a:r>
            <a:r>
              <a:rPr lang="en-US" sz="20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 </a:t>
            </a:r>
            <a:r>
              <a:rPr lang="ar-EG" sz="20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÷</a:t>
            </a:r>
            <a:r>
              <a:rPr lang="en-US" sz="20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 </a:t>
            </a:r>
            <a:r>
              <a:rPr lang="ar-EG" sz="20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مساهمة لكل وحدة</a:t>
            </a:r>
            <a:endParaRPr lang="en-US" sz="20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37F27CD-5836-DAFE-19A8-5EEF791D6633}"/>
              </a:ext>
            </a:extLst>
          </p:cNvPr>
          <p:cNvSpPr txBox="1">
            <a:spLocks/>
          </p:cNvSpPr>
          <p:nvPr/>
        </p:nvSpPr>
        <p:spPr bwMode="auto">
          <a:xfrm>
            <a:off x="35496" y="6603206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/>
          </a:bodyPr>
          <a:lstStyle>
            <a:defPPr>
              <a:defRPr lang="en-GB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9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A103000398478</a:t>
            </a:r>
            <a:endParaRPr lang="ar" sz="900" dirty="0"/>
          </a:p>
        </p:txBody>
      </p:sp>
    </p:spTree>
    <p:extLst>
      <p:ext uri="{BB962C8B-B14F-4D97-AF65-F5344CB8AC3E}">
        <p14:creationId xmlns:p14="http://schemas.microsoft.com/office/powerpoint/2010/main" val="452220270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91BEC7-E676-3BC3-1DB9-B67E5EDBC9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2">
            <a:extLst>
              <a:ext uri="{FF2B5EF4-FFF2-40B4-BE49-F238E27FC236}">
                <a16:creationId xmlns:a16="http://schemas.microsoft.com/office/drawing/2014/main" id="{0503D1AB-9C23-5A85-DF97-450690042B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4650" y="1554957"/>
            <a:ext cx="8229600" cy="284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  <a:noAutofit/>
          </a:bodyPr>
          <a:lstStyle>
            <a:lvl1pPr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1pPr>
            <a:lvl2pPr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2pPr>
            <a:lvl3pPr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3pPr>
            <a:lvl4pPr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4pPr>
            <a:lvl5pPr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5pPr>
            <a:lvl6pPr marL="457200" algn="ctr" rtl="1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Verdana" pitchFamily="34" charset="0"/>
              </a:defRPr>
            </a:lvl6pPr>
            <a:lvl7pPr marL="914400" algn="ctr" rtl="1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Verdana" pitchFamily="34" charset="0"/>
              </a:defRPr>
            </a:lvl7pPr>
            <a:lvl8pPr marL="1371600" algn="ctr" rtl="1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Verdana" pitchFamily="34" charset="0"/>
              </a:defRPr>
            </a:lvl8pPr>
            <a:lvl9pPr marL="1828800" algn="ctr" rtl="1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Verdana" pitchFamily="34" charset="0"/>
              </a:defRPr>
            </a:lvl9pPr>
          </a:lstStyle>
          <a:p>
            <a:pPr rtl="1">
              <a:lnSpc>
                <a:spcPct val="90000"/>
              </a:lnSpc>
              <a:spcBef>
                <a:spcPts val="1200"/>
              </a:spcBef>
              <a:spcAft>
                <a:spcPts val="1500"/>
              </a:spcAft>
            </a:pPr>
            <a:r>
              <a:rPr lang="ar" sz="2200" b="1" dirty="0">
                <a:effectLst/>
                <a:latin typeface="Sakkal Majalla" panose="02000000000000000000" pitchFamily="2" charset="-78"/>
                <a:cs typeface="Sakkal Majalla" panose="02000000000000000000" pitchFamily="2" charset="-78"/>
              </a:rPr>
              <a:t>ج3 نشاط - استخدم البيانات </a:t>
            </a:r>
            <a:r>
              <a:rPr lang="ar" sz="22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 المعطاة لحساب نقطة التعادل</a:t>
            </a:r>
            <a:br>
              <a:rPr lang="en-US" altLang="en-US" sz="2200" b="1" kern="0" dirty="0"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br>
              <a:rPr lang="en-US" altLang="en-US" sz="2200" b="1" kern="0" dirty="0"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endParaRPr lang="en-GB" altLang="en-US" sz="2200" b="1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544E6894-D904-F6A4-0F1A-EC9EE607D0C7}"/>
              </a:ext>
            </a:extLst>
          </p:cNvPr>
          <p:cNvGrpSpPr/>
          <p:nvPr/>
        </p:nvGrpSpPr>
        <p:grpSpPr>
          <a:xfrm>
            <a:off x="2602741" y="4941168"/>
            <a:ext cx="3938518" cy="1096231"/>
            <a:chOff x="0" y="353532"/>
            <a:chExt cx="2564804" cy="1538882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C34CC850-F74F-64ED-612E-80C8DF8EBA6A}"/>
                </a:ext>
              </a:extLst>
            </p:cNvPr>
            <p:cNvSpPr/>
            <p:nvPr/>
          </p:nvSpPr>
          <p:spPr>
            <a:xfrm>
              <a:off x="0" y="353532"/>
              <a:ext cx="2564804" cy="1538882"/>
            </a:xfrm>
            <a:prstGeom prst="rect">
              <a:avLst/>
            </a:prstGeom>
            <a:gradFill rotWithShape="0">
              <a:gsLst>
                <a:gs pos="0">
                  <a:schemeClr val="accent2">
                    <a:lumMod val="20000"/>
                    <a:lumOff val="80000"/>
                  </a:schemeClr>
                </a:gs>
                <a:gs pos="80000">
                  <a:schemeClr val="accent1">
                    <a:hueOff val="0"/>
                    <a:satOff val="0"/>
                    <a:lumOff val="0"/>
                    <a:alphaOff val="0"/>
                    <a:shade val="93000"/>
                    <a:satMod val="130000"/>
                  </a:schemeClr>
                </a:gs>
                <a:gs pos="100000">
                  <a:schemeClr val="accent1">
                    <a:hueOff val="0"/>
                    <a:satOff val="0"/>
                    <a:lumOff val="0"/>
                    <a:alphaOff val="0"/>
                    <a:shade val="94000"/>
                    <a:satMod val="135000"/>
                  </a:schemeClr>
                </a:gs>
              </a:gsLst>
            </a:gradFill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rgbClr r="0" g="0" b="0"/>
            </a:fillRef>
            <a:effectRef idx="3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rtlCol="1"/>
            <a:lstStyle/>
            <a:p>
              <a:pPr rtl="1"/>
              <a:endParaRPr lang="en-US" sz="1600" dirty="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9F82546E-E8C3-E606-C6ED-277B21D7AAD0}"/>
                </a:ext>
              </a:extLst>
            </p:cNvPr>
            <p:cNvSpPr txBox="1"/>
            <p:nvPr/>
          </p:nvSpPr>
          <p:spPr>
            <a:xfrm>
              <a:off x="0" y="353532"/>
              <a:ext cx="2564804" cy="153888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0010" tIns="80010" rIns="80010" bIns="80010" numCol="1" spcCol="1270" rtlCol="1" anchor="ctr" anchorCtr="0">
              <a:noAutofit/>
            </a:bodyPr>
            <a:lstStyle/>
            <a:p>
              <a:pPr rtl="1"/>
              <a:r>
                <a:rPr lang="ar" b="1" dirty="0">
                  <a:solidFill>
                    <a:srgbClr val="7030A0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احسب </a:t>
              </a:r>
              <a:r>
                <a:rPr lang="ar" dirty="0">
                  <a:solidFill>
                    <a:srgbClr val="7030A0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عدد العضويات الشهرية التي يجب على "توتي" بيعها كل شهر للوصول إلى نقطة التعادل.</a:t>
              </a:r>
            </a:p>
          </p:txBody>
        </p:sp>
      </p:grpSp>
      <p:pic>
        <p:nvPicPr>
          <p:cNvPr id="7169" name="Picture 1401229089" descr="A graph paper with numbers and lines&#10;&#10;Description automatically generated">
            <a:extLst>
              <a:ext uri="{FF2B5EF4-FFF2-40B4-BE49-F238E27FC236}">
                <a16:creationId xmlns:a16="http://schemas.microsoft.com/office/drawing/2014/main" id="{C1C5664B-9239-8225-4FA8-7C3E14606099}"/>
              </a:ext>
            </a:extLst>
          </p:cNvPr>
          <p:cNvPicPr>
            <a:picLocks noChangeAspect="1" noChangeArrowheads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01125" y="0"/>
            <a:ext cx="142875" cy="184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C9BC869-F3D2-196E-85B5-8425978B3B3A}"/>
              </a:ext>
            </a:extLst>
          </p:cNvPr>
          <p:cNvSpPr txBox="1"/>
          <p:nvPr/>
        </p:nvSpPr>
        <p:spPr>
          <a:xfrm>
            <a:off x="1453734" y="4116130"/>
            <a:ext cx="6430634" cy="369332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tx1"/>
            </a:solidFill>
          </a:ln>
        </p:spPr>
        <p:txBody>
          <a:bodyPr wrap="square" rtlCol="1">
            <a:spAutoFit/>
          </a:bodyPr>
          <a:lstStyle/>
          <a:p>
            <a:pPr rtl="1"/>
            <a:endParaRPr 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0E9E9BB2-92E5-2F9F-BDF7-E0EB59AB73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1449345"/>
              </p:ext>
            </p:extLst>
          </p:nvPr>
        </p:nvGraphicFramePr>
        <p:xfrm>
          <a:off x="2339752" y="1866855"/>
          <a:ext cx="4464496" cy="1992849"/>
        </p:xfrm>
        <a:graphic>
          <a:graphicData uri="http://schemas.openxmlformats.org/drawingml/2006/table">
            <a:tbl>
              <a:tblPr rtl="1">
                <a:tableStyleId>{5C22544A-7EE6-4342-B048-85BDC9FD1C3A}</a:tableStyleId>
              </a:tblPr>
              <a:tblGrid>
                <a:gridCol w="3312368">
                  <a:extLst>
                    <a:ext uri="{9D8B030D-6E8A-4147-A177-3AD203B41FA5}">
                      <a16:colId xmlns:a16="http://schemas.microsoft.com/office/drawing/2014/main" val="515467725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2275568435"/>
                    </a:ext>
                  </a:extLst>
                </a:gridCol>
              </a:tblGrid>
              <a:tr h="354561">
                <a:tc gridSpan="2">
                  <a:txBody>
                    <a:bodyPr/>
                    <a:lstStyle/>
                    <a:p>
                      <a:pPr algn="ctr" rtl="1" fontAlgn="b"/>
                      <a:r>
                        <a:rPr lang="a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مستخرج من المعلومات الشهرية الخاصة </a:t>
                      </a:r>
                    </a:p>
                    <a:p>
                      <a:pPr algn="ctr" rtl="1" fontAlgn="b"/>
                      <a:r>
                        <a:rPr lang="a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بنادي توتي للتنس</a:t>
                      </a: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pPr algn="r" rtl="1" fontAlgn="b"/>
                      <a:endParaRPr lang="en-GB" sz="1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727923695"/>
                  </a:ext>
                </a:extLst>
              </a:tr>
              <a:tr h="354561">
                <a:tc>
                  <a:txBody>
                    <a:bodyPr/>
                    <a:lstStyle/>
                    <a:p>
                      <a:pPr algn="l" rtl="1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a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دولار أمريكي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42915252"/>
                  </a:ext>
                </a:extLst>
              </a:tr>
              <a:tr h="354561">
                <a:tc>
                  <a:txBody>
                    <a:bodyPr/>
                    <a:lstStyle/>
                    <a:p>
                      <a:pPr algn="r" rtl="1" fontAlgn="b"/>
                      <a:r>
                        <a:rPr lang="ar" sz="1600" u="none" strike="noStrike" dirty="0"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رسوم العضوية الشهرية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rtl="1" fontAlgn="b"/>
                      <a:r>
                        <a:rPr lang="ar" sz="1600" u="none" strike="noStrike" dirty="0"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25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744728967"/>
                  </a:ext>
                </a:extLst>
              </a:tr>
              <a:tr h="262174">
                <a:tc>
                  <a:txBody>
                    <a:bodyPr/>
                    <a:lstStyle/>
                    <a:p>
                      <a:pPr algn="r" rtl="1" fontAlgn="b"/>
                      <a:r>
                        <a:rPr lang="ar" sz="1600" u="none" strike="noStrike" dirty="0"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الإيجار</a:t>
                      </a:r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rtl="1" fontAlgn="b"/>
                      <a:r>
                        <a:rPr lang="ar" sz="1600" u="none" strike="noStrike" dirty="0"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2291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939894648"/>
                  </a:ext>
                </a:extLst>
              </a:tr>
              <a:tr h="262174">
                <a:tc>
                  <a:txBody>
                    <a:bodyPr/>
                    <a:lstStyle/>
                    <a:p>
                      <a:pPr algn="r" rtl="1" fontAlgn="b"/>
                      <a:r>
                        <a:rPr lang="ar" sz="1600" u="none" strike="noStrike" dirty="0"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الرواتب</a:t>
                      </a:r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rtl="1" fontAlgn="b"/>
                      <a:r>
                        <a:rPr lang="ar" sz="1600" u="none" strike="noStrike" dirty="0"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5 000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681501715"/>
                  </a:ext>
                </a:extLst>
              </a:tr>
              <a:tr h="262174">
                <a:tc>
                  <a:txBody>
                    <a:bodyPr/>
                    <a:lstStyle/>
                    <a:p>
                      <a:pPr algn="r" rtl="1" fontAlgn="b"/>
                      <a:r>
                        <a:rPr lang="a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تكاليف متغيرة لكل عضو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rtl="1" fontAlgn="b"/>
                      <a:r>
                        <a:rPr lang="a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2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575052739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E8E81EEC-E02A-A530-8A51-D54D7AAED11C}"/>
              </a:ext>
            </a:extLst>
          </p:cNvPr>
          <p:cNvSpPr txBox="1"/>
          <p:nvPr/>
        </p:nvSpPr>
        <p:spPr>
          <a:xfrm>
            <a:off x="2379033" y="4131519"/>
            <a:ext cx="45801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ar-EG" sz="20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نقطة التعادل=التكلفة الثابتة÷(سعر البيع−رأس المال المُخاطر)</a:t>
            </a:r>
            <a:endParaRPr lang="en-US" sz="20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22D2B83-3C46-59EB-1C99-8320E7B19000}"/>
              </a:ext>
            </a:extLst>
          </p:cNvPr>
          <p:cNvSpPr txBox="1">
            <a:spLocks/>
          </p:cNvSpPr>
          <p:nvPr/>
        </p:nvSpPr>
        <p:spPr bwMode="auto">
          <a:xfrm>
            <a:off x="35496" y="6603206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/>
          </a:bodyPr>
          <a:lstStyle>
            <a:defPPr>
              <a:defRPr lang="en-GB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9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A103000398478</a:t>
            </a:r>
            <a:endParaRPr lang="ar" sz="900" dirty="0"/>
          </a:p>
        </p:txBody>
      </p:sp>
    </p:spTree>
    <p:extLst>
      <p:ext uri="{BB962C8B-B14F-4D97-AF65-F5344CB8AC3E}">
        <p14:creationId xmlns:p14="http://schemas.microsoft.com/office/powerpoint/2010/main" val="1742737839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28925D-55AF-5E3C-767F-066BAA92A0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2">
            <a:extLst>
              <a:ext uri="{FF2B5EF4-FFF2-40B4-BE49-F238E27FC236}">
                <a16:creationId xmlns:a16="http://schemas.microsoft.com/office/drawing/2014/main" id="{A2041715-86DF-747D-9F30-8DBB0C1BF88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20688" y="1159571"/>
            <a:ext cx="8229600" cy="39722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rtl="1">
              <a:lnSpc>
                <a:spcPct val="90000"/>
              </a:lnSpc>
              <a:spcBef>
                <a:spcPts val="1200"/>
              </a:spcBef>
              <a:spcAft>
                <a:spcPts val="1500"/>
              </a:spcAft>
            </a:pPr>
            <a:r>
              <a:rPr lang="ar" sz="2200" b="1" dirty="0"/>
              <a:t>ج3 نشاط - </a:t>
            </a:r>
            <a:r>
              <a:rPr lang="ar" sz="2200" b="1" kern="0" dirty="0"/>
              <a:t> مقارنة توقعات التعادل</a:t>
            </a:r>
            <a:endParaRPr lang="en-GB" altLang="en-US" sz="2200" b="1" kern="0" dirty="0"/>
          </a:p>
        </p:txBody>
      </p:sp>
      <p:pic>
        <p:nvPicPr>
          <p:cNvPr id="5121" name="Picture 1401229089" descr="A graph paper with numbers and lines&#10;&#10;Description automatically generated">
            <a:extLst>
              <a:ext uri="{FF2B5EF4-FFF2-40B4-BE49-F238E27FC236}">
                <a16:creationId xmlns:a16="http://schemas.microsoft.com/office/drawing/2014/main" id="{E79D40CE-BA51-E17D-E109-0D4A40D64A34}"/>
              </a:ext>
            </a:extLst>
          </p:cNvPr>
          <p:cNvPicPr>
            <a:picLocks noChangeAspect="1" noChangeArrowheads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01125" y="0"/>
            <a:ext cx="142875" cy="184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3DAE9C7-11D8-1AA5-1577-91C45CECA7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0439870"/>
              </p:ext>
            </p:extLst>
          </p:nvPr>
        </p:nvGraphicFramePr>
        <p:xfrm>
          <a:off x="424468" y="1556793"/>
          <a:ext cx="8039746" cy="4032448"/>
        </p:xfrm>
        <a:graphic>
          <a:graphicData uri="http://schemas.openxmlformats.org/drawingml/2006/table">
            <a:tbl>
              <a:tblPr rtl="1">
                <a:tableStyleId>{5C22544A-7EE6-4342-B048-85BDC9FD1C3A}</a:tableStyleId>
              </a:tblPr>
              <a:tblGrid>
                <a:gridCol w="989332">
                  <a:extLst>
                    <a:ext uri="{9D8B030D-6E8A-4147-A177-3AD203B41FA5}">
                      <a16:colId xmlns:a16="http://schemas.microsoft.com/office/drawing/2014/main" val="3041754893"/>
                    </a:ext>
                  </a:extLst>
                </a:gridCol>
                <a:gridCol w="1714932">
                  <a:extLst>
                    <a:ext uri="{9D8B030D-6E8A-4147-A177-3AD203B41FA5}">
                      <a16:colId xmlns:a16="http://schemas.microsoft.com/office/drawing/2014/main" val="138350135"/>
                    </a:ext>
                  </a:extLst>
                </a:gridCol>
                <a:gridCol w="1264437">
                  <a:extLst>
                    <a:ext uri="{9D8B030D-6E8A-4147-A177-3AD203B41FA5}">
                      <a16:colId xmlns:a16="http://schemas.microsoft.com/office/drawing/2014/main" val="98073368"/>
                    </a:ext>
                  </a:extLst>
                </a:gridCol>
                <a:gridCol w="288612">
                  <a:extLst>
                    <a:ext uri="{9D8B030D-6E8A-4147-A177-3AD203B41FA5}">
                      <a16:colId xmlns:a16="http://schemas.microsoft.com/office/drawing/2014/main" val="1245938283"/>
                    </a:ext>
                  </a:extLst>
                </a:gridCol>
                <a:gridCol w="1144213">
                  <a:extLst>
                    <a:ext uri="{9D8B030D-6E8A-4147-A177-3AD203B41FA5}">
                      <a16:colId xmlns:a16="http://schemas.microsoft.com/office/drawing/2014/main" val="656835933"/>
                    </a:ext>
                  </a:extLst>
                </a:gridCol>
                <a:gridCol w="1201454">
                  <a:extLst>
                    <a:ext uri="{9D8B030D-6E8A-4147-A177-3AD203B41FA5}">
                      <a16:colId xmlns:a16="http://schemas.microsoft.com/office/drawing/2014/main" val="3641567656"/>
                    </a:ext>
                  </a:extLst>
                </a:gridCol>
                <a:gridCol w="1436766">
                  <a:extLst>
                    <a:ext uri="{9D8B030D-6E8A-4147-A177-3AD203B41FA5}">
                      <a16:colId xmlns:a16="http://schemas.microsoft.com/office/drawing/2014/main" val="278985978"/>
                    </a:ext>
                  </a:extLst>
                </a:gridCol>
              </a:tblGrid>
              <a:tr h="474528">
                <a:tc gridSpan="2">
                  <a:txBody>
                    <a:bodyPr/>
                    <a:lstStyle/>
                    <a:p>
                      <a:pPr algn="l" rtl="1" fontAlgn="b"/>
                      <a:r>
                        <a:rPr lang="ar" sz="1600" b="1" u="none" strike="noStrike" dirty="0"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توقعات نقطة التعادل الخيار 1</a:t>
                      </a:r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pPr rtl="1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1" fontAlgn="b"/>
                      <a:r>
                        <a:rPr lang="ar" sz="1600" u="none" strike="noStrike" dirty="0"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 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rtl="1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9525" marR="9525" marT="9525" marB="0" anchor="b"/>
                </a:tc>
                <a:tc gridSpan="2">
                  <a:txBody>
                    <a:bodyPr/>
                    <a:lstStyle/>
                    <a:p>
                      <a:pPr algn="l" rtl="1" fontAlgn="b"/>
                      <a:r>
                        <a:rPr lang="ar" sz="1600" b="1" u="none" strike="noStrike" dirty="0"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توقعات نقطة التعادل الخيار 2</a:t>
                      </a:r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pPr rtl="1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1" fontAlgn="b"/>
                      <a:r>
                        <a:rPr lang="ar" sz="1600" u="none" strike="noStrike" dirty="0"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 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988999776"/>
                  </a:ext>
                </a:extLst>
              </a:tr>
              <a:tr h="624822">
                <a:tc gridSpan="2">
                  <a:txBody>
                    <a:bodyPr/>
                    <a:lstStyle/>
                    <a:p>
                      <a:pPr algn="r" rtl="1" fontAlgn="b"/>
                      <a:r>
                        <a:rPr lang="ar" sz="1600" u="none" strike="noStrike" dirty="0"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التكاليف الثابتة اليومية 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pPr rtl="1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1" fontAlgn="b"/>
                      <a:r>
                        <a:rPr lang="ar" sz="1600" u="none" strike="noStrike" dirty="0"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 دولار أمريكي         200 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rtl="1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9525" marR="9525" marT="9525" marB="0" anchor="b"/>
                </a:tc>
                <a:tc gridSpan="2">
                  <a:txBody>
                    <a:bodyPr/>
                    <a:lstStyle/>
                    <a:p>
                      <a:pPr algn="r" rtl="1" fontAlgn="b"/>
                      <a:r>
                        <a:rPr lang="ar" sz="1600" u="none" strike="noStrike" dirty="0"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التكاليف الثابتة اليومية 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pPr rtl="1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1" fontAlgn="b"/>
                      <a:r>
                        <a:rPr lang="ar" sz="1600" u="none" strike="noStrike" dirty="0"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 دولار أمريكي         185 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636113273"/>
                  </a:ext>
                </a:extLst>
              </a:tr>
              <a:tr h="624822">
                <a:tc>
                  <a:txBody>
                    <a:bodyPr/>
                    <a:lstStyle/>
                    <a:p>
                      <a:pPr algn="l" rtl="1" fontAlgn="b"/>
                      <a:r>
                        <a:rPr lang="ar" sz="1600" u="none" strike="noStrike" dirty="0"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التكاليف المتغيرة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rtl="1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rtl="1" fontAlgn="b"/>
                      <a:r>
                        <a:rPr lang="ar" sz="1600" u="none" strike="noStrike" dirty="0"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 دولار أمريكي            12 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rtl="1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rtl="1" fontAlgn="b"/>
                      <a:r>
                        <a:rPr lang="ar" sz="1600" u="none" strike="noStrike" dirty="0"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التكاليف المتغيرة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rtl="1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rtl="1" fontAlgn="b"/>
                      <a:r>
                        <a:rPr lang="ar" sz="1600" u="none" strike="noStrike" dirty="0"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 دولار أمريكي             5 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177036419"/>
                  </a:ext>
                </a:extLst>
              </a:tr>
              <a:tr h="624822">
                <a:tc gridSpan="2">
                  <a:txBody>
                    <a:bodyPr/>
                    <a:lstStyle/>
                    <a:p>
                      <a:pPr algn="r" rtl="1" fontAlgn="b"/>
                      <a:r>
                        <a:rPr lang="ar" sz="1600" u="none" strike="noStrike" dirty="0"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متوسط سعر البيع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pPr rtl="1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1" fontAlgn="b"/>
                      <a:r>
                        <a:rPr lang="ar" sz="1600" u="none" strike="noStrike" dirty="0"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 دولار أمريكي            75 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rtl="1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9525" marR="9525" marT="9525" marB="0" anchor="b"/>
                </a:tc>
                <a:tc gridSpan="2">
                  <a:txBody>
                    <a:bodyPr/>
                    <a:lstStyle/>
                    <a:p>
                      <a:pPr algn="r" rtl="1" fontAlgn="b"/>
                      <a:r>
                        <a:rPr lang="ar" sz="1600" u="none" strike="noStrike" dirty="0"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متوسط سعر البيع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pPr rtl="1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1" fontAlgn="b"/>
                      <a:r>
                        <a:rPr lang="ar" sz="1600" u="none" strike="noStrike" dirty="0"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 دولار أمريكي           35 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239290685"/>
                  </a:ext>
                </a:extLst>
              </a:tr>
              <a:tr h="345206">
                <a:tc gridSpan="2">
                  <a:txBody>
                    <a:bodyPr/>
                    <a:lstStyle/>
                    <a:p>
                      <a:pPr algn="r" rtl="1" fontAlgn="b"/>
                      <a:r>
                        <a:rPr lang="ar" sz="1600" u="none" strike="noStrike" dirty="0"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حساب نقطة التعادل يوميًا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pPr rtl="1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1" fontAlgn="b"/>
                      <a:r>
                        <a:rPr lang="ar" sz="1600" u="none" strike="noStrike" dirty="0"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3.17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rtl="1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9525" marR="9525" marT="9525" marB="0" anchor="b"/>
                </a:tc>
                <a:tc gridSpan="2">
                  <a:txBody>
                    <a:bodyPr/>
                    <a:lstStyle/>
                    <a:p>
                      <a:pPr algn="r" rtl="1" fontAlgn="b"/>
                      <a:r>
                        <a:rPr lang="ar" sz="1600" u="none" strike="noStrike" dirty="0"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حساب نقطة التعادل يوميًا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pPr rtl="1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1" fontAlgn="b"/>
                      <a:r>
                        <a:rPr lang="ar" sz="1600" u="none" strike="noStrike" dirty="0"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6.17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797127159"/>
                  </a:ext>
                </a:extLst>
              </a:tr>
              <a:tr h="345206">
                <a:tc gridSpan="2">
                  <a:txBody>
                    <a:bodyPr/>
                    <a:lstStyle/>
                    <a:p>
                      <a:pPr algn="r" rtl="1" fontAlgn="b"/>
                      <a:r>
                        <a:rPr lang="ar" sz="1600" b="1" u="none" strike="noStrike" dirty="0"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تحقيق التعادل يوميًا</a:t>
                      </a:r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pPr rtl="1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1" fontAlgn="b"/>
                      <a:r>
                        <a:rPr lang="ar" sz="1600" b="1" u="none" strike="noStrike" dirty="0"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4</a:t>
                      </a:r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rtl="1" fontAlgn="b"/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9525" marR="9525" marT="9525" marB="0" anchor="b"/>
                </a:tc>
                <a:tc gridSpan="2">
                  <a:txBody>
                    <a:bodyPr/>
                    <a:lstStyle/>
                    <a:p>
                      <a:pPr algn="r" rtl="1" fontAlgn="b"/>
                      <a:r>
                        <a:rPr lang="ar" sz="1600" b="1" u="none" strike="noStrike" dirty="0"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تحقيق التعادل يوميًا</a:t>
                      </a:r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pPr rtl="1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1" fontAlgn="b"/>
                      <a:r>
                        <a:rPr lang="ar" sz="1600" b="1" u="none" strike="noStrike" dirty="0"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7</a:t>
                      </a:r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572537865"/>
                  </a:ext>
                </a:extLst>
              </a:tr>
              <a:tr h="624822">
                <a:tc gridSpan="2">
                  <a:txBody>
                    <a:bodyPr/>
                    <a:lstStyle/>
                    <a:p>
                      <a:pPr algn="r" rtl="1" fontAlgn="b"/>
                      <a:r>
                        <a:rPr lang="ar" sz="1600" u="none" strike="noStrike" dirty="0"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تحقيق التعادل سنوي</a:t>
                      </a:r>
                      <a:r>
                        <a:rPr lang="ar-SA" sz="1600" u="none" strike="noStrike" dirty="0"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ًّ</a:t>
                      </a:r>
                      <a:r>
                        <a:rPr lang="ar" sz="1600" u="none" strike="noStrike" dirty="0"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ا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pPr rtl="1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1" fontAlgn="b"/>
                      <a:r>
                        <a:rPr lang="ar" sz="1600" u="none" strike="noStrike" dirty="0"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1158.73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rtl="1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rtl="1" fontAlgn="b"/>
                      <a:r>
                        <a:rPr lang="ar" sz="1600" u="none" strike="noStrike" dirty="0"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تحقيق التعادل سنوي</a:t>
                      </a:r>
                      <a:r>
                        <a:rPr lang="ar-SA" sz="1600" u="none" strike="noStrike" dirty="0"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ًّ</a:t>
                      </a:r>
                      <a:r>
                        <a:rPr lang="ar" sz="1600" u="none" strike="noStrike" dirty="0"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ا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rtl="1" fontAlgn="b"/>
                      <a:r>
                        <a:rPr lang="ar" sz="1600" u="none" strike="noStrike" dirty="0"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 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rtl="1" fontAlgn="b"/>
                      <a:r>
                        <a:rPr lang="ar" sz="1600" u="none" strike="noStrike" dirty="0"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2250.83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127519073"/>
                  </a:ext>
                </a:extLst>
              </a:tr>
              <a:tr h="368220">
                <a:tc gridSpan="2">
                  <a:txBody>
                    <a:bodyPr/>
                    <a:lstStyle/>
                    <a:p>
                      <a:pPr algn="r" rtl="1" fontAlgn="b"/>
                      <a:r>
                        <a:rPr lang="ar" sz="1600" b="1" u="none" strike="noStrike" dirty="0"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خيار التعادل 1 كل عام</a:t>
                      </a:r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pPr rtl="1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1" fontAlgn="b"/>
                      <a:r>
                        <a:rPr lang="ar" sz="1600" b="1" u="none" strike="noStrike" dirty="0"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1159</a:t>
                      </a:r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rtl="1" fontAlgn="b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9525" marR="9525" marT="9525" marB="0" anchor="b"/>
                </a:tc>
                <a:tc gridSpan="2">
                  <a:txBody>
                    <a:bodyPr/>
                    <a:lstStyle/>
                    <a:p>
                      <a:pPr algn="r" rtl="1" fontAlgn="b"/>
                      <a:r>
                        <a:rPr lang="ar" sz="1600" b="1" u="none" strike="noStrike" dirty="0"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خيار التعادل 2 كل عام</a:t>
                      </a:r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pPr rtl="1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1" fontAlgn="b"/>
                      <a:r>
                        <a:rPr lang="ar" sz="1600" b="1" u="none" strike="noStrike" dirty="0"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2251</a:t>
                      </a:r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904089781"/>
                  </a:ext>
                </a:extLst>
              </a:tr>
            </a:tbl>
          </a:graphicData>
        </a:graphic>
      </p:graphicFrame>
      <p:grpSp>
        <p:nvGrpSpPr>
          <p:cNvPr id="5" name="Group 4">
            <a:extLst>
              <a:ext uri="{FF2B5EF4-FFF2-40B4-BE49-F238E27FC236}">
                <a16:creationId xmlns:a16="http://schemas.microsoft.com/office/drawing/2014/main" id="{A7EC6E4E-CD1E-3BCF-A238-879C70CC6744}"/>
              </a:ext>
            </a:extLst>
          </p:cNvPr>
          <p:cNvGrpSpPr/>
          <p:nvPr/>
        </p:nvGrpSpPr>
        <p:grpSpPr>
          <a:xfrm>
            <a:off x="2482377" y="5698429"/>
            <a:ext cx="3923928" cy="1038431"/>
            <a:chOff x="0" y="353532"/>
            <a:chExt cx="2564804" cy="1538882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02996C93-25E5-A502-8CAD-D70E2A7A6812}"/>
                </a:ext>
              </a:extLst>
            </p:cNvPr>
            <p:cNvSpPr/>
            <p:nvPr/>
          </p:nvSpPr>
          <p:spPr>
            <a:xfrm>
              <a:off x="0" y="353532"/>
              <a:ext cx="2564804" cy="1538882"/>
            </a:xfrm>
            <a:prstGeom prst="rect">
              <a:avLst/>
            </a:prstGeom>
            <a:gradFill rotWithShape="0">
              <a:gsLst>
                <a:gs pos="0">
                  <a:schemeClr val="accent2">
                    <a:lumMod val="20000"/>
                    <a:lumOff val="80000"/>
                  </a:schemeClr>
                </a:gs>
                <a:gs pos="80000">
                  <a:schemeClr val="accent1">
                    <a:hueOff val="0"/>
                    <a:satOff val="0"/>
                    <a:lumOff val="0"/>
                    <a:alphaOff val="0"/>
                    <a:shade val="93000"/>
                    <a:satMod val="130000"/>
                  </a:schemeClr>
                </a:gs>
                <a:gs pos="100000">
                  <a:schemeClr val="accent1">
                    <a:hueOff val="0"/>
                    <a:satOff val="0"/>
                    <a:lumOff val="0"/>
                    <a:alphaOff val="0"/>
                    <a:shade val="94000"/>
                    <a:satMod val="135000"/>
                  </a:schemeClr>
                </a:gs>
              </a:gsLst>
            </a:gradFill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rgbClr r="0" g="0" b="0"/>
            </a:fillRef>
            <a:effectRef idx="3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rtlCol="1"/>
            <a:lstStyle/>
            <a:p>
              <a:pPr rtl="1"/>
              <a:endParaRPr lang="en-US" dirty="0">
                <a:latin typeface="Sakkal Majalla" panose="02000000000000000000" pitchFamily="2" charset="-78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B6BFF6E1-C87F-1370-FA29-B2369AB724EC}"/>
                </a:ext>
              </a:extLst>
            </p:cNvPr>
            <p:cNvSpPr txBox="1"/>
            <p:nvPr/>
          </p:nvSpPr>
          <p:spPr>
            <a:xfrm>
              <a:off x="0" y="515339"/>
              <a:ext cx="2564804" cy="137707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0010" tIns="80010" rIns="80010" bIns="80010" numCol="1" spcCol="1270" rtlCol="1" anchor="ctr" anchorCtr="0">
              <a:noAutofit/>
            </a:bodyPr>
            <a:lstStyle/>
            <a:p>
              <a:pPr rtl="1"/>
              <a:r>
                <a:rPr lang="ar" b="1" dirty="0">
                  <a:solidFill>
                    <a:srgbClr val="7030A0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مناقشة</a:t>
              </a:r>
            </a:p>
            <a:p>
              <a:pPr marL="285750" indent="-285750" rtl="1">
                <a:buFont typeface="Arial" panose="020B0604020202020204" pitchFamily="34" charset="0"/>
                <a:buChar char="•"/>
              </a:pPr>
              <a:r>
                <a:rPr lang="ar" dirty="0">
                  <a:solidFill>
                    <a:srgbClr val="7030A0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ما الخيار التجاري الأفضل؟</a:t>
              </a:r>
            </a:p>
            <a:p>
              <a:pPr marL="285750" indent="-285750" rtl="1">
                <a:buFont typeface="Arial" panose="020B0604020202020204" pitchFamily="34" charset="0"/>
                <a:buChar char="•"/>
              </a:pPr>
              <a:r>
                <a:rPr lang="ar" dirty="0">
                  <a:solidFill>
                    <a:srgbClr val="7030A0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وما سبب ذلك؟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712316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2335B9-81DB-6058-271E-A2CB3C5BDA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2">
            <a:extLst>
              <a:ext uri="{FF2B5EF4-FFF2-40B4-BE49-F238E27FC236}">
                <a16:creationId xmlns:a16="http://schemas.microsoft.com/office/drawing/2014/main" id="{BB934B74-5423-839B-536F-6ABFBB6741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4650" y="1554957"/>
            <a:ext cx="8229600" cy="284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  <a:noAutofit/>
          </a:bodyPr>
          <a:lstStyle>
            <a:lvl1pPr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1pPr>
            <a:lvl2pPr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2pPr>
            <a:lvl3pPr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3pPr>
            <a:lvl4pPr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4pPr>
            <a:lvl5pPr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5pPr>
            <a:lvl6pPr marL="457200" algn="ctr" rtl="1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Verdana" pitchFamily="34" charset="0"/>
              </a:defRPr>
            </a:lvl6pPr>
            <a:lvl7pPr marL="914400" algn="ctr" rtl="1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Verdana" pitchFamily="34" charset="0"/>
              </a:defRPr>
            </a:lvl7pPr>
            <a:lvl8pPr marL="1371600" algn="ctr" rtl="1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Verdana" pitchFamily="34" charset="0"/>
              </a:defRPr>
            </a:lvl8pPr>
            <a:lvl9pPr marL="1828800" algn="ctr" rtl="1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Verdana" pitchFamily="34" charset="0"/>
              </a:defRPr>
            </a:lvl9pPr>
          </a:lstStyle>
          <a:p>
            <a:pPr rtl="1">
              <a:lnSpc>
                <a:spcPct val="90000"/>
              </a:lnSpc>
              <a:spcBef>
                <a:spcPts val="1200"/>
              </a:spcBef>
              <a:spcAft>
                <a:spcPts val="1500"/>
              </a:spcAft>
            </a:pPr>
            <a:r>
              <a:rPr lang="ar" sz="2200" b="1" dirty="0">
                <a:effectLst/>
                <a:latin typeface="Sakkal Majalla" panose="02000000000000000000" pitchFamily="2" charset="-78"/>
                <a:cs typeface="Sakkal Majalla" panose="02000000000000000000" pitchFamily="2" charset="-78"/>
              </a:rPr>
              <a:t>ج3 نشاط - استخدم بيانات </a:t>
            </a:r>
            <a:r>
              <a:rPr lang="ar" sz="22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 معينة لحساب هامش الأمان</a:t>
            </a:r>
            <a:br>
              <a:rPr lang="en-US" altLang="en-US" sz="2200" b="1" kern="0" dirty="0"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br>
              <a:rPr lang="en-US" altLang="en-US" sz="2200" b="1" kern="0" dirty="0"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endParaRPr lang="en-GB" altLang="en-US" sz="2200" b="1" kern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17B9F57-A852-EDE4-7560-4F56611DF2E8}"/>
              </a:ext>
            </a:extLst>
          </p:cNvPr>
          <p:cNvGrpSpPr/>
          <p:nvPr/>
        </p:nvGrpSpPr>
        <p:grpSpPr>
          <a:xfrm>
            <a:off x="2178034" y="4443980"/>
            <a:ext cx="4865720" cy="1584176"/>
            <a:chOff x="0" y="353532"/>
            <a:chExt cx="2564804" cy="1538882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7206B0B5-2120-7F90-0D7E-A7B80C3EBFE0}"/>
                </a:ext>
              </a:extLst>
            </p:cNvPr>
            <p:cNvSpPr/>
            <p:nvPr/>
          </p:nvSpPr>
          <p:spPr>
            <a:xfrm>
              <a:off x="0" y="353532"/>
              <a:ext cx="2564804" cy="1538882"/>
            </a:xfrm>
            <a:prstGeom prst="rect">
              <a:avLst/>
            </a:prstGeom>
            <a:gradFill rotWithShape="0">
              <a:gsLst>
                <a:gs pos="0">
                  <a:schemeClr val="accent2">
                    <a:lumMod val="20000"/>
                    <a:lumOff val="80000"/>
                  </a:schemeClr>
                </a:gs>
                <a:gs pos="80000">
                  <a:schemeClr val="accent1">
                    <a:hueOff val="0"/>
                    <a:satOff val="0"/>
                    <a:lumOff val="0"/>
                    <a:alphaOff val="0"/>
                    <a:shade val="93000"/>
                    <a:satMod val="130000"/>
                  </a:schemeClr>
                </a:gs>
                <a:gs pos="100000">
                  <a:schemeClr val="accent1">
                    <a:hueOff val="0"/>
                    <a:satOff val="0"/>
                    <a:lumOff val="0"/>
                    <a:alphaOff val="0"/>
                    <a:shade val="94000"/>
                    <a:satMod val="135000"/>
                  </a:schemeClr>
                </a:gs>
              </a:gsLst>
            </a:gradFill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rgbClr r="0" g="0" b="0"/>
            </a:fillRef>
            <a:effectRef idx="3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rtlCol="1"/>
            <a:lstStyle/>
            <a:p>
              <a:pPr rtl="1"/>
              <a:endParaRPr lang="en-US" sz="1600" dirty="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495AD970-1DE7-5504-955B-C3C368CE7DCD}"/>
                </a:ext>
              </a:extLst>
            </p:cNvPr>
            <p:cNvSpPr txBox="1"/>
            <p:nvPr/>
          </p:nvSpPr>
          <p:spPr>
            <a:xfrm>
              <a:off x="0" y="353532"/>
              <a:ext cx="2564804" cy="153888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0010" tIns="80010" rIns="80010" bIns="80010" numCol="1" spcCol="1270" rtlCol="1" anchor="ctr" anchorCtr="0">
              <a:noAutofit/>
            </a:bodyPr>
            <a:lstStyle/>
            <a:p>
              <a:pPr rtl="1"/>
              <a:r>
                <a:rPr lang="ar" b="1" dirty="0">
                  <a:solidFill>
                    <a:srgbClr val="7030A0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احسب </a:t>
              </a:r>
            </a:p>
            <a:p>
              <a:pPr marL="285750" indent="-285750" rtl="1">
                <a:buFont typeface="Arial" panose="020B0604020202020204" pitchFamily="34" charset="0"/>
                <a:buChar char="•"/>
              </a:pPr>
              <a:r>
                <a:rPr lang="ar" dirty="0">
                  <a:solidFill>
                    <a:srgbClr val="7030A0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هامش الأمان لأعمال "أولفيت"</a:t>
              </a:r>
            </a:p>
            <a:p>
              <a:pPr marL="285750" indent="-285750" rtl="1">
                <a:buFont typeface="Arial" panose="020B0604020202020204" pitchFamily="34" charset="0"/>
                <a:buChar char="•"/>
              </a:pPr>
              <a:endParaRPr lang="en-US" sz="1100" b="1" dirty="0">
                <a:solidFill>
                  <a:srgbClr val="7030A0"/>
                </a:solidFill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  <a:p>
              <a:pPr rtl="1"/>
              <a:r>
                <a:rPr lang="ar" b="1" dirty="0">
                  <a:solidFill>
                    <a:srgbClr val="7030A0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مناقشة</a:t>
              </a:r>
            </a:p>
            <a:p>
              <a:pPr marL="285750" indent="-285750" rtl="1">
                <a:buFont typeface="Arial" panose="020B0604020202020204" pitchFamily="34" charset="0"/>
                <a:buChar char="•"/>
              </a:pPr>
              <a:r>
                <a:rPr lang="ar" dirty="0">
                  <a:solidFill>
                    <a:srgbClr val="7030A0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هل اقتراح أعمال أولفيت محفوف بالمخاطر؟ </a:t>
              </a:r>
            </a:p>
            <a:p>
              <a:pPr marL="285750" indent="-285750" rtl="1">
                <a:buFont typeface="Arial" panose="020B0604020202020204" pitchFamily="34" charset="0"/>
                <a:buChar char="•"/>
              </a:pPr>
              <a:r>
                <a:rPr lang="ar" dirty="0">
                  <a:solidFill>
                    <a:srgbClr val="7030A0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لماذا/ لماذا لا؟</a:t>
              </a:r>
            </a:p>
          </p:txBody>
        </p:sp>
      </p:grp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435F181C-3062-77BA-BF76-40504A80C6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6783552"/>
              </p:ext>
            </p:extLst>
          </p:nvPr>
        </p:nvGraphicFramePr>
        <p:xfrm>
          <a:off x="2195736" y="2060848"/>
          <a:ext cx="4752528" cy="1286259"/>
        </p:xfrm>
        <a:graphic>
          <a:graphicData uri="http://schemas.openxmlformats.org/drawingml/2006/table">
            <a:tbl>
              <a:tblPr rtl="1">
                <a:tableStyleId>{5C22544A-7EE6-4342-B048-85BDC9FD1C3A}</a:tableStyleId>
              </a:tblPr>
              <a:tblGrid>
                <a:gridCol w="3526069">
                  <a:extLst>
                    <a:ext uri="{9D8B030D-6E8A-4147-A177-3AD203B41FA5}">
                      <a16:colId xmlns:a16="http://schemas.microsoft.com/office/drawing/2014/main" val="515467725"/>
                    </a:ext>
                  </a:extLst>
                </a:gridCol>
                <a:gridCol w="1226459">
                  <a:extLst>
                    <a:ext uri="{9D8B030D-6E8A-4147-A177-3AD203B41FA5}">
                      <a16:colId xmlns:a16="http://schemas.microsoft.com/office/drawing/2014/main" val="2275568435"/>
                    </a:ext>
                  </a:extLst>
                </a:gridCol>
              </a:tblGrid>
              <a:tr h="354561">
                <a:tc gridSpan="2">
                  <a:txBody>
                    <a:bodyPr/>
                    <a:lstStyle/>
                    <a:p>
                      <a:pPr algn="ctr" rtl="1" fontAlgn="b"/>
                      <a:r>
                        <a:rPr lang="a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مستخرج من المعلومات السنوية الخاصة </a:t>
                      </a:r>
                    </a:p>
                    <a:p>
                      <a:pPr algn="ctr" rtl="1" fontAlgn="b"/>
                      <a:r>
                        <a:rPr lang="a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بصفوف تمارين أولفيت </a:t>
                      </a: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pPr algn="r" rtl="1" fontAlgn="b"/>
                      <a:endParaRPr lang="en-GB" sz="1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727923695"/>
                  </a:ext>
                </a:extLst>
              </a:tr>
              <a:tr h="354561">
                <a:tc>
                  <a:txBody>
                    <a:bodyPr/>
                    <a:lstStyle/>
                    <a:p>
                      <a:pPr algn="r" rtl="1" fontAlgn="b"/>
                      <a:r>
                        <a:rPr lang="ar" sz="1800" u="none" strike="noStrike" dirty="0"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عدد المشاركين الذين سيصلون إلى التعادل</a:t>
                      </a:r>
                      <a:endParaRPr lang="en-GB" sz="1800" b="0" i="0" u="none" strike="noStrike" dirty="0">
                        <a:solidFill>
                          <a:srgbClr val="000000"/>
                        </a:solidFill>
                        <a:effectLst/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rtl="1" fontAlgn="b"/>
                      <a:r>
                        <a:rPr lang="a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70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744728967"/>
                  </a:ext>
                </a:extLst>
              </a:tr>
              <a:tr h="373533">
                <a:tc>
                  <a:txBody>
                    <a:bodyPr/>
                    <a:lstStyle/>
                    <a:p>
                      <a:pPr algn="r" rtl="1" fontAlgn="b"/>
                      <a:r>
                        <a:rPr lang="ar" sz="1800" u="none" strike="noStrike" dirty="0"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عدد المشاركين المتوقع</a:t>
                      </a:r>
                      <a:endParaRPr lang="en-GB" sz="1800" b="1" i="0" u="none" strike="noStrike" dirty="0">
                        <a:solidFill>
                          <a:srgbClr val="000000"/>
                        </a:solidFill>
                        <a:effectLst/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rtl="1" fontAlgn="b"/>
                      <a:r>
                        <a:rPr lang="a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75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939894648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CD2A9865-351F-15FD-D99D-CCEB715B1A9A}"/>
              </a:ext>
            </a:extLst>
          </p:cNvPr>
          <p:cNvSpPr txBox="1"/>
          <p:nvPr/>
        </p:nvSpPr>
        <p:spPr>
          <a:xfrm>
            <a:off x="2197248" y="3790512"/>
            <a:ext cx="4865720" cy="30777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lIns="0" tIns="0" rIns="0" bIns="0" rtlCol="1">
            <a:spAutoFit/>
          </a:bodyPr>
          <a:lstStyle/>
          <a:p>
            <a:pPr algn="ctr" rtl="1">
              <a:spcBef>
                <a:spcPts val="600"/>
              </a:spcBef>
              <a:spcAft>
                <a:spcPts val="600"/>
              </a:spcAft>
            </a:pPr>
            <a:r>
              <a:rPr lang="ar-EG" sz="2000" b="0" dirty="0">
                <a:latin typeface="Sakkal Majalla" panose="02000000000000000000" pitchFamily="2" charset="-78"/>
                <a:cs typeface="Sakkal Majalla" panose="02000000000000000000" pitchFamily="2" charset="-78"/>
              </a:rPr>
              <a:t>هامش</a:t>
            </a:r>
            <a:r>
              <a:rPr lang="en-US" sz="2000" b="0" dirty="0">
                <a:latin typeface="Sakkal Majalla" panose="02000000000000000000" pitchFamily="2" charset="-78"/>
                <a:cs typeface="Sakkal Majalla" panose="02000000000000000000" pitchFamily="2" charset="-78"/>
              </a:rPr>
              <a:t> </a:t>
            </a:r>
            <a:r>
              <a:rPr lang="ar-EG" sz="2000" b="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الأمان</a:t>
            </a:r>
            <a:r>
              <a:rPr lang="en-US" sz="2000" b="0" dirty="0">
                <a:latin typeface="Sakkal Majalla" panose="02000000000000000000" pitchFamily="2" charset="-78"/>
                <a:cs typeface="Sakkal Majalla" panose="02000000000000000000" pitchFamily="2" charset="-78"/>
              </a:rPr>
              <a:t> </a:t>
            </a:r>
            <a:r>
              <a:rPr lang="ar-EG" sz="2000" b="0" dirty="0">
                <a:latin typeface="Sakkal Majalla" panose="02000000000000000000" pitchFamily="2" charset="-78"/>
                <a:cs typeface="Sakkal Majalla" panose="02000000000000000000" pitchFamily="2" charset="-78"/>
              </a:rPr>
              <a:t>= الناتج−المقدر−ناتج التعادل</a:t>
            </a:r>
            <a:endParaRPr lang="en-GB" sz="2000" b="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2CBD822-5AFA-ECD4-DD60-C8A5FF828356}"/>
              </a:ext>
            </a:extLst>
          </p:cNvPr>
          <p:cNvSpPr txBox="1">
            <a:spLocks/>
          </p:cNvSpPr>
          <p:nvPr/>
        </p:nvSpPr>
        <p:spPr bwMode="auto">
          <a:xfrm>
            <a:off x="35496" y="6603206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/>
          </a:bodyPr>
          <a:lstStyle>
            <a:defPPr>
              <a:defRPr lang="en-GB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9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A103000398478</a:t>
            </a:r>
            <a:endParaRPr lang="ar" sz="900" dirty="0"/>
          </a:p>
        </p:txBody>
      </p:sp>
    </p:spTree>
    <p:extLst>
      <p:ext uri="{BB962C8B-B14F-4D97-AF65-F5344CB8AC3E}">
        <p14:creationId xmlns:p14="http://schemas.microsoft.com/office/powerpoint/2010/main" val="643327456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83FDD6-3E15-3305-852E-6FE930111B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2">
            <a:extLst>
              <a:ext uri="{FF2B5EF4-FFF2-40B4-BE49-F238E27FC236}">
                <a16:creationId xmlns:a16="http://schemas.microsoft.com/office/drawing/2014/main" id="{837F3BAA-48D1-EA3E-E49A-9EC098AB71A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843088"/>
            <a:ext cx="8229600" cy="5064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rtl="1">
              <a:spcBef>
                <a:spcPts val="1200"/>
              </a:spcBef>
              <a:spcAft>
                <a:spcPts val="1500"/>
              </a:spcAft>
            </a:pPr>
            <a:r>
              <a:rPr lang="ar" sz="2600" dirty="0"/>
              <a:t>نتاج التعلم ج</a:t>
            </a:r>
            <a:br>
              <a:rPr lang="en-US" altLang="en-US" sz="2600" dirty="0"/>
            </a:br>
            <a:br>
              <a:rPr lang="en-US" altLang="en-US" sz="2600" dirty="0"/>
            </a:br>
            <a:endParaRPr lang="en-GB" altLang="en-US" sz="2600" dirty="0"/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1FDBAE65-8871-1A49-C472-6E86EE527A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2493962"/>
            <a:ext cx="7991475" cy="25192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" sz="46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تقييم الاستثمار</a:t>
            </a:r>
          </a:p>
          <a:p>
            <a:pPr algn="ctr" rtl="1"/>
            <a:r>
              <a:rPr lang="ar" sz="22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صافي القيمة الحالية/ التدفق النقدي المخصوم</a:t>
            </a:r>
          </a:p>
          <a:p>
            <a:pPr algn="ctr" rtl="1"/>
            <a:r>
              <a:rPr lang="ar" sz="22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معدل العائد الداخلي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A0609C26-6913-0D35-CC66-53DCCCCDC333}"/>
              </a:ext>
            </a:extLst>
          </p:cNvPr>
          <p:cNvSpPr txBox="1">
            <a:spLocks/>
          </p:cNvSpPr>
          <p:nvPr/>
        </p:nvSpPr>
        <p:spPr bwMode="auto">
          <a:xfrm>
            <a:off x="35496" y="6603206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/>
          </a:bodyPr>
          <a:lstStyle>
            <a:defPPr>
              <a:defRPr lang="en-GB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9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A103000398478</a:t>
            </a:r>
            <a:endParaRPr lang="ar" sz="900" dirty="0"/>
          </a:p>
        </p:txBody>
      </p:sp>
    </p:spTree>
    <p:extLst>
      <p:ext uri="{BB962C8B-B14F-4D97-AF65-F5344CB8AC3E}">
        <p14:creationId xmlns:p14="http://schemas.microsoft.com/office/powerpoint/2010/main" val="965069454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BA6D64-79FD-9F9A-6569-AD1215C08F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9820C17-F2EC-40B7-8FBB-7B875E0929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1" y="2408694"/>
            <a:ext cx="4092575" cy="3566160"/>
          </a:xfrm>
          <a:prstGeom prst="rect">
            <a:avLst/>
          </a:prstGeom>
          <a:gradFill>
            <a:gsLst>
              <a:gs pos="0">
                <a:schemeClr val="accent5"/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/>
          </a:bodyPr>
          <a:lstStyle/>
          <a:p>
            <a:pPr algn="ctr" rtl="1">
              <a:lnSpc>
                <a:spcPct val="120000"/>
              </a:lnSpc>
              <a:spcAft>
                <a:spcPts val="600"/>
              </a:spcAft>
            </a:pPr>
            <a:r>
              <a:rPr lang="ar" sz="16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التدفق النقدي المخصوم وصافي القيمة الحالية</a:t>
            </a:r>
          </a:p>
          <a:p>
            <a:pPr rtl="1">
              <a:lnSpc>
                <a:spcPct val="120000"/>
              </a:lnSpc>
              <a:spcAft>
                <a:spcPts val="600"/>
              </a:spcAft>
            </a:pPr>
            <a:r>
              <a:rPr lang="ar" sz="16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يجد التدفق النقدي المخصوم القيمة الحالية للتدفقات النقدية المستقبلية المتوقعة باستخدام معدل الخصم.</a:t>
            </a:r>
          </a:p>
          <a:p>
            <a:pPr marL="342900" indent="-342900" rtl="1">
              <a:lnSpc>
                <a:spcPct val="120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ar" sz="16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تم اختيار معدل الخصم. يعتمد هذا عادةً على تكلفة تمويل الاستثمار. </a:t>
            </a:r>
          </a:p>
          <a:p>
            <a:pPr marL="342900" indent="-342900" rtl="1">
              <a:lnSpc>
                <a:spcPct val="120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ar" sz="16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من المتوقع حدوث تدفقات نقدية متوقعة من الاستثمار</a:t>
            </a:r>
          </a:p>
          <a:p>
            <a:pPr marL="342900" indent="-342900" rtl="1">
              <a:lnSpc>
                <a:spcPct val="120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ar" sz="16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وتُخصم التدفقات النقدية المتوقعة مرة أخرى حتى اليوم الحالي</a:t>
            </a:r>
          </a:p>
          <a:p>
            <a:pPr rtl="1">
              <a:lnSpc>
                <a:spcPct val="120000"/>
              </a:lnSpc>
              <a:spcAft>
                <a:spcPts val="600"/>
              </a:spcAft>
            </a:pPr>
            <a:r>
              <a:rPr lang="ar" sz="16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ولحساب صافي القيمة الحالية، يتم بعد ذلك خصم تكلفة الاستثمار</a:t>
            </a:r>
          </a:p>
          <a:p>
            <a:pPr rtl="1">
              <a:lnSpc>
                <a:spcPct val="120000"/>
              </a:lnSpc>
              <a:spcAft>
                <a:spcPts val="600"/>
              </a:spcAft>
            </a:pPr>
            <a:r>
              <a:rPr lang="ar" sz="16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عادة ما تستثمر الشركة فقط في مشروع تكون صافي القيمة الحالية الخاصة به إيجابية</a:t>
            </a:r>
            <a:endParaRPr lang="en-US" altLang="en-US" sz="16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A0736F4-9760-5D32-B716-F7BEF98C17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8787" y="2408693"/>
            <a:ext cx="4113213" cy="356616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/>
          </a:bodyPr>
          <a:lstStyle/>
          <a:p>
            <a:pPr lvl="0" algn="ctr" rtl="1">
              <a:lnSpc>
                <a:spcPct val="90000"/>
              </a:lnSpc>
              <a:spcAft>
                <a:spcPts val="600"/>
              </a:spcAft>
            </a:pPr>
            <a:r>
              <a:rPr lang="ar" sz="16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معدل العائد الداخلي (IRR)</a:t>
            </a:r>
          </a:p>
          <a:p>
            <a:pPr marL="285750" indent="-285750" rtl="1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ar" sz="16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يقيس معدل العائد على المشروع أو الاستثمار، باستثناء العوامل الخارجية مثل التضخم</a:t>
            </a:r>
          </a:p>
          <a:p>
            <a:pPr marL="285750" indent="-285750" rtl="1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ar" sz="16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ويُستخدم لتقييم مدى جاذبية المشروع أو الاستثمار، ويمكن استخدامه لمقارنة المشاريع المختلفة</a:t>
            </a:r>
          </a:p>
          <a:p>
            <a:pPr marL="285750" indent="-285750" rtl="1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ar" sz="16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يمكن استخدام حاسبات معدل العائد الداخلي لحساب النسبة المئوية للعائد على الاستثمار </a:t>
            </a:r>
            <a:endParaRPr lang="en-US" altLang="en-US" sz="16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C5B7C37-D273-E9D4-CD1C-E1843FE2F0BB}"/>
              </a:ext>
            </a:extLst>
          </p:cNvPr>
          <p:cNvSpPr txBox="1"/>
          <p:nvPr/>
        </p:nvSpPr>
        <p:spPr>
          <a:xfrm>
            <a:off x="479425" y="1700808"/>
            <a:ext cx="8152964" cy="43088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rtl="1"/>
            <a:r>
              <a:rPr lang="ar" sz="22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يمكن للشركة استخدام إحدى تقنيات تقييم الاستثمار العديدة</a:t>
            </a:r>
            <a:endParaRPr lang="en-US" sz="22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F3DE843-2AB5-74E3-2DA6-5523E14EC573}"/>
              </a:ext>
            </a:extLst>
          </p:cNvPr>
          <p:cNvSpPr txBox="1"/>
          <p:nvPr/>
        </p:nvSpPr>
        <p:spPr>
          <a:xfrm>
            <a:off x="394744" y="1206103"/>
            <a:ext cx="8207375" cy="492443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/>
            <a:r>
              <a:rPr lang="ar" sz="2600" b="1" dirty="0">
                <a:effectLst/>
                <a:latin typeface="Sakkal Majalla" panose="02000000000000000000" pitchFamily="2" charset="-78"/>
                <a:cs typeface="Sakkal Majalla" panose="02000000000000000000" pitchFamily="2" charset="-78"/>
              </a:rPr>
              <a:t>ج4 تفسير نتائج تقييم الاستثمار (1) </a:t>
            </a:r>
            <a:endParaRPr lang="en-GB" sz="26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6959F471-6A2E-2985-2843-127E499D8069}"/>
              </a:ext>
            </a:extLst>
          </p:cNvPr>
          <p:cNvSpPr txBox="1">
            <a:spLocks/>
          </p:cNvSpPr>
          <p:nvPr/>
        </p:nvSpPr>
        <p:spPr bwMode="auto">
          <a:xfrm>
            <a:off x="35496" y="6603206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/>
          </a:bodyPr>
          <a:lstStyle>
            <a:defPPr>
              <a:defRPr lang="en-GB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9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A103000398478</a:t>
            </a:r>
            <a:endParaRPr lang="ar" sz="900" dirty="0"/>
          </a:p>
        </p:txBody>
      </p:sp>
    </p:spTree>
    <p:extLst>
      <p:ext uri="{BB962C8B-B14F-4D97-AF65-F5344CB8AC3E}">
        <p14:creationId xmlns:p14="http://schemas.microsoft.com/office/powerpoint/2010/main" val="988014963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5092F6-92D6-AD79-DB71-137D94B850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46041F52-598F-0D48-B422-A2D551CD4596}"/>
              </a:ext>
            </a:extLst>
          </p:cNvPr>
          <p:cNvSpPr txBox="1"/>
          <p:nvPr/>
        </p:nvSpPr>
        <p:spPr>
          <a:xfrm>
            <a:off x="381681" y="1153531"/>
            <a:ext cx="8207375" cy="43088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/>
            <a:r>
              <a:rPr lang="ar" sz="2200" b="1" dirty="0">
                <a:effectLst/>
                <a:latin typeface="Sakkal Majalla" panose="02000000000000000000" pitchFamily="2" charset="-78"/>
                <a:cs typeface="Sakkal Majalla" panose="02000000000000000000" pitchFamily="2" charset="-78"/>
              </a:rPr>
              <a:t>ج4 </a:t>
            </a:r>
            <a:r>
              <a:rPr lang="ar" sz="22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استثمار 000 250 دولار على مدى 5 سنوات بفائدة 5٪</a:t>
            </a:r>
            <a:endParaRPr lang="en-US" sz="2200" b="1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7191C75-F87A-6F2E-BDDA-4869F06CC4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3304318"/>
              </p:ext>
            </p:extLst>
          </p:nvPr>
        </p:nvGraphicFramePr>
        <p:xfrm>
          <a:off x="3347864" y="2559657"/>
          <a:ext cx="5184576" cy="2813559"/>
        </p:xfrm>
        <a:graphic>
          <a:graphicData uri="http://schemas.openxmlformats.org/drawingml/2006/table">
            <a:tbl>
              <a:tblPr rtl="1">
                <a:tableStyleId>{5C22544A-7EE6-4342-B048-85BDC9FD1C3A}</a:tableStyleId>
              </a:tblPr>
              <a:tblGrid>
                <a:gridCol w="648072">
                  <a:extLst>
                    <a:ext uri="{9D8B030D-6E8A-4147-A177-3AD203B41FA5}">
                      <a16:colId xmlns:a16="http://schemas.microsoft.com/office/drawing/2014/main" val="3114344150"/>
                    </a:ext>
                  </a:extLst>
                </a:gridCol>
                <a:gridCol w="1296144">
                  <a:extLst>
                    <a:ext uri="{9D8B030D-6E8A-4147-A177-3AD203B41FA5}">
                      <a16:colId xmlns:a16="http://schemas.microsoft.com/office/drawing/2014/main" val="2215524007"/>
                    </a:ext>
                  </a:extLst>
                </a:gridCol>
                <a:gridCol w="1728192">
                  <a:extLst>
                    <a:ext uri="{9D8B030D-6E8A-4147-A177-3AD203B41FA5}">
                      <a16:colId xmlns:a16="http://schemas.microsoft.com/office/drawing/2014/main" val="2438893083"/>
                    </a:ext>
                  </a:extLst>
                </a:gridCol>
                <a:gridCol w="1512168">
                  <a:extLst>
                    <a:ext uri="{9D8B030D-6E8A-4147-A177-3AD203B41FA5}">
                      <a16:colId xmlns:a16="http://schemas.microsoft.com/office/drawing/2014/main" val="3450310686"/>
                    </a:ext>
                  </a:extLst>
                </a:gridCol>
              </a:tblGrid>
              <a:tr h="618999">
                <a:tc>
                  <a:txBody>
                    <a:bodyPr/>
                    <a:lstStyle/>
                    <a:p>
                      <a:pPr algn="r" rtl="1" fontAlgn="ctr"/>
                      <a:r>
                        <a:rPr lang="ar" sz="1600" u="none" strike="noStrike" dirty="0"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 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ar" sz="1600" b="1" u="none" strike="noStrike" dirty="0">
                          <a:solidFill>
                            <a:schemeClr val="accent6"/>
                          </a:solidFill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مستخلص من جداول الخصم بفائدة 5٪</a:t>
                      </a:r>
                      <a:endParaRPr lang="en-US" sz="1600" b="1" i="0" u="none" strike="noStrike" dirty="0">
                        <a:solidFill>
                          <a:schemeClr val="accent6"/>
                        </a:solidFill>
                        <a:effectLst/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ar" sz="1600" b="1" u="none" strike="noStrike" dirty="0">
                          <a:solidFill>
                            <a:schemeClr val="accent6"/>
                          </a:solidFill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صافي التدفق النقدي المتوقع</a:t>
                      </a:r>
                      <a:r>
                        <a:rPr lang="ar" sz="1600" u="none" strike="noStrike" dirty="0">
                          <a:solidFill>
                            <a:schemeClr val="accent6"/>
                          </a:solidFill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 بالدولار الأمريكي</a:t>
                      </a:r>
                      <a:endParaRPr lang="en-GB" sz="1600" b="1" i="0" u="none" strike="noStrike" dirty="0">
                        <a:solidFill>
                          <a:schemeClr val="accent6"/>
                        </a:solidFill>
                        <a:effectLst/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ar" sz="1600" b="1" u="none" strike="noStrike" dirty="0">
                          <a:solidFill>
                            <a:schemeClr val="accent6"/>
                          </a:solidFill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القيمة الحالية </a:t>
                      </a:r>
                    </a:p>
                    <a:p>
                      <a:pPr algn="ctr" rtl="1" fontAlgn="ctr"/>
                      <a:r>
                        <a:rPr lang="ar" sz="1600" u="none" strike="noStrike" dirty="0">
                          <a:solidFill>
                            <a:schemeClr val="accent6"/>
                          </a:solidFill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دولار أمريكي</a:t>
                      </a:r>
                      <a:endParaRPr lang="en-GB" sz="1600" b="1" i="0" u="none" strike="noStrike" dirty="0">
                        <a:solidFill>
                          <a:schemeClr val="accent6"/>
                        </a:solidFill>
                        <a:effectLst/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968747410"/>
                  </a:ext>
                </a:extLst>
              </a:tr>
              <a:tr h="235809">
                <a:tc>
                  <a:txBody>
                    <a:bodyPr/>
                    <a:lstStyle/>
                    <a:p>
                      <a:pPr algn="r" rtl="1" fontAlgn="ctr"/>
                      <a:r>
                        <a:rPr lang="ar" sz="1600" u="none" strike="noStrike" dirty="0"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السنة 1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rtl="1" fontAlgn="ctr"/>
                      <a:r>
                        <a:rPr lang="ar" sz="1600" u="none" strike="noStrike" dirty="0"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0.95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rtl="1" fontAlgn="ctr"/>
                      <a:r>
                        <a:rPr lang="ar" sz="1600" u="none" strike="noStrike" dirty="0"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 150,000 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rtl="1" fontAlgn="ctr"/>
                      <a:r>
                        <a:rPr lang="ar" sz="1600" u="none" strike="noStrike" dirty="0"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  142,500 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817378737"/>
                  </a:ext>
                </a:extLst>
              </a:tr>
              <a:tr h="235809">
                <a:tc>
                  <a:txBody>
                    <a:bodyPr/>
                    <a:lstStyle/>
                    <a:p>
                      <a:pPr algn="r" rtl="1" fontAlgn="ctr"/>
                      <a:r>
                        <a:rPr lang="ar" sz="1600" u="none" strike="noStrike" dirty="0"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السنة 2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rtl="1" fontAlgn="ctr"/>
                      <a:r>
                        <a:rPr lang="ar" sz="1600" u="none" strike="noStrike" dirty="0"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0.90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rtl="1" fontAlgn="ctr"/>
                      <a:r>
                        <a:rPr lang="ar" sz="1600" u="none" strike="noStrike" dirty="0"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 135,000 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rtl="1" fontAlgn="ctr"/>
                      <a:r>
                        <a:rPr lang="ar" sz="1600" u="none" strike="noStrike" dirty="0"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   121,500 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914983116"/>
                  </a:ext>
                </a:extLst>
              </a:tr>
              <a:tr h="235809">
                <a:tc>
                  <a:txBody>
                    <a:bodyPr/>
                    <a:lstStyle/>
                    <a:p>
                      <a:pPr algn="r" rtl="1" fontAlgn="ctr"/>
                      <a:r>
                        <a:rPr lang="ar" sz="1600" u="none" strike="noStrike" dirty="0"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السنة 3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rtl="1" fontAlgn="ctr"/>
                      <a:r>
                        <a:rPr lang="ar" sz="1600" u="none" strike="noStrike" dirty="0"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0.86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rtl="1" fontAlgn="ctr"/>
                      <a:r>
                        <a:rPr lang="ar" sz="1600" u="none" strike="noStrike" dirty="0"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 120,000 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rtl="1" fontAlgn="ctr"/>
                      <a:r>
                        <a:rPr lang="ar" sz="1600" u="none" strike="noStrike" dirty="0"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  103,200 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212864033"/>
                  </a:ext>
                </a:extLst>
              </a:tr>
              <a:tr h="235809">
                <a:tc>
                  <a:txBody>
                    <a:bodyPr/>
                    <a:lstStyle/>
                    <a:p>
                      <a:pPr algn="r" rtl="1" fontAlgn="ctr"/>
                      <a:r>
                        <a:rPr lang="ar" sz="1600" u="none" strike="noStrike" dirty="0"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السنة 4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rtl="1" fontAlgn="ctr"/>
                      <a:r>
                        <a:rPr lang="ar" sz="1600" u="none" strike="noStrike" dirty="0"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0.82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rtl="1" fontAlgn="ctr"/>
                      <a:r>
                        <a:rPr lang="ar" sz="1600" u="none" strike="noStrike" dirty="0"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  90,000 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rtl="1" fontAlgn="ctr"/>
                      <a:r>
                        <a:rPr lang="ar" sz="1600" u="none" strike="noStrike" dirty="0"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    73,800 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659496348"/>
                  </a:ext>
                </a:extLst>
              </a:tr>
              <a:tr h="235809">
                <a:tc>
                  <a:txBody>
                    <a:bodyPr/>
                    <a:lstStyle/>
                    <a:p>
                      <a:pPr algn="r" rtl="1" fontAlgn="ctr"/>
                      <a:r>
                        <a:rPr lang="ar" sz="1600" u="none" strike="noStrike" dirty="0"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السنة 5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rtl="1" fontAlgn="ctr"/>
                      <a:r>
                        <a:rPr lang="ar" sz="1600" u="none" strike="noStrike" dirty="0"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0.78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rtl="1" fontAlgn="ctr"/>
                      <a:r>
                        <a:rPr lang="ar" sz="1600" u="none" strike="noStrike" dirty="0"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   60,000 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rtl="1" fontAlgn="ctr"/>
                      <a:r>
                        <a:rPr lang="ar" sz="1600" u="none" strike="noStrike" dirty="0"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    46,800 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644740424"/>
                  </a:ext>
                </a:extLst>
              </a:tr>
              <a:tr h="221071">
                <a:tc>
                  <a:txBody>
                    <a:bodyPr/>
                    <a:lstStyle/>
                    <a:p>
                      <a:pPr algn="r" rtl="1" fontAlgn="ctr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rtl="1" fontAlgn="ctr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rtl="1" fontAlgn="ctr"/>
                      <a:r>
                        <a:rPr lang="a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إجمالي القيمة الحالية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rtl="1" fontAlgn="ctr"/>
                      <a:r>
                        <a:rPr lang="ar" sz="1600" b="1" u="none" strike="noStrike" dirty="0"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     487,800 </a:t>
                      </a:r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554123078"/>
                  </a:ext>
                </a:extLst>
              </a:tr>
              <a:tr h="221071">
                <a:tc>
                  <a:txBody>
                    <a:bodyPr/>
                    <a:lstStyle/>
                    <a:p>
                      <a:pPr algn="r" rtl="1" fontAlgn="ctr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rtl="1" fontAlgn="ctr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rtl="1" fontAlgn="ctr"/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rtl="1" fontAlgn="ctr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137503178"/>
                  </a:ext>
                </a:extLst>
              </a:tr>
              <a:tr h="221071">
                <a:tc>
                  <a:txBody>
                    <a:bodyPr/>
                    <a:lstStyle/>
                    <a:p>
                      <a:pPr algn="r" rtl="1" fontAlgn="ctr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rtl="1" fontAlgn="ctr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rtl="1" fontAlgn="ctr"/>
                      <a:r>
                        <a:rPr lang="ar" sz="1600" u="none" strike="noStrike" dirty="0"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الاستثمار الأولي</a:t>
                      </a:r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rtl="1" fontAlgn="ctr"/>
                      <a:r>
                        <a:rPr lang="a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250,000 دولار أمريكي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326237554"/>
                  </a:ext>
                </a:extLst>
              </a:tr>
              <a:tr h="221071">
                <a:tc>
                  <a:txBody>
                    <a:bodyPr/>
                    <a:lstStyle/>
                    <a:p>
                      <a:pPr algn="r" rtl="1" fontAlgn="ctr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rtl="1" fontAlgn="ctr"/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rtl="1" fontAlgn="ctr"/>
                      <a:r>
                        <a:rPr lang="ar" sz="1600" b="1" u="none" strike="noStrike" dirty="0"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صافي القيمة الحالية</a:t>
                      </a:r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rtl="1" fontAlgn="ctr"/>
                      <a:r>
                        <a:rPr lang="ar" sz="1600" u="none" strike="noStrike" dirty="0"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 </a:t>
                      </a:r>
                      <a:r>
                        <a:rPr lang="ar" sz="1600" b="1" u="none" strike="noStrike" dirty="0"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237,800 دولار أمريكي</a:t>
                      </a:r>
                      <a:r>
                        <a:rPr lang="ar" sz="1600" u="none" strike="noStrike" dirty="0">
                          <a:effectLst/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 </a:t>
                      </a:r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97546350"/>
                  </a:ext>
                </a:extLst>
              </a:tr>
            </a:tbl>
          </a:graphicData>
        </a:graphic>
      </p:graphicFrame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D375179-F27D-F7F4-BB50-9BA2340ECE07}"/>
              </a:ext>
            </a:extLst>
          </p:cNvPr>
          <p:cNvCxnSpPr>
            <a:cxnSpLocks/>
          </p:cNvCxnSpPr>
          <p:nvPr/>
        </p:nvCxnSpPr>
        <p:spPr>
          <a:xfrm flipH="1" flipV="1">
            <a:off x="2603550" y="5038124"/>
            <a:ext cx="661025" cy="27658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9E50935A-1E6C-7113-B118-5BF3DAC01D59}"/>
              </a:ext>
            </a:extLst>
          </p:cNvPr>
          <p:cNvSpPr txBox="1"/>
          <p:nvPr/>
        </p:nvSpPr>
        <p:spPr>
          <a:xfrm>
            <a:off x="581387" y="4825786"/>
            <a:ext cx="1946662" cy="523220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tx1"/>
            </a:solidFill>
          </a:ln>
        </p:spPr>
        <p:txBody>
          <a:bodyPr wrap="square" rtlCol="1">
            <a:spAutoFit/>
          </a:bodyPr>
          <a:lstStyle/>
          <a:p>
            <a:pPr rtl="1"/>
            <a:r>
              <a:rPr lang="ar" sz="14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4: صافي القيمة الحالية = إجمالي القيمة الحالية - الاستثمار الأولي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DE7CAB4-F44F-B4EC-5C45-D0213BEE44D2}"/>
              </a:ext>
            </a:extLst>
          </p:cNvPr>
          <p:cNvSpPr txBox="1"/>
          <p:nvPr/>
        </p:nvSpPr>
        <p:spPr>
          <a:xfrm>
            <a:off x="581387" y="5922106"/>
            <a:ext cx="7890706" cy="58477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txBody>
          <a:bodyPr wrap="square" rtlCol="1">
            <a:spAutoFit/>
          </a:bodyPr>
          <a:lstStyle/>
          <a:p>
            <a:pPr rtl="1"/>
            <a:r>
              <a:rPr lang="ar" sz="16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صافي القيمة الحالية يُقصد بها العائد الذي تتوقع تحقيقه من الاستثمار. </a:t>
            </a:r>
          </a:p>
          <a:p>
            <a:pPr rtl="1"/>
            <a:r>
              <a:rPr lang="ar" sz="16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سترغب الشركة في الاستثمار في مشروع تكون صافي القيمة الحالية الخاصة به إيجابية.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B7D6E90C-5695-5ED0-7FB2-4E84BDF6B5B7}"/>
              </a:ext>
            </a:extLst>
          </p:cNvPr>
          <p:cNvCxnSpPr>
            <a:cxnSpLocks/>
          </p:cNvCxnSpPr>
          <p:nvPr/>
        </p:nvCxnSpPr>
        <p:spPr>
          <a:xfrm flipH="1" flipV="1">
            <a:off x="2528049" y="4241859"/>
            <a:ext cx="749637" cy="31737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52830193-790C-6FD9-1EE1-4CCAB3C731D8}"/>
              </a:ext>
            </a:extLst>
          </p:cNvPr>
          <p:cNvSpPr txBox="1"/>
          <p:nvPr/>
        </p:nvSpPr>
        <p:spPr>
          <a:xfrm>
            <a:off x="381681" y="2433923"/>
            <a:ext cx="2606143" cy="830997"/>
          </a:xfrm>
          <a:prstGeom prst="rect">
            <a:avLst/>
          </a:prstGeom>
          <a:gradFill>
            <a:gsLst>
              <a:gs pos="0">
                <a:schemeClr val="accent6">
                  <a:lumMod val="20000"/>
                  <a:lumOff val="80000"/>
                </a:schemeClr>
              </a:gs>
              <a:gs pos="86000">
                <a:schemeClr val="accent5"/>
              </a:gs>
              <a:gs pos="100000">
                <a:schemeClr val="accent5"/>
              </a:gs>
            </a:gsLst>
            <a:lin ang="2700000" scaled="1"/>
          </a:gradFill>
          <a:ln w="12700">
            <a:solidFill>
              <a:schemeClr val="accent6">
                <a:lumMod val="20000"/>
                <a:lumOff val="80000"/>
              </a:schemeClr>
            </a:solidFill>
          </a:ln>
        </p:spPr>
        <p:txBody>
          <a:bodyPr wrap="square" rtlCol="1">
            <a:spAutoFit/>
          </a:bodyPr>
          <a:lstStyle/>
          <a:p>
            <a:pPr rtl="1"/>
            <a:r>
              <a:rPr lang="ar" sz="16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قد يحتوي واجب Pearson المحدد على بيانات تسمح لك بإجراء تقييم استثماري باستخدام التدفق النقدي المخصوم.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8788D17-ED0C-AB2E-743C-CA63D3A8E12B}"/>
              </a:ext>
            </a:extLst>
          </p:cNvPr>
          <p:cNvSpPr txBox="1"/>
          <p:nvPr/>
        </p:nvSpPr>
        <p:spPr>
          <a:xfrm>
            <a:off x="7308304" y="1700808"/>
            <a:ext cx="1165983" cy="307777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tx1"/>
            </a:solidFill>
          </a:ln>
        </p:spPr>
        <p:txBody>
          <a:bodyPr wrap="square" rtlCol="1">
            <a:spAutoFit/>
          </a:bodyPr>
          <a:lstStyle/>
          <a:p>
            <a:pPr rtl="1"/>
            <a:r>
              <a:rPr lang="ar" sz="14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1: تم اختيار السعر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3085F791-9514-B3FF-2AE8-035670E9AB98}"/>
              </a:ext>
            </a:extLst>
          </p:cNvPr>
          <p:cNvCxnSpPr>
            <a:cxnSpLocks/>
          </p:cNvCxnSpPr>
          <p:nvPr/>
        </p:nvCxnSpPr>
        <p:spPr>
          <a:xfrm flipH="1">
            <a:off x="7956376" y="2420888"/>
            <a:ext cx="288032" cy="32236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20754C18-002C-2A13-0D26-DC896318B390}"/>
              </a:ext>
            </a:extLst>
          </p:cNvPr>
          <p:cNvSpPr txBox="1"/>
          <p:nvPr/>
        </p:nvSpPr>
        <p:spPr>
          <a:xfrm>
            <a:off x="560354" y="3625345"/>
            <a:ext cx="1949895" cy="867930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tx1"/>
            </a:solidFill>
          </a:ln>
        </p:spPr>
        <p:txBody>
          <a:bodyPr wrap="square" rtlCol="1">
            <a:spAutoFit/>
          </a:bodyPr>
          <a:lstStyle/>
          <a:p>
            <a:pPr rtl="1">
              <a:lnSpc>
                <a:spcPct val="120000"/>
              </a:lnSpc>
              <a:spcAft>
                <a:spcPts val="600"/>
              </a:spcAft>
            </a:pPr>
            <a:r>
              <a:rPr lang="ar" sz="14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3: تُخصم التدفقات النقدية المتوقعة مرة أخرى إلى اليوم الحالي (القيمة الحالية) وتُحسب إجماليًّا.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3D0FCE5F-99C3-9412-948C-CB68AE2F2413}"/>
              </a:ext>
            </a:extLst>
          </p:cNvPr>
          <p:cNvSpPr txBox="1"/>
          <p:nvPr/>
        </p:nvSpPr>
        <p:spPr>
          <a:xfrm>
            <a:off x="2519334" y="1752969"/>
            <a:ext cx="2358008" cy="609398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tx1"/>
            </a:solidFill>
          </a:ln>
        </p:spPr>
        <p:txBody>
          <a:bodyPr wrap="square" rtlCol="1">
            <a:spAutoFit/>
          </a:bodyPr>
          <a:lstStyle/>
          <a:p>
            <a:pPr rtl="1">
              <a:lnSpc>
                <a:spcPct val="120000"/>
              </a:lnSpc>
              <a:spcAft>
                <a:spcPts val="600"/>
              </a:spcAft>
            </a:pPr>
            <a:r>
              <a:rPr lang="ar" sz="14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2: من المتوقع حدوث تدفقات نقدية متوقعة من الاستثمار</a:t>
            </a:r>
          </a:p>
        </p:txBody>
      </p: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916B1F3C-CB2E-1BC6-D128-54618D60A9EA}"/>
              </a:ext>
            </a:extLst>
          </p:cNvPr>
          <p:cNvCxnSpPr>
            <a:cxnSpLocks/>
          </p:cNvCxnSpPr>
          <p:nvPr/>
        </p:nvCxnSpPr>
        <p:spPr>
          <a:xfrm>
            <a:off x="4877342" y="2003271"/>
            <a:ext cx="730119" cy="60881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675C019-AB76-FA97-416E-5F75F3D868AA}"/>
              </a:ext>
            </a:extLst>
          </p:cNvPr>
          <p:cNvSpPr txBox="1">
            <a:spLocks/>
          </p:cNvSpPr>
          <p:nvPr/>
        </p:nvSpPr>
        <p:spPr bwMode="auto">
          <a:xfrm>
            <a:off x="35496" y="6603206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/>
          </a:bodyPr>
          <a:lstStyle>
            <a:defPPr>
              <a:defRPr lang="en-GB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9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A103000398478</a:t>
            </a:r>
            <a:endParaRPr lang="ar" sz="900" dirty="0"/>
          </a:p>
        </p:txBody>
      </p:sp>
    </p:spTree>
    <p:extLst>
      <p:ext uri="{BB962C8B-B14F-4D97-AF65-F5344CB8AC3E}">
        <p14:creationId xmlns:p14="http://schemas.microsoft.com/office/powerpoint/2010/main" val="2272172193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5EA402-1C3F-2BDE-1CCA-DD085AE5B5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2">
            <a:extLst>
              <a:ext uri="{FF2B5EF4-FFF2-40B4-BE49-F238E27FC236}">
                <a16:creationId xmlns:a16="http://schemas.microsoft.com/office/drawing/2014/main" id="{91963863-2EE2-12D1-D511-6E277E9686C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843088"/>
            <a:ext cx="8229600" cy="5064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rtl="1">
              <a:spcBef>
                <a:spcPts val="1200"/>
              </a:spcBef>
              <a:spcAft>
                <a:spcPts val="1500"/>
              </a:spcAft>
            </a:pPr>
            <a:r>
              <a:rPr lang="ar" sz="2600" dirty="0"/>
              <a:t>نتاج التعلم د</a:t>
            </a:r>
            <a:br>
              <a:rPr lang="en-US" altLang="en-US" sz="2600" dirty="0"/>
            </a:br>
            <a:br>
              <a:rPr lang="en-US" altLang="en-US" sz="2600" dirty="0"/>
            </a:br>
            <a:endParaRPr lang="en-GB" altLang="en-US" sz="2600" dirty="0"/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532B776E-FE53-7D3C-5AB6-E026B0B041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2493962"/>
            <a:ext cx="7991475" cy="25912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" sz="46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إعداد مستندات تجارية لتقديم قرارات </a:t>
            </a:r>
            <a:br>
              <a:rPr lang="en-US" sz="4600" b="1" dirty="0"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r>
              <a:rPr lang="ar" sz="46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تتعلق بالأعمال</a:t>
            </a:r>
            <a:endParaRPr lang="en-GB" altLang="en-US" sz="4600" b="1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495FC13A-C9E2-74DC-8DC5-2DE2393D3457}"/>
              </a:ext>
            </a:extLst>
          </p:cNvPr>
          <p:cNvSpPr txBox="1">
            <a:spLocks/>
          </p:cNvSpPr>
          <p:nvPr/>
        </p:nvSpPr>
        <p:spPr bwMode="auto">
          <a:xfrm>
            <a:off x="35496" y="6603206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/>
          </a:bodyPr>
          <a:lstStyle>
            <a:defPPr>
              <a:defRPr lang="en-GB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9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A103000398478</a:t>
            </a:r>
            <a:endParaRPr lang="ar" sz="900" dirty="0"/>
          </a:p>
        </p:txBody>
      </p:sp>
    </p:spTree>
    <p:extLst>
      <p:ext uri="{BB962C8B-B14F-4D97-AF65-F5344CB8AC3E}">
        <p14:creationId xmlns:p14="http://schemas.microsoft.com/office/powerpoint/2010/main" val="575377766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DED44A-205F-82D1-9EAA-AAA6876356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1">
            <a:extLst>
              <a:ext uri="{FF2B5EF4-FFF2-40B4-BE49-F238E27FC236}">
                <a16:creationId xmlns:a16="http://schemas.microsoft.com/office/drawing/2014/main" id="{15EF9B31-0315-CDD9-CF39-B7A6FB5C5B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199" y="1195200"/>
            <a:ext cx="8229600" cy="8656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  <a:norm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>
              <a:lnSpc>
                <a:spcPct val="90000"/>
              </a:lnSpc>
              <a:spcAft>
                <a:spcPts val="600"/>
              </a:spcAft>
            </a:pPr>
            <a:r>
              <a:rPr lang="ar" sz="2600" b="1" dirty="0">
                <a:solidFill>
                  <a:schemeClr val="tx2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نتاج التعلم د: إعداد مستندات تجارية لتقديم قرارات تتعلق بالأعمال</a:t>
            </a:r>
          </a:p>
        </p:txBody>
      </p:sp>
      <p:sp>
        <p:nvSpPr>
          <p:cNvPr id="34826" name="Text Placeholder 2">
            <a:extLst>
              <a:ext uri="{FF2B5EF4-FFF2-40B4-BE49-F238E27FC236}">
                <a16:creationId xmlns:a16="http://schemas.microsoft.com/office/drawing/2014/main" id="{02BFE9FA-57D6-4D7E-2636-4FE65CCBF8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648199" y="2196001"/>
            <a:ext cx="4027487" cy="4024100"/>
          </a:xfrm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/>
          </a:bodyPr>
          <a:lstStyle/>
          <a:p>
            <a:pPr marL="0" indent="0" rtl="1">
              <a:lnSpc>
                <a:spcPct val="90000"/>
              </a:lnSpc>
              <a:buNone/>
            </a:pPr>
            <a:r>
              <a:rPr lang="ar" sz="2200" dirty="0"/>
              <a:t>نتاج التعلم د </a:t>
            </a:r>
          </a:p>
          <a:p>
            <a:pPr rtl="1">
              <a:lnSpc>
                <a:spcPct val="90000"/>
              </a:lnSpc>
            </a:pPr>
            <a:r>
              <a:rPr lang="ar" sz="2200" dirty="0"/>
              <a:t>يلخص تحليل نقاط القوة، والضعف، والفرص، والتهديدات وتحليل بيستل/ ستيبل ويتضمن تحليل "ماذا لو"</a:t>
            </a:r>
          </a:p>
          <a:p>
            <a:pPr rtl="1">
              <a:lnSpc>
                <a:spcPct val="90000"/>
              </a:lnSpc>
            </a:pPr>
            <a:r>
              <a:rPr lang="ar" sz="2200" dirty="0"/>
              <a:t>يستكشف دور خطط حالات الطوارئ والغرض منها</a:t>
            </a:r>
          </a:p>
          <a:p>
            <a:pPr rtl="1">
              <a:lnSpc>
                <a:spcPct val="90000"/>
              </a:lnSpc>
            </a:pPr>
            <a:r>
              <a:rPr lang="ar" sz="2200" dirty="0"/>
              <a:t>يتناول شكل وتخطيط وغرض المستندات التجارية لتقديم نتيجة قرار العمل.   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4A0A32FF-FA8B-E9F5-4D43-E1567EDA498C}"/>
              </a:ext>
            </a:extLst>
          </p:cNvPr>
          <p:cNvGrpSpPr/>
          <p:nvPr/>
        </p:nvGrpSpPr>
        <p:grpSpPr>
          <a:xfrm flipH="1">
            <a:off x="468312" y="2197671"/>
            <a:ext cx="4027488" cy="4020759"/>
            <a:chOff x="468312" y="2197671"/>
            <a:chExt cx="4027488" cy="4020759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2E9D0A51-DCFD-492B-EB71-16DE458A70EA}"/>
                </a:ext>
              </a:extLst>
            </p:cNvPr>
            <p:cNvSpPr/>
            <p:nvPr/>
          </p:nvSpPr>
          <p:spPr>
            <a:xfrm>
              <a:off x="468312" y="2197671"/>
              <a:ext cx="4027488" cy="846475"/>
            </a:xfrm>
            <a:prstGeom prst="roundRect">
              <a:avLst>
                <a:gd name="adj" fmla="val 10000"/>
              </a:avLst>
            </a:prstGeom>
          </p:spPr>
          <p:style>
            <a:lnRef idx="0">
              <a:schemeClr val="accent2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4" name="Rectangle 3" descr="Tick">
              <a:extLst>
                <a:ext uri="{FF2B5EF4-FFF2-40B4-BE49-F238E27FC236}">
                  <a16:creationId xmlns:a16="http://schemas.microsoft.com/office/drawing/2014/main" id="{266BB498-13BE-4B75-044C-F302D522AA32}"/>
                </a:ext>
              </a:extLst>
            </p:cNvPr>
            <p:cNvSpPr/>
            <p:nvPr/>
          </p:nvSpPr>
          <p:spPr>
            <a:xfrm flipH="1">
              <a:off x="724370" y="2388128"/>
              <a:ext cx="465561" cy="465561"/>
            </a:xfrm>
            <a:prstGeom prst="rect">
              <a:avLst/>
            </a:prstGeom>
            <a:blipFill>
              <a:blip r:embed="rId4">
                <a:extLst>
                  <a:ext uri="{28A0092B-C50C-407E-A947-70E740481C1C}">
                    <a14:useLocalDpi xmlns:a14="http://schemas.microsoft.com/office/drawing/2010/main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697981BC-E5F2-5829-2C7D-C697463E577C}"/>
                </a:ext>
              </a:extLst>
            </p:cNvPr>
            <p:cNvSpPr/>
            <p:nvPr/>
          </p:nvSpPr>
          <p:spPr>
            <a:xfrm>
              <a:off x="1445991" y="2197671"/>
              <a:ext cx="3049808" cy="846475"/>
            </a:xfrm>
            <a:custGeom>
              <a:avLst/>
              <a:gdLst>
                <a:gd name="connsiteX0" fmla="*/ 0 w 3049808"/>
                <a:gd name="connsiteY0" fmla="*/ 0 h 846475"/>
                <a:gd name="connsiteX1" fmla="*/ 3049808 w 3049808"/>
                <a:gd name="connsiteY1" fmla="*/ 0 h 846475"/>
                <a:gd name="connsiteX2" fmla="*/ 3049808 w 3049808"/>
                <a:gd name="connsiteY2" fmla="*/ 846475 h 846475"/>
                <a:gd name="connsiteX3" fmla="*/ 0 w 3049808"/>
                <a:gd name="connsiteY3" fmla="*/ 846475 h 846475"/>
                <a:gd name="connsiteX4" fmla="*/ 0 w 3049808"/>
                <a:gd name="connsiteY4" fmla="*/ 0 h 846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9808" h="846475">
                  <a:moveTo>
                    <a:pt x="0" y="0"/>
                  </a:moveTo>
                  <a:lnTo>
                    <a:pt x="3049808" y="0"/>
                  </a:lnTo>
                  <a:lnTo>
                    <a:pt x="3049808" y="846475"/>
                  </a:lnTo>
                  <a:lnTo>
                    <a:pt x="0" y="846475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89585" tIns="89585" rIns="89585" bIns="89585" numCol="1" spcCol="1270" rtlCol="1" anchor="ctr" anchorCtr="0">
              <a:noAutofit/>
            </a:bodyPr>
            <a:lstStyle/>
            <a:p>
              <a:pPr marL="0" lvl="0" indent="0" algn="r" defTabSz="844550" rtl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ar" b="1" kern="1200">
                  <a:latin typeface="Sakkal Majalla" panose="02000000000000000000" pitchFamily="2" charset="-78"/>
                  <a:cs typeface="Sakkal Majalla" panose="02000000000000000000" pitchFamily="2" charset="-78"/>
                </a:rPr>
                <a:t>مجالات المحتوى الرئيسة</a:t>
              </a:r>
              <a:endParaRPr lang="en-US" kern="1200" dirty="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A3AA51AE-5C03-9D7A-2A63-7271A4BC433B}"/>
                </a:ext>
              </a:extLst>
            </p:cNvPr>
            <p:cNvSpPr/>
            <p:nvPr/>
          </p:nvSpPr>
          <p:spPr>
            <a:xfrm>
              <a:off x="468312" y="3255765"/>
              <a:ext cx="4027488" cy="846475"/>
            </a:xfrm>
            <a:prstGeom prst="roundRect">
              <a:avLst>
                <a:gd name="adj" fmla="val 10000"/>
              </a:avLst>
            </a:prstGeom>
          </p:spPr>
          <p:style>
            <a:lnRef idx="0">
              <a:schemeClr val="accent2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7" name="Rectangle 6" descr="Dice">
              <a:extLst>
                <a:ext uri="{FF2B5EF4-FFF2-40B4-BE49-F238E27FC236}">
                  <a16:creationId xmlns:a16="http://schemas.microsoft.com/office/drawing/2014/main" id="{829C6335-2EAD-AFA4-F412-EC6BA2F63073}"/>
                </a:ext>
              </a:extLst>
            </p:cNvPr>
            <p:cNvSpPr/>
            <p:nvPr/>
          </p:nvSpPr>
          <p:spPr>
            <a:xfrm flipH="1">
              <a:off x="724370" y="3446222"/>
              <a:ext cx="465561" cy="465561"/>
            </a:xfrm>
            <a:prstGeom prst="rect">
              <a:avLst/>
            </a:prstGeom>
            <a:blipFill>
              <a:blip r:embed="rId6">
                <a:extLst>
                  <a:ext uri="{28A0092B-C50C-407E-A947-70E740481C1C}">
                    <a14:useLocalDpi xmlns:a14="http://schemas.microsoft.com/office/drawing/2010/main"/>
                  </a:ex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0B7F43AA-8130-3828-5EC8-7F9666D41468}"/>
                </a:ext>
              </a:extLst>
            </p:cNvPr>
            <p:cNvSpPr/>
            <p:nvPr/>
          </p:nvSpPr>
          <p:spPr>
            <a:xfrm>
              <a:off x="1445991" y="3255765"/>
              <a:ext cx="3049808" cy="846475"/>
            </a:xfrm>
            <a:custGeom>
              <a:avLst/>
              <a:gdLst>
                <a:gd name="connsiteX0" fmla="*/ 0 w 3049808"/>
                <a:gd name="connsiteY0" fmla="*/ 0 h 846475"/>
                <a:gd name="connsiteX1" fmla="*/ 3049808 w 3049808"/>
                <a:gd name="connsiteY1" fmla="*/ 0 h 846475"/>
                <a:gd name="connsiteX2" fmla="*/ 3049808 w 3049808"/>
                <a:gd name="connsiteY2" fmla="*/ 846475 h 846475"/>
                <a:gd name="connsiteX3" fmla="*/ 0 w 3049808"/>
                <a:gd name="connsiteY3" fmla="*/ 846475 h 846475"/>
                <a:gd name="connsiteX4" fmla="*/ 0 w 3049808"/>
                <a:gd name="connsiteY4" fmla="*/ 0 h 846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9808" h="846475">
                  <a:moveTo>
                    <a:pt x="0" y="0"/>
                  </a:moveTo>
                  <a:lnTo>
                    <a:pt x="3049808" y="0"/>
                  </a:lnTo>
                  <a:lnTo>
                    <a:pt x="3049808" y="846475"/>
                  </a:lnTo>
                  <a:lnTo>
                    <a:pt x="0" y="846475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89585" tIns="89585" rIns="89585" bIns="89585" numCol="1" spcCol="1270" rtlCol="1" anchor="ctr" anchorCtr="0">
              <a:noAutofit/>
            </a:bodyPr>
            <a:lstStyle/>
            <a:p>
              <a:pPr marL="0" lvl="0" indent="0" algn="r" defTabSz="844550" rtl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ar" kern="1200">
                  <a:latin typeface="Sakkal Majalla" panose="02000000000000000000" pitchFamily="2" charset="-78"/>
                  <a:cs typeface="Sakkal Majalla" panose="02000000000000000000" pitchFamily="2" charset="-78"/>
                </a:rPr>
                <a:t>د1 سيناريوهات "ماذا لو" وتحليل الحساسية</a:t>
              </a:r>
              <a:endParaRPr lang="en-US" kern="1200" dirty="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F91DBB31-982B-CB15-22A2-2C68E163159B}"/>
                </a:ext>
              </a:extLst>
            </p:cNvPr>
            <p:cNvSpPr/>
            <p:nvPr/>
          </p:nvSpPr>
          <p:spPr>
            <a:xfrm>
              <a:off x="468312" y="4313860"/>
              <a:ext cx="4027488" cy="846475"/>
            </a:xfrm>
            <a:prstGeom prst="roundRect">
              <a:avLst>
                <a:gd name="adj" fmla="val 10000"/>
              </a:avLst>
            </a:prstGeom>
          </p:spPr>
          <p:style>
            <a:lnRef idx="0">
              <a:schemeClr val="accent2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10" name="Rectangle 9" descr="CheckList">
              <a:extLst>
                <a:ext uri="{FF2B5EF4-FFF2-40B4-BE49-F238E27FC236}">
                  <a16:creationId xmlns:a16="http://schemas.microsoft.com/office/drawing/2014/main" id="{511EB71C-25D6-AAD9-7253-DF3FCB1CFB3B}"/>
                </a:ext>
              </a:extLst>
            </p:cNvPr>
            <p:cNvSpPr/>
            <p:nvPr/>
          </p:nvSpPr>
          <p:spPr>
            <a:xfrm flipH="1">
              <a:off x="724370" y="4504317"/>
              <a:ext cx="465561" cy="465561"/>
            </a:xfrm>
            <a:prstGeom prst="rect">
              <a:avLst/>
            </a:prstGeom>
            <a:blipFill>
              <a:blip r:embed="rId8">
                <a:extLst>
                  <a:ext uri="{28A0092B-C50C-407E-A947-70E740481C1C}">
                    <a14:useLocalDpi xmlns:a14="http://schemas.microsoft.com/office/drawing/2010/main"/>
                  </a:ex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6332B243-160A-2504-9B69-D595F856E743}"/>
                </a:ext>
              </a:extLst>
            </p:cNvPr>
            <p:cNvSpPr/>
            <p:nvPr/>
          </p:nvSpPr>
          <p:spPr>
            <a:xfrm>
              <a:off x="1445991" y="4313860"/>
              <a:ext cx="3049808" cy="846475"/>
            </a:xfrm>
            <a:custGeom>
              <a:avLst/>
              <a:gdLst>
                <a:gd name="connsiteX0" fmla="*/ 0 w 3049808"/>
                <a:gd name="connsiteY0" fmla="*/ 0 h 846475"/>
                <a:gd name="connsiteX1" fmla="*/ 3049808 w 3049808"/>
                <a:gd name="connsiteY1" fmla="*/ 0 h 846475"/>
                <a:gd name="connsiteX2" fmla="*/ 3049808 w 3049808"/>
                <a:gd name="connsiteY2" fmla="*/ 846475 h 846475"/>
                <a:gd name="connsiteX3" fmla="*/ 0 w 3049808"/>
                <a:gd name="connsiteY3" fmla="*/ 846475 h 846475"/>
                <a:gd name="connsiteX4" fmla="*/ 0 w 3049808"/>
                <a:gd name="connsiteY4" fmla="*/ 0 h 846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9808" h="846475">
                  <a:moveTo>
                    <a:pt x="0" y="0"/>
                  </a:moveTo>
                  <a:lnTo>
                    <a:pt x="3049808" y="0"/>
                  </a:lnTo>
                  <a:lnTo>
                    <a:pt x="3049808" y="846475"/>
                  </a:lnTo>
                  <a:lnTo>
                    <a:pt x="0" y="846475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89585" tIns="89585" rIns="89585" bIns="89585" numCol="1" spcCol="1270" rtlCol="1" anchor="ctr" anchorCtr="0">
              <a:noAutofit/>
            </a:bodyPr>
            <a:lstStyle/>
            <a:p>
              <a:pPr marL="0" lvl="0" indent="0" algn="r" defTabSz="844550" rtl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ar" kern="1200">
                  <a:latin typeface="Sakkal Majalla" panose="02000000000000000000" pitchFamily="2" charset="-78"/>
                  <a:cs typeface="Sakkal Majalla" panose="02000000000000000000" pitchFamily="2" charset="-78"/>
                </a:rPr>
                <a:t>د2 خطط حالات الطوارئ</a:t>
              </a:r>
              <a:endParaRPr lang="en-US" kern="1200" dirty="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84A80B5-280A-88AB-B650-ECCF21E6204D}"/>
                </a:ext>
              </a:extLst>
            </p:cNvPr>
            <p:cNvSpPr/>
            <p:nvPr/>
          </p:nvSpPr>
          <p:spPr>
            <a:xfrm>
              <a:off x="468312" y="5371955"/>
              <a:ext cx="4027488" cy="846475"/>
            </a:xfrm>
            <a:prstGeom prst="roundRect">
              <a:avLst>
                <a:gd name="adj" fmla="val 10000"/>
              </a:avLst>
            </a:prstGeom>
          </p:spPr>
          <p:style>
            <a:lnRef idx="0">
              <a:schemeClr val="accent2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13" name="Rectangle 12" descr="Document">
              <a:extLst>
                <a:ext uri="{FF2B5EF4-FFF2-40B4-BE49-F238E27FC236}">
                  <a16:creationId xmlns:a16="http://schemas.microsoft.com/office/drawing/2014/main" id="{3CB90BAC-CCA0-D295-88CA-375604CC37F1}"/>
                </a:ext>
              </a:extLst>
            </p:cNvPr>
            <p:cNvSpPr/>
            <p:nvPr/>
          </p:nvSpPr>
          <p:spPr>
            <a:xfrm flipH="1">
              <a:off x="724370" y="5562412"/>
              <a:ext cx="465561" cy="465561"/>
            </a:xfrm>
            <a:prstGeom prst="rect">
              <a:avLst/>
            </a:prstGeom>
            <a:blipFill>
              <a:blip r:embed="rId10">
                <a:extLst>
                  <a:ext uri="{28A0092B-C50C-407E-A947-70E740481C1C}">
                    <a14:useLocalDpi xmlns:a14="http://schemas.microsoft.com/office/drawing/2010/main"/>
                  </a:ex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12CDCBE-DAAF-40A9-67AC-B405AC2EFEBD}"/>
                </a:ext>
              </a:extLst>
            </p:cNvPr>
            <p:cNvSpPr/>
            <p:nvPr/>
          </p:nvSpPr>
          <p:spPr>
            <a:xfrm>
              <a:off x="1445991" y="5371955"/>
              <a:ext cx="3049808" cy="846475"/>
            </a:xfrm>
            <a:custGeom>
              <a:avLst/>
              <a:gdLst>
                <a:gd name="connsiteX0" fmla="*/ 0 w 3049808"/>
                <a:gd name="connsiteY0" fmla="*/ 0 h 846475"/>
                <a:gd name="connsiteX1" fmla="*/ 3049808 w 3049808"/>
                <a:gd name="connsiteY1" fmla="*/ 0 h 846475"/>
                <a:gd name="connsiteX2" fmla="*/ 3049808 w 3049808"/>
                <a:gd name="connsiteY2" fmla="*/ 846475 h 846475"/>
                <a:gd name="connsiteX3" fmla="*/ 0 w 3049808"/>
                <a:gd name="connsiteY3" fmla="*/ 846475 h 846475"/>
                <a:gd name="connsiteX4" fmla="*/ 0 w 3049808"/>
                <a:gd name="connsiteY4" fmla="*/ 0 h 846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9808" h="846475">
                  <a:moveTo>
                    <a:pt x="0" y="0"/>
                  </a:moveTo>
                  <a:lnTo>
                    <a:pt x="3049808" y="0"/>
                  </a:lnTo>
                  <a:lnTo>
                    <a:pt x="3049808" y="846475"/>
                  </a:lnTo>
                  <a:lnTo>
                    <a:pt x="0" y="846475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89585" tIns="89585" rIns="89585" bIns="89585" numCol="1" spcCol="1270" rtlCol="1" anchor="ctr" anchorCtr="0">
              <a:noAutofit/>
            </a:bodyPr>
            <a:lstStyle/>
            <a:p>
              <a:pPr marL="0" lvl="0" indent="0" algn="r" defTabSz="844550" rtl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ar" kern="1200">
                  <a:latin typeface="Sakkal Majalla" panose="02000000000000000000" pitchFamily="2" charset="-78"/>
                  <a:cs typeface="Sakkal Majalla" panose="02000000000000000000" pitchFamily="2" charset="-78"/>
                </a:rPr>
                <a:t>د3 استخدام مهارات تكنولوجيا المعلومات لإنشاء المستندات المناسبة </a:t>
              </a:r>
              <a:endParaRPr lang="en-US" kern="120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</p:grpSp>
      <p:sp>
        <p:nvSpPr>
          <p:cNvPr id="15" name="Footer Placeholder 2">
            <a:extLst>
              <a:ext uri="{FF2B5EF4-FFF2-40B4-BE49-F238E27FC236}">
                <a16:creationId xmlns:a16="http://schemas.microsoft.com/office/drawing/2014/main" id="{22A77E77-5413-A571-4D18-A9A91C0795E2}"/>
              </a:ext>
            </a:extLst>
          </p:cNvPr>
          <p:cNvSpPr txBox="1">
            <a:spLocks/>
          </p:cNvSpPr>
          <p:nvPr/>
        </p:nvSpPr>
        <p:spPr bwMode="auto">
          <a:xfrm>
            <a:off x="35496" y="6603206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/>
          </a:bodyPr>
          <a:lstStyle>
            <a:defPPr>
              <a:defRPr lang="en-GB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9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A103000398478</a:t>
            </a:r>
            <a:endParaRPr lang="ar" sz="900" dirty="0"/>
          </a:p>
        </p:txBody>
      </p:sp>
    </p:spTree>
    <p:extLst>
      <p:ext uri="{BB962C8B-B14F-4D97-AF65-F5344CB8AC3E}">
        <p14:creationId xmlns:p14="http://schemas.microsoft.com/office/powerpoint/2010/main" val="1450907946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4E0130-F313-035B-5842-13893285BC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2">
            <a:extLst>
              <a:ext uri="{FF2B5EF4-FFF2-40B4-BE49-F238E27FC236}">
                <a16:creationId xmlns:a16="http://schemas.microsoft.com/office/drawing/2014/main" id="{DBCCE726-5F46-746C-9047-C461CBB4951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159571"/>
            <a:ext cx="8229600" cy="5064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rtl="1"/>
            <a:r>
              <a:rPr lang="ar" sz="2600" b="1" dirty="0">
                <a:effectLst/>
              </a:rPr>
              <a:t>د1 المخاطر</a:t>
            </a:r>
            <a:endParaRPr lang="en-GB" sz="26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6DEFCB8-9475-62BA-02FD-7DFA84D480FF}"/>
              </a:ext>
            </a:extLst>
          </p:cNvPr>
          <p:cNvSpPr txBox="1"/>
          <p:nvPr/>
        </p:nvSpPr>
        <p:spPr>
          <a:xfrm>
            <a:off x="4716015" y="1919478"/>
            <a:ext cx="3970785" cy="4093428"/>
          </a:xfrm>
          <a:prstGeom prst="rect">
            <a:avLst/>
          </a:prstGeom>
          <a:solidFill>
            <a:schemeClr val="accent5"/>
          </a:solidFill>
        </p:spPr>
        <p:txBody>
          <a:bodyPr wrap="square" rtlCol="1">
            <a:spAutoFit/>
          </a:bodyPr>
          <a:lstStyle/>
          <a:p>
            <a:pPr rtl="1"/>
            <a:r>
              <a:rPr lang="ar" sz="20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يتطلب تقييمك تقييم </a:t>
            </a:r>
            <a:r>
              <a:rPr lang="ar" sz="20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المخاطر المحتملة </a:t>
            </a:r>
            <a:r>
              <a:rPr lang="ar" sz="20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في سياق خيارين محددين.</a:t>
            </a:r>
          </a:p>
          <a:p>
            <a:pPr rtl="1"/>
            <a:endParaRPr lang="en-GB" sz="20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rtl="1"/>
            <a:r>
              <a:rPr lang="ar" sz="20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ويمكن تصنيفها على النحو الآتي: </a:t>
            </a:r>
          </a:p>
          <a:p>
            <a:pPr marL="285750" indent="-285750" rtl="1">
              <a:buFont typeface="Arial" panose="020B0604020202020204" pitchFamily="34" charset="0"/>
              <a:buChar char="•"/>
            </a:pPr>
            <a:r>
              <a:rPr lang="ar" sz="20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القانونية </a:t>
            </a:r>
          </a:p>
          <a:p>
            <a:pPr marL="285750" indent="-285750" rtl="1">
              <a:buFont typeface="Arial" panose="020B0604020202020204" pitchFamily="34" charset="0"/>
              <a:buChar char="•"/>
            </a:pPr>
            <a:r>
              <a:rPr lang="ar" sz="20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المتعلقة بالسمعة</a:t>
            </a:r>
          </a:p>
          <a:p>
            <a:pPr marL="285750" indent="-285750" rtl="1">
              <a:buFont typeface="Arial" panose="020B0604020202020204" pitchFamily="34" charset="0"/>
              <a:buChar char="•"/>
            </a:pPr>
            <a:r>
              <a:rPr lang="ar" sz="20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الشؤون المالية</a:t>
            </a:r>
          </a:p>
          <a:p>
            <a:pPr rtl="1"/>
            <a:endParaRPr lang="en-GB" sz="20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rtl="1"/>
            <a:r>
              <a:rPr lang="ar" sz="20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كما يطلب الفرص المحتملة/ الأساليب البديلة المعقولة التي يمكن أن تتخذها الشركة. ويجب أن تكون هذه التقييمات في سياق الأعمال والأهداف والغايات المحددة.</a:t>
            </a:r>
          </a:p>
          <a:p>
            <a:pPr rtl="1"/>
            <a:endParaRPr lang="en-GB" sz="2000" dirty="0">
              <a:effectLst/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7DA1E30F-0FA0-6E82-CE79-6FFEA5CB010A}"/>
              </a:ext>
            </a:extLst>
          </p:cNvPr>
          <p:cNvGrpSpPr/>
          <p:nvPr/>
        </p:nvGrpSpPr>
        <p:grpSpPr>
          <a:xfrm>
            <a:off x="217886" y="4509120"/>
            <a:ext cx="4237623" cy="1603912"/>
            <a:chOff x="0" y="353533"/>
            <a:chExt cx="2564804" cy="1326764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D81FD1B-5E2A-CDEC-9CE1-EDEE18F1B2D7}"/>
                </a:ext>
              </a:extLst>
            </p:cNvPr>
            <p:cNvSpPr/>
            <p:nvPr/>
          </p:nvSpPr>
          <p:spPr>
            <a:xfrm>
              <a:off x="0" y="353533"/>
              <a:ext cx="2564804" cy="1326764"/>
            </a:xfrm>
            <a:prstGeom prst="rect">
              <a:avLst/>
            </a:prstGeom>
            <a:gradFill rotWithShape="0">
              <a:gsLst>
                <a:gs pos="0">
                  <a:schemeClr val="accent2">
                    <a:lumMod val="20000"/>
                    <a:lumOff val="80000"/>
                  </a:schemeClr>
                </a:gs>
                <a:gs pos="80000">
                  <a:schemeClr val="accent1">
                    <a:hueOff val="0"/>
                    <a:satOff val="0"/>
                    <a:lumOff val="0"/>
                    <a:alphaOff val="0"/>
                    <a:shade val="93000"/>
                    <a:satMod val="130000"/>
                  </a:schemeClr>
                </a:gs>
                <a:gs pos="100000">
                  <a:schemeClr val="accent1">
                    <a:hueOff val="0"/>
                    <a:satOff val="0"/>
                    <a:lumOff val="0"/>
                    <a:alphaOff val="0"/>
                    <a:shade val="94000"/>
                    <a:satMod val="135000"/>
                  </a:schemeClr>
                </a:gs>
              </a:gsLst>
            </a:gradFill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rgbClr r="0" g="0" b="0"/>
            </a:fillRef>
            <a:effectRef idx="3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rtlCol="1"/>
            <a:lstStyle/>
            <a:p>
              <a:pPr rtl="1"/>
              <a:endParaRPr lang="en-US" sz="1400" dirty="0">
                <a:latin typeface="Sakkal Majalla" panose="02000000000000000000" pitchFamily="2" charset="-78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3FF2FF17-724C-B495-7E1E-ED757A67B229}"/>
                </a:ext>
              </a:extLst>
            </p:cNvPr>
            <p:cNvSpPr txBox="1"/>
            <p:nvPr/>
          </p:nvSpPr>
          <p:spPr>
            <a:xfrm>
              <a:off x="0" y="353533"/>
              <a:ext cx="2564804" cy="132676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0010" tIns="80010" rIns="80010" bIns="80010" numCol="1" spcCol="1270" rtlCol="1" anchor="ctr" anchorCtr="0">
              <a:noAutofit/>
            </a:bodyPr>
            <a:lstStyle/>
            <a:p>
              <a:pPr rtl="1"/>
              <a:r>
                <a:rPr lang="ar" sz="1600" b="1" dirty="0">
                  <a:solidFill>
                    <a:srgbClr val="7030A0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مناقشة</a:t>
              </a:r>
            </a:p>
            <a:p>
              <a:pPr rtl="1"/>
              <a:r>
                <a:rPr lang="ar" sz="1600" dirty="0">
                  <a:solidFill>
                    <a:srgbClr val="7030A0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يريد رائد أعمال ذو خبرة قليلة جدًّا اقتراض المال وفتح شركة جديدة. </a:t>
              </a:r>
            </a:p>
            <a:p>
              <a:pPr rtl="1"/>
              <a:r>
                <a:rPr lang="ar" sz="1600" dirty="0">
                  <a:solidFill>
                    <a:srgbClr val="7030A0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ما المخاطر التي قد تنطوي عليها هذه الخطة؟</a:t>
              </a:r>
            </a:p>
          </p:txBody>
        </p:sp>
      </p:grpSp>
      <p:pic>
        <p:nvPicPr>
          <p:cNvPr id="4" name="Picture 3" descr="A scale with money and gold on it&#10;&#10;Description automatically generated">
            <a:extLst>
              <a:ext uri="{FF2B5EF4-FFF2-40B4-BE49-F238E27FC236}">
                <a16:creationId xmlns:a16="http://schemas.microsoft.com/office/drawing/2014/main" id="{7CAE0E12-FA1A-4EF3-7F1D-C26C15D376A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0738" y="1994352"/>
            <a:ext cx="3851920" cy="2264725"/>
          </a:xfrm>
          <a:prstGeom prst="rect">
            <a:avLst/>
          </a:prstGeom>
        </p:spPr>
      </p:pic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E856D6B5-6B86-C58E-298B-1F4484588215}"/>
              </a:ext>
            </a:extLst>
          </p:cNvPr>
          <p:cNvSpPr txBox="1">
            <a:spLocks/>
          </p:cNvSpPr>
          <p:nvPr/>
        </p:nvSpPr>
        <p:spPr bwMode="auto">
          <a:xfrm>
            <a:off x="35496" y="6603206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/>
          </a:bodyPr>
          <a:lstStyle>
            <a:defPPr>
              <a:defRPr lang="en-GB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9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A103000398478</a:t>
            </a:r>
            <a:endParaRPr lang="ar" sz="900" dirty="0"/>
          </a:p>
        </p:txBody>
      </p:sp>
    </p:spTree>
    <p:extLst>
      <p:ext uri="{BB962C8B-B14F-4D97-AF65-F5344CB8AC3E}">
        <p14:creationId xmlns:p14="http://schemas.microsoft.com/office/powerpoint/2010/main" val="183995727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B2AFAE-3C41-9086-5E2F-BEAD26A5ED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2">
            <a:extLst>
              <a:ext uri="{FF2B5EF4-FFF2-40B4-BE49-F238E27FC236}">
                <a16:creationId xmlns:a16="http://schemas.microsoft.com/office/drawing/2014/main" id="{E7145484-6A3A-F563-EB8A-37E76935954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84377" y="1130764"/>
            <a:ext cx="8229600" cy="43589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rtl="1"/>
            <a:r>
              <a:rPr lang="ar" sz="2200" b="1" dirty="0">
                <a:effectLst/>
              </a:rPr>
              <a:t>د1 دور وتطبيق تحليل نقاط القوة والضعف والفرص والتهديدات</a:t>
            </a:r>
            <a:r>
              <a:rPr lang="ar" sz="2200" b="1" dirty="0"/>
              <a:t> وتحليل ستيبل </a:t>
            </a:r>
            <a:br>
              <a:rPr lang="en-GB" sz="2200" b="1" dirty="0">
                <a:effectLst/>
              </a:rPr>
            </a:br>
            <a:endParaRPr lang="en-GB" sz="22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E47702D-54BB-17EA-D7D4-7F0AFEFD6ECC}"/>
              </a:ext>
            </a:extLst>
          </p:cNvPr>
          <p:cNvSpPr txBox="1"/>
          <p:nvPr/>
        </p:nvSpPr>
        <p:spPr>
          <a:xfrm>
            <a:off x="710745" y="1689770"/>
            <a:ext cx="8003232" cy="3477875"/>
          </a:xfrm>
          <a:prstGeom prst="rect">
            <a:avLst/>
          </a:prstGeom>
          <a:solidFill>
            <a:schemeClr val="accent5"/>
          </a:solidFill>
        </p:spPr>
        <p:txBody>
          <a:bodyPr wrap="square" rtlCol="1">
            <a:spAutoFit/>
          </a:bodyPr>
          <a:lstStyle/>
          <a:p>
            <a:pPr rtl="1"/>
            <a:r>
              <a:rPr lang="ar" sz="20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يمكن أن يساعدك تحليل البيانات ومقارنتها وتقييمها على توقع العواقب وتوفير بدائل معقولة وتبرير الحلول للموقف في السيناريو المحدد.</a:t>
            </a:r>
          </a:p>
          <a:p>
            <a:pPr rtl="1"/>
            <a:endParaRPr lang="en-GB" sz="20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rtl="1"/>
            <a:r>
              <a:rPr lang="ar" sz="20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يجب عليك تحديد المخاطر والفرص </a:t>
            </a:r>
            <a:r>
              <a:rPr lang="ar" sz="20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 المحتملة </a:t>
            </a:r>
            <a:r>
              <a:rPr lang="ar" sz="20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 لكل خيار. </a:t>
            </a:r>
          </a:p>
          <a:p>
            <a:pPr rtl="1"/>
            <a:r>
              <a:rPr lang="ar" sz="20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ويمكنك استخدام ما يأتي:</a:t>
            </a:r>
          </a:p>
          <a:p>
            <a:pPr marL="342900" indent="-342900" rtl="1">
              <a:buFont typeface="Arial" panose="020B0604020202020204" pitchFamily="34" charset="0"/>
              <a:buChar char="•"/>
            </a:pPr>
            <a:r>
              <a:rPr lang="ar" sz="20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تحليل سوات (SWOT)</a:t>
            </a:r>
          </a:p>
          <a:p>
            <a:pPr marL="800100" lvl="1" indent="-342900" rtl="1">
              <a:buFont typeface="Courier New" panose="02070309020205020404" pitchFamily="49" charset="0"/>
              <a:buChar char="o"/>
            </a:pPr>
            <a:r>
              <a:rPr lang="ar" sz="20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تحليل نقاط القوة والضعف والفرص والتهديدات</a:t>
            </a:r>
          </a:p>
          <a:p>
            <a:pPr lvl="1" rtl="1"/>
            <a:r>
              <a:rPr lang="ar" sz="20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 </a:t>
            </a:r>
          </a:p>
          <a:p>
            <a:pPr marL="342900" indent="-342900" rtl="1">
              <a:buFont typeface="Arial" panose="020B0604020202020204" pitchFamily="34" charset="0"/>
              <a:buChar char="•"/>
            </a:pPr>
            <a:r>
              <a:rPr lang="ar" sz="20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تحليل ستيبل</a:t>
            </a:r>
          </a:p>
          <a:p>
            <a:pPr marL="800100" lvl="1" indent="-342900" rtl="1">
              <a:buFont typeface="Courier New" panose="02070309020205020404" pitchFamily="49" charset="0"/>
              <a:buChar char="o"/>
            </a:pPr>
            <a:r>
              <a:rPr lang="ar" sz="20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تحليل العوامل الاجتماعية والتكنولوجية والاقتصادية والبيئية والسياسية والقانونية والأخلاقية. (ويستخدم العوامل نفسها مثل تحليل بيستل (PESTL) لكنه يتضمن عاملًا إضافيًّا - العامل الأخلاقي.)</a:t>
            </a:r>
            <a:endParaRPr lang="en-GB" sz="20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2BC8F49-FE13-7895-D197-1F2CD38F6D39}"/>
              </a:ext>
            </a:extLst>
          </p:cNvPr>
          <p:cNvGrpSpPr/>
          <p:nvPr/>
        </p:nvGrpSpPr>
        <p:grpSpPr>
          <a:xfrm>
            <a:off x="2339752" y="5506198"/>
            <a:ext cx="4167637" cy="1111791"/>
            <a:chOff x="0" y="353532"/>
            <a:chExt cx="2564804" cy="1538882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D88DBB1C-3A1D-792C-203F-CE1F840325E4}"/>
                </a:ext>
              </a:extLst>
            </p:cNvPr>
            <p:cNvSpPr/>
            <p:nvPr/>
          </p:nvSpPr>
          <p:spPr>
            <a:xfrm>
              <a:off x="0" y="353532"/>
              <a:ext cx="2564804" cy="1538882"/>
            </a:xfrm>
            <a:prstGeom prst="rect">
              <a:avLst/>
            </a:prstGeom>
            <a:gradFill rotWithShape="0">
              <a:gsLst>
                <a:gs pos="0">
                  <a:schemeClr val="accent2">
                    <a:lumMod val="20000"/>
                    <a:lumOff val="80000"/>
                  </a:schemeClr>
                </a:gs>
                <a:gs pos="80000">
                  <a:schemeClr val="accent1">
                    <a:hueOff val="0"/>
                    <a:satOff val="0"/>
                    <a:lumOff val="0"/>
                    <a:alphaOff val="0"/>
                    <a:shade val="93000"/>
                    <a:satMod val="130000"/>
                  </a:schemeClr>
                </a:gs>
                <a:gs pos="100000">
                  <a:schemeClr val="accent1">
                    <a:hueOff val="0"/>
                    <a:satOff val="0"/>
                    <a:lumOff val="0"/>
                    <a:alphaOff val="0"/>
                    <a:shade val="94000"/>
                    <a:satMod val="135000"/>
                  </a:schemeClr>
                </a:gs>
              </a:gsLst>
            </a:gradFill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rgbClr r="0" g="0" b="0"/>
            </a:fillRef>
            <a:effectRef idx="3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rtlCol="1"/>
            <a:lstStyle/>
            <a:p>
              <a:pPr rtl="1"/>
              <a:endParaRPr lang="en-US" dirty="0">
                <a:latin typeface="Sakkal Majalla" panose="02000000000000000000" pitchFamily="2" charset="-78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305E93C2-2E1D-CB2E-3A9D-866CE26FF7EC}"/>
                </a:ext>
              </a:extLst>
            </p:cNvPr>
            <p:cNvSpPr txBox="1"/>
            <p:nvPr/>
          </p:nvSpPr>
          <p:spPr>
            <a:xfrm>
              <a:off x="0" y="353532"/>
              <a:ext cx="2564804" cy="153888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0010" tIns="80010" rIns="80010" bIns="80010" numCol="1" spcCol="1270" rtlCol="1" anchor="ctr" anchorCtr="0">
              <a:noAutofit/>
            </a:bodyPr>
            <a:lstStyle/>
            <a:p>
              <a:pPr rtl="1"/>
              <a:r>
                <a:rPr lang="ar" sz="2000" b="1" dirty="0">
                  <a:solidFill>
                    <a:srgbClr val="7030A0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نصائح مهمة</a:t>
              </a:r>
            </a:p>
            <a:p>
              <a:pPr marL="285750" indent="-285750" rtl="1">
                <a:buFont typeface="Arial" panose="020B0604020202020204" pitchFamily="34" charset="0"/>
                <a:buChar char="•"/>
              </a:pPr>
              <a:r>
                <a:rPr lang="ar" sz="2000" dirty="0">
                  <a:solidFill>
                    <a:srgbClr val="7030A0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راجع الوحدة 1 لتذكير نفسك بتحليل </a:t>
              </a:r>
              <a:r>
                <a:rPr lang="ar" sz="2000" b="1" dirty="0">
                  <a:solidFill>
                    <a:srgbClr val="7030A0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سوات (SWOT) </a:t>
              </a:r>
              <a:r>
                <a:rPr lang="ar" sz="2000" dirty="0">
                  <a:solidFill>
                    <a:srgbClr val="7030A0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 و</a:t>
              </a:r>
              <a:r>
                <a:rPr lang="ar" sz="2000" b="1" dirty="0">
                  <a:solidFill>
                    <a:srgbClr val="7030A0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تحليل بيستل (PESTL) </a:t>
              </a:r>
            </a:p>
          </p:txBody>
        </p:sp>
      </p:grp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67240A78-440D-E81A-A999-9336F410BD1B}"/>
              </a:ext>
            </a:extLst>
          </p:cNvPr>
          <p:cNvSpPr txBox="1">
            <a:spLocks/>
          </p:cNvSpPr>
          <p:nvPr/>
        </p:nvSpPr>
        <p:spPr bwMode="auto">
          <a:xfrm>
            <a:off x="35496" y="6603206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/>
          </a:bodyPr>
          <a:lstStyle>
            <a:defPPr>
              <a:defRPr lang="en-GB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9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A103000398478</a:t>
            </a:r>
            <a:endParaRPr lang="ar" sz="900" dirty="0"/>
          </a:p>
        </p:txBody>
      </p:sp>
    </p:spTree>
    <p:extLst>
      <p:ext uri="{BB962C8B-B14F-4D97-AF65-F5344CB8AC3E}">
        <p14:creationId xmlns:p14="http://schemas.microsoft.com/office/powerpoint/2010/main" val="571518896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695318-59B5-7ED3-BC40-5CF25D4D66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2">
            <a:extLst>
              <a:ext uri="{FF2B5EF4-FFF2-40B4-BE49-F238E27FC236}">
                <a16:creationId xmlns:a16="http://schemas.microsoft.com/office/drawing/2014/main" id="{834A564C-7601-9839-8D99-E7C793BAD70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331745"/>
            <a:ext cx="8229600" cy="5064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rtl="1"/>
            <a:r>
              <a:rPr lang="ar" sz="2200" b="1" dirty="0">
                <a:effectLst/>
              </a:rPr>
              <a:t>د1 نشاط - مناقشة المخاطر والفرص</a:t>
            </a:r>
            <a:endParaRPr lang="en-GB" sz="2200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C4529906-2217-0469-76A0-25B24915A90B}"/>
              </a:ext>
            </a:extLst>
          </p:cNvPr>
          <p:cNvGrpSpPr/>
          <p:nvPr/>
        </p:nvGrpSpPr>
        <p:grpSpPr>
          <a:xfrm>
            <a:off x="683568" y="2132856"/>
            <a:ext cx="8003232" cy="4032448"/>
            <a:chOff x="0" y="-3337"/>
            <a:chExt cx="2564804" cy="1895751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DFF4257E-EB1D-7209-548F-B2C1EAB78EF1}"/>
                </a:ext>
              </a:extLst>
            </p:cNvPr>
            <p:cNvSpPr/>
            <p:nvPr/>
          </p:nvSpPr>
          <p:spPr>
            <a:xfrm>
              <a:off x="0" y="-3337"/>
              <a:ext cx="2564804" cy="1895751"/>
            </a:xfrm>
            <a:prstGeom prst="rect">
              <a:avLst/>
            </a:prstGeom>
            <a:gradFill rotWithShape="0">
              <a:gsLst>
                <a:gs pos="0">
                  <a:schemeClr val="accent2">
                    <a:lumMod val="20000"/>
                    <a:lumOff val="80000"/>
                  </a:schemeClr>
                </a:gs>
                <a:gs pos="80000">
                  <a:schemeClr val="accent1">
                    <a:hueOff val="0"/>
                    <a:satOff val="0"/>
                    <a:lumOff val="0"/>
                    <a:alphaOff val="0"/>
                    <a:shade val="93000"/>
                    <a:satMod val="130000"/>
                  </a:schemeClr>
                </a:gs>
                <a:gs pos="100000">
                  <a:schemeClr val="accent1">
                    <a:hueOff val="0"/>
                    <a:satOff val="0"/>
                    <a:lumOff val="0"/>
                    <a:alphaOff val="0"/>
                    <a:shade val="94000"/>
                    <a:satMod val="135000"/>
                  </a:schemeClr>
                </a:gs>
              </a:gsLst>
            </a:gradFill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rgbClr r="0" g="0" b="0"/>
            </a:fillRef>
            <a:effectRef idx="3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rtlCol="1"/>
            <a:lstStyle/>
            <a:p>
              <a:pPr rtl="1"/>
              <a:endParaRPr lang="en-US" dirty="0">
                <a:latin typeface="Sakkal Majalla" panose="02000000000000000000" pitchFamily="2" charset="-78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04647A29-5C5D-2172-6D7C-F058548DF5F4}"/>
                </a:ext>
              </a:extLst>
            </p:cNvPr>
            <p:cNvSpPr txBox="1"/>
            <p:nvPr/>
          </p:nvSpPr>
          <p:spPr>
            <a:xfrm>
              <a:off x="0" y="54533"/>
              <a:ext cx="2564804" cy="178522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0010" tIns="80010" rIns="80010" bIns="80010" numCol="1" spcCol="1270" rtlCol="1" anchor="ctr" anchorCtr="0">
              <a:noAutofit/>
            </a:bodyPr>
            <a:lstStyle/>
            <a:p>
              <a:pPr rtl="1"/>
              <a:r>
                <a:rPr lang="ar" sz="2200" dirty="0">
                  <a:solidFill>
                    <a:schemeClr val="tx1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ما المخاطر والفرص التي قد يواجهها شخص يريد فتح متجر جديد في وسط المدينة لبيع الشوكولاتة؟</a:t>
              </a:r>
            </a:p>
            <a:p>
              <a:pPr rtl="1"/>
              <a:endParaRPr lang="en-US" sz="2000" dirty="0">
                <a:solidFill>
                  <a:schemeClr val="tx1"/>
                </a:solidFill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  <a:p>
              <a:pPr rtl="1"/>
              <a:r>
                <a:rPr lang="ar" sz="2000" dirty="0">
                  <a:solidFill>
                    <a:schemeClr val="tx1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قد تفكر مليًا في ما يأتي. على سبيل المثال:</a:t>
              </a:r>
            </a:p>
            <a:p>
              <a:pPr marL="285750" indent="-285750" rtl="1">
                <a:buFont typeface="Arial" panose="020B0604020202020204" pitchFamily="34" charset="0"/>
                <a:buChar char="•"/>
              </a:pPr>
              <a:r>
                <a:rPr lang="ar" sz="2000" dirty="0">
                  <a:solidFill>
                    <a:schemeClr val="tx1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التجربة السابقة للمالك</a:t>
              </a:r>
            </a:p>
            <a:p>
              <a:pPr marL="285750" indent="-285750" rtl="1">
                <a:buFont typeface="Arial" panose="020B0604020202020204" pitchFamily="34" charset="0"/>
                <a:buChar char="•"/>
              </a:pPr>
              <a:r>
                <a:rPr lang="ar" sz="2000" dirty="0">
                  <a:solidFill>
                    <a:schemeClr val="tx1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التمويل المطلوب</a:t>
              </a:r>
            </a:p>
            <a:p>
              <a:pPr marL="285750" indent="-285750" rtl="1">
                <a:buFont typeface="Arial" panose="020B0604020202020204" pitchFamily="34" charset="0"/>
                <a:buChar char="•"/>
              </a:pPr>
              <a:r>
                <a:rPr lang="ar" sz="2000" dirty="0">
                  <a:solidFill>
                    <a:schemeClr val="tx1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موقع المبنى ومتى يمكن أن تبدأ الشركة في التداول</a:t>
              </a:r>
            </a:p>
            <a:p>
              <a:pPr marL="285750" indent="-285750" rtl="1">
                <a:buFont typeface="Arial" panose="020B0604020202020204" pitchFamily="34" charset="0"/>
                <a:buChar char="•"/>
              </a:pPr>
              <a:r>
                <a:rPr lang="ar" sz="2000" dirty="0">
                  <a:solidFill>
                    <a:schemeClr val="tx1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المنافسون وضغوط السوق</a:t>
              </a:r>
            </a:p>
            <a:p>
              <a:pPr marL="285750" indent="-285750" rtl="1">
                <a:buFont typeface="Arial" panose="020B0604020202020204" pitchFamily="34" charset="0"/>
                <a:buChar char="•"/>
              </a:pPr>
              <a:r>
                <a:rPr lang="ar" sz="2000" dirty="0">
                  <a:solidFill>
                    <a:schemeClr val="tx1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توظيف الموظفين وتدريبهم </a:t>
              </a:r>
            </a:p>
            <a:p>
              <a:pPr marL="285750" indent="-285750" rtl="1">
                <a:buFont typeface="Arial" panose="020B0604020202020204" pitchFamily="34" charset="0"/>
                <a:buChar char="•"/>
              </a:pPr>
              <a:r>
                <a:rPr lang="ar" sz="2000" dirty="0">
                  <a:solidFill>
                    <a:schemeClr val="tx1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قاعدة العملاء</a:t>
              </a:r>
            </a:p>
            <a:p>
              <a:pPr marL="285750" indent="-285750" rtl="1">
                <a:buFont typeface="Arial" panose="020B0604020202020204" pitchFamily="34" charset="0"/>
                <a:buChar char="•"/>
              </a:pPr>
              <a:r>
                <a:rPr lang="ar" sz="2000" dirty="0">
                  <a:solidFill>
                    <a:schemeClr val="tx1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الاتجاهات الحالية</a:t>
              </a:r>
            </a:p>
            <a:p>
              <a:pPr marL="285750" indent="-285750" rtl="1">
                <a:buFont typeface="Arial" panose="020B0604020202020204" pitchFamily="34" charset="0"/>
                <a:buChar char="•"/>
              </a:pPr>
              <a:r>
                <a:rPr lang="ar" sz="2000" dirty="0">
                  <a:solidFill>
                    <a:schemeClr val="tx1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التشريعات واللوائح وما إلى ذلك.</a:t>
              </a:r>
              <a:r>
                <a:rPr lang="ar" dirty="0">
                  <a:solidFill>
                    <a:schemeClr val="tx1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  </a:t>
              </a:r>
            </a:p>
          </p:txBody>
        </p:sp>
      </p:grp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E5C468AA-D3CE-4030-647C-CA9A9082AD94}"/>
              </a:ext>
            </a:extLst>
          </p:cNvPr>
          <p:cNvSpPr txBox="1">
            <a:spLocks/>
          </p:cNvSpPr>
          <p:nvPr/>
        </p:nvSpPr>
        <p:spPr bwMode="auto">
          <a:xfrm>
            <a:off x="35496" y="6603206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/>
          </a:bodyPr>
          <a:lstStyle>
            <a:defPPr>
              <a:defRPr lang="en-GB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9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A103000398478</a:t>
            </a:r>
            <a:endParaRPr lang="ar" sz="900" dirty="0"/>
          </a:p>
        </p:txBody>
      </p:sp>
    </p:spTree>
    <p:extLst>
      <p:ext uri="{BB962C8B-B14F-4D97-AF65-F5344CB8AC3E}">
        <p14:creationId xmlns:p14="http://schemas.microsoft.com/office/powerpoint/2010/main" val="656700676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8FD688-ADC3-10DE-ECE9-CEBE9CA9F1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2">
            <a:extLst>
              <a:ext uri="{FF2B5EF4-FFF2-40B4-BE49-F238E27FC236}">
                <a16:creationId xmlns:a16="http://schemas.microsoft.com/office/drawing/2014/main" id="{14912813-51BF-31FD-219B-11E8DD993EA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159571"/>
            <a:ext cx="8229600" cy="5064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rtl="1"/>
            <a:r>
              <a:rPr lang="ar" sz="2200" b="1" dirty="0">
                <a:effectLst/>
              </a:rPr>
              <a:t>د1 سيناريوهات "ماذا لو" وتحليل الحساسية</a:t>
            </a:r>
            <a:endParaRPr lang="en-GB" sz="22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E61FBB-FF25-4883-CFF0-4A2A6D5D41A3}"/>
              </a:ext>
            </a:extLst>
          </p:cNvPr>
          <p:cNvSpPr txBox="1"/>
          <p:nvPr/>
        </p:nvSpPr>
        <p:spPr>
          <a:xfrm>
            <a:off x="971600" y="1665983"/>
            <a:ext cx="7488832" cy="3416320"/>
          </a:xfrm>
          <a:prstGeom prst="rect">
            <a:avLst/>
          </a:prstGeom>
          <a:solidFill>
            <a:schemeClr val="accent5"/>
          </a:solidFill>
        </p:spPr>
        <p:txBody>
          <a:bodyPr wrap="square" rtlCol="1">
            <a:spAutoFit/>
          </a:bodyPr>
          <a:lstStyle/>
          <a:p>
            <a:pPr rtl="1"/>
            <a:endParaRPr lang="en-GB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285750" indent="-285750" rtl="1">
              <a:buFont typeface="Arial" panose="020B0604020202020204" pitchFamily="34" charset="0"/>
              <a:buChar char="•"/>
            </a:pPr>
            <a:r>
              <a:rPr lang="ar" dirty="0">
                <a:latin typeface="Sakkal Majalla" panose="02000000000000000000" pitchFamily="2" charset="-78"/>
                <a:cs typeface="Sakkal Majalla" panose="02000000000000000000" pitchFamily="2" charset="-78"/>
              </a:rPr>
              <a:t>تتناول</a:t>
            </a:r>
            <a:r>
              <a:rPr lang="ar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 سيناريوهات "ماذا لو"</a:t>
            </a:r>
            <a:r>
              <a:rPr lang="ar" dirty="0">
                <a:latin typeface="Sakkal Majalla" panose="02000000000000000000" pitchFamily="2" charset="-78"/>
                <a:cs typeface="Sakkal Majalla" panose="02000000000000000000" pitchFamily="2" charset="-78"/>
              </a:rPr>
              <a:t> التأثيرات على الخطة إذا تغيرت العوامل. على سبيل المثال: </a:t>
            </a:r>
          </a:p>
          <a:p>
            <a:pPr marL="742950" lvl="1" indent="-285750" rtl="1">
              <a:buFont typeface="Courier New" panose="02070309020205020404" pitchFamily="49" charset="0"/>
              <a:buChar char="o"/>
            </a:pPr>
            <a:r>
              <a:rPr lang="ar" dirty="0">
                <a:latin typeface="Sakkal Majalla" panose="02000000000000000000" pitchFamily="2" charset="-78"/>
                <a:cs typeface="Sakkal Majalla" panose="02000000000000000000" pitchFamily="2" charset="-78"/>
              </a:rPr>
              <a:t>ماذا التأثير الذي قد تتعرض له شركتي إذا تغير السوق؟ ماذا يحث في حال وقوع اختراق تكنولوجي؟ ماذا لو كان النشاط التجاري يتمتع بدعاية سيئة؟</a:t>
            </a:r>
          </a:p>
          <a:p>
            <a:pPr marL="742950" lvl="1" indent="-285750" rtl="1">
              <a:buFont typeface="Courier New" panose="02070309020205020404" pitchFamily="49" charset="0"/>
              <a:buChar char="o"/>
            </a:pPr>
            <a:r>
              <a:rPr lang="ar" dirty="0">
                <a:latin typeface="Sakkal Majalla" panose="02000000000000000000" pitchFamily="2" charset="-78"/>
                <a:cs typeface="Sakkal Majalla" panose="02000000000000000000" pitchFamily="2" charset="-78"/>
              </a:rPr>
              <a:t>ماذا يمكن أن يكون التأثير في الإيرادات والأرباح إذا تم بيع الأسهم الحالية بسعر مخفض؟ </a:t>
            </a:r>
          </a:p>
          <a:p>
            <a:pPr rtl="1"/>
            <a:endParaRPr lang="en-GB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rtl="1"/>
            <a:r>
              <a:rPr lang="ar" dirty="0">
                <a:latin typeface="Sakkal Majalla" panose="02000000000000000000" pitchFamily="2" charset="-78"/>
                <a:cs typeface="Sakkal Majalla" panose="02000000000000000000" pitchFamily="2" charset="-78"/>
              </a:rPr>
              <a:t>قد تستخدم الشركات أيضًا أدوات لمساعدتها على اتخاذ القرارات الخاصة بالأعمال بناءً على الافتراضات الواردة في التوقعات.</a:t>
            </a:r>
          </a:p>
          <a:p>
            <a:pPr marL="285750" indent="-285750" rtl="1">
              <a:buFont typeface="Arial" panose="020B0604020202020204" pitchFamily="34" charset="0"/>
              <a:buChar char="•"/>
            </a:pPr>
            <a:endParaRPr lang="en-GB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285750" indent="-285750" rtl="1">
              <a:buFont typeface="Arial" panose="020B0604020202020204" pitchFamily="34" charset="0"/>
              <a:buChar char="•"/>
            </a:pPr>
            <a:r>
              <a:rPr lang="ar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يُمكنك تحليل</a:t>
            </a:r>
            <a:r>
              <a:rPr lang="ar" dirty="0">
                <a:latin typeface="Sakkal Majalla" panose="02000000000000000000" pitchFamily="2" charset="-78"/>
                <a:cs typeface="Sakkal Majalla" panose="02000000000000000000" pitchFamily="2" charset="-78"/>
              </a:rPr>
              <a:t> الحساسية من تحليل التغييرات في الافتراضات المستخدمة في التوقعات. يمكن أن يساعد ذلك الشركة على الحكم على درجة المخاطر، على سبيل المثال في مشروع استثماري.</a:t>
            </a:r>
            <a:endParaRPr lang="en-GB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rtl="1"/>
            <a:endParaRPr lang="en-GB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436B0714-428D-F777-E5E7-6834D618FD62}"/>
              </a:ext>
            </a:extLst>
          </p:cNvPr>
          <p:cNvSpPr txBox="1">
            <a:spLocks/>
          </p:cNvSpPr>
          <p:nvPr/>
        </p:nvSpPr>
        <p:spPr bwMode="auto">
          <a:xfrm>
            <a:off x="35496" y="6603206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/>
          </a:bodyPr>
          <a:lstStyle>
            <a:defPPr>
              <a:defRPr lang="en-GB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9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A103000398478</a:t>
            </a:r>
            <a:endParaRPr lang="ar" sz="900" dirty="0"/>
          </a:p>
        </p:txBody>
      </p:sp>
    </p:spTree>
    <p:extLst>
      <p:ext uri="{BB962C8B-B14F-4D97-AF65-F5344CB8AC3E}">
        <p14:creationId xmlns:p14="http://schemas.microsoft.com/office/powerpoint/2010/main" val="3111744448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035CDB-73A2-BC5E-EA56-938FD45077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2">
            <a:extLst>
              <a:ext uri="{FF2B5EF4-FFF2-40B4-BE49-F238E27FC236}">
                <a16:creationId xmlns:a16="http://schemas.microsoft.com/office/drawing/2014/main" id="{8D029451-3BE8-583E-6C4F-D3C43C6F7C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159571"/>
            <a:ext cx="8229600" cy="5064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rtl="1"/>
            <a:r>
              <a:rPr lang="ar" sz="2200" b="1" dirty="0">
                <a:effectLst/>
              </a:rPr>
              <a:t>د1</a:t>
            </a:r>
            <a:r>
              <a:rPr lang="ar" sz="2200" b="1" dirty="0"/>
              <a:t> تحليل الشبكة</a:t>
            </a:r>
            <a:endParaRPr lang="en-GB" sz="22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993C104-E9C6-2E00-1BA1-77D25969A224}"/>
              </a:ext>
            </a:extLst>
          </p:cNvPr>
          <p:cNvSpPr txBox="1"/>
          <p:nvPr/>
        </p:nvSpPr>
        <p:spPr>
          <a:xfrm>
            <a:off x="5498071" y="1706853"/>
            <a:ext cx="2952328" cy="1015663"/>
          </a:xfrm>
          <a:prstGeom prst="rect">
            <a:avLst/>
          </a:prstGeom>
          <a:solidFill>
            <a:schemeClr val="accent5"/>
          </a:solidFill>
        </p:spPr>
        <p:txBody>
          <a:bodyPr wrap="square" rtlCol="1">
            <a:spAutoFit/>
          </a:bodyPr>
          <a:lstStyle/>
          <a:p>
            <a:pPr rtl="1"/>
            <a:r>
              <a:rPr lang="ar" sz="20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كما قد تستخدم الشركات</a:t>
            </a:r>
          </a:p>
          <a:p>
            <a:pPr rtl="1"/>
            <a:r>
              <a:rPr lang="ar" sz="20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تحليل</a:t>
            </a:r>
            <a:r>
              <a:rPr lang="ar" sz="2000" dirty="0">
                <a:effectLst/>
                <a:latin typeface="Sakkal Majalla" panose="02000000000000000000" pitchFamily="2" charset="-78"/>
                <a:cs typeface="Sakkal Majalla" panose="02000000000000000000" pitchFamily="2" charset="-78"/>
              </a:rPr>
              <a:t> الشبكة مثل مخططات تحليل المسار الحرج ومخططات جانت</a:t>
            </a:r>
            <a:r>
              <a:rPr lang="ar" sz="20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 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51EC8208-A02D-ECE3-69C0-6D8DC38AE5CF}"/>
              </a:ext>
            </a:extLst>
          </p:cNvPr>
          <p:cNvGrpSpPr/>
          <p:nvPr/>
        </p:nvGrpSpPr>
        <p:grpSpPr>
          <a:xfrm>
            <a:off x="974568" y="4784193"/>
            <a:ext cx="2375929" cy="1435652"/>
            <a:chOff x="0" y="353532"/>
            <a:chExt cx="2564804" cy="1538882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4A7C0C15-44B7-4ABC-6E9D-C627932ACBD0}"/>
                </a:ext>
              </a:extLst>
            </p:cNvPr>
            <p:cNvSpPr/>
            <p:nvPr/>
          </p:nvSpPr>
          <p:spPr>
            <a:xfrm>
              <a:off x="0" y="353532"/>
              <a:ext cx="2564804" cy="1538882"/>
            </a:xfrm>
            <a:prstGeom prst="rect">
              <a:avLst/>
            </a:prstGeom>
            <a:gradFill rotWithShape="0">
              <a:gsLst>
                <a:gs pos="0">
                  <a:schemeClr val="accent2">
                    <a:lumMod val="20000"/>
                    <a:lumOff val="80000"/>
                  </a:schemeClr>
                </a:gs>
                <a:gs pos="80000">
                  <a:schemeClr val="accent1">
                    <a:hueOff val="0"/>
                    <a:satOff val="0"/>
                    <a:lumOff val="0"/>
                    <a:alphaOff val="0"/>
                    <a:shade val="93000"/>
                    <a:satMod val="130000"/>
                  </a:schemeClr>
                </a:gs>
                <a:gs pos="100000">
                  <a:schemeClr val="accent1">
                    <a:hueOff val="0"/>
                    <a:satOff val="0"/>
                    <a:lumOff val="0"/>
                    <a:alphaOff val="0"/>
                    <a:shade val="94000"/>
                    <a:satMod val="135000"/>
                  </a:schemeClr>
                </a:gs>
              </a:gsLst>
            </a:gradFill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rgbClr r="0" g="0" b="0"/>
            </a:fillRef>
            <a:effectRef idx="3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rtlCol="1"/>
            <a:lstStyle/>
            <a:p>
              <a:pPr rtl="1"/>
              <a:endParaRPr lang="en-US" sz="1400" dirty="0">
                <a:latin typeface="Sakkal Majalla" panose="02000000000000000000" pitchFamily="2" charset="-78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F22BA9C-78E1-5EDE-4E22-70A278A03A4D}"/>
                </a:ext>
              </a:extLst>
            </p:cNvPr>
            <p:cNvSpPr txBox="1"/>
            <p:nvPr/>
          </p:nvSpPr>
          <p:spPr>
            <a:xfrm>
              <a:off x="0" y="353532"/>
              <a:ext cx="2564804" cy="153888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0010" tIns="80010" rIns="80010" bIns="80010" numCol="1" spcCol="1270" rtlCol="1" anchor="ctr" anchorCtr="0">
              <a:noAutofit/>
            </a:bodyPr>
            <a:lstStyle/>
            <a:p>
              <a:pPr rtl="1"/>
              <a:r>
                <a:rPr lang="ar" sz="1600" b="1" dirty="0">
                  <a:solidFill>
                    <a:srgbClr val="7030A0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نصائح مهمة</a:t>
              </a:r>
            </a:p>
            <a:p>
              <a:pPr rtl="1"/>
              <a:r>
                <a:rPr lang="ar" sz="1600" dirty="0">
                  <a:solidFill>
                    <a:srgbClr val="7030A0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راجع الوحدة 4 للنظر في استخدام سيناريوهات "ماذا لو"، وفي مخططات تحليل المسار الحرج ومخططات جانت بوصفها أدوات تخطيط</a:t>
              </a: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9681FD17-D072-08E4-B8DE-A7B91E51D931}"/>
              </a:ext>
            </a:extLst>
          </p:cNvPr>
          <p:cNvSpPr txBox="1"/>
          <p:nvPr/>
        </p:nvSpPr>
        <p:spPr>
          <a:xfrm>
            <a:off x="437135" y="1591132"/>
            <a:ext cx="4824536" cy="203132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lvl="1" rtl="1"/>
            <a:r>
              <a:rPr lang="ar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تحليل </a:t>
            </a:r>
            <a:r>
              <a:rPr lang="ar" b="1" dirty="0">
                <a:effectLst/>
                <a:latin typeface="Sakkal Majalla" panose="02000000000000000000" pitchFamily="2" charset="-78"/>
                <a:cs typeface="Sakkal Majalla" panose="02000000000000000000" pitchFamily="2" charset="-78"/>
              </a:rPr>
              <a:t>المسار</a:t>
            </a:r>
            <a:r>
              <a:rPr lang="en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 </a:t>
            </a:r>
            <a:r>
              <a:rPr lang="en" b="1" dirty="0">
                <a:effectLst/>
                <a:latin typeface="Sakkal Majalla" panose="02000000000000000000" pitchFamily="2" charset="-78"/>
                <a:cs typeface="Sakkal Majalla" panose="02000000000000000000" pitchFamily="2" charset="-78"/>
              </a:rPr>
              <a:t>الحرج (CPA)</a:t>
            </a:r>
            <a:r>
              <a:rPr lang="ar" dirty="0">
                <a:effectLst/>
                <a:latin typeface="Sakkal Majalla" panose="02000000000000000000" pitchFamily="2" charset="-78"/>
                <a:cs typeface="Sakkal Majalla" panose="02000000000000000000" pitchFamily="2" charset="-78"/>
              </a:rPr>
              <a:t>– يحدد أقصر وقت ممكن لتنفيذ المشروع. ويتضمن رسم سلسلة من العقد المرتبطة. </a:t>
            </a:r>
          </a:p>
          <a:p>
            <a:pPr lvl="1" rtl="1"/>
            <a:endParaRPr lang="en-GB" dirty="0">
              <a:effectLst/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742950" lvl="1" indent="-285750" rtl="1">
              <a:buFont typeface="Arial" panose="020B0604020202020204" pitchFamily="34" charset="0"/>
              <a:buChar char="•"/>
            </a:pPr>
            <a:endParaRPr lang="en-GB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742950" lvl="1" indent="-285750" rtl="1">
              <a:buFont typeface="Arial" panose="020B0604020202020204" pitchFamily="34" charset="0"/>
              <a:buChar char="•"/>
            </a:pPr>
            <a:endParaRPr lang="en-GB" dirty="0">
              <a:effectLst/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lvl="1" rtl="1"/>
            <a:endParaRPr lang="en-GB" dirty="0">
              <a:effectLst/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lvl="1" rtl="1"/>
            <a:endParaRPr lang="en-GB" dirty="0">
              <a:effectLst/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45E9BA5-37EE-8706-74D4-63AC5F52C49C}"/>
              </a:ext>
            </a:extLst>
          </p:cNvPr>
          <p:cNvSpPr txBox="1"/>
          <p:nvPr/>
        </p:nvSpPr>
        <p:spPr>
          <a:xfrm>
            <a:off x="5307001" y="2873328"/>
            <a:ext cx="3744178" cy="92333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lvl="1" rtl="1"/>
            <a:r>
              <a:rPr lang="ar" b="1" dirty="0">
                <a:effectLst/>
                <a:latin typeface="Sakkal Majalla" panose="02000000000000000000" pitchFamily="2" charset="-78"/>
                <a:cs typeface="Sakkal Majalla" panose="02000000000000000000" pitchFamily="2" charset="-78"/>
              </a:rPr>
              <a:t>مخطط جانت </a:t>
            </a:r>
            <a:r>
              <a:rPr lang="ar" dirty="0">
                <a:effectLst/>
                <a:latin typeface="Sakkal Majalla" panose="02000000000000000000" pitchFamily="2" charset="-78"/>
                <a:cs typeface="Sakkal Majalla" panose="02000000000000000000" pitchFamily="2" charset="-78"/>
              </a:rPr>
              <a:t>- تُساعد على جدولة المهام أو الأنشطة في المشروع وتتبعها وإدارتها. </a:t>
            </a:r>
            <a:r>
              <a:rPr lang="ar" dirty="0">
                <a:latin typeface="Sakkal Majalla" panose="02000000000000000000" pitchFamily="2" charset="-78"/>
                <a:cs typeface="Sakkal Majalla" panose="02000000000000000000" pitchFamily="2" charset="-78"/>
              </a:rPr>
              <a:t>كما يعرض تواريخ البدء والمدد </a:t>
            </a:r>
            <a:r>
              <a:rPr lang="ar" dirty="0">
                <a:effectLst/>
                <a:latin typeface="Sakkal Majalla" panose="02000000000000000000" pitchFamily="2" charset="-78"/>
                <a:cs typeface="Sakkal Majalla" panose="02000000000000000000" pitchFamily="2" charset="-78"/>
              </a:rPr>
              <a:t> على شبكة تشبه التقويم</a:t>
            </a:r>
            <a:endParaRPr lang="en-GB" dirty="0">
              <a:effectLst/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977A615F-E8FA-FDD8-0DC9-E783822BBF02}"/>
              </a:ext>
            </a:extLst>
          </p:cNvPr>
          <p:cNvGrpSpPr/>
          <p:nvPr/>
        </p:nvGrpSpPr>
        <p:grpSpPr>
          <a:xfrm>
            <a:off x="2472596" y="2828570"/>
            <a:ext cx="1224136" cy="1168451"/>
            <a:chOff x="0" y="8602"/>
            <a:chExt cx="1224136" cy="791498"/>
          </a:xfrm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78D79E26-9E4E-5C43-A9B8-34B7F7ED6CC8}"/>
                </a:ext>
              </a:extLst>
            </p:cNvPr>
            <p:cNvGrpSpPr/>
            <p:nvPr/>
          </p:nvGrpSpPr>
          <p:grpSpPr>
            <a:xfrm>
              <a:off x="0" y="9525"/>
              <a:ext cx="1224136" cy="790575"/>
              <a:chOff x="0" y="0"/>
              <a:chExt cx="790575" cy="790575"/>
            </a:xfrm>
          </p:grpSpPr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64EEB468-5DF7-3F88-B5A9-7AF26EA5142B}"/>
                  </a:ext>
                </a:extLst>
              </p:cNvPr>
              <p:cNvSpPr/>
              <p:nvPr/>
            </p:nvSpPr>
            <p:spPr>
              <a:xfrm>
                <a:off x="0" y="0"/>
                <a:ext cx="790575" cy="790575"/>
              </a:xfrm>
              <a:prstGeom prst="ellips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="horz" wrap="square" lIns="91440" tIns="45720" rIns="91440" bIns="45720" numCol="1" spcCol="0" rtlCol="1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rtl="1"/>
                <a:endParaRPr lang="en-GB" dirty="0">
                  <a:latin typeface="Sakkal Majalla" panose="02000000000000000000" pitchFamily="2" charset="-78"/>
                </a:endParaRPr>
              </a:p>
            </p:txBody>
          </p:sp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BD647759-2C73-F15C-03A2-97E5B7D83CF8}"/>
                  </a:ext>
                </a:extLst>
              </p:cNvPr>
              <p:cNvCxnSpPr/>
              <p:nvPr/>
            </p:nvCxnSpPr>
            <p:spPr>
              <a:xfrm>
                <a:off x="400050" y="409575"/>
                <a:ext cx="390525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53A3FF8E-A1E3-4E74-31A0-B8247F219479}"/>
                </a:ext>
              </a:extLst>
            </p:cNvPr>
            <p:cNvCxnSpPr/>
            <p:nvPr/>
          </p:nvCxnSpPr>
          <p:spPr>
            <a:xfrm>
              <a:off x="612636" y="8602"/>
              <a:ext cx="0" cy="79057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Text Box 157">
            <a:extLst>
              <a:ext uri="{FF2B5EF4-FFF2-40B4-BE49-F238E27FC236}">
                <a16:creationId xmlns:a16="http://schemas.microsoft.com/office/drawing/2014/main" id="{D365B5EB-F2E9-3E60-1FBE-09FBD847DBD8}"/>
              </a:ext>
            </a:extLst>
          </p:cNvPr>
          <p:cNvSpPr txBox="1"/>
          <p:nvPr/>
        </p:nvSpPr>
        <p:spPr>
          <a:xfrm flipH="1">
            <a:off x="2731542" y="3312587"/>
            <a:ext cx="191467" cy="264098"/>
          </a:xfrm>
          <a:prstGeom prst="rect">
            <a:avLst/>
          </a:prstGeom>
          <a:solidFill>
            <a:schemeClr val="lt1"/>
          </a:solidFill>
          <a:ln w="6350">
            <a:noFill/>
          </a:ln>
        </p:spPr>
        <p:txBody>
          <a:bodyPr rot="0" spcFirstLastPara="0" vert="horz" wrap="square" lIns="91440" tIns="45720" rIns="91440" bIns="45720" numCol="1" spcCol="0" rtlCol="1" fromWordArt="0" anchor="t" anchorCtr="0" forceAA="0" compatLnSpc="1">
            <a:prstTxWarp prst="textNoShape">
              <a:avLst/>
            </a:prstTxWarp>
            <a:noAutofit/>
          </a:bodyPr>
          <a:lstStyle/>
          <a:p>
            <a:pPr rtl="1">
              <a:lnSpc>
                <a:spcPct val="107000"/>
              </a:lnSpc>
              <a:spcAft>
                <a:spcPts val="800"/>
              </a:spcAft>
            </a:pPr>
            <a:r>
              <a:rPr lang="ar" sz="13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Sakkal Majalla" panose="02000000000000000000" pitchFamily="2" charset="-78"/>
              </a:rPr>
              <a:t>1</a:t>
            </a:r>
          </a:p>
        </p:txBody>
      </p:sp>
      <p:sp>
        <p:nvSpPr>
          <p:cNvPr id="26" name="Text Box 157">
            <a:extLst>
              <a:ext uri="{FF2B5EF4-FFF2-40B4-BE49-F238E27FC236}">
                <a16:creationId xmlns:a16="http://schemas.microsoft.com/office/drawing/2014/main" id="{73CB5CD0-DEE8-5F55-1623-2F114F2AA26B}"/>
              </a:ext>
            </a:extLst>
          </p:cNvPr>
          <p:cNvSpPr txBox="1"/>
          <p:nvPr/>
        </p:nvSpPr>
        <p:spPr>
          <a:xfrm flipH="1">
            <a:off x="3176490" y="3535048"/>
            <a:ext cx="269740" cy="253989"/>
          </a:xfrm>
          <a:prstGeom prst="rect">
            <a:avLst/>
          </a:prstGeom>
          <a:solidFill>
            <a:schemeClr val="lt1"/>
          </a:solidFill>
          <a:ln w="6350">
            <a:noFill/>
          </a:ln>
        </p:spPr>
        <p:txBody>
          <a:bodyPr rot="0" spcFirstLastPara="0" vert="horz" wrap="square" lIns="91440" tIns="45720" rIns="91440" bIns="45720" numCol="1" spcCol="0" rtlCol="1" fromWordArt="0" anchor="t" anchorCtr="0" forceAA="0" compatLnSpc="1">
            <a:prstTxWarp prst="textNoShape">
              <a:avLst/>
            </a:prstTxWarp>
            <a:noAutofit/>
          </a:bodyPr>
          <a:lstStyle/>
          <a:p>
            <a:pPr rtl="1">
              <a:lnSpc>
                <a:spcPct val="107000"/>
              </a:lnSpc>
              <a:spcAft>
                <a:spcPts val="800"/>
              </a:spcAft>
            </a:pPr>
            <a:r>
              <a:rPr lang="ar" sz="13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Sakkal Majalla" panose="02000000000000000000" pitchFamily="2" charset="-78"/>
              </a:rPr>
              <a:t>0</a:t>
            </a:r>
          </a:p>
        </p:txBody>
      </p:sp>
      <p:sp>
        <p:nvSpPr>
          <p:cNvPr id="27" name="Text Box 157">
            <a:extLst>
              <a:ext uri="{FF2B5EF4-FFF2-40B4-BE49-F238E27FC236}">
                <a16:creationId xmlns:a16="http://schemas.microsoft.com/office/drawing/2014/main" id="{66C41F63-00E2-3FF0-C25C-9385D934B68E}"/>
              </a:ext>
            </a:extLst>
          </p:cNvPr>
          <p:cNvSpPr txBox="1"/>
          <p:nvPr/>
        </p:nvSpPr>
        <p:spPr>
          <a:xfrm flipH="1">
            <a:off x="3095904" y="3067454"/>
            <a:ext cx="350326" cy="326764"/>
          </a:xfrm>
          <a:prstGeom prst="rect">
            <a:avLst/>
          </a:prstGeom>
          <a:solidFill>
            <a:schemeClr val="lt1"/>
          </a:solidFill>
          <a:ln w="6350">
            <a:noFill/>
          </a:ln>
        </p:spPr>
        <p:txBody>
          <a:bodyPr rot="0" spcFirstLastPara="0" vert="horz" wrap="square" lIns="91440" tIns="45720" rIns="91440" bIns="45720" numCol="1" spcCol="0" rtlCol="1" fromWordArt="0" anchor="t" anchorCtr="0" forceAA="0" compatLnSpc="1">
            <a:prstTxWarp prst="textNoShape">
              <a:avLst/>
            </a:prstTxWarp>
            <a:noAutofit/>
          </a:bodyPr>
          <a:lstStyle/>
          <a:p>
            <a:pPr rtl="1">
              <a:lnSpc>
                <a:spcPct val="107000"/>
              </a:lnSpc>
              <a:spcAft>
                <a:spcPts val="800"/>
              </a:spcAft>
            </a:pPr>
            <a:r>
              <a:rPr lang="ar" sz="13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Sakkal Majalla" panose="02000000000000000000" pitchFamily="2" charset="-78"/>
              </a:rPr>
              <a:t>0</a:t>
            </a:r>
          </a:p>
        </p:txBody>
      </p:sp>
      <p:sp>
        <p:nvSpPr>
          <p:cNvPr id="28" name="Speech Bubble: Rectangle 156">
            <a:extLst>
              <a:ext uri="{FF2B5EF4-FFF2-40B4-BE49-F238E27FC236}">
                <a16:creationId xmlns:a16="http://schemas.microsoft.com/office/drawing/2014/main" id="{04B8DCB9-01EA-738A-843B-FB0F0943DFB2}"/>
              </a:ext>
            </a:extLst>
          </p:cNvPr>
          <p:cNvSpPr/>
          <p:nvPr/>
        </p:nvSpPr>
        <p:spPr>
          <a:xfrm flipH="1">
            <a:off x="4238938" y="3067454"/>
            <a:ext cx="828093" cy="590862"/>
          </a:xfrm>
          <a:prstGeom prst="wedgeRectCallout">
            <a:avLst>
              <a:gd name="adj1" fmla="val 108897"/>
              <a:gd name="adj2" fmla="val 8882"/>
            </a:avLst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1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1">
              <a:lnSpc>
                <a:spcPct val="107000"/>
              </a:lnSpc>
              <a:spcAft>
                <a:spcPts val="800"/>
              </a:spcAft>
            </a:pPr>
            <a:r>
              <a:rPr lang="ar" sz="1300" dirty="0">
                <a:effectLst/>
                <a:latin typeface="Sakkal Majalla" panose="02000000000000000000" pitchFamily="2" charset="-78"/>
                <a:ea typeface="Calibri" panose="020F0502020204030204" pitchFamily="34" charset="0"/>
                <a:cs typeface="Sakkal Majalla" panose="02000000000000000000" pitchFamily="2" charset="-78"/>
              </a:rPr>
              <a:t>رقم الهوية</a:t>
            </a:r>
          </a:p>
        </p:txBody>
      </p:sp>
      <p:sp>
        <p:nvSpPr>
          <p:cNvPr id="29" name="Speech Bubble: Rectangle 148">
            <a:extLst>
              <a:ext uri="{FF2B5EF4-FFF2-40B4-BE49-F238E27FC236}">
                <a16:creationId xmlns:a16="http://schemas.microsoft.com/office/drawing/2014/main" id="{5AD713D9-60EA-F2FA-FA54-13F4758B63A6}"/>
              </a:ext>
            </a:extLst>
          </p:cNvPr>
          <p:cNvSpPr/>
          <p:nvPr/>
        </p:nvSpPr>
        <p:spPr>
          <a:xfrm flipH="1">
            <a:off x="550887" y="2642348"/>
            <a:ext cx="1490980" cy="504825"/>
          </a:xfrm>
          <a:prstGeom prst="wedgeRectCallout">
            <a:avLst>
              <a:gd name="adj1" fmla="val -89636"/>
              <a:gd name="adj2" fmla="val 20203"/>
            </a:avLst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1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1">
              <a:lnSpc>
                <a:spcPct val="107000"/>
              </a:lnSpc>
              <a:spcAft>
                <a:spcPts val="800"/>
              </a:spcAft>
            </a:pPr>
            <a:r>
              <a:rPr lang="ar" sz="1300" dirty="0">
                <a:effectLst/>
                <a:latin typeface="Sakkal Majalla" panose="02000000000000000000" pitchFamily="2" charset="-78"/>
                <a:ea typeface="Calibri" panose="020F0502020204030204" pitchFamily="34" charset="0"/>
                <a:cs typeface="Sakkal Majalla" panose="02000000000000000000" pitchFamily="2" charset="-78"/>
              </a:rPr>
              <a:t>أقرب وقت بدء للمهمة الآتية</a:t>
            </a:r>
          </a:p>
        </p:txBody>
      </p:sp>
      <p:sp>
        <p:nvSpPr>
          <p:cNvPr id="30" name="Speech Bubble: Rectangle 158">
            <a:extLst>
              <a:ext uri="{FF2B5EF4-FFF2-40B4-BE49-F238E27FC236}">
                <a16:creationId xmlns:a16="http://schemas.microsoft.com/office/drawing/2014/main" id="{729EA1BA-6145-2B3B-57D5-B463D24DA9B2}"/>
              </a:ext>
            </a:extLst>
          </p:cNvPr>
          <p:cNvSpPr/>
          <p:nvPr/>
        </p:nvSpPr>
        <p:spPr>
          <a:xfrm flipH="1">
            <a:off x="350499" y="3591317"/>
            <a:ext cx="1510030" cy="504825"/>
          </a:xfrm>
          <a:prstGeom prst="wedgeRectCallout">
            <a:avLst>
              <a:gd name="adj1" fmla="val -95192"/>
              <a:gd name="adj2" fmla="val -35458"/>
            </a:avLst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1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1">
              <a:lnSpc>
                <a:spcPct val="107000"/>
              </a:lnSpc>
              <a:spcAft>
                <a:spcPts val="800"/>
              </a:spcAft>
            </a:pPr>
            <a:r>
              <a:rPr lang="ar" sz="1300" dirty="0">
                <a:effectLst/>
                <a:latin typeface="Sakkal Majalla" panose="02000000000000000000" pitchFamily="2" charset="-78"/>
                <a:ea typeface="Calibri" panose="020F0502020204030204" pitchFamily="34" charset="0"/>
                <a:cs typeface="Sakkal Majalla" panose="02000000000000000000" pitchFamily="2" charset="-78"/>
              </a:rPr>
              <a:t>أحدث وقت إنهاء للمهمة السابقة</a:t>
            </a:r>
          </a:p>
        </p:txBody>
      </p:sp>
      <p:pic>
        <p:nvPicPr>
          <p:cNvPr id="4" name="Picture 3" descr="A clipboard with a schedule on it and various office supplies&#10;&#10;Description automatically generated">
            <a:extLst>
              <a:ext uri="{FF2B5EF4-FFF2-40B4-BE49-F238E27FC236}">
                <a16:creationId xmlns:a16="http://schemas.microsoft.com/office/drawing/2014/main" id="{41CD703C-17DB-8B66-FD8A-0D9404BE293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95268" y="4315288"/>
            <a:ext cx="2177648" cy="2177648"/>
          </a:xfrm>
          <a:prstGeom prst="rect">
            <a:avLst/>
          </a:prstGeom>
        </p:spPr>
      </p:pic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315C9728-0A9E-F63A-BD57-13C55974637D}"/>
              </a:ext>
            </a:extLst>
          </p:cNvPr>
          <p:cNvSpPr txBox="1">
            <a:spLocks/>
          </p:cNvSpPr>
          <p:nvPr/>
        </p:nvSpPr>
        <p:spPr bwMode="auto">
          <a:xfrm>
            <a:off x="35496" y="6603206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/>
          </a:bodyPr>
          <a:lstStyle>
            <a:defPPr>
              <a:defRPr lang="en-GB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9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A103000398478</a:t>
            </a:r>
            <a:endParaRPr lang="ar" sz="900" dirty="0"/>
          </a:p>
        </p:txBody>
      </p:sp>
    </p:spTree>
    <p:extLst>
      <p:ext uri="{BB962C8B-B14F-4D97-AF65-F5344CB8AC3E}">
        <p14:creationId xmlns:p14="http://schemas.microsoft.com/office/powerpoint/2010/main" val="3729413707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844268-C7F8-8A3E-E994-B1AF37724D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2">
            <a:extLst>
              <a:ext uri="{FF2B5EF4-FFF2-40B4-BE49-F238E27FC236}">
                <a16:creationId xmlns:a16="http://schemas.microsoft.com/office/drawing/2014/main" id="{55757702-242A-9074-8475-8B91EE593BF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159571"/>
            <a:ext cx="8229600" cy="5064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rtl="1">
              <a:spcBef>
                <a:spcPts val="1200"/>
              </a:spcBef>
              <a:spcAft>
                <a:spcPts val="1500"/>
              </a:spcAft>
            </a:pPr>
            <a:r>
              <a:rPr lang="ar" sz="2600" b="1" dirty="0">
                <a:effectLst/>
              </a:rPr>
              <a:t>د2 خطط حالات الطوارئ</a:t>
            </a:r>
            <a:br>
              <a:rPr lang="en-US" altLang="en-US" sz="2600" dirty="0"/>
            </a:br>
            <a:br>
              <a:rPr lang="en-US" altLang="en-US" sz="2600" dirty="0"/>
            </a:br>
            <a:endParaRPr lang="en-GB" altLang="en-US" sz="2600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0DFA4DB6-127D-7390-772D-D3C65E7D8E9C}"/>
              </a:ext>
            </a:extLst>
          </p:cNvPr>
          <p:cNvGrpSpPr/>
          <p:nvPr/>
        </p:nvGrpSpPr>
        <p:grpSpPr>
          <a:xfrm>
            <a:off x="544272" y="4797151"/>
            <a:ext cx="4031778" cy="1652395"/>
            <a:chOff x="0" y="353532"/>
            <a:chExt cx="2564804" cy="1538882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7235C288-5CAE-1F80-F1E2-4BCAE3DDBF1A}"/>
                </a:ext>
              </a:extLst>
            </p:cNvPr>
            <p:cNvSpPr/>
            <p:nvPr/>
          </p:nvSpPr>
          <p:spPr>
            <a:xfrm>
              <a:off x="0" y="353532"/>
              <a:ext cx="2564804" cy="1538882"/>
            </a:xfrm>
            <a:prstGeom prst="rect">
              <a:avLst/>
            </a:prstGeom>
            <a:gradFill rotWithShape="0">
              <a:gsLst>
                <a:gs pos="0">
                  <a:schemeClr val="accent2">
                    <a:lumMod val="20000"/>
                    <a:lumOff val="80000"/>
                  </a:schemeClr>
                </a:gs>
                <a:gs pos="80000">
                  <a:schemeClr val="accent1">
                    <a:hueOff val="0"/>
                    <a:satOff val="0"/>
                    <a:lumOff val="0"/>
                    <a:alphaOff val="0"/>
                    <a:shade val="93000"/>
                    <a:satMod val="130000"/>
                  </a:schemeClr>
                </a:gs>
                <a:gs pos="100000">
                  <a:schemeClr val="accent1">
                    <a:hueOff val="0"/>
                    <a:satOff val="0"/>
                    <a:lumOff val="0"/>
                    <a:alphaOff val="0"/>
                    <a:shade val="94000"/>
                    <a:satMod val="135000"/>
                  </a:schemeClr>
                </a:gs>
              </a:gsLst>
            </a:gradFill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rgbClr r="0" g="0" b="0"/>
            </a:fillRef>
            <a:effectRef idx="3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rtlCol="1"/>
            <a:lstStyle/>
            <a:p>
              <a:pPr rtl="1"/>
              <a:endParaRPr lang="en-US" dirty="0">
                <a:latin typeface="Sakkal Majalla" panose="02000000000000000000" pitchFamily="2" charset="-78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30C8BCD4-D889-489D-1269-DC56F0BC9D96}"/>
                </a:ext>
              </a:extLst>
            </p:cNvPr>
            <p:cNvSpPr txBox="1"/>
            <p:nvPr/>
          </p:nvSpPr>
          <p:spPr>
            <a:xfrm>
              <a:off x="0" y="353532"/>
              <a:ext cx="2564804" cy="153888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0010" tIns="80010" rIns="80010" bIns="80010" numCol="1" spcCol="1270" rtlCol="1" anchor="ctr" anchorCtr="0">
              <a:noAutofit/>
            </a:bodyPr>
            <a:lstStyle/>
            <a:p>
              <a:pPr rtl="1"/>
              <a:r>
                <a:rPr lang="ar" sz="2000" b="1" dirty="0">
                  <a:solidFill>
                    <a:srgbClr val="7030A0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نصائح مهمة</a:t>
              </a:r>
            </a:p>
            <a:p>
              <a:pPr rtl="1"/>
              <a:r>
                <a:rPr lang="ar" sz="2000" dirty="0">
                  <a:solidFill>
                    <a:srgbClr val="7030A0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تتناول الوحدة 4 خطط حالات الطوارئ في ما يتعلق بالحد من مخاطر الأعمال</a:t>
              </a: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EFA9E829-1EBF-C3BA-DBAC-966301E2304E}"/>
              </a:ext>
            </a:extLst>
          </p:cNvPr>
          <p:cNvSpPr txBox="1"/>
          <p:nvPr/>
        </p:nvSpPr>
        <p:spPr>
          <a:xfrm>
            <a:off x="461250" y="1665983"/>
            <a:ext cx="8229600" cy="2554545"/>
          </a:xfrm>
          <a:prstGeom prst="rect">
            <a:avLst/>
          </a:prstGeom>
          <a:solidFill>
            <a:schemeClr val="accent5"/>
          </a:solidFill>
        </p:spPr>
        <p:txBody>
          <a:bodyPr wrap="square" rtlCol="1">
            <a:spAutoFit/>
          </a:bodyPr>
          <a:lstStyle/>
          <a:p>
            <a:pPr rtl="1"/>
            <a:r>
              <a:rPr lang="ar" sz="2000" b="0" dirty="0">
                <a:effectLst/>
                <a:latin typeface="Sakkal Majalla" panose="02000000000000000000" pitchFamily="2" charset="-78"/>
                <a:ea typeface="Calibri" panose="020F0502020204030204" pitchFamily="34" charset="0"/>
                <a:cs typeface="Sakkal Majalla" panose="02000000000000000000" pitchFamily="2" charset="-78"/>
              </a:rPr>
              <a:t>ستضع الشركات خطط حالات الطوارئ لمساعدة الشركة على الاستجابة لحدث قد يحدث أو لا يحدث في المستقبل</a:t>
            </a:r>
            <a:r>
              <a:rPr lang="ar" sz="2000" dirty="0">
                <a:latin typeface="Sakkal Majalla" panose="02000000000000000000" pitchFamily="2" charset="-78"/>
                <a:ea typeface="Calibri" panose="020F0502020204030204" pitchFamily="34" charset="0"/>
                <a:cs typeface="Sakkal Majalla" panose="02000000000000000000" pitchFamily="2" charset="-78"/>
              </a:rPr>
              <a:t> </a:t>
            </a:r>
          </a:p>
          <a:p>
            <a:pPr rtl="1"/>
            <a:endParaRPr lang="en-GB" sz="2000" dirty="0">
              <a:latin typeface="Sakkal Majalla" panose="02000000000000000000" pitchFamily="2" charset="-78"/>
              <a:ea typeface="Calibri" panose="020F0502020204030204" pitchFamily="34" charset="0"/>
              <a:cs typeface="Sakkal Majalla" panose="02000000000000000000" pitchFamily="2" charset="-78"/>
            </a:endParaRPr>
          </a:p>
          <a:p>
            <a:pPr rtl="1"/>
            <a:r>
              <a:rPr lang="ar" sz="2000" dirty="0">
                <a:latin typeface="Sakkal Majalla" panose="02000000000000000000" pitchFamily="2" charset="-78"/>
                <a:ea typeface="Calibri" panose="020F0502020204030204" pitchFamily="34" charset="0"/>
                <a:cs typeface="Sakkal Majalla" panose="02000000000000000000" pitchFamily="2" charset="-78"/>
              </a:rPr>
              <a:t>يساعد التخطيط للطوارئ على تقليل مخاطر الأعمال وذلك نظرًا لأنه يراعي النتائج البديلة المحتملة ويخطط لها.</a:t>
            </a:r>
            <a:r>
              <a:rPr lang="ar" sz="20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 </a:t>
            </a:r>
            <a:r>
              <a:rPr lang="ar" sz="2000" b="0" dirty="0">
                <a:effectLst/>
                <a:latin typeface="Sakkal Majalla" panose="02000000000000000000" pitchFamily="2" charset="-78"/>
                <a:ea typeface="Calibri" panose="020F0502020204030204" pitchFamily="34" charset="0"/>
                <a:cs typeface="Sakkal Majalla" panose="02000000000000000000" pitchFamily="2" charset="-78"/>
              </a:rPr>
              <a:t>يمكن دعم هذه الخطط باستخدام سيناريوهات "ماذا لو". </a:t>
            </a:r>
          </a:p>
          <a:p>
            <a:pPr rtl="1"/>
            <a:endParaRPr lang="en-GB" sz="2000" dirty="0">
              <a:latin typeface="Sakkal Majalla" panose="02000000000000000000" pitchFamily="2" charset="-78"/>
              <a:ea typeface="Calibri" panose="020F0502020204030204" pitchFamily="34" charset="0"/>
              <a:cs typeface="Sakkal Majalla" panose="02000000000000000000" pitchFamily="2" charset="-78"/>
            </a:endParaRPr>
          </a:p>
          <a:p>
            <a:pPr rtl="1"/>
            <a:r>
              <a:rPr lang="ar" sz="20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يمكن لخطة حالة الطوارئ أن تساعد الشركة على الاستجابة بشكل أسرع للأحداث غير المتوقعة.</a:t>
            </a:r>
          </a:p>
          <a:p>
            <a:pPr rtl="1"/>
            <a:endParaRPr lang="en-GB" sz="20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rtl="1"/>
            <a:r>
              <a:rPr lang="ar" sz="20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كما يمكن أن تساعد الشركة على التعافي من الكوارث وتجنب الدعاية السلبية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CDE47986-2915-FFD7-0BF3-0C7159F22195}"/>
              </a:ext>
            </a:extLst>
          </p:cNvPr>
          <p:cNvGrpSpPr/>
          <p:nvPr/>
        </p:nvGrpSpPr>
        <p:grpSpPr>
          <a:xfrm>
            <a:off x="5150486" y="4797152"/>
            <a:ext cx="3456385" cy="1652395"/>
            <a:chOff x="0" y="353532"/>
            <a:chExt cx="2564804" cy="1538882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D545BC1-0BBB-B8C0-9235-FBDDD523578B}"/>
                </a:ext>
              </a:extLst>
            </p:cNvPr>
            <p:cNvSpPr/>
            <p:nvPr/>
          </p:nvSpPr>
          <p:spPr>
            <a:xfrm>
              <a:off x="0" y="353532"/>
              <a:ext cx="2564804" cy="1538882"/>
            </a:xfrm>
            <a:prstGeom prst="rect">
              <a:avLst/>
            </a:prstGeom>
            <a:gradFill rotWithShape="0">
              <a:gsLst>
                <a:gs pos="0">
                  <a:schemeClr val="accent2">
                    <a:lumMod val="20000"/>
                    <a:lumOff val="80000"/>
                  </a:schemeClr>
                </a:gs>
                <a:gs pos="80000">
                  <a:schemeClr val="accent1">
                    <a:hueOff val="0"/>
                    <a:satOff val="0"/>
                    <a:lumOff val="0"/>
                    <a:alphaOff val="0"/>
                    <a:shade val="93000"/>
                    <a:satMod val="130000"/>
                  </a:schemeClr>
                </a:gs>
                <a:gs pos="100000">
                  <a:schemeClr val="accent1">
                    <a:hueOff val="0"/>
                    <a:satOff val="0"/>
                    <a:lumOff val="0"/>
                    <a:alphaOff val="0"/>
                    <a:shade val="94000"/>
                    <a:satMod val="135000"/>
                  </a:schemeClr>
                </a:gs>
              </a:gsLst>
            </a:gradFill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rgbClr r="0" g="0" b="0"/>
            </a:fillRef>
            <a:effectRef idx="3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rtlCol="1"/>
            <a:lstStyle/>
            <a:p>
              <a:pPr rtl="1"/>
              <a:endParaRPr lang="en-US" dirty="0">
                <a:latin typeface="Sakkal Majalla" panose="02000000000000000000" pitchFamily="2" charset="-78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A091575C-BBC3-CD18-4B3E-7FC9AB032A25}"/>
                </a:ext>
              </a:extLst>
            </p:cNvPr>
            <p:cNvSpPr txBox="1"/>
            <p:nvPr/>
          </p:nvSpPr>
          <p:spPr>
            <a:xfrm>
              <a:off x="0" y="353532"/>
              <a:ext cx="2564804" cy="153888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0010" tIns="80010" rIns="80010" bIns="80010" numCol="1" spcCol="1270" rtlCol="1" anchor="ctr" anchorCtr="0">
              <a:noAutofit/>
            </a:bodyPr>
            <a:lstStyle/>
            <a:p>
              <a:pPr rtl="1"/>
              <a:r>
                <a:rPr lang="ar" sz="2000" b="1" dirty="0">
                  <a:solidFill>
                    <a:srgbClr val="7030A0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مناقشة</a:t>
              </a:r>
            </a:p>
            <a:p>
              <a:pPr rtl="1"/>
              <a:r>
                <a:rPr lang="ar" sz="2000" dirty="0">
                  <a:solidFill>
                    <a:srgbClr val="7030A0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ما خطة حالات الطوارئ التي قد تضعها الشركة عند اتخاذ قرار بشأن إستراتيجية تسعير جديدة؟</a:t>
              </a:r>
            </a:p>
          </p:txBody>
        </p:sp>
      </p:grp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18ADE66B-228C-6089-F3AB-421610D25DB0}"/>
              </a:ext>
            </a:extLst>
          </p:cNvPr>
          <p:cNvSpPr txBox="1">
            <a:spLocks/>
          </p:cNvSpPr>
          <p:nvPr/>
        </p:nvSpPr>
        <p:spPr bwMode="auto">
          <a:xfrm>
            <a:off x="35496" y="6603206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/>
          </a:bodyPr>
          <a:lstStyle>
            <a:defPPr>
              <a:defRPr lang="en-GB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9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A103000398478</a:t>
            </a:r>
            <a:endParaRPr lang="ar" sz="900" dirty="0"/>
          </a:p>
        </p:txBody>
      </p:sp>
    </p:spTree>
    <p:extLst>
      <p:ext uri="{BB962C8B-B14F-4D97-AF65-F5344CB8AC3E}">
        <p14:creationId xmlns:p14="http://schemas.microsoft.com/office/powerpoint/2010/main" val="1902775095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7C993A-E295-79A1-7290-0D17A3A6B8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2">
            <a:extLst>
              <a:ext uri="{FF2B5EF4-FFF2-40B4-BE49-F238E27FC236}">
                <a16:creationId xmlns:a16="http://schemas.microsoft.com/office/drawing/2014/main" id="{7141F1D3-6334-77BA-6CF9-93B0B43CF08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159571"/>
            <a:ext cx="8229600" cy="5064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rtl="1">
              <a:spcBef>
                <a:spcPts val="1200"/>
              </a:spcBef>
              <a:spcAft>
                <a:spcPts val="1500"/>
              </a:spcAft>
            </a:pPr>
            <a:r>
              <a:rPr lang="ar" sz="2600" b="1" dirty="0">
                <a:effectLst/>
              </a:rPr>
              <a:t>د3 استخدام مهارات تكنولوجيا المعلومات لإنشاء المستندات المناسبة </a:t>
            </a:r>
            <a:br>
              <a:rPr lang="en-US" altLang="en-US" sz="2600" dirty="0"/>
            </a:br>
            <a:br>
              <a:rPr lang="en-US" altLang="en-US" sz="2600" dirty="0"/>
            </a:br>
            <a:endParaRPr lang="en-GB" altLang="en-US" sz="26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EBBA9FB-608D-40FC-32B4-84B97D3414D2}"/>
              </a:ext>
            </a:extLst>
          </p:cNvPr>
          <p:cNvSpPr txBox="1"/>
          <p:nvPr/>
        </p:nvSpPr>
        <p:spPr>
          <a:xfrm>
            <a:off x="719572" y="1665983"/>
            <a:ext cx="7704856" cy="1938992"/>
          </a:xfrm>
          <a:prstGeom prst="rect">
            <a:avLst/>
          </a:prstGeom>
          <a:solidFill>
            <a:schemeClr val="accent5"/>
          </a:solidFill>
        </p:spPr>
        <p:txBody>
          <a:bodyPr wrap="square" rtlCol="1">
            <a:spAutoFit/>
          </a:bodyPr>
          <a:lstStyle/>
          <a:p>
            <a:pPr rtl="1"/>
            <a:r>
              <a:rPr lang="ar" sz="2000" dirty="0">
                <a:effectLst/>
                <a:latin typeface="Sakkal Majalla" panose="02000000000000000000" pitchFamily="2" charset="-78"/>
                <a:cs typeface="Sakkal Majalla" panose="02000000000000000000" pitchFamily="2" charset="-78"/>
              </a:rPr>
              <a:t>يمكن للشركات مشاركة قراراتها </a:t>
            </a:r>
            <a:r>
              <a:rPr lang="ar" sz="20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من خلال مستندات الأعمال المختلفة. والتي يمكن أن تكون في أحد الصور الآتية:</a:t>
            </a:r>
          </a:p>
          <a:p>
            <a:pPr marL="285750" indent="-285750" rtl="1">
              <a:buFont typeface="Arial" panose="020B0604020202020204" pitchFamily="34" charset="0"/>
              <a:buChar char="•"/>
            </a:pPr>
            <a:r>
              <a:rPr lang="ar" sz="20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التقارير الرسمية</a:t>
            </a:r>
            <a:r>
              <a:rPr lang="ar" sz="20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 التي تحتوي على عنوان وتفاصيل التقرير، ومقدمة، ونص التقرير، والاستنتاجات، والتوصيات، والملاحق. قد يكون لديهم أيضًا ملخص</a:t>
            </a:r>
            <a:r>
              <a:rPr lang="ar" sz="20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 تنفيذي</a:t>
            </a:r>
            <a:r>
              <a:rPr lang="ar" sz="20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 في البداية يحتوي على نظرة عامة موجزة عن التقرير.</a:t>
            </a:r>
          </a:p>
          <a:p>
            <a:pPr marL="285750" indent="-285750" rtl="1">
              <a:buFont typeface="Arial" panose="020B0604020202020204" pitchFamily="34" charset="0"/>
              <a:buChar char="•"/>
            </a:pPr>
            <a:r>
              <a:rPr lang="ar" sz="2000" b="1" dirty="0">
                <a:effectLst/>
                <a:latin typeface="Sakkal Majalla" panose="02000000000000000000" pitchFamily="2" charset="-78"/>
                <a:cs typeface="Sakkal Majalla" panose="02000000000000000000" pitchFamily="2" charset="-78"/>
              </a:rPr>
              <a:t>عروض تقديمية</a:t>
            </a:r>
            <a:r>
              <a:rPr lang="ar" sz="2000" dirty="0">
                <a:effectLst/>
                <a:latin typeface="Sakkal Majalla" panose="02000000000000000000" pitchFamily="2" charset="-78"/>
                <a:cs typeface="Sakkal Majalla" panose="02000000000000000000" pitchFamily="2" charset="-78"/>
              </a:rPr>
              <a:t> مع مجموعات الشرائح وملاحظات المتحدثين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D69D10AF-A934-E092-A37E-82EBD24E940E}"/>
              </a:ext>
            </a:extLst>
          </p:cNvPr>
          <p:cNvGrpSpPr/>
          <p:nvPr/>
        </p:nvGrpSpPr>
        <p:grpSpPr>
          <a:xfrm>
            <a:off x="719572" y="4437828"/>
            <a:ext cx="3235640" cy="1508378"/>
            <a:chOff x="0" y="353532"/>
            <a:chExt cx="2564804" cy="1538882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5DA40325-2555-6893-235A-249228E9E392}"/>
                </a:ext>
              </a:extLst>
            </p:cNvPr>
            <p:cNvSpPr/>
            <p:nvPr/>
          </p:nvSpPr>
          <p:spPr>
            <a:xfrm>
              <a:off x="0" y="353532"/>
              <a:ext cx="2564804" cy="1538882"/>
            </a:xfrm>
            <a:prstGeom prst="rect">
              <a:avLst/>
            </a:prstGeom>
            <a:gradFill rotWithShape="0">
              <a:gsLst>
                <a:gs pos="0">
                  <a:schemeClr val="accent2">
                    <a:lumMod val="20000"/>
                    <a:lumOff val="80000"/>
                  </a:schemeClr>
                </a:gs>
                <a:gs pos="80000">
                  <a:schemeClr val="accent1">
                    <a:hueOff val="0"/>
                    <a:satOff val="0"/>
                    <a:lumOff val="0"/>
                    <a:alphaOff val="0"/>
                    <a:shade val="93000"/>
                    <a:satMod val="130000"/>
                  </a:schemeClr>
                </a:gs>
                <a:gs pos="100000">
                  <a:schemeClr val="accent1">
                    <a:hueOff val="0"/>
                    <a:satOff val="0"/>
                    <a:lumOff val="0"/>
                    <a:alphaOff val="0"/>
                    <a:shade val="94000"/>
                    <a:satMod val="135000"/>
                  </a:schemeClr>
                </a:gs>
              </a:gsLst>
            </a:gradFill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rgbClr r="0" g="0" b="0"/>
            </a:fillRef>
            <a:effectRef idx="3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rtlCol="1"/>
            <a:lstStyle/>
            <a:p>
              <a:pPr rtl="1"/>
              <a:endParaRPr lang="en-US" dirty="0">
                <a:latin typeface="Sakkal Majalla" panose="02000000000000000000" pitchFamily="2" charset="-78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E05CD261-07A1-C339-E2AE-D27998688928}"/>
                </a:ext>
              </a:extLst>
            </p:cNvPr>
            <p:cNvSpPr txBox="1"/>
            <p:nvPr/>
          </p:nvSpPr>
          <p:spPr>
            <a:xfrm>
              <a:off x="0" y="353532"/>
              <a:ext cx="2564804" cy="153888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0010" tIns="80010" rIns="80010" bIns="80010" numCol="1" spcCol="1270" rtlCol="1" anchor="ctr" anchorCtr="0">
              <a:noAutofit/>
            </a:bodyPr>
            <a:lstStyle/>
            <a:p>
              <a:pPr rtl="1"/>
              <a:r>
                <a:rPr lang="ar" sz="2000" b="1" dirty="0">
                  <a:solidFill>
                    <a:srgbClr val="7030A0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نصائح مهمة</a:t>
              </a:r>
            </a:p>
            <a:p>
              <a:pPr rtl="1"/>
              <a:r>
                <a:rPr lang="ar" sz="2000" dirty="0">
                  <a:solidFill>
                    <a:srgbClr val="7030A0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راجع الوحدة 2 لتذكير نفسك بتقارير الأعمال الرسمية وشكلها</a:t>
              </a:r>
            </a:p>
          </p:txBody>
        </p:sp>
      </p:grpSp>
      <p:pic>
        <p:nvPicPr>
          <p:cNvPr id="7" name="Picture 6" descr="A person writing on a book&#10;&#10;Description automatically generated">
            <a:extLst>
              <a:ext uri="{FF2B5EF4-FFF2-40B4-BE49-F238E27FC236}">
                <a16:creationId xmlns:a16="http://schemas.microsoft.com/office/drawing/2014/main" id="{F0FBBA7E-1A6E-D6BB-3B52-36F7B0FE953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20736" y="4089193"/>
            <a:ext cx="3312368" cy="2205647"/>
          </a:xfrm>
          <a:prstGeom prst="rect">
            <a:avLst/>
          </a:prstGeom>
        </p:spPr>
      </p:pic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B1DFF2FF-620B-BF6B-0A48-963D72241556}"/>
              </a:ext>
            </a:extLst>
          </p:cNvPr>
          <p:cNvSpPr txBox="1">
            <a:spLocks/>
          </p:cNvSpPr>
          <p:nvPr/>
        </p:nvSpPr>
        <p:spPr bwMode="auto">
          <a:xfrm>
            <a:off x="35496" y="6603206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/>
          </a:bodyPr>
          <a:lstStyle>
            <a:defPPr>
              <a:defRPr lang="en-GB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9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A103000398478</a:t>
            </a:r>
            <a:endParaRPr lang="ar" sz="900" dirty="0"/>
          </a:p>
        </p:txBody>
      </p:sp>
    </p:spTree>
    <p:extLst>
      <p:ext uri="{BB962C8B-B14F-4D97-AF65-F5344CB8AC3E}">
        <p14:creationId xmlns:p14="http://schemas.microsoft.com/office/powerpoint/2010/main" val="184860315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539C95-CF5A-44CD-692D-057FEC65D2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2">
            <a:extLst>
              <a:ext uri="{FF2B5EF4-FFF2-40B4-BE49-F238E27FC236}">
                <a16:creationId xmlns:a16="http://schemas.microsoft.com/office/drawing/2014/main" id="{48AD11F7-A287-9BA8-8F4D-6A22B8603B9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195200"/>
            <a:ext cx="8229600" cy="4336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  <a:noAutofit/>
          </a:bodyPr>
          <a:lstStyle/>
          <a:p>
            <a:pPr rtl="1">
              <a:lnSpc>
                <a:spcPct val="90000"/>
              </a:lnSpc>
            </a:pPr>
            <a:r>
              <a:rPr lang="ar" sz="2600" b="1" dirty="0">
                <a:effectLst/>
              </a:rPr>
              <a:t>د3 استخدام مهارات تكنولوجيا المعلومات لإنشاء المستندات المناسبة </a:t>
            </a:r>
            <a:endParaRPr lang="en-GB" altLang="en-US" sz="26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9133626-D9D4-A13B-D098-CABF50700999}"/>
              </a:ext>
            </a:extLst>
          </p:cNvPr>
          <p:cNvSpPr txBox="1"/>
          <p:nvPr/>
        </p:nvSpPr>
        <p:spPr bwMode="auto">
          <a:xfrm>
            <a:off x="4648199" y="2196001"/>
            <a:ext cx="4027487" cy="40241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lnSpcReduction="10000"/>
          </a:bodyPr>
          <a:lstStyle/>
          <a:p>
            <a:pPr rtl="1">
              <a:lnSpc>
                <a:spcPct val="130000"/>
              </a:lnSpc>
              <a:spcBef>
                <a:spcPct val="20000"/>
              </a:spcBef>
            </a:pPr>
            <a:r>
              <a:rPr lang="ar" sz="24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تحتوي البرامج وحزم البرمجيات الخاصة بالتقارير والعروض التقديمية على تقنية</a:t>
            </a:r>
            <a:r>
              <a:rPr lang="ar" sz="2400" dirty="0">
                <a:effectLst/>
                <a:latin typeface="Sakkal Majalla" panose="02000000000000000000" pitchFamily="2" charset="-78"/>
                <a:cs typeface="Sakkal Majalla" panose="02000000000000000000" pitchFamily="2" charset="-78"/>
              </a:rPr>
              <a:t>تُمكن المستخدم مما يأتي: </a:t>
            </a:r>
          </a:p>
          <a:p>
            <a:pPr marL="342900" lvl="1" indent="-342900" rtl="1">
              <a:lnSpc>
                <a:spcPct val="130000"/>
              </a:lnSpc>
              <a:spcBef>
                <a:spcPct val="20000"/>
              </a:spcBef>
              <a:buFont typeface="Wingdings" pitchFamily="2" charset="2"/>
              <a:buChar char="§"/>
            </a:pPr>
            <a:r>
              <a:rPr lang="ar" sz="2400" dirty="0">
                <a:effectLst/>
                <a:latin typeface="Sakkal Majalla" panose="02000000000000000000" pitchFamily="2" charset="-78"/>
                <a:cs typeface="Sakkal Majalla" panose="02000000000000000000" pitchFamily="2" charset="-78"/>
              </a:rPr>
              <a:t>الحصول على المعلومات المالية ومعالجتها</a:t>
            </a:r>
          </a:p>
          <a:p>
            <a:pPr marL="342900" lvl="1" indent="-342900" rtl="1">
              <a:lnSpc>
                <a:spcPct val="130000"/>
              </a:lnSpc>
              <a:spcBef>
                <a:spcPct val="20000"/>
              </a:spcBef>
              <a:buFont typeface="Wingdings" pitchFamily="2" charset="2"/>
              <a:buChar char="§"/>
            </a:pPr>
            <a:r>
              <a:rPr lang="ar" sz="2400" dirty="0">
                <a:effectLst/>
                <a:latin typeface="Sakkal Majalla" panose="02000000000000000000" pitchFamily="2" charset="-78"/>
                <a:cs typeface="Sakkal Majalla" panose="02000000000000000000" pitchFamily="2" charset="-78"/>
              </a:rPr>
              <a:t>إعداد الرسوم والمخططات البيانية</a:t>
            </a:r>
          </a:p>
          <a:p>
            <a:pPr marL="342900" lvl="1" indent="-342900" rtl="1">
              <a:lnSpc>
                <a:spcPct val="130000"/>
              </a:lnSpc>
              <a:spcBef>
                <a:spcPct val="20000"/>
              </a:spcBef>
              <a:buFont typeface="Wingdings" pitchFamily="2" charset="2"/>
              <a:buChar char="§"/>
            </a:pPr>
            <a:r>
              <a:rPr lang="ar" sz="24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إدراج الصور ومقاطع الفيديو</a:t>
            </a:r>
          </a:p>
          <a:p>
            <a:pPr marL="342900" lvl="1" indent="-342900" rtl="1">
              <a:lnSpc>
                <a:spcPct val="130000"/>
              </a:lnSpc>
              <a:spcBef>
                <a:spcPct val="20000"/>
              </a:spcBef>
              <a:buFont typeface="Wingdings" pitchFamily="2" charset="2"/>
              <a:buChar char="§"/>
            </a:pPr>
            <a:r>
              <a:rPr lang="ar" sz="24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إنشاء</a:t>
            </a:r>
            <a:r>
              <a:rPr lang="ar" sz="2400" dirty="0">
                <a:latin typeface="Sakkal Majalla" panose="02000000000000000000" pitchFamily="2" charset="-78"/>
                <a:cs typeface="Sakkal Majalla" panose="02000000000000000000" pitchFamily="2" charset="-78"/>
                <a:hlinkClick r:id="rId4"/>
              </a:rPr>
              <a:t> ارتباطات تشعبية</a:t>
            </a:r>
            <a:r>
              <a:rPr lang="ar" sz="24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 بين المستندات أو إلى صفحة ويب</a:t>
            </a:r>
          </a:p>
        </p:txBody>
      </p:sp>
      <p:pic>
        <p:nvPicPr>
          <p:cNvPr id="4" name="Picture 3" descr="A computer with a keyboard and graphics&#10;&#10;Description automatically generated">
            <a:extLst>
              <a:ext uri="{FF2B5EF4-FFF2-40B4-BE49-F238E27FC236}">
                <a16:creationId xmlns:a16="http://schemas.microsoft.com/office/drawing/2014/main" id="{B501BAE7-7609-D861-CEDE-3CC11204DC9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5058" y="2209183"/>
            <a:ext cx="4010918" cy="4010918"/>
          </a:xfrm>
          <a:prstGeom prst="rect">
            <a:avLst/>
          </a:prstGeom>
        </p:spPr>
      </p:pic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9472781F-00DD-8009-452A-CEEAF737A3AF}"/>
              </a:ext>
            </a:extLst>
          </p:cNvPr>
          <p:cNvSpPr txBox="1">
            <a:spLocks/>
          </p:cNvSpPr>
          <p:nvPr/>
        </p:nvSpPr>
        <p:spPr bwMode="auto">
          <a:xfrm>
            <a:off x="35496" y="6603206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/>
          </a:bodyPr>
          <a:lstStyle>
            <a:defPPr>
              <a:defRPr lang="en-GB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9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A103000398478</a:t>
            </a:r>
            <a:endParaRPr lang="ar" sz="900" dirty="0"/>
          </a:p>
        </p:txBody>
      </p:sp>
    </p:spTree>
    <p:extLst>
      <p:ext uri="{BB962C8B-B14F-4D97-AF65-F5344CB8AC3E}">
        <p14:creationId xmlns:p14="http://schemas.microsoft.com/office/powerpoint/2010/main" val="1023059842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51CC2F-4FD7-E80F-EC14-79A922B6DA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1">
            <a:extLst>
              <a:ext uri="{FF2B5EF4-FFF2-40B4-BE49-F238E27FC236}">
                <a16:creationId xmlns:a16="http://schemas.microsoft.com/office/drawing/2014/main" id="{D7AC7131-1AD0-76C2-DBCF-57DDB07A88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9556" y="2060848"/>
            <a:ext cx="4092575" cy="244827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defTabSz="431800" rtl="1">
              <a:lnSpc>
                <a:spcPct val="110000"/>
              </a:lnSpc>
              <a:spcBef>
                <a:spcPct val="20000"/>
              </a:spcBef>
            </a:pPr>
            <a:r>
              <a:rPr lang="ar" sz="20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التقرير الخاص بمالك الشركة</a:t>
            </a:r>
            <a:endParaRPr lang="en-US" altLang="en-US" sz="20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defTabSz="431800" rtl="1">
              <a:lnSpc>
                <a:spcPct val="110000"/>
              </a:lnSpc>
              <a:spcBef>
                <a:spcPct val="20000"/>
              </a:spcBef>
            </a:pPr>
            <a:r>
              <a:rPr lang="ar" sz="16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يتطلب تقييمك معالجة نصية لتقرير</a:t>
            </a:r>
            <a:r>
              <a:rPr lang="ar" sz="16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 مفصل.</a:t>
            </a:r>
            <a:r>
              <a:rPr lang="ar" sz="16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 </a:t>
            </a:r>
          </a:p>
          <a:p>
            <a:pPr defTabSz="431800" rtl="1">
              <a:lnSpc>
                <a:spcPct val="110000"/>
              </a:lnSpc>
              <a:spcBef>
                <a:spcPct val="20000"/>
              </a:spcBef>
            </a:pPr>
            <a:r>
              <a:rPr lang="ar" sz="16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يجب أن توصي بأي من</a:t>
            </a:r>
            <a:r>
              <a:rPr lang="ar" sz="16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 الخيارين المقدمين</a:t>
            </a:r>
            <a:r>
              <a:rPr lang="ar" sz="16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 سيكون الأفضل لمالك الشركة أن يتخذه في السيناريو.  حيث يجب أن:</a:t>
            </a:r>
          </a:p>
          <a:p>
            <a:pPr marL="342900" indent="-342900" defTabSz="431800" rtl="1">
              <a:lnSpc>
                <a:spcPct val="110000"/>
              </a:lnSpc>
              <a:spcBef>
                <a:spcPct val="20000"/>
              </a:spcBef>
              <a:buFont typeface="Wingdings" pitchFamily="2" charset="2"/>
              <a:buChar char="§"/>
            </a:pPr>
            <a:r>
              <a:rPr lang="ar" sz="16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يشمل تحليلًا للبيانات المقدمة</a:t>
            </a:r>
          </a:p>
          <a:p>
            <a:pPr marL="342900" indent="-342900" defTabSz="431800" rtl="1">
              <a:lnSpc>
                <a:spcPct val="110000"/>
              </a:lnSpc>
              <a:spcBef>
                <a:spcPct val="20000"/>
              </a:spcBef>
              <a:buFont typeface="Wingdings" pitchFamily="2" charset="2"/>
              <a:buChar char="§"/>
            </a:pPr>
            <a:r>
              <a:rPr lang="ar" sz="16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مراعاة العوامل الكمية والنوعية والتوصل إلى قرار مدعوم بشأن الخيار الأفضل للمالك للمضي قدمًا.</a:t>
            </a:r>
            <a:endParaRPr lang="en-US" sz="16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7750438-DCB5-8034-865F-BF0B3C3E7B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4468" y="1432825"/>
            <a:ext cx="3682752" cy="361592"/>
          </a:xfrm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  <a:noAutofit/>
          </a:bodyPr>
          <a:lstStyle/>
          <a:p>
            <a:pPr rtl="1">
              <a:lnSpc>
                <a:spcPct val="90000"/>
              </a:lnSpc>
            </a:pPr>
            <a:r>
              <a:rPr lang="ar" sz="2000" b="1" dirty="0"/>
              <a:t>استخدام مهارات</a:t>
            </a:r>
            <a:r>
              <a:rPr lang="ar" sz="2000" b="1" dirty="0">
                <a:effectLst/>
              </a:rPr>
              <a:t> تكنولوجيا المعلومات الخاصة بك لإنشاء تقرير لتقييمك</a:t>
            </a:r>
            <a:endParaRPr lang="en-US" sz="2000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A9B51F75-360B-56BC-21C8-53AACC62072D}"/>
              </a:ext>
            </a:extLst>
          </p:cNvPr>
          <p:cNvGrpSpPr/>
          <p:nvPr/>
        </p:nvGrpSpPr>
        <p:grpSpPr>
          <a:xfrm>
            <a:off x="190738" y="4775551"/>
            <a:ext cx="4121393" cy="1555273"/>
            <a:chOff x="0" y="353532"/>
            <a:chExt cx="2564804" cy="1538882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DE574D7B-3E29-B85E-0F4A-31297E950F02}"/>
                </a:ext>
              </a:extLst>
            </p:cNvPr>
            <p:cNvSpPr/>
            <p:nvPr/>
          </p:nvSpPr>
          <p:spPr>
            <a:xfrm>
              <a:off x="0" y="353532"/>
              <a:ext cx="2564804" cy="1538882"/>
            </a:xfrm>
            <a:prstGeom prst="rect">
              <a:avLst/>
            </a:prstGeom>
            <a:gradFill rotWithShape="0">
              <a:gsLst>
                <a:gs pos="0">
                  <a:schemeClr val="accent2">
                    <a:lumMod val="20000"/>
                    <a:lumOff val="80000"/>
                  </a:schemeClr>
                </a:gs>
                <a:gs pos="80000">
                  <a:schemeClr val="accent1">
                    <a:hueOff val="0"/>
                    <a:satOff val="0"/>
                    <a:lumOff val="0"/>
                    <a:alphaOff val="0"/>
                    <a:shade val="93000"/>
                    <a:satMod val="130000"/>
                  </a:schemeClr>
                </a:gs>
                <a:gs pos="100000">
                  <a:schemeClr val="accent1">
                    <a:hueOff val="0"/>
                    <a:satOff val="0"/>
                    <a:lumOff val="0"/>
                    <a:alphaOff val="0"/>
                    <a:shade val="94000"/>
                    <a:satMod val="135000"/>
                  </a:schemeClr>
                </a:gs>
              </a:gsLst>
            </a:gradFill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rgbClr r="0" g="0" b="0"/>
            </a:fillRef>
            <a:effectRef idx="3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rtlCol="1"/>
            <a:lstStyle/>
            <a:p>
              <a:pPr rtl="1"/>
              <a:endParaRPr lang="en-US" dirty="0">
                <a:latin typeface="Sakkal Majalla" panose="02000000000000000000" pitchFamily="2" charset="-78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4C4A39D6-A7F9-2018-E4D0-392DDFE0E97B}"/>
                </a:ext>
              </a:extLst>
            </p:cNvPr>
            <p:cNvSpPr txBox="1"/>
            <p:nvPr/>
          </p:nvSpPr>
          <p:spPr>
            <a:xfrm>
              <a:off x="0" y="353532"/>
              <a:ext cx="2564804" cy="153888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0010" tIns="80010" rIns="80010" bIns="80010" numCol="1" spcCol="1270" rtlCol="1" anchor="ctr" anchorCtr="0">
              <a:noAutofit/>
            </a:bodyPr>
            <a:lstStyle/>
            <a:p>
              <a:pPr rtl="1"/>
              <a:r>
                <a:rPr lang="ar" sz="2000" b="1" dirty="0">
                  <a:solidFill>
                    <a:srgbClr val="7030A0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تذكر</a:t>
              </a:r>
            </a:p>
            <a:p>
              <a:pPr rtl="1"/>
              <a:r>
                <a:rPr lang="ar" sz="2000" dirty="0">
                  <a:solidFill>
                    <a:srgbClr val="7030A0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في السيناريو، يكون المالك هو عميلك. يجب عليك تحديد أحد الخيارات المحددة التي قدموها لك.</a:t>
              </a: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3EE466E2-84C6-6547-81A8-606067024DAA}"/>
              </a:ext>
            </a:extLst>
          </p:cNvPr>
          <p:cNvSpPr txBox="1"/>
          <p:nvPr/>
        </p:nvSpPr>
        <p:spPr>
          <a:xfrm>
            <a:off x="4572000" y="1205257"/>
            <a:ext cx="4419333" cy="4216539"/>
          </a:xfrm>
          <a:prstGeom prst="rect">
            <a:avLst/>
          </a:prstGeom>
          <a:solidFill>
            <a:schemeClr val="accent3">
              <a:lumMod val="95000"/>
            </a:schemeClr>
          </a:solidFill>
        </p:spPr>
        <p:txBody>
          <a:bodyPr wrap="square" rtlCol="1">
            <a:spAutoFit/>
          </a:bodyPr>
          <a:lstStyle/>
          <a:p>
            <a:pPr rtl="1">
              <a:spcBef>
                <a:spcPts val="850"/>
              </a:spcBef>
              <a:spcAft>
                <a:spcPts val="0"/>
              </a:spcAft>
            </a:pPr>
            <a:r>
              <a:rPr lang="ar" sz="1600" dirty="0">
                <a:solidFill>
                  <a:srgbClr val="000000"/>
                </a:solidFill>
                <a:effectLst/>
                <a:latin typeface="Sakkal Majalla" panose="02000000000000000000" pitchFamily="2" charset="-78"/>
                <a:ea typeface="Verdana" panose="020B0604030504040204" pitchFamily="34" charset="0"/>
                <a:cs typeface="Sakkal Majalla" panose="02000000000000000000" pitchFamily="2" charset="-78"/>
              </a:rPr>
              <a:t>يجب أن يتناول تقريرك التفصيلي</a:t>
            </a:r>
            <a:r>
              <a:rPr lang="ar" sz="1600" b="1" dirty="0">
                <a:solidFill>
                  <a:srgbClr val="000000"/>
                </a:solidFill>
                <a:effectLst/>
                <a:latin typeface="Sakkal Majalla" panose="02000000000000000000" pitchFamily="2" charset="-78"/>
                <a:ea typeface="Verdana" panose="020B0604030504040204" pitchFamily="34" charset="0"/>
                <a:cs typeface="Sakkal Majalla" panose="02000000000000000000" pitchFamily="2" charset="-78"/>
              </a:rPr>
              <a:t> الخيارين</a:t>
            </a:r>
            <a:r>
              <a:rPr lang="ar" sz="1600" dirty="0">
                <a:solidFill>
                  <a:srgbClr val="000000"/>
                </a:solidFill>
                <a:effectLst/>
                <a:latin typeface="Sakkal Majalla" panose="02000000000000000000" pitchFamily="2" charset="-78"/>
                <a:ea typeface="Verdana" panose="020B0604030504040204" pitchFamily="34" charset="0"/>
                <a:cs typeface="Sakkal Majalla" panose="02000000000000000000" pitchFamily="2" charset="-78"/>
              </a:rPr>
              <a:t> اللذين يدرسهما المالك في ما يتعلق بالأعمال؟ </a:t>
            </a:r>
            <a:endParaRPr lang="en-GB" sz="1600" dirty="0">
              <a:effectLst/>
              <a:latin typeface="Sakkal Majalla" panose="02000000000000000000" pitchFamily="2" charset="-78"/>
              <a:ea typeface="Times New Roman" panose="02020603050405020304" pitchFamily="18" charset="0"/>
              <a:cs typeface="Sakkal Majalla" panose="02000000000000000000" pitchFamily="2" charset="-78"/>
            </a:endParaRPr>
          </a:p>
          <a:p>
            <a:pPr rtl="1">
              <a:spcBef>
                <a:spcPts val="850"/>
              </a:spcBef>
              <a:spcAft>
                <a:spcPts val="0"/>
              </a:spcAft>
            </a:pPr>
            <a:r>
              <a:rPr lang="ar" sz="1600" dirty="0">
                <a:solidFill>
                  <a:srgbClr val="000000"/>
                </a:solidFill>
                <a:effectLst/>
                <a:latin typeface="Sakkal Majalla" panose="02000000000000000000" pitchFamily="2" charset="-78"/>
                <a:ea typeface="Verdana" panose="020B0604030504040204" pitchFamily="34" charset="0"/>
                <a:cs typeface="Sakkal Majalla" panose="02000000000000000000" pitchFamily="2" charset="-78"/>
              </a:rPr>
              <a:t>يجب إعداده في سياق غايات وأهداف العمل والرجوع إلى السيناريو طوال الوقت.</a:t>
            </a:r>
            <a:endParaRPr lang="en-GB" sz="1600" dirty="0">
              <a:effectLst/>
              <a:latin typeface="Sakkal Majalla" panose="02000000000000000000" pitchFamily="2" charset="-78"/>
              <a:ea typeface="Times New Roman" panose="02020603050405020304" pitchFamily="18" charset="0"/>
              <a:cs typeface="Sakkal Majalla" panose="02000000000000000000" pitchFamily="2" charset="-78"/>
            </a:endParaRPr>
          </a:p>
          <a:p>
            <a:pPr rtl="1">
              <a:spcBef>
                <a:spcPts val="850"/>
              </a:spcBef>
              <a:spcAft>
                <a:spcPts val="0"/>
              </a:spcAft>
            </a:pPr>
            <a:r>
              <a:rPr lang="ar" sz="1600" dirty="0">
                <a:solidFill>
                  <a:srgbClr val="000000"/>
                </a:solidFill>
                <a:effectLst/>
                <a:latin typeface="Sakkal Majalla" panose="02000000000000000000" pitchFamily="2" charset="-78"/>
                <a:ea typeface="Verdana" panose="020B0604030504040204" pitchFamily="34" charset="0"/>
                <a:cs typeface="Sakkal Majalla" panose="02000000000000000000" pitchFamily="2" charset="-78"/>
              </a:rPr>
              <a:t>يجب أن يتضمن تقريرك الأساس المنطقي الذي يوضح:</a:t>
            </a:r>
            <a:endParaRPr lang="en-GB" sz="1600" dirty="0">
              <a:effectLst/>
              <a:latin typeface="Sakkal Majalla" panose="02000000000000000000" pitchFamily="2" charset="-78"/>
              <a:ea typeface="Times New Roman" panose="02020603050405020304" pitchFamily="18" charset="0"/>
              <a:cs typeface="Sakkal Majalla" panose="02000000000000000000" pitchFamily="2" charset="-78"/>
            </a:endParaRPr>
          </a:p>
          <a:p>
            <a:pPr marL="342900" lvl="0" indent="-342900" rtl="1">
              <a:spcBef>
                <a:spcPts val="850"/>
              </a:spcBef>
              <a:buFont typeface="Symbol" pitchFamily="2" charset="2"/>
              <a:buChar char=""/>
            </a:pPr>
            <a:r>
              <a:rPr lang="ar" sz="1600" dirty="0">
                <a:solidFill>
                  <a:srgbClr val="000000"/>
                </a:solidFill>
                <a:effectLst/>
                <a:latin typeface="Sakkal Majalla" panose="02000000000000000000" pitchFamily="2" charset="-78"/>
                <a:ea typeface="Verdana" panose="020B0604030504040204" pitchFamily="34" charset="0"/>
                <a:cs typeface="Sakkal Majalla" panose="02000000000000000000" pitchFamily="2" charset="-78"/>
              </a:rPr>
              <a:t>العوامل المختلفة في بيئات الأعمال الداخلية والخارجية التي تؤثر في كل خيار، والأهمية النسبية لهذه العوامل</a:t>
            </a:r>
            <a:endParaRPr lang="en-GB" sz="1600" dirty="0">
              <a:effectLst/>
              <a:latin typeface="Sakkal Majalla" panose="02000000000000000000" pitchFamily="2" charset="-78"/>
              <a:ea typeface="Times New Roman" panose="02020603050405020304" pitchFamily="18" charset="0"/>
              <a:cs typeface="Sakkal Majalla" panose="02000000000000000000" pitchFamily="2" charset="-78"/>
            </a:endParaRPr>
          </a:p>
          <a:p>
            <a:pPr marL="342900" lvl="0" indent="-342900" rtl="1">
              <a:spcBef>
                <a:spcPts val="850"/>
              </a:spcBef>
              <a:buFont typeface="Symbol" pitchFamily="2" charset="2"/>
              <a:buChar char=""/>
            </a:pPr>
            <a:r>
              <a:rPr lang="ar" sz="1600" dirty="0">
                <a:solidFill>
                  <a:srgbClr val="000000"/>
                </a:solidFill>
                <a:effectLst/>
                <a:latin typeface="Sakkal Majalla" panose="02000000000000000000" pitchFamily="2" charset="-78"/>
                <a:ea typeface="Verdana" panose="020B0604030504040204" pitchFamily="34" charset="0"/>
                <a:cs typeface="Sakkal Majalla" panose="02000000000000000000" pitchFamily="2" charset="-78"/>
              </a:rPr>
              <a:t>المخاطر المحتملة لكل خيار والنُهُج البديلة المعقولة التي يمكن اتباعها</a:t>
            </a:r>
            <a:endParaRPr lang="en-GB" sz="1600" dirty="0">
              <a:effectLst/>
              <a:latin typeface="Sakkal Majalla" panose="02000000000000000000" pitchFamily="2" charset="-78"/>
              <a:ea typeface="Times New Roman" panose="02020603050405020304" pitchFamily="18" charset="0"/>
              <a:cs typeface="Sakkal Majalla" panose="02000000000000000000" pitchFamily="2" charset="-78"/>
            </a:endParaRPr>
          </a:p>
          <a:p>
            <a:pPr marL="342900" lvl="0" indent="-342900" rtl="1">
              <a:spcBef>
                <a:spcPts val="850"/>
              </a:spcBef>
              <a:buFont typeface="Symbol" pitchFamily="2" charset="2"/>
              <a:buChar char=""/>
            </a:pPr>
            <a:r>
              <a:rPr lang="ar" sz="1600" dirty="0">
                <a:solidFill>
                  <a:srgbClr val="000000"/>
                </a:solidFill>
                <a:effectLst/>
                <a:latin typeface="Sakkal Majalla" panose="02000000000000000000" pitchFamily="2" charset="-78"/>
                <a:ea typeface="Verdana" panose="020B0604030504040204" pitchFamily="34" charset="0"/>
                <a:cs typeface="Sakkal Majalla" panose="02000000000000000000" pitchFamily="2" charset="-78"/>
              </a:rPr>
              <a:t>آثار الموارد البشرية والمادية والمالية في تشغيل كل خيار</a:t>
            </a:r>
            <a:endParaRPr lang="en-GB" sz="1600" dirty="0">
              <a:effectLst/>
              <a:latin typeface="Sakkal Majalla" panose="02000000000000000000" pitchFamily="2" charset="-78"/>
              <a:ea typeface="Times New Roman" panose="02020603050405020304" pitchFamily="18" charset="0"/>
              <a:cs typeface="Sakkal Majalla" panose="02000000000000000000" pitchFamily="2" charset="-78"/>
            </a:endParaRPr>
          </a:p>
          <a:p>
            <a:pPr marL="342900" lvl="0" indent="-342900" rtl="1">
              <a:spcBef>
                <a:spcPts val="850"/>
              </a:spcBef>
              <a:buFont typeface="Symbol" pitchFamily="2" charset="2"/>
              <a:buChar char=""/>
            </a:pPr>
            <a:r>
              <a:rPr lang="ar" sz="1600" dirty="0">
                <a:solidFill>
                  <a:srgbClr val="000000"/>
                </a:solidFill>
                <a:effectLst/>
                <a:latin typeface="Sakkal Majalla" panose="02000000000000000000" pitchFamily="2" charset="-78"/>
                <a:ea typeface="Verdana" panose="020B0604030504040204" pitchFamily="34" charset="0"/>
                <a:cs typeface="Sakkal Majalla" panose="02000000000000000000" pitchFamily="2" charset="-78"/>
              </a:rPr>
              <a:t>تأثير التشريعات واللوائح في كل خيار</a:t>
            </a:r>
            <a:endParaRPr lang="en-GB" sz="1600" dirty="0">
              <a:effectLst/>
              <a:latin typeface="Sakkal Majalla" panose="02000000000000000000" pitchFamily="2" charset="-78"/>
              <a:ea typeface="Times New Roman" panose="02020603050405020304" pitchFamily="18" charset="0"/>
              <a:cs typeface="Sakkal Majalla" panose="02000000000000000000" pitchFamily="2" charset="-78"/>
            </a:endParaRPr>
          </a:p>
          <a:p>
            <a:pPr marL="342900" lvl="0" indent="-342900" rtl="1">
              <a:spcBef>
                <a:spcPts val="850"/>
              </a:spcBef>
              <a:buFont typeface="Symbol" pitchFamily="2" charset="2"/>
              <a:buChar char=""/>
            </a:pPr>
            <a:r>
              <a:rPr lang="ar" sz="1600" dirty="0">
                <a:solidFill>
                  <a:srgbClr val="000000"/>
                </a:solidFill>
                <a:effectLst/>
                <a:latin typeface="Sakkal Majalla" panose="02000000000000000000" pitchFamily="2" charset="-78"/>
                <a:ea typeface="Verdana" panose="020B0604030504040204" pitchFamily="34" charset="0"/>
                <a:cs typeface="Sakkal Majalla" panose="02000000000000000000" pitchFamily="2" charset="-78"/>
              </a:rPr>
              <a:t>استخدام التوقعات المالية وتحليل النسب للتنبؤ بأداء كل خيار والأهمية النسبية لهذه البيانات</a:t>
            </a:r>
            <a:endParaRPr lang="en-GB" sz="1600" dirty="0">
              <a:effectLst/>
              <a:latin typeface="Sakkal Majalla" panose="02000000000000000000" pitchFamily="2" charset="-78"/>
              <a:ea typeface="Times New Roman" panose="02020603050405020304" pitchFamily="18" charset="0"/>
              <a:cs typeface="Sakkal Majalla" panose="02000000000000000000" pitchFamily="2" charset="-78"/>
            </a:endParaRPr>
          </a:p>
          <a:p>
            <a:pPr marL="342900" lvl="0" indent="-342900" rtl="1">
              <a:spcBef>
                <a:spcPts val="850"/>
              </a:spcBef>
              <a:buFont typeface="Symbol" pitchFamily="2" charset="2"/>
              <a:buChar char=""/>
            </a:pPr>
            <a:r>
              <a:rPr lang="ar" sz="1600" dirty="0">
                <a:solidFill>
                  <a:srgbClr val="000000"/>
                </a:solidFill>
                <a:effectLst/>
                <a:latin typeface="Sakkal Majalla" panose="02000000000000000000" pitchFamily="2" charset="-78"/>
                <a:ea typeface="Verdana" panose="020B0604030504040204" pitchFamily="34" charset="0"/>
                <a:cs typeface="Sakkal Majalla" panose="02000000000000000000" pitchFamily="2" charset="-78"/>
              </a:rPr>
              <a:t>استنتاج مدعوم يوصي بالخيار الذي يجب أن يختاره المالك. </a:t>
            </a:r>
            <a:endParaRPr lang="en-GB" sz="1600" dirty="0">
              <a:effectLst/>
              <a:latin typeface="Sakkal Majalla" panose="02000000000000000000" pitchFamily="2" charset="-78"/>
              <a:ea typeface="Times New Roman" panose="02020603050405020304" pitchFamily="18" charset="0"/>
              <a:cs typeface="Sakkal Majalla" panose="02000000000000000000" pitchFamily="2" charset="-78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31C6962-9FBC-8FE5-6836-A457E724B6DD}"/>
              </a:ext>
            </a:extLst>
          </p:cNvPr>
          <p:cNvSpPr txBox="1">
            <a:spLocks/>
          </p:cNvSpPr>
          <p:nvPr/>
        </p:nvSpPr>
        <p:spPr bwMode="auto">
          <a:xfrm>
            <a:off x="35496" y="6603206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/>
          </a:bodyPr>
          <a:lstStyle>
            <a:defPPr>
              <a:defRPr lang="en-GB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9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A103000398478</a:t>
            </a:r>
            <a:endParaRPr lang="ar" sz="900" dirty="0"/>
          </a:p>
        </p:txBody>
      </p:sp>
    </p:spTree>
    <p:extLst>
      <p:ext uri="{BB962C8B-B14F-4D97-AF65-F5344CB8AC3E}">
        <p14:creationId xmlns:p14="http://schemas.microsoft.com/office/powerpoint/2010/main" val="999129313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BED1CF-74E9-3F99-0294-1676373B99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A95F828-4E1D-84D3-4B5F-B749079C6D84}"/>
              </a:ext>
            </a:extLst>
          </p:cNvPr>
          <p:cNvSpPr txBox="1"/>
          <p:nvPr/>
        </p:nvSpPr>
        <p:spPr bwMode="auto">
          <a:xfrm>
            <a:off x="4699899" y="1916832"/>
            <a:ext cx="3969197" cy="2622413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/>
          </a:bodyPr>
          <a:lstStyle/>
          <a:p>
            <a:pPr defTabSz="431800" rtl="1">
              <a:lnSpc>
                <a:spcPct val="110000"/>
              </a:lnSpc>
              <a:spcBef>
                <a:spcPct val="20000"/>
              </a:spcBef>
            </a:pPr>
            <a:r>
              <a:rPr lang="ar" dirty="0">
                <a:latin typeface="Sakkal Majalla" panose="02000000000000000000" pitchFamily="2" charset="-78"/>
                <a:cs typeface="Sakkal Majalla" panose="02000000000000000000" pitchFamily="2" charset="-78"/>
              </a:rPr>
              <a:t>كما يجب عليك إنشاء عرض تقديمي</a:t>
            </a:r>
            <a:r>
              <a:rPr lang="ar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 موجز</a:t>
            </a:r>
            <a:r>
              <a:rPr lang="ar" dirty="0">
                <a:latin typeface="Sakkal Majalla" panose="02000000000000000000" pitchFamily="2" charset="-78"/>
                <a:cs typeface="Sakkal Majalla" panose="02000000000000000000" pitchFamily="2" charset="-78"/>
              </a:rPr>
              <a:t> لإقناع المالك بأن هذا هو الخيار الأفضل للشركة. حيث يجب أن: </a:t>
            </a:r>
          </a:p>
          <a:p>
            <a:pPr marL="342900" indent="-342900" defTabSz="431800" rtl="1">
              <a:lnSpc>
                <a:spcPct val="110000"/>
              </a:lnSpc>
              <a:spcBef>
                <a:spcPct val="20000"/>
              </a:spcBef>
              <a:buFont typeface="Wingdings" pitchFamily="2" charset="2"/>
              <a:buChar char="§"/>
            </a:pPr>
            <a:r>
              <a:rPr lang="ar" dirty="0">
                <a:latin typeface="Sakkal Majalla" panose="02000000000000000000" pitchFamily="2" charset="-78"/>
                <a:cs typeface="Sakkal Majalla" panose="02000000000000000000" pitchFamily="2" charset="-78"/>
              </a:rPr>
              <a:t>يكون لديك مجموعة من الشرائح تتضمن ملاحظات المتحدث أو نص</a:t>
            </a:r>
          </a:p>
          <a:p>
            <a:pPr marL="342900" indent="-342900" defTabSz="431800" rtl="1">
              <a:lnSpc>
                <a:spcPct val="110000"/>
              </a:lnSpc>
              <a:spcBef>
                <a:spcPct val="20000"/>
              </a:spcBef>
              <a:buFont typeface="Wingdings" pitchFamily="2" charset="2"/>
              <a:buChar char="§"/>
            </a:pPr>
            <a:r>
              <a:rPr lang="ar" dirty="0">
                <a:latin typeface="Sakkal Majalla" panose="02000000000000000000" pitchFamily="2" charset="-78"/>
                <a:cs typeface="Sakkal Majalla" panose="02000000000000000000" pitchFamily="2" charset="-78"/>
              </a:rPr>
              <a:t>لخص الاختيار الذي قمت به للخيار الأول أو الخيار الثاني باستخدام البيانات المذكورة في تقريرك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B7BB8C-45EA-58DB-9A37-6FB2F8F8E4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926" y="1135507"/>
            <a:ext cx="8249170" cy="662457"/>
          </a:xfrm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  <a:normAutofit/>
          </a:bodyPr>
          <a:lstStyle/>
          <a:p>
            <a:pPr rtl="1">
              <a:lnSpc>
                <a:spcPct val="90000"/>
              </a:lnSpc>
            </a:pPr>
            <a:r>
              <a:rPr lang="ar" sz="2000" b="1" dirty="0"/>
              <a:t>استخدام مهارات</a:t>
            </a:r>
            <a:r>
              <a:rPr lang="ar" sz="2000" b="1" dirty="0">
                <a:effectLst/>
              </a:rPr>
              <a:t> تكنولوجيا المعلومات الخاصة بك لإنشاء عرض تقديمي لتقييمك</a:t>
            </a:r>
            <a:endParaRPr lang="en-US" sz="2000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E354F066-4973-F187-8E20-2CE86AFB0A95}"/>
              </a:ext>
            </a:extLst>
          </p:cNvPr>
          <p:cNvGrpSpPr/>
          <p:nvPr/>
        </p:nvGrpSpPr>
        <p:grpSpPr>
          <a:xfrm>
            <a:off x="426958" y="4966409"/>
            <a:ext cx="8249170" cy="1512168"/>
            <a:chOff x="0" y="353532"/>
            <a:chExt cx="2564804" cy="1538882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D0CA9DDB-9CB4-B5DC-2DDC-B58C4517E6E8}"/>
                </a:ext>
              </a:extLst>
            </p:cNvPr>
            <p:cNvSpPr/>
            <p:nvPr/>
          </p:nvSpPr>
          <p:spPr>
            <a:xfrm>
              <a:off x="0" y="353532"/>
              <a:ext cx="2564804" cy="1538882"/>
            </a:xfrm>
            <a:prstGeom prst="rect">
              <a:avLst/>
            </a:prstGeom>
            <a:gradFill rotWithShape="0">
              <a:gsLst>
                <a:gs pos="0">
                  <a:schemeClr val="accent2">
                    <a:lumMod val="20000"/>
                    <a:lumOff val="80000"/>
                  </a:schemeClr>
                </a:gs>
                <a:gs pos="80000">
                  <a:schemeClr val="accent1">
                    <a:hueOff val="0"/>
                    <a:satOff val="0"/>
                    <a:lumOff val="0"/>
                    <a:alphaOff val="0"/>
                    <a:shade val="93000"/>
                    <a:satMod val="130000"/>
                  </a:schemeClr>
                </a:gs>
                <a:gs pos="100000">
                  <a:schemeClr val="accent1">
                    <a:hueOff val="0"/>
                    <a:satOff val="0"/>
                    <a:lumOff val="0"/>
                    <a:alphaOff val="0"/>
                    <a:shade val="94000"/>
                    <a:satMod val="135000"/>
                  </a:schemeClr>
                </a:gs>
              </a:gsLst>
            </a:gradFill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rgbClr r="0" g="0" b="0"/>
            </a:fillRef>
            <a:effectRef idx="3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rtlCol="1"/>
            <a:lstStyle/>
            <a:p>
              <a:pPr rtl="1"/>
              <a:endParaRPr lang="en-US" dirty="0">
                <a:latin typeface="Sakkal Majalla" panose="02000000000000000000" pitchFamily="2" charset="-78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05BD28D4-F49B-3678-0366-C66ABE73EB9B}"/>
                </a:ext>
              </a:extLst>
            </p:cNvPr>
            <p:cNvSpPr txBox="1"/>
            <p:nvPr/>
          </p:nvSpPr>
          <p:spPr>
            <a:xfrm>
              <a:off x="0" y="353532"/>
              <a:ext cx="2564804" cy="153888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0010" tIns="80010" rIns="80010" bIns="80010" numCol="1" spcCol="1270" rtlCol="1" anchor="ctr" anchorCtr="0">
              <a:noAutofit/>
            </a:bodyPr>
            <a:lstStyle/>
            <a:p>
              <a:pPr rtl="1"/>
              <a:r>
                <a:rPr lang="ar" sz="2000" b="1" dirty="0">
                  <a:solidFill>
                    <a:srgbClr val="7030A0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تذكر</a:t>
              </a:r>
              <a:endParaRPr lang="ar" sz="1600" b="1" dirty="0">
                <a:solidFill>
                  <a:srgbClr val="7030A0"/>
                </a:solidFill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  <a:p>
              <a:pPr rtl="1"/>
              <a:endParaRPr lang="en-US" sz="1600" b="1" dirty="0">
                <a:solidFill>
                  <a:srgbClr val="7030A0"/>
                </a:solidFill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  <a:p>
              <a:pPr rtl="1"/>
              <a:r>
                <a:rPr lang="ar" sz="1600" dirty="0">
                  <a:solidFill>
                    <a:srgbClr val="7030A0"/>
                  </a:solidFill>
                  <a:latin typeface="Sakkal Majalla" panose="02000000000000000000" pitchFamily="2" charset="-78"/>
                  <a:cs typeface="Sakkal Majalla" panose="02000000000000000000" pitchFamily="2" charset="-78"/>
                </a:rPr>
                <a:t>يجب عليك تقديم أسباب واضحة مدعومة بالقوائم المالية وغيرها من البيانات من تقريرك حول سبب ضرورة اختيار المالك لهذا الخيار.</a:t>
              </a:r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91005325-D241-909E-337D-3491AED00C12}"/>
              </a:ext>
            </a:extLst>
          </p:cNvPr>
          <p:cNvSpPr txBox="1"/>
          <p:nvPr/>
        </p:nvSpPr>
        <p:spPr>
          <a:xfrm>
            <a:off x="448440" y="1950569"/>
            <a:ext cx="3969197" cy="170816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1">
            <a:spAutoFit/>
          </a:bodyPr>
          <a:lstStyle/>
          <a:p>
            <a:pPr rtl="1">
              <a:spcBef>
                <a:spcPts val="850"/>
              </a:spcBef>
              <a:spcAft>
                <a:spcPts val="0"/>
              </a:spcAft>
            </a:pPr>
            <a:r>
              <a:rPr lang="ar" b="1" dirty="0">
                <a:solidFill>
                  <a:srgbClr val="000000"/>
                </a:solidFill>
                <a:effectLst/>
                <a:latin typeface="Sakkal Majalla" panose="02000000000000000000" pitchFamily="2" charset="-78"/>
                <a:ea typeface="Verdana" panose="020B0604030504040204" pitchFamily="34" charset="0"/>
                <a:cs typeface="Sakkal Majalla" panose="02000000000000000000" pitchFamily="2" charset="-78"/>
              </a:rPr>
              <a:t>العرض التقديمي</a:t>
            </a:r>
            <a:endParaRPr lang="en-GB" dirty="0">
              <a:effectLst/>
              <a:latin typeface="Sakkal Majalla" panose="02000000000000000000" pitchFamily="2" charset="-78"/>
              <a:ea typeface="Times New Roman" panose="02020603050405020304" pitchFamily="18" charset="0"/>
              <a:cs typeface="Sakkal Majalla" panose="02000000000000000000" pitchFamily="2" charset="-78"/>
            </a:endParaRPr>
          </a:p>
          <a:p>
            <a:pPr rtl="1">
              <a:spcBef>
                <a:spcPts val="850"/>
              </a:spcBef>
              <a:spcAft>
                <a:spcPts val="0"/>
              </a:spcAft>
            </a:pPr>
            <a:r>
              <a:rPr lang="ar" dirty="0">
                <a:solidFill>
                  <a:srgbClr val="000000"/>
                </a:solidFill>
                <a:effectLst/>
                <a:latin typeface="Sakkal Majalla" panose="02000000000000000000" pitchFamily="2" charset="-78"/>
                <a:ea typeface="Verdana" panose="020B0604030504040204" pitchFamily="34" charset="0"/>
                <a:cs typeface="Sakkal Majalla" panose="02000000000000000000" pitchFamily="2" charset="-78"/>
              </a:rPr>
              <a:t>يجب أن تعرض الشرائح وملاحظات المتحدث الخاصة بك تحليل عملك وتوصيتك للمالك، مع تقديم أسباب واضحة ومدعومة لتفضيل</a:t>
            </a:r>
            <a:r>
              <a:rPr lang="ar" b="1" dirty="0">
                <a:solidFill>
                  <a:srgbClr val="000000"/>
                </a:solidFill>
                <a:effectLst/>
                <a:latin typeface="Sakkal Majalla" panose="02000000000000000000" pitchFamily="2" charset="-78"/>
                <a:ea typeface="Verdana" panose="020B0604030504040204" pitchFamily="34" charset="0"/>
                <a:cs typeface="Sakkal Majalla" panose="02000000000000000000" pitchFamily="2" charset="-78"/>
              </a:rPr>
              <a:t> أحد </a:t>
            </a:r>
            <a:r>
              <a:rPr lang="ar" dirty="0">
                <a:solidFill>
                  <a:srgbClr val="000000"/>
                </a:solidFill>
                <a:effectLst/>
                <a:latin typeface="Sakkal Majalla" panose="02000000000000000000" pitchFamily="2" charset="-78"/>
                <a:ea typeface="Verdana" panose="020B0604030504040204" pitchFamily="34" charset="0"/>
                <a:cs typeface="Sakkal Majalla" panose="02000000000000000000" pitchFamily="2" charset="-78"/>
              </a:rPr>
              <a:t>خيارات الأعمال على </a:t>
            </a:r>
            <a:r>
              <a:rPr lang="ar" b="1" dirty="0">
                <a:solidFill>
                  <a:srgbClr val="000000"/>
                </a:solidFill>
                <a:effectLst/>
                <a:latin typeface="Sakkal Majalla" panose="02000000000000000000" pitchFamily="2" charset="-78"/>
                <a:ea typeface="Verdana" panose="020B0604030504040204" pitchFamily="34" charset="0"/>
                <a:cs typeface="Sakkal Majalla" panose="02000000000000000000" pitchFamily="2" charset="-78"/>
              </a:rPr>
              <a:t>الآخر. </a:t>
            </a:r>
          </a:p>
          <a:p>
            <a:pPr rtl="1">
              <a:spcBef>
                <a:spcPts val="850"/>
              </a:spcBef>
              <a:spcAft>
                <a:spcPts val="0"/>
              </a:spcAft>
            </a:pPr>
            <a:r>
              <a:rPr lang="ar" b="1" dirty="0">
                <a:solidFill>
                  <a:srgbClr val="000000"/>
                </a:solidFill>
                <a:latin typeface="Sakkal Majalla" panose="02000000000000000000" pitchFamily="2" charset="-78"/>
                <a:ea typeface="Verdana" panose="020B0604030504040204" pitchFamily="34" charset="0"/>
                <a:cs typeface="Sakkal Majalla" panose="02000000000000000000" pitchFamily="2" charset="-78"/>
              </a:rPr>
              <a:t>ليس عليك تقديم هذا للعامة.</a:t>
            </a:r>
            <a:endParaRPr lang="en-GB" b="1" dirty="0">
              <a:effectLst/>
              <a:latin typeface="Sakkal Majalla" panose="02000000000000000000" pitchFamily="2" charset="-78"/>
              <a:ea typeface="Times New Roman" panose="02020603050405020304" pitchFamily="18" charset="0"/>
              <a:cs typeface="Sakkal Majalla" panose="02000000000000000000" pitchFamily="2" charset="-78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0B45522-336F-2CE5-B475-A609D62E543E}"/>
              </a:ext>
            </a:extLst>
          </p:cNvPr>
          <p:cNvSpPr txBox="1">
            <a:spLocks/>
          </p:cNvSpPr>
          <p:nvPr/>
        </p:nvSpPr>
        <p:spPr bwMode="auto">
          <a:xfrm>
            <a:off x="35496" y="6603206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/>
          </a:bodyPr>
          <a:lstStyle>
            <a:defPPr>
              <a:defRPr lang="en-GB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9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A103000398478</a:t>
            </a:r>
            <a:endParaRPr lang="ar" sz="900" dirty="0"/>
          </a:p>
        </p:txBody>
      </p:sp>
    </p:spTree>
    <p:extLst>
      <p:ext uri="{BB962C8B-B14F-4D97-AF65-F5344CB8AC3E}">
        <p14:creationId xmlns:p14="http://schemas.microsoft.com/office/powerpoint/2010/main" val="1346547417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26D5BC-4791-2754-61FB-42B8EBB936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2">
            <a:extLst>
              <a:ext uri="{FF2B5EF4-FFF2-40B4-BE49-F238E27FC236}">
                <a16:creationId xmlns:a16="http://schemas.microsoft.com/office/drawing/2014/main" id="{5A86376C-CBB6-29CE-44CD-C70A532E719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195200"/>
            <a:ext cx="8229600" cy="8640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  <a:normAutofit/>
          </a:bodyPr>
          <a:lstStyle/>
          <a:p>
            <a:pPr rtl="1"/>
            <a:r>
              <a:rPr lang="ar" sz="2200" b="1" dirty="0"/>
              <a:t>النشاط - مناقشة المخاطر والفرص</a:t>
            </a:r>
            <a:br>
              <a:rPr lang="en-GB" altLang="en-US" sz="2200" b="1" dirty="0"/>
            </a:br>
            <a:r>
              <a:rPr lang="ar" sz="2200" dirty="0"/>
              <a:t>لا يتغير تقييم هذه الوحدة أبدًا، ولكن السيناريو يتغير. </a:t>
            </a:r>
            <a:endParaRPr lang="en-GB" altLang="en-US" sz="2200" b="1" dirty="0">
              <a:highlight>
                <a:srgbClr val="FFFF00"/>
              </a:highlight>
            </a:endParaRPr>
          </a:p>
        </p:txBody>
      </p:sp>
      <p:sp>
        <p:nvSpPr>
          <p:cNvPr id="30723" name="Content Placeholder 3">
            <a:extLst>
              <a:ext uri="{FF2B5EF4-FFF2-40B4-BE49-F238E27FC236}">
                <a16:creationId xmlns:a16="http://schemas.microsoft.com/office/drawing/2014/main" id="{F85A4AE2-E7D8-8425-B2BE-508239488141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4067944" y="2204864"/>
            <a:ext cx="4618856" cy="4061482"/>
          </a:xfr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/>
          </a:bodyPr>
          <a:lstStyle/>
          <a:p>
            <a:pPr marL="0" indent="0" rtl="1">
              <a:lnSpc>
                <a:spcPct val="120000"/>
              </a:lnSpc>
              <a:buNone/>
            </a:pPr>
            <a:r>
              <a:rPr lang="ar" sz="1800" b="1" dirty="0"/>
              <a:t>ما نوع المخاطر والفرص التي قد تكون موجودة للخيارات الآتية؟</a:t>
            </a:r>
          </a:p>
          <a:p>
            <a:pPr rtl="1">
              <a:lnSpc>
                <a:spcPct val="120000"/>
              </a:lnSpc>
              <a:buFont typeface="+mj-lt"/>
              <a:buAutoNum type="arabicPeriod"/>
            </a:pPr>
            <a:r>
              <a:rPr lang="ar" sz="1800" dirty="0"/>
              <a:t>افتح كشك ملابس في موسم أو متجر بيع مؤقت في مركز تسوق</a:t>
            </a:r>
          </a:p>
          <a:p>
            <a:pPr rtl="1">
              <a:lnSpc>
                <a:spcPct val="120000"/>
              </a:lnSpc>
              <a:buFont typeface="+mj-lt"/>
              <a:buAutoNum type="arabicPeriod"/>
            </a:pPr>
            <a:r>
              <a:rPr lang="ar" sz="1800" dirty="0"/>
              <a:t>استأجر وحدة على حافة المدينة أو غرفة داخل متجر </a:t>
            </a:r>
          </a:p>
          <a:p>
            <a:pPr rtl="1">
              <a:lnSpc>
                <a:spcPct val="120000"/>
              </a:lnSpc>
              <a:buFont typeface="+mj-lt"/>
              <a:buAutoNum type="arabicPeriod"/>
            </a:pPr>
            <a:r>
              <a:rPr lang="ar" sz="1800" dirty="0"/>
              <a:t>افتح مقهى في المدينة أو قم بتشغيله من شاحنة طعام متنقلة</a:t>
            </a:r>
          </a:p>
          <a:p>
            <a:pPr rtl="1">
              <a:lnSpc>
                <a:spcPct val="120000"/>
              </a:lnSpc>
              <a:buFont typeface="+mj-lt"/>
              <a:buAutoNum type="arabicPeriod"/>
            </a:pPr>
            <a:r>
              <a:rPr lang="ar" sz="1800" dirty="0"/>
              <a:t>قدم جولات إرشادية في عربات الريكاشة الإلكترونية أو الجولات ذاتية التوجيه على الدراجات الإلكترونية</a:t>
            </a:r>
          </a:p>
          <a:p>
            <a:pPr rtl="1">
              <a:lnSpc>
                <a:spcPct val="120000"/>
              </a:lnSpc>
              <a:buFont typeface="+mj-lt"/>
              <a:buAutoNum type="arabicPeriod"/>
            </a:pPr>
            <a:r>
              <a:rPr lang="ar" sz="1800" dirty="0"/>
              <a:t>إضافة خدمة "تصميم وإنشاء" الحدائق إلى متجرهم الحالي أو استئجار متجر لبضائع الحدائق تم بناؤه حديثًا.</a:t>
            </a:r>
          </a:p>
          <a:p>
            <a:pPr rtl="1">
              <a:lnSpc>
                <a:spcPct val="120000"/>
              </a:lnSpc>
              <a:buFont typeface="+mj-lt"/>
              <a:buAutoNum type="arabicPeriod"/>
            </a:pPr>
            <a:r>
              <a:rPr lang="ar" sz="1800" dirty="0"/>
              <a:t>قم بشراء استوديو صور موجود في المدينة أو قم ببناء استوديو تصوير في المنزل</a:t>
            </a:r>
          </a:p>
          <a:p>
            <a:pPr marL="0" indent="0" rtl="1">
              <a:lnSpc>
                <a:spcPct val="120000"/>
              </a:lnSpc>
              <a:buNone/>
            </a:pPr>
            <a:endParaRPr lang="en-GB" altLang="en-US" sz="2800" dirty="0"/>
          </a:p>
        </p:txBody>
      </p:sp>
      <p:pic>
        <p:nvPicPr>
          <p:cNvPr id="4" name="Picture 3" descr="A person with arrows pointing to her head&#10;&#10;Description automatically generated">
            <a:extLst>
              <a:ext uri="{FF2B5EF4-FFF2-40B4-BE49-F238E27FC236}">
                <a16:creationId xmlns:a16="http://schemas.microsoft.com/office/drawing/2014/main" id="{81D39F96-9F0E-14E8-E9BA-36B0760F94E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7200" y="3178098"/>
            <a:ext cx="3275856" cy="2115014"/>
          </a:xfrm>
          <a:prstGeom prst="rect">
            <a:avLst/>
          </a:prstGeom>
        </p:spPr>
      </p:pic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F4AB1D56-FD42-64F6-BB5B-DF1B72C27A52}"/>
              </a:ext>
            </a:extLst>
          </p:cNvPr>
          <p:cNvSpPr txBox="1">
            <a:spLocks/>
          </p:cNvSpPr>
          <p:nvPr/>
        </p:nvSpPr>
        <p:spPr bwMode="auto">
          <a:xfrm>
            <a:off x="35496" y="6603206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/>
          </a:bodyPr>
          <a:lstStyle>
            <a:defPPr>
              <a:defRPr lang="en-GB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9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A103000398478</a:t>
            </a:r>
            <a:endParaRPr lang="ar" sz="900" dirty="0"/>
          </a:p>
        </p:txBody>
      </p:sp>
    </p:spTree>
    <p:extLst>
      <p:ext uri="{BB962C8B-B14F-4D97-AF65-F5344CB8AC3E}">
        <p14:creationId xmlns:p14="http://schemas.microsoft.com/office/powerpoint/2010/main" val="175654089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2">
            <a:extLst>
              <a:ext uri="{FF2B5EF4-FFF2-40B4-BE49-F238E27FC236}">
                <a16:creationId xmlns:a16="http://schemas.microsoft.com/office/drawing/2014/main" id="{FC4F7FC9-2CE9-41A9-0CEE-4C8BD93B578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51520" y="1268760"/>
            <a:ext cx="8640960" cy="8636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rtl="1"/>
            <a:r>
              <a:rPr lang="ar" sz="4600" dirty="0"/>
              <a:t>شكر وتقدير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71ED6DB-1193-D7D6-14BD-76307D6EBF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8312" y="2195513"/>
            <a:ext cx="7991475" cy="3609975"/>
          </a:xfrm>
        </p:spPr>
        <p:txBody>
          <a:bodyPr rtlCol="1"/>
          <a:lstStyle/>
          <a:p>
            <a:pPr marL="0" indent="0" rtl="1">
              <a:buNone/>
            </a:pPr>
            <a:r>
              <a:rPr lang="ar" sz="2600" b="1" dirty="0"/>
              <a:t>الصور</a:t>
            </a:r>
          </a:p>
          <a:p>
            <a:pPr marL="0" indent="0" rtl="1">
              <a:buNone/>
            </a:pPr>
            <a:r>
              <a:rPr lang="ar" sz="2000" b="1" dirty="0">
                <a:effectLst/>
                <a:ea typeface="Calibri" panose="020F0502020204030204" pitchFamily="34" charset="0"/>
              </a:rPr>
              <a:t>123 آر إف: </a:t>
            </a:r>
            <a:r>
              <a:rPr lang="en" sz="2000" b="1" dirty="0">
                <a:effectLst/>
                <a:ea typeface="Calibri" panose="020F0502020204030204" pitchFamily="34" charset="0"/>
              </a:rPr>
              <a:t> </a:t>
            </a:r>
            <a:r>
              <a:rPr lang="en-US" sz="2000" dirty="0">
                <a:effectLst/>
                <a:ea typeface="Calibri" panose="020F0502020204030204" pitchFamily="34" charset="0"/>
              </a:rPr>
              <a:t>ra2studio</a:t>
            </a:r>
            <a:r>
              <a:rPr lang="ar" sz="2000" dirty="0">
                <a:effectLst/>
                <a:ea typeface="Calibri" panose="020F0502020204030204" pitchFamily="34" charset="0"/>
              </a:rPr>
              <a:t> (الشريحة 1)، أبينان (الشريحة 5)، إيفان تريفونينكو (الشريحة 66)، </a:t>
            </a:r>
            <a:r>
              <a:rPr lang="en-US" sz="2000" dirty="0">
                <a:effectLst/>
                <a:ea typeface="Calibri" panose="020F0502020204030204" pitchFamily="34" charset="0"/>
              </a:rPr>
              <a:t>ra2studio</a:t>
            </a:r>
            <a:r>
              <a:rPr lang="ar" sz="2000" dirty="0">
                <a:effectLst/>
                <a:ea typeface="Calibri" panose="020F0502020204030204" pitchFamily="34" charset="0"/>
              </a:rPr>
              <a:t> (الشريحة 69)؛ </a:t>
            </a:r>
            <a:r>
              <a:rPr lang="ar" sz="2000" b="1" dirty="0">
                <a:effectLst/>
                <a:ea typeface="Calibri" panose="020F0502020204030204" pitchFamily="34" charset="0"/>
              </a:rPr>
              <a:t>شترستوك: </a:t>
            </a:r>
            <a:r>
              <a:rPr lang="ar" sz="2000" dirty="0">
                <a:effectLst/>
                <a:ea typeface="Calibri" panose="020F0502020204030204" pitchFamily="34" charset="0"/>
              </a:rPr>
              <a:t>فيكتوريوم (شريحة 3)، فيكتوريا كورباس (شريحة 6 وشريحة 10)، 0بيرون (شريحة 16)، بروستوكستوديو (شريحة 19)، ماكروفكتور (شريحة 20)، أوفيرإيرث (شريحة 59)، أيقونك بيستيري (شريحة 63)، ماشا تايس (شريحة 65).</a:t>
            </a:r>
          </a:p>
          <a:p>
            <a:pPr rtl="1"/>
            <a:endParaRPr lang="en-GB" dirty="0"/>
          </a:p>
          <a:p>
            <a:pPr rtl="1"/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42B8BA4-C02E-41A7-672E-AE8486A4F9C9}"/>
              </a:ext>
            </a:extLst>
          </p:cNvPr>
          <p:cNvSpPr txBox="1">
            <a:spLocks/>
          </p:cNvSpPr>
          <p:nvPr/>
        </p:nvSpPr>
        <p:spPr bwMode="auto">
          <a:xfrm>
            <a:off x="35496" y="6603206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/>
          </a:bodyPr>
          <a:lstStyle>
            <a:defPPr>
              <a:defRPr lang="en-GB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9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A103000398478</a:t>
            </a:r>
            <a:endParaRPr lang="ar" sz="900" dirty="0"/>
          </a:p>
        </p:txBody>
      </p:sp>
    </p:spTree>
  </p:cSld>
  <p:clrMapOvr>
    <a:masterClrMapping/>
  </p:clrMapOvr>
  <p:transition>
    <p:sndAc>
      <p:stSnd>
        <p:snd r:embed="rId3" name="click.wav"/>
      </p:stSnd>
    </p:sndAc>
  </p:transition>
</p:sld>
</file>

<file path=ppt/theme/theme1.xml><?xml version="1.0" encoding="utf-8"?>
<a:theme xmlns:a="http://schemas.openxmlformats.org/drawingml/2006/main" name="1_Art and Design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2_Beauty Therapy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3_Business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4_Construction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5_Creative Media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6_Engineering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7_Hospitality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8.xml><?xml version="1.0" encoding="utf-8"?>
<a:theme xmlns:a="http://schemas.openxmlformats.org/drawingml/2006/main" name="8_Information Technology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9.xml><?xml version="1.0" encoding="utf-8"?>
<a:theme xmlns:a="http://schemas.openxmlformats.org/drawingml/2006/main" name="9_Land-based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10.xml><?xml version="1.0" encoding="utf-8"?>
<a:theme xmlns:a="http://schemas.openxmlformats.org/drawingml/2006/main" name="10_Travel and Tourism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11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1F2AC0EC27FF3458662E003F8FEC281" ma:contentTypeVersion="20" ma:contentTypeDescription="Create a new document." ma:contentTypeScope="" ma:versionID="7d267daa26e24eee3a5f4b0eb9224b47">
  <xsd:schema xmlns:xsd="http://www.w3.org/2001/XMLSchema" xmlns:xs="http://www.w3.org/2001/XMLSchema" xmlns:p="http://schemas.microsoft.com/office/2006/metadata/properties" xmlns:ns2="f63d1639-2e8e-4dfe-b2d4-ff2deac92409" xmlns:ns3="7012c9df-7563-46f6-96ee-cebd66fd5577" targetNamespace="http://schemas.microsoft.com/office/2006/metadata/properties" ma:root="true" ma:fieldsID="144a094b618d5dc1a3294a7bede64c09" ns2:_="" ns3:_="">
    <xsd:import namespace="f63d1639-2e8e-4dfe-b2d4-ff2deac92409"/>
    <xsd:import namespace="7012c9df-7563-46f6-96ee-cebd66fd557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Location" minOccurs="0"/>
                <xsd:element ref="ns2:MediaServiceObjectDetectorVersions" minOccurs="0"/>
                <xsd:element ref="ns2:_Flow_SignoffStatus" minOccurs="0"/>
                <xsd:element ref="ns2:MediaServiceSearchProperties" minOccurs="0"/>
                <xsd:element ref="ns2:AdditionalInfo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63d1639-2e8e-4dfe-b2d4-ff2deac9240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46342d94-4a90-4c9b-8c88-cb4c8647e98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3" nillable="true" ma:displayName="Location" ma:internalName="MediaServiceLocation" ma:readOnly="true">
      <xsd:simpleType>
        <xsd:restriction base="dms:Text"/>
      </xsd:simple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_Flow_SignoffStatus" ma:index="25" nillable="true" ma:displayName="Sign-off status" ma:internalName="Sign_x002d_off_x0020_status">
      <xsd:simpleType>
        <xsd:restriction base="dms:Text"/>
      </xsd:simpleType>
    </xsd:element>
    <xsd:element name="MediaServiceSearchProperties" ma:index="2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AdditionalInfo" ma:index="27" nillable="true" ma:displayName="Additional Info" ma:format="Dropdown" ma:internalName="AdditionalInfo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012c9df-7563-46f6-96ee-cebd66fd5577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68bf6128-19fb-458b-8dd6-b174ec593e06}" ma:internalName="TaxCatchAll" ma:showField="CatchAllData" ma:web="7012c9df-7563-46f6-96ee-cebd66fd557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7012c9df-7563-46f6-96ee-cebd66fd5577" xsi:nil="true"/>
    <lcf76f155ced4ddcb4097134ff3c332f xmlns="f63d1639-2e8e-4dfe-b2d4-ff2deac92409">
      <Terms xmlns="http://schemas.microsoft.com/office/infopath/2007/PartnerControls"/>
    </lcf76f155ced4ddcb4097134ff3c332f>
    <_Flow_SignoffStatus xmlns="f63d1639-2e8e-4dfe-b2d4-ff2deac92409" xsi:nil="true"/>
    <AdditionalInfo xmlns="f63d1639-2e8e-4dfe-b2d4-ff2deac92409" xsi:nil="true"/>
  </documentManagement>
</p:properties>
</file>

<file path=customXml/itemProps1.xml><?xml version="1.0" encoding="utf-8"?>
<ds:datastoreItem xmlns:ds="http://schemas.openxmlformats.org/officeDocument/2006/customXml" ds:itemID="{0AA2910D-4917-49C0-8FBC-BFF7ABD28CF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C978427-B160-4FD5-8C8D-BF039456FB8D}"/>
</file>

<file path=customXml/itemProps3.xml><?xml version="1.0" encoding="utf-8"?>
<ds:datastoreItem xmlns:ds="http://schemas.openxmlformats.org/officeDocument/2006/customXml" ds:itemID="{BE128C10-8494-4532-BC53-E6B6CAF2921F}">
  <ds:schemaRefs>
    <ds:schemaRef ds:uri="http://purl.org/dc/dcmitype/"/>
    <ds:schemaRef ds:uri="http://purl.org/dc/terms/"/>
    <ds:schemaRef ds:uri="http://schemas.microsoft.com/office/2006/metadata/properties"/>
    <ds:schemaRef ds:uri="http://purl.org/dc/elements/1.1/"/>
    <ds:schemaRef ds:uri="http://schemas.microsoft.com/office/2006/documentManagement/types"/>
    <ds:schemaRef ds:uri="http://schemas.microsoft.com/office/infopath/2007/PartnerControls"/>
    <ds:schemaRef ds:uri="http://www.w3.org/XML/1998/namespace"/>
    <ds:schemaRef ds:uri="http://schemas.openxmlformats.org/package/2006/metadata/core-properties"/>
    <ds:schemaRef ds:uri="7c1bd8dc-4e40-424f-a15f-9ffcd522197f"/>
    <ds:schemaRef ds:uri="6125ffc9-2c56-435e-8267-1393444907b2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14749</TotalTime>
  <Words>5890</Words>
  <Application>Microsoft Office PowerPoint</Application>
  <PresentationFormat>On-screen Show (4:3)</PresentationFormat>
  <Paragraphs>1027</Paragraphs>
  <Slides>70</Slides>
  <Notes>70</Notes>
  <HiddenSlides>0</HiddenSlides>
  <MMClips>0</MMClips>
  <ScaleCrop>false</ScaleCrop>
  <HeadingPairs>
    <vt:vector size="8" baseType="variant">
      <vt:variant>
        <vt:lpstr>Fonts Used</vt:lpstr>
      </vt:variant>
      <vt:variant>
        <vt:i4>12</vt:i4>
      </vt:variant>
      <vt:variant>
        <vt:lpstr>Theme</vt:lpstr>
      </vt:variant>
      <vt:variant>
        <vt:i4>10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70</vt:i4>
      </vt:variant>
    </vt:vector>
  </HeadingPairs>
  <TitlesOfParts>
    <vt:vector size="93" baseType="lpstr">
      <vt:lpstr>Arial</vt:lpstr>
      <vt:lpstr>Calibri</vt:lpstr>
      <vt:lpstr>Cambria Math</vt:lpstr>
      <vt:lpstr>Courier New</vt:lpstr>
      <vt:lpstr>OpenSans</vt:lpstr>
      <vt:lpstr>Roboto</vt:lpstr>
      <vt:lpstr>Sakkal Majalla</vt:lpstr>
      <vt:lpstr>Symbol</vt:lpstr>
      <vt:lpstr>SymbolMT</vt:lpstr>
      <vt:lpstr>Times New Roman</vt:lpstr>
      <vt:lpstr>Verdana</vt:lpstr>
      <vt:lpstr>Wingdings</vt:lpstr>
      <vt:lpstr>1_Art and Design</vt:lpstr>
      <vt:lpstr>2_Beauty Therapy</vt:lpstr>
      <vt:lpstr>3_Business</vt:lpstr>
      <vt:lpstr>4_Construction</vt:lpstr>
      <vt:lpstr>5_Creative Media</vt:lpstr>
      <vt:lpstr>6_Engineering</vt:lpstr>
      <vt:lpstr>7_Hospitality</vt:lpstr>
      <vt:lpstr>8_Information Technology</vt:lpstr>
      <vt:lpstr>9_Land-based</vt:lpstr>
      <vt:lpstr>10_Travel and Tourism</vt:lpstr>
      <vt:lpstr>Worksheet</vt:lpstr>
      <vt:lpstr>الوحدة 7 اتخاذ قرارات الأعمال  </vt:lpstr>
      <vt:lpstr>اتخاذ قرارات الأعمال</vt:lpstr>
      <vt:lpstr>جمع المعرفة</vt:lpstr>
      <vt:lpstr>كيف يتم تقييم الوحدة 7؟</vt:lpstr>
      <vt:lpstr>ماذا يجب أن أفعل في تقييمي؟ (1)</vt:lpstr>
      <vt:lpstr>ماذا يجب أن أفعل في تقييمي؟ (2)</vt:lpstr>
      <vt:lpstr>محتوى الوحدة - نتاجات التعلم من أ إلى د</vt:lpstr>
      <vt:lpstr>نتاج التعلُّم أ  </vt:lpstr>
      <vt:lpstr>PowerPoint Presentation</vt:lpstr>
      <vt:lpstr> النشاط - مناقشة في الصف الدراسي</vt:lpstr>
      <vt:lpstr>أ1 الأفكار والأهداف التجارية تخيل أنك تستعد لتقديم المشورة لشخص يرغب في فتح شركة أو تطويرها. </vt:lpstr>
      <vt:lpstr>أ2 الغرض من الشركة وهيكلها</vt:lpstr>
      <vt:lpstr>أ3 ممارسات وعمليات الشركة (1)   </vt:lpstr>
      <vt:lpstr>أ3 ممارسات وعمليات الشركة (2)   </vt:lpstr>
      <vt:lpstr>أ4 استخدام نماذج الأعمال للمساعدة على اتخاذ القرار (1)    </vt:lpstr>
      <vt:lpstr>أ4 استخدام نماذج الأعمال للمساعدة على اتخاذ القرار (2)    </vt:lpstr>
      <vt:lpstr>نتاج التعلُّم ب  </vt:lpstr>
      <vt:lpstr>PowerPoint Presentation</vt:lpstr>
      <vt:lpstr>ب1 مصادر جمع البيانات وعرضها (1) </vt:lpstr>
      <vt:lpstr>ب1 مصادر جمع البيانات وعرضها (2) </vt:lpstr>
      <vt:lpstr>ب2 تقنيات تحليل البيانات بشكل فعال لأغراض الشركة  </vt:lpstr>
      <vt:lpstr>نتاج التعلم ج  </vt:lpstr>
      <vt:lpstr>نتاج التعلم ج: صياغة القرارات والحلول لمشكلات الأعمال</vt:lpstr>
      <vt:lpstr>نتاج التعلم ج  </vt:lpstr>
      <vt:lpstr>ج1 توقعات التدفق النقدي </vt:lpstr>
      <vt:lpstr>ج1 نشاط - مناقشة بيانات التدفق النقدي </vt:lpstr>
      <vt:lpstr>نتاج التعلم ج  </vt:lpstr>
      <vt:lpstr>ج2  تذكير بمصطلحات قائمة الدخل الشامل وتعريفاتها </vt:lpstr>
      <vt:lpstr>ج2 تحليل قائمة الدخل الشامل  </vt:lpstr>
      <vt:lpstr>نتاج التعلم ج  </vt:lpstr>
      <vt:lpstr>ج2 النشاط - حساب نسب الربحية (1)  </vt:lpstr>
      <vt:lpstr>ج2 نشاط - حساب نسب الربحية (2)  </vt:lpstr>
      <vt:lpstr>ج2: مثال لتوقع قائمة الدخل الشامل في تقييمك </vt:lpstr>
      <vt:lpstr>ج2 نشاط - تفسير النسب من معلومات قائمة الدخل الشامل  </vt:lpstr>
      <vt:lpstr>نتاج التعلم ج  </vt:lpstr>
      <vt:lpstr>ج2 تحليل قائمة المركز المالي </vt:lpstr>
      <vt:lpstr>ج2: تذكير بالمصطلحات والتعريفات في قائمة المركز المالي</vt:lpstr>
      <vt:lpstr>ج2 تحليل قائمة المركز المالي </vt:lpstr>
      <vt:lpstr>نتاج التعلم ج  </vt:lpstr>
      <vt:lpstr>نتاج التعلم ج  </vt:lpstr>
      <vt:lpstr>ج2 تحليل وتفسير القوائم المالية (5)    </vt:lpstr>
      <vt:lpstr>ج2 نشاط - حساب نسب السيولة</vt:lpstr>
      <vt:lpstr>ج2 إجراء المقارنات - ما الخيار الأفضل للأعمال؟    </vt:lpstr>
      <vt:lpstr>نتاج التعلم ج  </vt:lpstr>
      <vt:lpstr>ج2 نسب الكفاءة  </vt:lpstr>
      <vt:lpstr>نتاج التعلم ج  </vt:lpstr>
      <vt:lpstr>ج3 إنشاء وتفسير مخطط نقطة التعادل (1) </vt:lpstr>
      <vt:lpstr>ج3 إنشاء وتفسير مخطط نقطة التعادل (2) </vt:lpstr>
      <vt:lpstr>ج3 نشاط إعداد إنشاء مخطط التعادل</vt:lpstr>
      <vt:lpstr>PowerPoint Presentation</vt:lpstr>
      <vt:lpstr>PowerPoint Presentation</vt:lpstr>
      <vt:lpstr>ج3 نشاط -  مقارنة توقعات التعادل</vt:lpstr>
      <vt:lpstr>PowerPoint Presentation</vt:lpstr>
      <vt:lpstr>نتاج التعلم ج  </vt:lpstr>
      <vt:lpstr>PowerPoint Presentation</vt:lpstr>
      <vt:lpstr>PowerPoint Presentation</vt:lpstr>
      <vt:lpstr>نتاج التعلم د  </vt:lpstr>
      <vt:lpstr>PowerPoint Presentation</vt:lpstr>
      <vt:lpstr>د1 المخاطر</vt:lpstr>
      <vt:lpstr>د1 دور وتطبيق تحليل نقاط القوة والضعف والفرص والتهديدات وتحليل ستيبل  </vt:lpstr>
      <vt:lpstr>د1 نشاط - مناقشة المخاطر والفرص</vt:lpstr>
      <vt:lpstr>د1 سيناريوهات "ماذا لو" وتحليل الحساسية</vt:lpstr>
      <vt:lpstr>د1 تحليل الشبكة</vt:lpstr>
      <vt:lpstr>د2 خطط حالات الطوارئ  </vt:lpstr>
      <vt:lpstr>د3 استخدام مهارات تكنولوجيا المعلومات لإنشاء المستندات المناسبة   </vt:lpstr>
      <vt:lpstr>د3 استخدام مهارات تكنولوجيا المعلومات لإنشاء المستندات المناسبة </vt:lpstr>
      <vt:lpstr>استخدام مهارات تكنولوجيا المعلومات الخاصة بك لإنشاء تقرير لتقييمك</vt:lpstr>
      <vt:lpstr>استخدام مهارات تكنولوجيا المعلومات الخاصة بك لإنشاء عرض تقديمي لتقييمك</vt:lpstr>
      <vt:lpstr>النشاط - مناقشة المخاطر والفرص لا يتغير تقييم هذه الوحدة أبدًا، ولكن السيناريو يتغير. </vt:lpstr>
      <vt:lpstr>شكر وتقدير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 3  Construction Science</dc:title>
  <dc:creator>Microsoft Office User</dc:creator>
  <cp:lastModifiedBy>Paul Winser</cp:lastModifiedBy>
  <cp:revision>329</cp:revision>
  <dcterms:created xsi:type="dcterms:W3CDTF">2020-07-15T07:14:47Z</dcterms:created>
  <dcterms:modified xsi:type="dcterms:W3CDTF">2024-09-12T12:43:19Z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Language">
    <vt:lpwstr>English</vt:lpwstr>
  </property>
  <property fmtid="{D5CDD505-2E9C-101B-9397-08002B2CF9AE}" pid="3" name="ContentTypeId">
    <vt:lpwstr>0x01010011F2AC0EC27FF3458662E003F8FEC281</vt:lpwstr>
  </property>
  <property fmtid="{D5CDD505-2E9C-101B-9397-08002B2CF9AE}" pid="4" name="MediaServiceImageTags">
    <vt:lpwstr/>
  </property>
</Properties>
</file>