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3"/>
  </p:notesMasterIdLst>
  <p:sldIdLst>
    <p:sldId id="256" r:id="rId14"/>
    <p:sldId id="257" r:id="rId15"/>
    <p:sldId id="258" r:id="rId16"/>
    <p:sldId id="272" r:id="rId17"/>
    <p:sldId id="305" r:id="rId18"/>
    <p:sldId id="313" r:id="rId19"/>
    <p:sldId id="341" r:id="rId20"/>
    <p:sldId id="342" r:id="rId21"/>
    <p:sldId id="307" r:id="rId22"/>
    <p:sldId id="343" r:id="rId23"/>
    <p:sldId id="314" r:id="rId24"/>
    <p:sldId id="311" r:id="rId25"/>
    <p:sldId id="312" r:id="rId26"/>
    <p:sldId id="315" r:id="rId27"/>
    <p:sldId id="316" r:id="rId28"/>
    <p:sldId id="309" r:id="rId29"/>
    <p:sldId id="318" r:id="rId30"/>
    <p:sldId id="319" r:id="rId31"/>
    <p:sldId id="320" r:id="rId32"/>
    <p:sldId id="317" r:id="rId33"/>
    <p:sldId id="325" r:id="rId34"/>
    <p:sldId id="322" r:id="rId35"/>
    <p:sldId id="344" r:id="rId36"/>
    <p:sldId id="324" r:id="rId37"/>
    <p:sldId id="326" r:id="rId38"/>
    <p:sldId id="308" r:id="rId39"/>
    <p:sldId id="328" r:id="rId40"/>
    <p:sldId id="329" r:id="rId41"/>
    <p:sldId id="330" r:id="rId42"/>
    <p:sldId id="332" r:id="rId43"/>
    <p:sldId id="331" r:id="rId44"/>
    <p:sldId id="333" r:id="rId45"/>
    <p:sldId id="334" r:id="rId46"/>
    <p:sldId id="335" r:id="rId47"/>
    <p:sldId id="337" r:id="rId48"/>
    <p:sldId id="336" r:id="rId49"/>
    <p:sldId id="338" r:id="rId50"/>
    <p:sldId id="339" r:id="rId51"/>
    <p:sldId id="402" r:id="rId52"/>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46E56A-4EAC-4A89-83F6-2EFF15F2C92C}" v="41" dt="2024-09-12T12:36:46.559"/>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735" autoAdjust="0"/>
    <p:restoredTop sz="86008" autoAdjust="0"/>
  </p:normalViewPr>
  <p:slideViewPr>
    <p:cSldViewPr>
      <p:cViewPr varScale="1">
        <p:scale>
          <a:sx n="135" d="100"/>
          <a:sy n="135" d="100"/>
        </p:scale>
        <p:origin x="2364" y="12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microsoft.com/office/2016/11/relationships/changesInfo" Target="changesInfos/changesInfo1.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7146E56A-4EAC-4A89-83F6-2EFF15F2C92C}"/>
    <pc:docChg chg="modSld">
      <pc:chgData name="Paul Winser" userId="c3146a91-e6bd-4264-bd86-e164e04bc32d" providerId="ADAL" clId="{7146E56A-4EAC-4A89-83F6-2EFF15F2C92C}" dt="2024-09-12T12:36:46.559" v="43"/>
      <pc:docMkLst>
        <pc:docMk/>
      </pc:docMkLst>
      <pc:sldChg chg="addSp modSp mod">
        <pc:chgData name="Paul Winser" userId="c3146a91-e6bd-4264-bd86-e164e04bc32d" providerId="ADAL" clId="{7146E56A-4EAC-4A89-83F6-2EFF15F2C92C}" dt="2024-09-12T12:35:45.659" v="5" actId="20577"/>
        <pc:sldMkLst>
          <pc:docMk/>
          <pc:sldMk cId="0" sldId="256"/>
        </pc:sldMkLst>
        <pc:spChg chg="add mod">
          <ac:chgData name="Paul Winser" userId="c3146a91-e6bd-4264-bd86-e164e04bc32d" providerId="ADAL" clId="{7146E56A-4EAC-4A89-83F6-2EFF15F2C92C}" dt="2024-09-12T12:35:45.659" v="5" actId="20577"/>
          <ac:spMkLst>
            <pc:docMk/>
            <pc:sldMk cId="0" sldId="256"/>
            <ac:spMk id="5" creationId="{D2587980-25D5-BE89-4FF4-043EE99CEA6D}"/>
          </ac:spMkLst>
        </pc:spChg>
        <pc:picChg chg="add mod">
          <ac:chgData name="Paul Winser" userId="c3146a91-e6bd-4264-bd86-e164e04bc32d" providerId="ADAL" clId="{7146E56A-4EAC-4A89-83F6-2EFF15F2C92C}" dt="2024-09-12T12:35:29.045" v="0"/>
          <ac:picMkLst>
            <pc:docMk/>
            <pc:sldMk cId="0" sldId="256"/>
            <ac:picMk id="2" creationId="{968F8850-1102-E897-412B-96DBEC49F959}"/>
          </ac:picMkLst>
        </pc:picChg>
      </pc:sldChg>
      <pc:sldChg chg="addSp modSp">
        <pc:chgData name="Paul Winser" userId="c3146a91-e6bd-4264-bd86-e164e04bc32d" providerId="ADAL" clId="{7146E56A-4EAC-4A89-83F6-2EFF15F2C92C}" dt="2024-09-12T12:35:49.776" v="6"/>
        <pc:sldMkLst>
          <pc:docMk/>
          <pc:sldMk cId="0" sldId="257"/>
        </pc:sldMkLst>
        <pc:spChg chg="add mod">
          <ac:chgData name="Paul Winser" userId="c3146a91-e6bd-4264-bd86-e164e04bc32d" providerId="ADAL" clId="{7146E56A-4EAC-4A89-83F6-2EFF15F2C92C}" dt="2024-09-12T12:35:49.776" v="6"/>
          <ac:spMkLst>
            <pc:docMk/>
            <pc:sldMk cId="0" sldId="257"/>
            <ac:spMk id="2" creationId="{26B7192B-54F1-BF88-1CD8-E7B67E7D24CE}"/>
          </ac:spMkLst>
        </pc:spChg>
      </pc:sldChg>
      <pc:sldChg chg="addSp modSp">
        <pc:chgData name="Paul Winser" userId="c3146a91-e6bd-4264-bd86-e164e04bc32d" providerId="ADAL" clId="{7146E56A-4EAC-4A89-83F6-2EFF15F2C92C}" dt="2024-09-12T12:35:51.347" v="7"/>
        <pc:sldMkLst>
          <pc:docMk/>
          <pc:sldMk cId="0" sldId="258"/>
        </pc:sldMkLst>
        <pc:spChg chg="add mod">
          <ac:chgData name="Paul Winser" userId="c3146a91-e6bd-4264-bd86-e164e04bc32d" providerId="ADAL" clId="{7146E56A-4EAC-4A89-83F6-2EFF15F2C92C}" dt="2024-09-12T12:35:51.347" v="7"/>
          <ac:spMkLst>
            <pc:docMk/>
            <pc:sldMk cId="0" sldId="258"/>
            <ac:spMk id="2" creationId="{F36F44D0-CDD4-9C2F-154E-BB93F4AA2BB1}"/>
          </ac:spMkLst>
        </pc:spChg>
      </pc:sldChg>
      <pc:sldChg chg="addSp modSp">
        <pc:chgData name="Paul Winser" userId="c3146a91-e6bd-4264-bd86-e164e04bc32d" providerId="ADAL" clId="{7146E56A-4EAC-4A89-83F6-2EFF15F2C92C}" dt="2024-09-12T12:35:52.764" v="8"/>
        <pc:sldMkLst>
          <pc:docMk/>
          <pc:sldMk cId="0" sldId="272"/>
        </pc:sldMkLst>
        <pc:spChg chg="add mod">
          <ac:chgData name="Paul Winser" userId="c3146a91-e6bd-4264-bd86-e164e04bc32d" providerId="ADAL" clId="{7146E56A-4EAC-4A89-83F6-2EFF15F2C92C}" dt="2024-09-12T12:35:52.764" v="8"/>
          <ac:spMkLst>
            <pc:docMk/>
            <pc:sldMk cId="0" sldId="272"/>
            <ac:spMk id="2" creationId="{505F5A4B-E70D-0B56-E1A6-B0574F0B2E67}"/>
          </ac:spMkLst>
        </pc:spChg>
      </pc:sldChg>
      <pc:sldChg chg="addSp modSp">
        <pc:chgData name="Paul Winser" userId="c3146a91-e6bd-4264-bd86-e164e04bc32d" providerId="ADAL" clId="{7146E56A-4EAC-4A89-83F6-2EFF15F2C92C}" dt="2024-09-12T12:35:55.676" v="9"/>
        <pc:sldMkLst>
          <pc:docMk/>
          <pc:sldMk cId="884549766" sldId="305"/>
        </pc:sldMkLst>
        <pc:spChg chg="add mod">
          <ac:chgData name="Paul Winser" userId="c3146a91-e6bd-4264-bd86-e164e04bc32d" providerId="ADAL" clId="{7146E56A-4EAC-4A89-83F6-2EFF15F2C92C}" dt="2024-09-12T12:35:55.676" v="9"/>
          <ac:spMkLst>
            <pc:docMk/>
            <pc:sldMk cId="884549766" sldId="305"/>
            <ac:spMk id="2" creationId="{F5F82D84-D754-9903-9BA6-0F9D2B66F93A}"/>
          </ac:spMkLst>
        </pc:spChg>
      </pc:sldChg>
      <pc:sldChg chg="addSp modSp">
        <pc:chgData name="Paul Winser" userId="c3146a91-e6bd-4264-bd86-e164e04bc32d" providerId="ADAL" clId="{7146E56A-4EAC-4A89-83F6-2EFF15F2C92C}" dt="2024-09-12T12:36:01.198" v="13"/>
        <pc:sldMkLst>
          <pc:docMk/>
          <pc:sldMk cId="3621417310" sldId="307"/>
        </pc:sldMkLst>
        <pc:spChg chg="add mod">
          <ac:chgData name="Paul Winser" userId="c3146a91-e6bd-4264-bd86-e164e04bc32d" providerId="ADAL" clId="{7146E56A-4EAC-4A89-83F6-2EFF15F2C92C}" dt="2024-09-12T12:36:01.198" v="13"/>
          <ac:spMkLst>
            <pc:docMk/>
            <pc:sldMk cId="3621417310" sldId="307"/>
            <ac:spMk id="3" creationId="{DF55E547-A6D6-898B-CF6E-5A49A0E92EAA}"/>
          </ac:spMkLst>
        </pc:spChg>
      </pc:sldChg>
      <pc:sldChg chg="addSp modSp">
        <pc:chgData name="Paul Winser" userId="c3146a91-e6bd-4264-bd86-e164e04bc32d" providerId="ADAL" clId="{7146E56A-4EAC-4A89-83F6-2EFF15F2C92C}" dt="2024-09-12T12:36:26.313" v="30"/>
        <pc:sldMkLst>
          <pc:docMk/>
          <pc:sldMk cId="2005355495" sldId="308"/>
        </pc:sldMkLst>
        <pc:spChg chg="add mod">
          <ac:chgData name="Paul Winser" userId="c3146a91-e6bd-4264-bd86-e164e04bc32d" providerId="ADAL" clId="{7146E56A-4EAC-4A89-83F6-2EFF15F2C92C}" dt="2024-09-12T12:36:26.313" v="30"/>
          <ac:spMkLst>
            <pc:docMk/>
            <pc:sldMk cId="2005355495" sldId="308"/>
            <ac:spMk id="2" creationId="{7C7FE7B1-A744-DF9A-7A8A-D222519CBD99}"/>
          </ac:spMkLst>
        </pc:spChg>
      </pc:sldChg>
      <pc:sldChg chg="addSp modSp">
        <pc:chgData name="Paul Winser" userId="c3146a91-e6bd-4264-bd86-e164e04bc32d" providerId="ADAL" clId="{7146E56A-4EAC-4A89-83F6-2EFF15F2C92C}" dt="2024-09-12T12:36:12.826" v="20"/>
        <pc:sldMkLst>
          <pc:docMk/>
          <pc:sldMk cId="47175209" sldId="309"/>
        </pc:sldMkLst>
        <pc:spChg chg="add mod">
          <ac:chgData name="Paul Winser" userId="c3146a91-e6bd-4264-bd86-e164e04bc32d" providerId="ADAL" clId="{7146E56A-4EAC-4A89-83F6-2EFF15F2C92C}" dt="2024-09-12T12:36:12.826" v="20"/>
          <ac:spMkLst>
            <pc:docMk/>
            <pc:sldMk cId="47175209" sldId="309"/>
            <ac:spMk id="2" creationId="{51452399-D350-4247-5DAB-092580F00D15}"/>
          </ac:spMkLst>
        </pc:spChg>
      </pc:sldChg>
      <pc:sldChg chg="addSp modSp">
        <pc:chgData name="Paul Winser" userId="c3146a91-e6bd-4264-bd86-e164e04bc32d" providerId="ADAL" clId="{7146E56A-4EAC-4A89-83F6-2EFF15F2C92C}" dt="2024-09-12T12:36:07.036" v="16"/>
        <pc:sldMkLst>
          <pc:docMk/>
          <pc:sldMk cId="1606488769" sldId="311"/>
        </pc:sldMkLst>
        <pc:spChg chg="add mod">
          <ac:chgData name="Paul Winser" userId="c3146a91-e6bd-4264-bd86-e164e04bc32d" providerId="ADAL" clId="{7146E56A-4EAC-4A89-83F6-2EFF15F2C92C}" dt="2024-09-12T12:36:07.036" v="16"/>
          <ac:spMkLst>
            <pc:docMk/>
            <pc:sldMk cId="1606488769" sldId="311"/>
            <ac:spMk id="3" creationId="{58E61962-55A9-C612-0D45-F529055C36EA}"/>
          </ac:spMkLst>
        </pc:spChg>
      </pc:sldChg>
      <pc:sldChg chg="addSp modSp">
        <pc:chgData name="Paul Winser" userId="c3146a91-e6bd-4264-bd86-e164e04bc32d" providerId="ADAL" clId="{7146E56A-4EAC-4A89-83F6-2EFF15F2C92C}" dt="2024-09-12T12:36:08.367" v="17"/>
        <pc:sldMkLst>
          <pc:docMk/>
          <pc:sldMk cId="2784171862" sldId="312"/>
        </pc:sldMkLst>
        <pc:spChg chg="add mod">
          <ac:chgData name="Paul Winser" userId="c3146a91-e6bd-4264-bd86-e164e04bc32d" providerId="ADAL" clId="{7146E56A-4EAC-4A89-83F6-2EFF15F2C92C}" dt="2024-09-12T12:36:08.367" v="17"/>
          <ac:spMkLst>
            <pc:docMk/>
            <pc:sldMk cId="2784171862" sldId="312"/>
            <ac:spMk id="2" creationId="{7BD92165-441B-0251-C9D3-AADFCC9A0BBB}"/>
          </ac:spMkLst>
        </pc:spChg>
      </pc:sldChg>
      <pc:sldChg chg="addSp modSp">
        <pc:chgData name="Paul Winser" userId="c3146a91-e6bd-4264-bd86-e164e04bc32d" providerId="ADAL" clId="{7146E56A-4EAC-4A89-83F6-2EFF15F2C92C}" dt="2024-09-12T12:35:57.039" v="10"/>
        <pc:sldMkLst>
          <pc:docMk/>
          <pc:sldMk cId="3563601976" sldId="313"/>
        </pc:sldMkLst>
        <pc:spChg chg="add mod">
          <ac:chgData name="Paul Winser" userId="c3146a91-e6bd-4264-bd86-e164e04bc32d" providerId="ADAL" clId="{7146E56A-4EAC-4A89-83F6-2EFF15F2C92C}" dt="2024-09-12T12:35:57.039" v="10"/>
          <ac:spMkLst>
            <pc:docMk/>
            <pc:sldMk cId="3563601976" sldId="313"/>
            <ac:spMk id="2" creationId="{2A7F45AE-8330-98FE-48DF-1FAE0F6C8CB8}"/>
          </ac:spMkLst>
        </pc:spChg>
      </pc:sldChg>
      <pc:sldChg chg="addSp modSp">
        <pc:chgData name="Paul Winser" userId="c3146a91-e6bd-4264-bd86-e164e04bc32d" providerId="ADAL" clId="{7146E56A-4EAC-4A89-83F6-2EFF15F2C92C}" dt="2024-09-12T12:36:04.179" v="15"/>
        <pc:sldMkLst>
          <pc:docMk/>
          <pc:sldMk cId="640418483" sldId="314"/>
        </pc:sldMkLst>
        <pc:spChg chg="add mod">
          <ac:chgData name="Paul Winser" userId="c3146a91-e6bd-4264-bd86-e164e04bc32d" providerId="ADAL" clId="{7146E56A-4EAC-4A89-83F6-2EFF15F2C92C}" dt="2024-09-12T12:36:04.179" v="15"/>
          <ac:spMkLst>
            <pc:docMk/>
            <pc:sldMk cId="640418483" sldId="314"/>
            <ac:spMk id="2" creationId="{C79573E8-A2AF-C09C-CD0C-0B0345308085}"/>
          </ac:spMkLst>
        </pc:spChg>
      </pc:sldChg>
      <pc:sldChg chg="addSp modSp">
        <pc:chgData name="Paul Winser" userId="c3146a91-e6bd-4264-bd86-e164e04bc32d" providerId="ADAL" clId="{7146E56A-4EAC-4A89-83F6-2EFF15F2C92C}" dt="2024-09-12T12:36:09.867" v="18"/>
        <pc:sldMkLst>
          <pc:docMk/>
          <pc:sldMk cId="2939551064" sldId="315"/>
        </pc:sldMkLst>
        <pc:spChg chg="add mod">
          <ac:chgData name="Paul Winser" userId="c3146a91-e6bd-4264-bd86-e164e04bc32d" providerId="ADAL" clId="{7146E56A-4EAC-4A89-83F6-2EFF15F2C92C}" dt="2024-09-12T12:36:09.867" v="18"/>
          <ac:spMkLst>
            <pc:docMk/>
            <pc:sldMk cId="2939551064" sldId="315"/>
            <ac:spMk id="9" creationId="{8DF0D6C9-76E1-6EC2-1A2E-B626B43F8820}"/>
          </ac:spMkLst>
        </pc:spChg>
      </pc:sldChg>
      <pc:sldChg chg="addSp modSp">
        <pc:chgData name="Paul Winser" userId="c3146a91-e6bd-4264-bd86-e164e04bc32d" providerId="ADAL" clId="{7146E56A-4EAC-4A89-83F6-2EFF15F2C92C}" dt="2024-09-12T12:36:11.355" v="19"/>
        <pc:sldMkLst>
          <pc:docMk/>
          <pc:sldMk cId="1321026520" sldId="316"/>
        </pc:sldMkLst>
        <pc:spChg chg="add mod">
          <ac:chgData name="Paul Winser" userId="c3146a91-e6bd-4264-bd86-e164e04bc32d" providerId="ADAL" clId="{7146E56A-4EAC-4A89-83F6-2EFF15F2C92C}" dt="2024-09-12T12:36:11.355" v="19"/>
          <ac:spMkLst>
            <pc:docMk/>
            <pc:sldMk cId="1321026520" sldId="316"/>
            <ac:spMk id="2" creationId="{7D69F4D4-0325-C6AA-9F2C-CBEABCF15C63}"/>
          </ac:spMkLst>
        </pc:spChg>
      </pc:sldChg>
      <pc:sldChg chg="addSp modSp">
        <pc:chgData name="Paul Winser" userId="c3146a91-e6bd-4264-bd86-e164e04bc32d" providerId="ADAL" clId="{7146E56A-4EAC-4A89-83F6-2EFF15F2C92C}" dt="2024-09-12T12:36:18.514" v="24"/>
        <pc:sldMkLst>
          <pc:docMk/>
          <pc:sldMk cId="495038975" sldId="317"/>
        </pc:sldMkLst>
        <pc:spChg chg="add mod">
          <ac:chgData name="Paul Winser" userId="c3146a91-e6bd-4264-bd86-e164e04bc32d" providerId="ADAL" clId="{7146E56A-4EAC-4A89-83F6-2EFF15F2C92C}" dt="2024-09-12T12:36:18.514" v="24"/>
          <ac:spMkLst>
            <pc:docMk/>
            <pc:sldMk cId="495038975" sldId="317"/>
            <ac:spMk id="2" creationId="{4F041383-BA07-FDE9-836C-F0CC16EB6990}"/>
          </ac:spMkLst>
        </pc:spChg>
      </pc:sldChg>
      <pc:sldChg chg="addSp modSp">
        <pc:chgData name="Paul Winser" userId="c3146a91-e6bd-4264-bd86-e164e04bc32d" providerId="ADAL" clId="{7146E56A-4EAC-4A89-83F6-2EFF15F2C92C}" dt="2024-09-12T12:36:13.868" v="21"/>
        <pc:sldMkLst>
          <pc:docMk/>
          <pc:sldMk cId="3822076458" sldId="318"/>
        </pc:sldMkLst>
        <pc:spChg chg="add mod">
          <ac:chgData name="Paul Winser" userId="c3146a91-e6bd-4264-bd86-e164e04bc32d" providerId="ADAL" clId="{7146E56A-4EAC-4A89-83F6-2EFF15F2C92C}" dt="2024-09-12T12:36:13.868" v="21"/>
          <ac:spMkLst>
            <pc:docMk/>
            <pc:sldMk cId="3822076458" sldId="318"/>
            <ac:spMk id="3" creationId="{625EB888-19D1-E4EF-0075-306850BF0D86}"/>
          </ac:spMkLst>
        </pc:spChg>
      </pc:sldChg>
      <pc:sldChg chg="addSp modSp">
        <pc:chgData name="Paul Winser" userId="c3146a91-e6bd-4264-bd86-e164e04bc32d" providerId="ADAL" clId="{7146E56A-4EAC-4A89-83F6-2EFF15F2C92C}" dt="2024-09-12T12:36:14.941" v="22"/>
        <pc:sldMkLst>
          <pc:docMk/>
          <pc:sldMk cId="501253045" sldId="319"/>
        </pc:sldMkLst>
        <pc:spChg chg="add mod">
          <ac:chgData name="Paul Winser" userId="c3146a91-e6bd-4264-bd86-e164e04bc32d" providerId="ADAL" clId="{7146E56A-4EAC-4A89-83F6-2EFF15F2C92C}" dt="2024-09-12T12:36:14.941" v="22"/>
          <ac:spMkLst>
            <pc:docMk/>
            <pc:sldMk cId="501253045" sldId="319"/>
            <ac:spMk id="3" creationId="{F4C6EECD-01AE-A4C8-9B42-C059F2D204D2}"/>
          </ac:spMkLst>
        </pc:spChg>
      </pc:sldChg>
      <pc:sldChg chg="addSp modSp">
        <pc:chgData name="Paul Winser" userId="c3146a91-e6bd-4264-bd86-e164e04bc32d" providerId="ADAL" clId="{7146E56A-4EAC-4A89-83F6-2EFF15F2C92C}" dt="2024-09-12T12:36:17.251" v="23"/>
        <pc:sldMkLst>
          <pc:docMk/>
          <pc:sldMk cId="3441578898" sldId="320"/>
        </pc:sldMkLst>
        <pc:spChg chg="add mod">
          <ac:chgData name="Paul Winser" userId="c3146a91-e6bd-4264-bd86-e164e04bc32d" providerId="ADAL" clId="{7146E56A-4EAC-4A89-83F6-2EFF15F2C92C}" dt="2024-09-12T12:36:17.251" v="23"/>
          <ac:spMkLst>
            <pc:docMk/>
            <pc:sldMk cId="3441578898" sldId="320"/>
            <ac:spMk id="2" creationId="{5A252859-F0C5-632F-44AE-CD856134762E}"/>
          </ac:spMkLst>
        </pc:spChg>
      </pc:sldChg>
      <pc:sldChg chg="addSp modSp">
        <pc:chgData name="Paul Winser" userId="c3146a91-e6bd-4264-bd86-e164e04bc32d" providerId="ADAL" clId="{7146E56A-4EAC-4A89-83F6-2EFF15F2C92C}" dt="2024-09-12T12:36:21.163" v="26"/>
        <pc:sldMkLst>
          <pc:docMk/>
          <pc:sldMk cId="3300596732" sldId="322"/>
        </pc:sldMkLst>
        <pc:spChg chg="add mod">
          <ac:chgData name="Paul Winser" userId="c3146a91-e6bd-4264-bd86-e164e04bc32d" providerId="ADAL" clId="{7146E56A-4EAC-4A89-83F6-2EFF15F2C92C}" dt="2024-09-12T12:36:21.163" v="26"/>
          <ac:spMkLst>
            <pc:docMk/>
            <pc:sldMk cId="3300596732" sldId="322"/>
            <ac:spMk id="2" creationId="{084E03C5-B7FD-A48F-7489-CB911C5CFB11}"/>
          </ac:spMkLst>
        </pc:spChg>
      </pc:sldChg>
      <pc:sldChg chg="addSp modSp">
        <pc:chgData name="Paul Winser" userId="c3146a91-e6bd-4264-bd86-e164e04bc32d" providerId="ADAL" clId="{7146E56A-4EAC-4A89-83F6-2EFF15F2C92C}" dt="2024-09-12T12:36:23.429" v="28"/>
        <pc:sldMkLst>
          <pc:docMk/>
          <pc:sldMk cId="2903351651" sldId="324"/>
        </pc:sldMkLst>
        <pc:spChg chg="add mod">
          <ac:chgData name="Paul Winser" userId="c3146a91-e6bd-4264-bd86-e164e04bc32d" providerId="ADAL" clId="{7146E56A-4EAC-4A89-83F6-2EFF15F2C92C}" dt="2024-09-12T12:36:23.429" v="28"/>
          <ac:spMkLst>
            <pc:docMk/>
            <pc:sldMk cId="2903351651" sldId="324"/>
            <ac:spMk id="2" creationId="{78083B76-780A-EF90-7175-B77157F1FD6E}"/>
          </ac:spMkLst>
        </pc:spChg>
      </pc:sldChg>
      <pc:sldChg chg="addSp modSp">
        <pc:chgData name="Paul Winser" userId="c3146a91-e6bd-4264-bd86-e164e04bc32d" providerId="ADAL" clId="{7146E56A-4EAC-4A89-83F6-2EFF15F2C92C}" dt="2024-09-12T12:36:19.825" v="25"/>
        <pc:sldMkLst>
          <pc:docMk/>
          <pc:sldMk cId="2157894103" sldId="325"/>
        </pc:sldMkLst>
        <pc:spChg chg="add mod">
          <ac:chgData name="Paul Winser" userId="c3146a91-e6bd-4264-bd86-e164e04bc32d" providerId="ADAL" clId="{7146E56A-4EAC-4A89-83F6-2EFF15F2C92C}" dt="2024-09-12T12:36:19.825" v="25"/>
          <ac:spMkLst>
            <pc:docMk/>
            <pc:sldMk cId="2157894103" sldId="325"/>
            <ac:spMk id="2" creationId="{53789C56-0478-B1DB-2F99-C3E29FDAC536}"/>
          </ac:spMkLst>
        </pc:spChg>
      </pc:sldChg>
      <pc:sldChg chg="addSp modSp">
        <pc:chgData name="Paul Winser" userId="c3146a91-e6bd-4264-bd86-e164e04bc32d" providerId="ADAL" clId="{7146E56A-4EAC-4A89-83F6-2EFF15F2C92C}" dt="2024-09-12T12:36:24.965" v="29"/>
        <pc:sldMkLst>
          <pc:docMk/>
          <pc:sldMk cId="3215217644" sldId="326"/>
        </pc:sldMkLst>
        <pc:spChg chg="add mod">
          <ac:chgData name="Paul Winser" userId="c3146a91-e6bd-4264-bd86-e164e04bc32d" providerId="ADAL" clId="{7146E56A-4EAC-4A89-83F6-2EFF15F2C92C}" dt="2024-09-12T12:36:24.965" v="29"/>
          <ac:spMkLst>
            <pc:docMk/>
            <pc:sldMk cId="3215217644" sldId="326"/>
            <ac:spMk id="2" creationId="{A710C9F5-7E9F-1408-8759-F24A603C4444}"/>
          </ac:spMkLst>
        </pc:spChg>
      </pc:sldChg>
      <pc:sldChg chg="addSp modSp">
        <pc:chgData name="Paul Winser" userId="c3146a91-e6bd-4264-bd86-e164e04bc32d" providerId="ADAL" clId="{7146E56A-4EAC-4A89-83F6-2EFF15F2C92C}" dt="2024-09-12T12:36:27.647" v="31"/>
        <pc:sldMkLst>
          <pc:docMk/>
          <pc:sldMk cId="3837474141" sldId="328"/>
        </pc:sldMkLst>
        <pc:spChg chg="add mod">
          <ac:chgData name="Paul Winser" userId="c3146a91-e6bd-4264-bd86-e164e04bc32d" providerId="ADAL" clId="{7146E56A-4EAC-4A89-83F6-2EFF15F2C92C}" dt="2024-09-12T12:36:27.647" v="31"/>
          <ac:spMkLst>
            <pc:docMk/>
            <pc:sldMk cId="3837474141" sldId="328"/>
            <ac:spMk id="2" creationId="{8D8D4B02-ECA9-F986-AEC8-DB7C03DC144F}"/>
          </ac:spMkLst>
        </pc:spChg>
      </pc:sldChg>
      <pc:sldChg chg="addSp modSp">
        <pc:chgData name="Paul Winser" userId="c3146a91-e6bd-4264-bd86-e164e04bc32d" providerId="ADAL" clId="{7146E56A-4EAC-4A89-83F6-2EFF15F2C92C}" dt="2024-09-12T12:36:28.919" v="32"/>
        <pc:sldMkLst>
          <pc:docMk/>
          <pc:sldMk cId="1307717009" sldId="329"/>
        </pc:sldMkLst>
        <pc:spChg chg="add mod">
          <ac:chgData name="Paul Winser" userId="c3146a91-e6bd-4264-bd86-e164e04bc32d" providerId="ADAL" clId="{7146E56A-4EAC-4A89-83F6-2EFF15F2C92C}" dt="2024-09-12T12:36:28.919" v="32"/>
          <ac:spMkLst>
            <pc:docMk/>
            <pc:sldMk cId="1307717009" sldId="329"/>
            <ac:spMk id="2" creationId="{80CC0C7C-F766-3832-3EF9-5144E800CBF7}"/>
          </ac:spMkLst>
        </pc:spChg>
      </pc:sldChg>
      <pc:sldChg chg="addSp modSp">
        <pc:chgData name="Paul Winser" userId="c3146a91-e6bd-4264-bd86-e164e04bc32d" providerId="ADAL" clId="{7146E56A-4EAC-4A89-83F6-2EFF15F2C92C}" dt="2024-09-12T12:36:30.116" v="33"/>
        <pc:sldMkLst>
          <pc:docMk/>
          <pc:sldMk cId="2657115551" sldId="330"/>
        </pc:sldMkLst>
        <pc:spChg chg="add mod">
          <ac:chgData name="Paul Winser" userId="c3146a91-e6bd-4264-bd86-e164e04bc32d" providerId="ADAL" clId="{7146E56A-4EAC-4A89-83F6-2EFF15F2C92C}" dt="2024-09-12T12:36:30.116" v="33"/>
          <ac:spMkLst>
            <pc:docMk/>
            <pc:sldMk cId="2657115551" sldId="330"/>
            <ac:spMk id="2" creationId="{5278EDE0-8346-92AE-A285-D94ED5BD75FA}"/>
          </ac:spMkLst>
        </pc:spChg>
      </pc:sldChg>
      <pc:sldChg chg="addSp modSp">
        <pc:chgData name="Paul Winser" userId="c3146a91-e6bd-4264-bd86-e164e04bc32d" providerId="ADAL" clId="{7146E56A-4EAC-4A89-83F6-2EFF15F2C92C}" dt="2024-09-12T12:36:36.575" v="35"/>
        <pc:sldMkLst>
          <pc:docMk/>
          <pc:sldMk cId="3893814786" sldId="331"/>
        </pc:sldMkLst>
        <pc:spChg chg="add mod">
          <ac:chgData name="Paul Winser" userId="c3146a91-e6bd-4264-bd86-e164e04bc32d" providerId="ADAL" clId="{7146E56A-4EAC-4A89-83F6-2EFF15F2C92C}" dt="2024-09-12T12:36:36.575" v="35"/>
          <ac:spMkLst>
            <pc:docMk/>
            <pc:sldMk cId="3893814786" sldId="331"/>
            <ac:spMk id="3" creationId="{49B96D48-D397-8B73-8371-E0DB1F520A92}"/>
          </ac:spMkLst>
        </pc:spChg>
      </pc:sldChg>
      <pc:sldChg chg="addSp modSp">
        <pc:chgData name="Paul Winser" userId="c3146a91-e6bd-4264-bd86-e164e04bc32d" providerId="ADAL" clId="{7146E56A-4EAC-4A89-83F6-2EFF15F2C92C}" dt="2024-09-12T12:36:35.040" v="34"/>
        <pc:sldMkLst>
          <pc:docMk/>
          <pc:sldMk cId="1220068802" sldId="332"/>
        </pc:sldMkLst>
        <pc:spChg chg="add mod">
          <ac:chgData name="Paul Winser" userId="c3146a91-e6bd-4264-bd86-e164e04bc32d" providerId="ADAL" clId="{7146E56A-4EAC-4A89-83F6-2EFF15F2C92C}" dt="2024-09-12T12:36:35.040" v="34"/>
          <ac:spMkLst>
            <pc:docMk/>
            <pc:sldMk cId="1220068802" sldId="332"/>
            <ac:spMk id="2" creationId="{77E778B1-C6EE-E1C8-7479-788C2F0BA096}"/>
          </ac:spMkLst>
        </pc:spChg>
      </pc:sldChg>
      <pc:sldChg chg="addSp modSp">
        <pc:chgData name="Paul Winser" userId="c3146a91-e6bd-4264-bd86-e164e04bc32d" providerId="ADAL" clId="{7146E56A-4EAC-4A89-83F6-2EFF15F2C92C}" dt="2024-09-12T12:36:38.015" v="36"/>
        <pc:sldMkLst>
          <pc:docMk/>
          <pc:sldMk cId="971236468" sldId="333"/>
        </pc:sldMkLst>
        <pc:spChg chg="add mod">
          <ac:chgData name="Paul Winser" userId="c3146a91-e6bd-4264-bd86-e164e04bc32d" providerId="ADAL" clId="{7146E56A-4EAC-4A89-83F6-2EFF15F2C92C}" dt="2024-09-12T12:36:38.015" v="36"/>
          <ac:spMkLst>
            <pc:docMk/>
            <pc:sldMk cId="971236468" sldId="333"/>
            <ac:spMk id="2" creationId="{49CFB878-A717-1985-E429-39C129AFC7F4}"/>
          </ac:spMkLst>
        </pc:spChg>
      </pc:sldChg>
      <pc:sldChg chg="addSp modSp">
        <pc:chgData name="Paul Winser" userId="c3146a91-e6bd-4264-bd86-e164e04bc32d" providerId="ADAL" clId="{7146E56A-4EAC-4A89-83F6-2EFF15F2C92C}" dt="2024-09-12T12:36:39.384" v="37"/>
        <pc:sldMkLst>
          <pc:docMk/>
          <pc:sldMk cId="128132164" sldId="334"/>
        </pc:sldMkLst>
        <pc:spChg chg="add mod">
          <ac:chgData name="Paul Winser" userId="c3146a91-e6bd-4264-bd86-e164e04bc32d" providerId="ADAL" clId="{7146E56A-4EAC-4A89-83F6-2EFF15F2C92C}" dt="2024-09-12T12:36:39.384" v="37"/>
          <ac:spMkLst>
            <pc:docMk/>
            <pc:sldMk cId="128132164" sldId="334"/>
            <ac:spMk id="2" creationId="{8FA59EDC-2F95-3FAC-2953-78112486FDD3}"/>
          </ac:spMkLst>
        </pc:spChg>
      </pc:sldChg>
      <pc:sldChg chg="addSp modSp">
        <pc:chgData name="Paul Winser" userId="c3146a91-e6bd-4264-bd86-e164e04bc32d" providerId="ADAL" clId="{7146E56A-4EAC-4A89-83F6-2EFF15F2C92C}" dt="2024-09-12T12:36:40.829" v="38"/>
        <pc:sldMkLst>
          <pc:docMk/>
          <pc:sldMk cId="3705598327" sldId="335"/>
        </pc:sldMkLst>
        <pc:spChg chg="add mod">
          <ac:chgData name="Paul Winser" userId="c3146a91-e6bd-4264-bd86-e164e04bc32d" providerId="ADAL" clId="{7146E56A-4EAC-4A89-83F6-2EFF15F2C92C}" dt="2024-09-12T12:36:40.829" v="38"/>
          <ac:spMkLst>
            <pc:docMk/>
            <pc:sldMk cId="3705598327" sldId="335"/>
            <ac:spMk id="2" creationId="{B2B72778-A4D5-1255-7F3D-A33195C305ED}"/>
          </ac:spMkLst>
        </pc:spChg>
      </pc:sldChg>
      <pc:sldChg chg="addSp modSp">
        <pc:chgData name="Paul Winser" userId="c3146a91-e6bd-4264-bd86-e164e04bc32d" providerId="ADAL" clId="{7146E56A-4EAC-4A89-83F6-2EFF15F2C92C}" dt="2024-09-12T12:36:42.986" v="40"/>
        <pc:sldMkLst>
          <pc:docMk/>
          <pc:sldMk cId="1170465029" sldId="336"/>
        </pc:sldMkLst>
        <pc:spChg chg="add mod">
          <ac:chgData name="Paul Winser" userId="c3146a91-e6bd-4264-bd86-e164e04bc32d" providerId="ADAL" clId="{7146E56A-4EAC-4A89-83F6-2EFF15F2C92C}" dt="2024-09-12T12:36:42.986" v="40"/>
          <ac:spMkLst>
            <pc:docMk/>
            <pc:sldMk cId="1170465029" sldId="336"/>
            <ac:spMk id="2" creationId="{9EF168ED-8BB7-5C5A-BC53-0E68954F511A}"/>
          </ac:spMkLst>
        </pc:spChg>
      </pc:sldChg>
      <pc:sldChg chg="addSp modSp">
        <pc:chgData name="Paul Winser" userId="c3146a91-e6bd-4264-bd86-e164e04bc32d" providerId="ADAL" clId="{7146E56A-4EAC-4A89-83F6-2EFF15F2C92C}" dt="2024-09-12T12:36:41.932" v="39"/>
        <pc:sldMkLst>
          <pc:docMk/>
          <pc:sldMk cId="2146186310" sldId="337"/>
        </pc:sldMkLst>
        <pc:spChg chg="add mod">
          <ac:chgData name="Paul Winser" userId="c3146a91-e6bd-4264-bd86-e164e04bc32d" providerId="ADAL" clId="{7146E56A-4EAC-4A89-83F6-2EFF15F2C92C}" dt="2024-09-12T12:36:41.932" v="39"/>
          <ac:spMkLst>
            <pc:docMk/>
            <pc:sldMk cId="2146186310" sldId="337"/>
            <ac:spMk id="3" creationId="{DDA1048D-18EA-785A-B3FE-D5E479CC7155}"/>
          </ac:spMkLst>
        </pc:spChg>
      </pc:sldChg>
      <pc:sldChg chg="addSp modSp">
        <pc:chgData name="Paul Winser" userId="c3146a91-e6bd-4264-bd86-e164e04bc32d" providerId="ADAL" clId="{7146E56A-4EAC-4A89-83F6-2EFF15F2C92C}" dt="2024-09-12T12:36:44.152" v="41"/>
        <pc:sldMkLst>
          <pc:docMk/>
          <pc:sldMk cId="1956750900" sldId="338"/>
        </pc:sldMkLst>
        <pc:spChg chg="add mod">
          <ac:chgData name="Paul Winser" userId="c3146a91-e6bd-4264-bd86-e164e04bc32d" providerId="ADAL" clId="{7146E56A-4EAC-4A89-83F6-2EFF15F2C92C}" dt="2024-09-12T12:36:44.152" v="41"/>
          <ac:spMkLst>
            <pc:docMk/>
            <pc:sldMk cId="1956750900" sldId="338"/>
            <ac:spMk id="2" creationId="{FF382846-F138-7D9E-D60C-9D45C8A5A6C9}"/>
          </ac:spMkLst>
        </pc:spChg>
      </pc:sldChg>
      <pc:sldChg chg="addSp modSp">
        <pc:chgData name="Paul Winser" userId="c3146a91-e6bd-4264-bd86-e164e04bc32d" providerId="ADAL" clId="{7146E56A-4EAC-4A89-83F6-2EFF15F2C92C}" dt="2024-09-12T12:36:45.394" v="42"/>
        <pc:sldMkLst>
          <pc:docMk/>
          <pc:sldMk cId="2021348485" sldId="339"/>
        </pc:sldMkLst>
        <pc:spChg chg="add mod">
          <ac:chgData name="Paul Winser" userId="c3146a91-e6bd-4264-bd86-e164e04bc32d" providerId="ADAL" clId="{7146E56A-4EAC-4A89-83F6-2EFF15F2C92C}" dt="2024-09-12T12:36:45.394" v="42"/>
          <ac:spMkLst>
            <pc:docMk/>
            <pc:sldMk cId="2021348485" sldId="339"/>
            <ac:spMk id="2" creationId="{CC88E051-3C15-2CBA-08A6-A478D96190FF}"/>
          </ac:spMkLst>
        </pc:spChg>
      </pc:sldChg>
      <pc:sldChg chg="addSp modSp">
        <pc:chgData name="Paul Winser" userId="c3146a91-e6bd-4264-bd86-e164e04bc32d" providerId="ADAL" clId="{7146E56A-4EAC-4A89-83F6-2EFF15F2C92C}" dt="2024-09-12T12:35:58.582" v="11"/>
        <pc:sldMkLst>
          <pc:docMk/>
          <pc:sldMk cId="844794968" sldId="341"/>
        </pc:sldMkLst>
        <pc:spChg chg="add mod">
          <ac:chgData name="Paul Winser" userId="c3146a91-e6bd-4264-bd86-e164e04bc32d" providerId="ADAL" clId="{7146E56A-4EAC-4A89-83F6-2EFF15F2C92C}" dt="2024-09-12T12:35:58.582" v="11"/>
          <ac:spMkLst>
            <pc:docMk/>
            <pc:sldMk cId="844794968" sldId="341"/>
            <ac:spMk id="2" creationId="{73689364-32D2-39DD-2D78-BB5D549775F1}"/>
          </ac:spMkLst>
        </pc:spChg>
      </pc:sldChg>
      <pc:sldChg chg="addSp modSp">
        <pc:chgData name="Paul Winser" userId="c3146a91-e6bd-4264-bd86-e164e04bc32d" providerId="ADAL" clId="{7146E56A-4EAC-4A89-83F6-2EFF15F2C92C}" dt="2024-09-12T12:35:59.677" v="12"/>
        <pc:sldMkLst>
          <pc:docMk/>
          <pc:sldMk cId="1265146293" sldId="342"/>
        </pc:sldMkLst>
        <pc:spChg chg="add mod">
          <ac:chgData name="Paul Winser" userId="c3146a91-e6bd-4264-bd86-e164e04bc32d" providerId="ADAL" clId="{7146E56A-4EAC-4A89-83F6-2EFF15F2C92C}" dt="2024-09-12T12:35:59.677" v="12"/>
          <ac:spMkLst>
            <pc:docMk/>
            <pc:sldMk cId="1265146293" sldId="342"/>
            <ac:spMk id="2" creationId="{AC4D4B3E-900B-B6F7-36F3-AA7CC7F11AB7}"/>
          </ac:spMkLst>
        </pc:spChg>
      </pc:sldChg>
      <pc:sldChg chg="addSp modSp">
        <pc:chgData name="Paul Winser" userId="c3146a91-e6bd-4264-bd86-e164e04bc32d" providerId="ADAL" clId="{7146E56A-4EAC-4A89-83F6-2EFF15F2C92C}" dt="2024-09-12T12:36:02.393" v="14"/>
        <pc:sldMkLst>
          <pc:docMk/>
          <pc:sldMk cId="1845260908" sldId="343"/>
        </pc:sldMkLst>
        <pc:spChg chg="add mod">
          <ac:chgData name="Paul Winser" userId="c3146a91-e6bd-4264-bd86-e164e04bc32d" providerId="ADAL" clId="{7146E56A-4EAC-4A89-83F6-2EFF15F2C92C}" dt="2024-09-12T12:36:02.393" v="14"/>
          <ac:spMkLst>
            <pc:docMk/>
            <pc:sldMk cId="1845260908" sldId="343"/>
            <ac:spMk id="2" creationId="{1AFE2DC4-2F0C-9C08-037F-E69E04501C21}"/>
          </ac:spMkLst>
        </pc:spChg>
      </pc:sldChg>
      <pc:sldChg chg="addSp modSp">
        <pc:chgData name="Paul Winser" userId="c3146a91-e6bd-4264-bd86-e164e04bc32d" providerId="ADAL" clId="{7146E56A-4EAC-4A89-83F6-2EFF15F2C92C}" dt="2024-09-12T12:36:22.311" v="27"/>
        <pc:sldMkLst>
          <pc:docMk/>
          <pc:sldMk cId="2247142844" sldId="344"/>
        </pc:sldMkLst>
        <pc:spChg chg="add mod">
          <ac:chgData name="Paul Winser" userId="c3146a91-e6bd-4264-bd86-e164e04bc32d" providerId="ADAL" clId="{7146E56A-4EAC-4A89-83F6-2EFF15F2C92C}" dt="2024-09-12T12:36:22.311" v="27"/>
          <ac:spMkLst>
            <pc:docMk/>
            <pc:sldMk cId="2247142844" sldId="344"/>
            <ac:spMk id="3" creationId="{D2C753A4-4F45-137B-2721-6549FA3C0F1C}"/>
          </ac:spMkLst>
        </pc:spChg>
      </pc:sldChg>
      <pc:sldChg chg="addSp modSp">
        <pc:chgData name="Paul Winser" userId="c3146a91-e6bd-4264-bd86-e164e04bc32d" providerId="ADAL" clId="{7146E56A-4EAC-4A89-83F6-2EFF15F2C92C}" dt="2024-09-12T12:36:46.559" v="43"/>
        <pc:sldMkLst>
          <pc:docMk/>
          <pc:sldMk cId="0" sldId="402"/>
        </pc:sldMkLst>
        <pc:spChg chg="add mod">
          <ac:chgData name="Paul Winser" userId="c3146a91-e6bd-4264-bd86-e164e04bc32d" providerId="ADAL" clId="{7146E56A-4EAC-4A89-83F6-2EFF15F2C92C}" dt="2024-09-12T12:36:46.559" v="43"/>
          <ac:spMkLst>
            <pc:docMk/>
            <pc:sldMk cId="0" sldId="402"/>
            <ac:spMk id="3" creationId="{0AE6B54E-9C6F-4A2B-80E5-441D1108A5FD}"/>
          </ac:spMkLst>
        </pc:spChg>
      </pc:sldChg>
    </pc:docChg>
  </pc:docChgLst>
  <pc:docChgLst>
    <pc:chgData name="Paul Winser" userId="c3146a91-e6bd-4264-bd86-e164e04bc32d" providerId="ADAL" clId="{D9A5A876-18A1-4F65-9555-597E5B64070D}"/>
    <pc:docChg chg="undo custSel addSld modSld">
      <pc:chgData name="Paul Winser" userId="c3146a91-e6bd-4264-bd86-e164e04bc32d" providerId="ADAL" clId="{D9A5A876-18A1-4F65-9555-597E5B64070D}" dt="2024-08-20T16:54:49.352" v="1253" actId="1076"/>
      <pc:docMkLst>
        <pc:docMk/>
      </pc:docMkLst>
      <pc:sldChg chg="addSp delSp modSp mod">
        <pc:chgData name="Paul Winser" userId="c3146a91-e6bd-4264-bd86-e164e04bc32d" providerId="ADAL" clId="{D9A5A876-18A1-4F65-9555-597E5B64070D}" dt="2024-08-20T16:49:08.309" v="1133" actId="1076"/>
        <pc:sldMkLst>
          <pc:docMk/>
          <pc:sldMk cId="0" sldId="256"/>
        </pc:sldMkLst>
        <pc:spChg chg="mod">
          <ac:chgData name="Paul Winser" userId="c3146a91-e6bd-4264-bd86-e164e04bc32d" providerId="ADAL" clId="{D9A5A876-18A1-4F65-9555-597E5B64070D}" dt="2024-08-19T13:33:25.856" v="0" actId="1076"/>
          <ac:spMkLst>
            <pc:docMk/>
            <pc:sldMk cId="0" sldId="256"/>
            <ac:spMk id="3" creationId="{986D29E0-B089-110D-BF1E-B3C37F2C37F9}"/>
          </ac:spMkLst>
        </pc:spChg>
        <pc:spChg chg="mod">
          <ac:chgData name="Paul Winser" userId="c3146a91-e6bd-4264-bd86-e164e04bc32d" providerId="ADAL" clId="{D9A5A876-18A1-4F65-9555-597E5B64070D}" dt="2024-08-20T16:48:57.084" v="1127" actId="20577"/>
          <ac:spMkLst>
            <pc:docMk/>
            <pc:sldMk cId="0" sldId="256"/>
            <ac:spMk id="28680" creationId="{250B1923-7747-07CF-317E-05CAA217CFCA}"/>
          </ac:spMkLst>
        </pc:spChg>
        <pc:picChg chg="add mod">
          <ac:chgData name="Paul Winser" userId="c3146a91-e6bd-4264-bd86-e164e04bc32d" providerId="ADAL" clId="{D9A5A876-18A1-4F65-9555-597E5B64070D}" dt="2024-08-20T16:49:08.309" v="1133" actId="1076"/>
          <ac:picMkLst>
            <pc:docMk/>
            <pc:sldMk cId="0" sldId="256"/>
            <ac:picMk id="4" creationId="{8B1C8329-C775-7A09-A240-434C3ED60C75}"/>
          </ac:picMkLst>
        </pc:picChg>
        <pc:picChg chg="del mod">
          <ac:chgData name="Paul Winser" userId="c3146a91-e6bd-4264-bd86-e164e04bc32d" providerId="ADAL" clId="{D9A5A876-18A1-4F65-9555-597E5B64070D}" dt="2024-08-20T16:49:02.238" v="1128" actId="478"/>
          <ac:picMkLst>
            <pc:docMk/>
            <pc:sldMk cId="0" sldId="256"/>
            <ac:picMk id="5" creationId="{5DD1B02D-CBFD-2591-714A-85F3968E1074}"/>
          </ac:picMkLst>
        </pc:picChg>
      </pc:sldChg>
      <pc:sldChg chg="modNotesTx">
        <pc:chgData name="Paul Winser" userId="c3146a91-e6bd-4264-bd86-e164e04bc32d" providerId="ADAL" clId="{D9A5A876-18A1-4F65-9555-597E5B64070D}" dt="2024-08-19T13:33:36.973" v="5" actId="20577"/>
        <pc:sldMkLst>
          <pc:docMk/>
          <pc:sldMk cId="0" sldId="257"/>
        </pc:sldMkLst>
      </pc:sldChg>
      <pc:sldChg chg="modNotesTx">
        <pc:chgData name="Paul Winser" userId="c3146a91-e6bd-4264-bd86-e164e04bc32d" providerId="ADAL" clId="{D9A5A876-18A1-4F65-9555-597E5B64070D}" dt="2024-08-19T13:33:45.813" v="6" actId="6549"/>
        <pc:sldMkLst>
          <pc:docMk/>
          <pc:sldMk cId="0" sldId="258"/>
        </pc:sldMkLst>
      </pc:sldChg>
      <pc:sldChg chg="addSp delSp modSp mod">
        <pc:chgData name="Paul Winser" userId="c3146a91-e6bd-4264-bd86-e164e04bc32d" providerId="ADAL" clId="{D9A5A876-18A1-4F65-9555-597E5B64070D}" dt="2024-08-20T16:49:27.721" v="1139" actId="1076"/>
        <pc:sldMkLst>
          <pc:docMk/>
          <pc:sldMk cId="884549766" sldId="305"/>
        </pc:sldMkLst>
        <pc:spChg chg="mod">
          <ac:chgData name="Paul Winser" userId="c3146a91-e6bd-4264-bd86-e164e04bc32d" providerId="ADAL" clId="{D9A5A876-18A1-4F65-9555-597E5B64070D}" dt="2024-08-19T13:46:01.720" v="610" actId="114"/>
          <ac:spMkLst>
            <pc:docMk/>
            <pc:sldMk cId="884549766" sldId="305"/>
            <ac:spMk id="34819" creationId="{453C7683-8588-7ABC-32E0-8A4E68218620}"/>
          </ac:spMkLst>
        </pc:spChg>
        <pc:spChg chg="mod">
          <ac:chgData name="Paul Winser" userId="c3146a91-e6bd-4264-bd86-e164e04bc32d" providerId="ADAL" clId="{D9A5A876-18A1-4F65-9555-597E5B64070D}" dt="2024-08-19T13:34:20.809" v="17" actId="27636"/>
          <ac:spMkLst>
            <pc:docMk/>
            <pc:sldMk cId="884549766" sldId="305"/>
            <ac:spMk id="34820" creationId="{8DCD7CE1-603D-4D59-3DBB-C13C0B6505F0}"/>
          </ac:spMkLst>
        </pc:spChg>
        <pc:spChg chg="del">
          <ac:chgData name="Paul Winser" userId="c3146a91-e6bd-4264-bd86-e164e04bc32d" providerId="ADAL" clId="{D9A5A876-18A1-4F65-9555-597E5B64070D}" dt="2024-08-19T13:33:55.418" v="7" actId="478"/>
          <ac:spMkLst>
            <pc:docMk/>
            <pc:sldMk cId="884549766" sldId="305"/>
            <ac:spMk id="34825" creationId="{34604527-45EC-E9AA-B897-B17266E33CCA}"/>
          </ac:spMkLst>
        </pc:spChg>
        <pc:picChg chg="add mod">
          <ac:chgData name="Paul Winser" userId="c3146a91-e6bd-4264-bd86-e164e04bc32d" providerId="ADAL" clId="{D9A5A876-18A1-4F65-9555-597E5B64070D}" dt="2024-08-20T16:49:27.721" v="1139" actId="1076"/>
          <ac:picMkLst>
            <pc:docMk/>
            <pc:sldMk cId="884549766" sldId="305"/>
            <ac:picMk id="3" creationId="{7D3CB21C-2B02-1373-F3E2-3B57EA9052B1}"/>
          </ac:picMkLst>
        </pc:picChg>
        <pc:picChg chg="del">
          <ac:chgData name="Paul Winser" userId="c3146a91-e6bd-4264-bd86-e164e04bc32d" providerId="ADAL" clId="{D9A5A876-18A1-4F65-9555-597E5B64070D}" dt="2024-08-20T16:49:22.313" v="1134" actId="478"/>
          <ac:picMkLst>
            <pc:docMk/>
            <pc:sldMk cId="884549766" sldId="305"/>
            <ac:picMk id="4" creationId="{D559C949-DCA3-84C5-002A-A028F2FE6ED2}"/>
          </ac:picMkLst>
        </pc:picChg>
      </pc:sldChg>
      <pc:sldChg chg="addSp delSp modSp mod">
        <pc:chgData name="Paul Winser" userId="c3146a91-e6bd-4264-bd86-e164e04bc32d" providerId="ADAL" clId="{D9A5A876-18A1-4F65-9555-597E5B64070D}" dt="2024-08-20T16:51:33.156" v="1184" actId="14100"/>
        <pc:sldMkLst>
          <pc:docMk/>
          <pc:sldMk cId="3621417310" sldId="307"/>
        </pc:sldMkLst>
        <pc:spChg chg="mod">
          <ac:chgData name="Paul Winser" userId="c3146a91-e6bd-4264-bd86-e164e04bc32d" providerId="ADAL" clId="{D9A5A876-18A1-4F65-9555-597E5B64070D}" dt="2024-08-19T13:38:39.067" v="245" actId="20577"/>
          <ac:spMkLst>
            <pc:docMk/>
            <pc:sldMk cId="3621417310" sldId="307"/>
            <ac:spMk id="16" creationId="{6B9190B2-CD41-7A00-795B-99056130C2D9}"/>
          </ac:spMkLst>
        </pc:spChg>
        <pc:spChg chg="mod">
          <ac:chgData name="Paul Winser" userId="c3146a91-e6bd-4264-bd86-e164e04bc32d" providerId="ADAL" clId="{D9A5A876-18A1-4F65-9555-597E5B64070D}" dt="2024-08-19T13:38:49.359" v="248" actId="14100"/>
          <ac:spMkLst>
            <pc:docMk/>
            <pc:sldMk cId="3621417310" sldId="307"/>
            <ac:spMk id="17" creationId="{AB0AC7A5-B9A4-2DC9-C86C-5320371C232D}"/>
          </ac:spMkLst>
        </pc:spChg>
        <pc:spChg chg="mod">
          <ac:chgData name="Paul Winser" userId="c3146a91-e6bd-4264-bd86-e164e04bc32d" providerId="ADAL" clId="{D9A5A876-18A1-4F65-9555-597E5B64070D}" dt="2024-08-19T13:38:20.657" v="239" actId="1076"/>
          <ac:spMkLst>
            <pc:docMk/>
            <pc:sldMk cId="3621417310" sldId="307"/>
            <ac:spMk id="34819" creationId="{453C7683-8588-7ABC-32E0-8A4E68218620}"/>
          </ac:spMkLst>
        </pc:spChg>
        <pc:spChg chg="mod">
          <ac:chgData name="Paul Winser" userId="c3146a91-e6bd-4264-bd86-e164e04bc32d" providerId="ADAL" clId="{D9A5A876-18A1-4F65-9555-597E5B64070D}" dt="2024-08-19T13:38:14.066" v="238" actId="20577"/>
          <ac:spMkLst>
            <pc:docMk/>
            <pc:sldMk cId="3621417310" sldId="307"/>
            <ac:spMk id="34820" creationId="{8DCD7CE1-603D-4D59-3DBB-C13C0B6505F0}"/>
          </ac:spMkLst>
        </pc:spChg>
        <pc:picChg chg="add mod">
          <ac:chgData name="Paul Winser" userId="c3146a91-e6bd-4264-bd86-e164e04bc32d" providerId="ADAL" clId="{D9A5A876-18A1-4F65-9555-597E5B64070D}" dt="2024-08-20T16:51:15.198" v="1177" actId="1076"/>
          <ac:picMkLst>
            <pc:docMk/>
            <pc:sldMk cId="3621417310" sldId="307"/>
            <ac:picMk id="6" creationId="{BCC8D283-7B84-DCFF-9F30-6D635B0EC2A7}"/>
          </ac:picMkLst>
        </pc:picChg>
        <pc:picChg chg="add mod">
          <ac:chgData name="Paul Winser" userId="c3146a91-e6bd-4264-bd86-e164e04bc32d" providerId="ADAL" clId="{D9A5A876-18A1-4F65-9555-597E5B64070D}" dt="2024-08-20T16:51:33.156" v="1184" actId="14100"/>
          <ac:picMkLst>
            <pc:docMk/>
            <pc:sldMk cId="3621417310" sldId="307"/>
            <ac:picMk id="8" creationId="{52AB43A9-E7CE-DC98-23A2-3909E44C5BC6}"/>
          </ac:picMkLst>
        </pc:picChg>
        <pc:picChg chg="del mod">
          <ac:chgData name="Paul Winser" userId="c3146a91-e6bd-4264-bd86-e164e04bc32d" providerId="ADAL" clId="{D9A5A876-18A1-4F65-9555-597E5B64070D}" dt="2024-08-20T16:51:08.563" v="1172" actId="478"/>
          <ac:picMkLst>
            <pc:docMk/>
            <pc:sldMk cId="3621417310" sldId="307"/>
            <ac:picMk id="11" creationId="{5F7DB558-64D0-74BA-F821-31281DBE178F}"/>
          </ac:picMkLst>
        </pc:picChg>
        <pc:picChg chg="del mod">
          <ac:chgData name="Paul Winser" userId="c3146a91-e6bd-4264-bd86-e164e04bc32d" providerId="ADAL" clId="{D9A5A876-18A1-4F65-9555-597E5B64070D}" dt="2024-08-20T16:51:23.517" v="1178" actId="478"/>
          <ac:picMkLst>
            <pc:docMk/>
            <pc:sldMk cId="3621417310" sldId="307"/>
            <ac:picMk id="13" creationId="{619B87D2-092E-1E34-21C2-BA9C67B8656C}"/>
          </ac:picMkLst>
        </pc:picChg>
      </pc:sldChg>
      <pc:sldChg chg="addSp delSp modSp mod">
        <pc:chgData name="Paul Winser" userId="c3146a91-e6bd-4264-bd86-e164e04bc32d" providerId="ADAL" clId="{D9A5A876-18A1-4F65-9555-597E5B64070D}" dt="2024-08-20T16:53:40.474" v="1234" actId="1076"/>
        <pc:sldMkLst>
          <pc:docMk/>
          <pc:sldMk cId="2005355495" sldId="308"/>
        </pc:sldMkLst>
        <pc:picChg chg="del mod">
          <ac:chgData name="Paul Winser" userId="c3146a91-e6bd-4264-bd86-e164e04bc32d" providerId="ADAL" clId="{D9A5A876-18A1-4F65-9555-597E5B64070D}" dt="2024-08-20T16:53:32.785" v="1227" actId="478"/>
          <ac:picMkLst>
            <pc:docMk/>
            <pc:sldMk cId="2005355495" sldId="308"/>
            <ac:picMk id="3" creationId="{0C0F9653-B7CF-4C0F-CD38-A6AEBFBE6F80}"/>
          </ac:picMkLst>
        </pc:picChg>
        <pc:picChg chg="add mod">
          <ac:chgData name="Paul Winser" userId="c3146a91-e6bd-4264-bd86-e164e04bc32d" providerId="ADAL" clId="{D9A5A876-18A1-4F65-9555-597E5B64070D}" dt="2024-08-20T16:53:40.474" v="1234" actId="1076"/>
          <ac:picMkLst>
            <pc:docMk/>
            <pc:sldMk cId="2005355495" sldId="308"/>
            <ac:picMk id="4" creationId="{DAE0DAC5-EE7B-73F7-E97F-25777BA1DAAF}"/>
          </ac:picMkLst>
        </pc:picChg>
      </pc:sldChg>
      <pc:sldChg chg="delSp modSp mod">
        <pc:chgData name="Paul Winser" userId="c3146a91-e6bd-4264-bd86-e164e04bc32d" providerId="ADAL" clId="{D9A5A876-18A1-4F65-9555-597E5B64070D}" dt="2024-08-19T13:43:37.705" v="495" actId="27636"/>
        <pc:sldMkLst>
          <pc:docMk/>
          <pc:sldMk cId="47175209" sldId="309"/>
        </pc:sldMkLst>
        <pc:spChg chg="mod">
          <ac:chgData name="Paul Winser" userId="c3146a91-e6bd-4264-bd86-e164e04bc32d" providerId="ADAL" clId="{D9A5A876-18A1-4F65-9555-597E5B64070D}" dt="2024-08-19T13:43:37.705" v="495" actId="27636"/>
          <ac:spMkLst>
            <pc:docMk/>
            <pc:sldMk cId="47175209" sldId="309"/>
            <ac:spMk id="34819" creationId="{453C7683-8588-7ABC-32E0-8A4E68218620}"/>
          </ac:spMkLst>
        </pc:spChg>
        <pc:spChg chg="mod">
          <ac:chgData name="Paul Winser" userId="c3146a91-e6bd-4264-bd86-e164e04bc32d" providerId="ADAL" clId="{D9A5A876-18A1-4F65-9555-597E5B64070D}" dt="2024-08-19T13:42:28.702" v="396" actId="20577"/>
          <ac:spMkLst>
            <pc:docMk/>
            <pc:sldMk cId="47175209" sldId="309"/>
            <ac:spMk id="34820" creationId="{8DCD7CE1-603D-4D59-3DBB-C13C0B6505F0}"/>
          </ac:spMkLst>
        </pc:spChg>
        <pc:spChg chg="del">
          <ac:chgData name="Paul Winser" userId="c3146a91-e6bd-4264-bd86-e164e04bc32d" providerId="ADAL" clId="{D9A5A876-18A1-4F65-9555-597E5B64070D}" dt="2024-08-19T13:42:54.974" v="402" actId="478"/>
          <ac:spMkLst>
            <pc:docMk/>
            <pc:sldMk cId="47175209" sldId="309"/>
            <ac:spMk id="34825" creationId="{7805A6D7-B7EC-5CC4-B73E-0B18291FC391}"/>
          </ac:spMkLst>
        </pc:spChg>
        <pc:picChg chg="mod">
          <ac:chgData name="Paul Winser" userId="c3146a91-e6bd-4264-bd86-e164e04bc32d" providerId="ADAL" clId="{D9A5A876-18A1-4F65-9555-597E5B64070D}" dt="2024-08-19T13:43:11.751" v="485" actId="1076"/>
          <ac:picMkLst>
            <pc:docMk/>
            <pc:sldMk cId="47175209" sldId="309"/>
            <ac:picMk id="3" creationId="{220333C8-5D8F-4530-D0C8-A030B7EEA083}"/>
          </ac:picMkLst>
        </pc:picChg>
      </pc:sldChg>
      <pc:sldChg chg="modSp mod">
        <pc:chgData name="Paul Winser" userId="c3146a91-e6bd-4264-bd86-e164e04bc32d" providerId="ADAL" clId="{D9A5A876-18A1-4F65-9555-597E5B64070D}" dt="2024-08-19T13:42:02.253" v="384" actId="20577"/>
        <pc:sldMkLst>
          <pc:docMk/>
          <pc:sldMk cId="1606488769" sldId="311"/>
        </pc:sldMkLst>
        <pc:spChg chg="mod">
          <ac:chgData name="Paul Winser" userId="c3146a91-e6bd-4264-bd86-e164e04bc32d" providerId="ADAL" clId="{D9A5A876-18A1-4F65-9555-597E5B64070D}" dt="2024-08-19T13:41:21.434" v="363" actId="20577"/>
          <ac:spMkLst>
            <pc:docMk/>
            <pc:sldMk cId="1606488769" sldId="311"/>
            <ac:spMk id="34819" creationId="{453C7683-8588-7ABC-32E0-8A4E68218620}"/>
          </ac:spMkLst>
        </pc:spChg>
        <pc:spChg chg="mod">
          <ac:chgData name="Paul Winser" userId="c3146a91-e6bd-4264-bd86-e164e04bc32d" providerId="ADAL" clId="{D9A5A876-18A1-4F65-9555-597E5B64070D}" dt="2024-08-19T13:42:02.253" v="384" actId="20577"/>
          <ac:spMkLst>
            <pc:docMk/>
            <pc:sldMk cId="1606488769" sldId="311"/>
            <ac:spMk id="34820" creationId="{8DCD7CE1-603D-4D59-3DBB-C13C0B6505F0}"/>
          </ac:spMkLst>
        </pc:spChg>
      </pc:sldChg>
      <pc:sldChg chg="delSp modSp mod">
        <pc:chgData name="Paul Winser" userId="c3146a91-e6bd-4264-bd86-e164e04bc32d" providerId="ADAL" clId="{D9A5A876-18A1-4F65-9555-597E5B64070D}" dt="2024-08-19T13:41:35.100" v="369" actId="20577"/>
        <pc:sldMkLst>
          <pc:docMk/>
          <pc:sldMk cId="2784171862" sldId="312"/>
        </pc:sldMkLst>
        <pc:spChg chg="mod">
          <ac:chgData name="Paul Winser" userId="c3146a91-e6bd-4264-bd86-e164e04bc32d" providerId="ADAL" clId="{D9A5A876-18A1-4F65-9555-597E5B64070D}" dt="2024-08-19T13:41:30.211" v="365" actId="5793"/>
          <ac:spMkLst>
            <pc:docMk/>
            <pc:sldMk cId="2784171862" sldId="312"/>
            <ac:spMk id="34819" creationId="{453C7683-8588-7ABC-32E0-8A4E68218620}"/>
          </ac:spMkLst>
        </pc:spChg>
        <pc:spChg chg="mod">
          <ac:chgData name="Paul Winser" userId="c3146a91-e6bd-4264-bd86-e164e04bc32d" providerId="ADAL" clId="{D9A5A876-18A1-4F65-9555-597E5B64070D}" dt="2024-08-19T13:41:35.100" v="369" actId="20577"/>
          <ac:spMkLst>
            <pc:docMk/>
            <pc:sldMk cId="2784171862" sldId="312"/>
            <ac:spMk id="34820" creationId="{8DCD7CE1-603D-4D59-3DBB-C13C0B6505F0}"/>
          </ac:spMkLst>
        </pc:spChg>
        <pc:spChg chg="del">
          <ac:chgData name="Paul Winser" userId="c3146a91-e6bd-4264-bd86-e164e04bc32d" providerId="ADAL" clId="{D9A5A876-18A1-4F65-9555-597E5B64070D}" dt="2024-08-19T13:41:28.293" v="364" actId="478"/>
          <ac:spMkLst>
            <pc:docMk/>
            <pc:sldMk cId="2784171862" sldId="312"/>
            <ac:spMk id="34825" creationId="{4AE105CC-96A6-CE8A-FC56-D6FAEB34B406}"/>
          </ac:spMkLst>
        </pc:spChg>
      </pc:sldChg>
      <pc:sldChg chg="delSp modSp mod">
        <pc:chgData name="Paul Winser" userId="c3146a91-e6bd-4264-bd86-e164e04bc32d" providerId="ADAL" clId="{D9A5A876-18A1-4F65-9555-597E5B64070D}" dt="2024-08-19T13:45:33.390" v="529" actId="255"/>
        <pc:sldMkLst>
          <pc:docMk/>
          <pc:sldMk cId="3563601976" sldId="313"/>
        </pc:sldMkLst>
        <pc:spChg chg="mod">
          <ac:chgData name="Paul Winser" userId="c3146a91-e6bd-4264-bd86-e164e04bc32d" providerId="ADAL" clId="{D9A5A876-18A1-4F65-9555-597E5B64070D}" dt="2024-08-19T13:45:33.390" v="529" actId="255"/>
          <ac:spMkLst>
            <pc:docMk/>
            <pc:sldMk cId="3563601976" sldId="313"/>
            <ac:spMk id="34819" creationId="{453C7683-8588-7ABC-32E0-8A4E68218620}"/>
          </ac:spMkLst>
        </pc:spChg>
        <pc:spChg chg="mod">
          <ac:chgData name="Paul Winser" userId="c3146a91-e6bd-4264-bd86-e164e04bc32d" providerId="ADAL" clId="{D9A5A876-18A1-4F65-9555-597E5B64070D}" dt="2024-08-19T13:36:06.722" v="127" actId="20577"/>
          <ac:spMkLst>
            <pc:docMk/>
            <pc:sldMk cId="3563601976" sldId="313"/>
            <ac:spMk id="34820" creationId="{8DCD7CE1-603D-4D59-3DBB-C13C0B6505F0}"/>
          </ac:spMkLst>
        </pc:spChg>
        <pc:spChg chg="del">
          <ac:chgData name="Paul Winser" userId="c3146a91-e6bd-4264-bd86-e164e04bc32d" providerId="ADAL" clId="{D9A5A876-18A1-4F65-9555-597E5B64070D}" dt="2024-08-19T13:34:34.325" v="20" actId="478"/>
          <ac:spMkLst>
            <pc:docMk/>
            <pc:sldMk cId="3563601976" sldId="313"/>
            <ac:spMk id="34825" creationId="{D610B8A1-4DF2-4FB3-7BC5-4664DED6CA3A}"/>
          </ac:spMkLst>
        </pc:spChg>
      </pc:sldChg>
      <pc:sldChg chg="addSp delSp modSp mod">
        <pc:chgData name="Paul Winser" userId="c3146a91-e6bd-4264-bd86-e164e04bc32d" providerId="ADAL" clId="{D9A5A876-18A1-4F65-9555-597E5B64070D}" dt="2024-08-20T16:53:03.040" v="1220" actId="1076"/>
        <pc:sldMkLst>
          <pc:docMk/>
          <pc:sldMk cId="640418483" sldId="314"/>
        </pc:sldMkLst>
        <pc:spChg chg="mod">
          <ac:chgData name="Paul Winser" userId="c3146a91-e6bd-4264-bd86-e164e04bc32d" providerId="ADAL" clId="{D9A5A876-18A1-4F65-9555-597E5B64070D}" dt="2024-08-20T16:51:53.586" v="1191" actId="120"/>
          <ac:spMkLst>
            <pc:docMk/>
            <pc:sldMk cId="640418483" sldId="314"/>
            <ac:spMk id="34819" creationId="{453C7683-8588-7ABC-32E0-8A4E68218620}"/>
          </ac:spMkLst>
        </pc:spChg>
        <pc:spChg chg="mod">
          <ac:chgData name="Paul Winser" userId="c3146a91-e6bd-4264-bd86-e164e04bc32d" providerId="ADAL" clId="{D9A5A876-18A1-4F65-9555-597E5B64070D}" dt="2024-08-19T13:39:32.466" v="263" actId="20577"/>
          <ac:spMkLst>
            <pc:docMk/>
            <pc:sldMk cId="640418483" sldId="314"/>
            <ac:spMk id="34820" creationId="{8DCD7CE1-603D-4D59-3DBB-C13C0B6505F0}"/>
          </ac:spMkLst>
        </pc:spChg>
        <pc:picChg chg="del mod">
          <ac:chgData name="Paul Winser" userId="c3146a91-e6bd-4264-bd86-e164e04bc32d" providerId="ADAL" clId="{D9A5A876-18A1-4F65-9555-597E5B64070D}" dt="2024-08-20T16:51:46.056" v="1185" actId="478"/>
          <ac:picMkLst>
            <pc:docMk/>
            <pc:sldMk cId="640418483" sldId="314"/>
            <ac:picMk id="3" creationId="{854F064D-4915-A37F-988A-820875385F64}"/>
          </ac:picMkLst>
        </pc:picChg>
        <pc:picChg chg="add mod">
          <ac:chgData name="Paul Winser" userId="c3146a91-e6bd-4264-bd86-e164e04bc32d" providerId="ADAL" clId="{D9A5A876-18A1-4F65-9555-597E5B64070D}" dt="2024-08-20T16:52:57.651" v="1218" actId="14100"/>
          <ac:picMkLst>
            <pc:docMk/>
            <pc:sldMk cId="640418483" sldId="314"/>
            <ac:picMk id="4" creationId="{BA22B8D5-10AF-79A6-27B0-B0D9992A6988}"/>
          </ac:picMkLst>
        </pc:picChg>
        <pc:picChg chg="del mod">
          <ac:chgData name="Paul Winser" userId="c3146a91-e6bd-4264-bd86-e164e04bc32d" providerId="ADAL" clId="{D9A5A876-18A1-4F65-9555-597E5B64070D}" dt="2024-08-20T16:52:05.099" v="1192" actId="478"/>
          <ac:picMkLst>
            <pc:docMk/>
            <pc:sldMk cId="640418483" sldId="314"/>
            <ac:picMk id="5" creationId="{5DCC3316-0291-CF1A-1F3E-C3DC1E9377B6}"/>
          </ac:picMkLst>
        </pc:picChg>
        <pc:picChg chg="del mod">
          <ac:chgData name="Paul Winser" userId="c3146a91-e6bd-4264-bd86-e164e04bc32d" providerId="ADAL" clId="{D9A5A876-18A1-4F65-9555-597E5B64070D}" dt="2024-08-20T16:52:17.325" v="1199" actId="478"/>
          <ac:picMkLst>
            <pc:docMk/>
            <pc:sldMk cId="640418483" sldId="314"/>
            <ac:picMk id="7" creationId="{52180BD7-DC50-7A3C-EA7E-62015819A1E1}"/>
          </ac:picMkLst>
        </pc:picChg>
        <pc:picChg chg="add mod">
          <ac:chgData name="Paul Winser" userId="c3146a91-e6bd-4264-bd86-e164e04bc32d" providerId="ADAL" clId="{D9A5A876-18A1-4F65-9555-597E5B64070D}" dt="2024-08-20T16:53:03.040" v="1220" actId="1076"/>
          <ac:picMkLst>
            <pc:docMk/>
            <pc:sldMk cId="640418483" sldId="314"/>
            <ac:picMk id="8" creationId="{5174AFF5-DA5D-D2BC-71C3-DE01DCA7D17D}"/>
          </ac:picMkLst>
        </pc:picChg>
        <pc:picChg chg="del mod">
          <ac:chgData name="Paul Winser" userId="c3146a91-e6bd-4264-bd86-e164e04bc32d" providerId="ADAL" clId="{D9A5A876-18A1-4F65-9555-597E5B64070D}" dt="2024-08-20T16:52:31.374" v="1207" actId="478"/>
          <ac:picMkLst>
            <pc:docMk/>
            <pc:sldMk cId="640418483" sldId="314"/>
            <ac:picMk id="9" creationId="{1A7A0661-0B42-EE98-021B-8AE522BDD82D}"/>
          </ac:picMkLst>
        </pc:picChg>
        <pc:picChg chg="add mod">
          <ac:chgData name="Paul Winser" userId="c3146a91-e6bd-4264-bd86-e164e04bc32d" providerId="ADAL" clId="{D9A5A876-18A1-4F65-9555-597E5B64070D}" dt="2024-08-20T16:52:50.140" v="1216" actId="14100"/>
          <ac:picMkLst>
            <pc:docMk/>
            <pc:sldMk cId="640418483" sldId="314"/>
            <ac:picMk id="11" creationId="{D68640DC-502F-CBE5-0850-3631F017B9E3}"/>
          </ac:picMkLst>
        </pc:picChg>
        <pc:picChg chg="add mod">
          <ac:chgData name="Paul Winser" userId="c3146a91-e6bd-4264-bd86-e164e04bc32d" providerId="ADAL" clId="{D9A5A876-18A1-4F65-9555-597E5B64070D}" dt="2024-08-20T16:52:45.006" v="1215" actId="1076"/>
          <ac:picMkLst>
            <pc:docMk/>
            <pc:sldMk cId="640418483" sldId="314"/>
            <ac:picMk id="13" creationId="{4B0475EB-F9CF-0F00-07B4-9F1F28DB4021}"/>
          </ac:picMkLst>
        </pc:picChg>
      </pc:sldChg>
      <pc:sldChg chg="delSp modSp mod">
        <pc:chgData name="Paul Winser" userId="c3146a91-e6bd-4264-bd86-e164e04bc32d" providerId="ADAL" clId="{D9A5A876-18A1-4F65-9555-597E5B64070D}" dt="2024-08-19T13:41:56.772" v="380" actId="20577"/>
        <pc:sldMkLst>
          <pc:docMk/>
          <pc:sldMk cId="2939551064" sldId="315"/>
        </pc:sldMkLst>
        <pc:spChg chg="mod">
          <ac:chgData name="Paul Winser" userId="c3146a91-e6bd-4264-bd86-e164e04bc32d" providerId="ADAL" clId="{D9A5A876-18A1-4F65-9555-597E5B64070D}" dt="2024-08-19T13:41:56.772" v="380" actId="20577"/>
          <ac:spMkLst>
            <pc:docMk/>
            <pc:sldMk cId="2939551064" sldId="315"/>
            <ac:spMk id="34820" creationId="{8DCD7CE1-603D-4D59-3DBB-C13C0B6505F0}"/>
          </ac:spMkLst>
        </pc:spChg>
        <pc:spChg chg="del">
          <ac:chgData name="Paul Winser" userId="c3146a91-e6bd-4264-bd86-e164e04bc32d" providerId="ADAL" clId="{D9A5A876-18A1-4F65-9555-597E5B64070D}" dt="2024-08-19T13:41:42.186" v="370" actId="478"/>
          <ac:spMkLst>
            <pc:docMk/>
            <pc:sldMk cId="2939551064" sldId="315"/>
            <ac:spMk id="34826" creationId="{8BA1D151-05A4-DB64-C2F5-ED728A42A5A9}"/>
          </ac:spMkLst>
        </pc:spChg>
        <pc:graphicFrameChg chg="mod">
          <ac:chgData name="Paul Winser" userId="c3146a91-e6bd-4264-bd86-e164e04bc32d" providerId="ADAL" clId="{D9A5A876-18A1-4F65-9555-597E5B64070D}" dt="2024-08-19T13:41:48.685" v="376" actId="20577"/>
          <ac:graphicFrameMkLst>
            <pc:docMk/>
            <pc:sldMk cId="2939551064" sldId="315"/>
            <ac:graphicFrameMk id="34822" creationId="{74713636-9ABE-AEED-BCE2-5EE46F0D1F86}"/>
          </ac:graphicFrameMkLst>
        </pc:graphicFrameChg>
      </pc:sldChg>
      <pc:sldChg chg="modSp mod">
        <pc:chgData name="Paul Winser" userId="c3146a91-e6bd-4264-bd86-e164e04bc32d" providerId="ADAL" clId="{D9A5A876-18A1-4F65-9555-597E5B64070D}" dt="2024-08-19T13:42:14.215" v="390" actId="20577"/>
        <pc:sldMkLst>
          <pc:docMk/>
          <pc:sldMk cId="1321026520" sldId="316"/>
        </pc:sldMkLst>
        <pc:spChg chg="mod">
          <ac:chgData name="Paul Winser" userId="c3146a91-e6bd-4264-bd86-e164e04bc32d" providerId="ADAL" clId="{D9A5A876-18A1-4F65-9555-597E5B64070D}" dt="2024-08-19T13:42:14.215" v="390" actId="20577"/>
          <ac:spMkLst>
            <pc:docMk/>
            <pc:sldMk cId="1321026520" sldId="316"/>
            <ac:spMk id="34820" creationId="{8DCD7CE1-603D-4D59-3DBB-C13C0B6505F0}"/>
          </ac:spMkLst>
        </pc:spChg>
      </pc:sldChg>
      <pc:sldChg chg="delSp modSp mod">
        <pc:chgData name="Paul Winser" userId="c3146a91-e6bd-4264-bd86-e164e04bc32d" providerId="ADAL" clId="{D9A5A876-18A1-4F65-9555-597E5B64070D}" dt="2024-08-19T13:47:15.267" v="711" actId="1076"/>
        <pc:sldMkLst>
          <pc:docMk/>
          <pc:sldMk cId="3822076458" sldId="318"/>
        </pc:sldMkLst>
        <pc:spChg chg="mod">
          <ac:chgData name="Paul Winser" userId="c3146a91-e6bd-4264-bd86-e164e04bc32d" providerId="ADAL" clId="{D9A5A876-18A1-4F65-9555-597E5B64070D}" dt="2024-08-19T13:47:15.267" v="711" actId="1076"/>
          <ac:spMkLst>
            <pc:docMk/>
            <pc:sldMk cId="3822076458" sldId="318"/>
            <ac:spMk id="2" creationId="{2B8C71A2-850B-5D33-5E89-59427D64F4E7}"/>
          </ac:spMkLst>
        </pc:spChg>
        <pc:spChg chg="mod">
          <ac:chgData name="Paul Winser" userId="c3146a91-e6bd-4264-bd86-e164e04bc32d" providerId="ADAL" clId="{D9A5A876-18A1-4F65-9555-597E5B64070D}" dt="2024-08-19T13:47:07.940" v="710" actId="114"/>
          <ac:spMkLst>
            <pc:docMk/>
            <pc:sldMk cId="3822076458" sldId="318"/>
            <ac:spMk id="34819" creationId="{453C7683-8588-7ABC-32E0-8A4E68218620}"/>
          </ac:spMkLst>
        </pc:spChg>
        <pc:spChg chg="del">
          <ac:chgData name="Paul Winser" userId="c3146a91-e6bd-4264-bd86-e164e04bc32d" providerId="ADAL" clId="{D9A5A876-18A1-4F65-9555-597E5B64070D}" dt="2024-08-19T13:46:44.156" v="613" actId="478"/>
          <ac:spMkLst>
            <pc:docMk/>
            <pc:sldMk cId="3822076458" sldId="318"/>
            <ac:spMk id="34825" creationId="{0194296E-FB8E-9D10-6047-C3E349ECB5BF}"/>
          </ac:spMkLst>
        </pc:spChg>
      </pc:sldChg>
      <pc:sldChg chg="delSp modSp mod">
        <pc:chgData name="Paul Winser" userId="c3146a91-e6bd-4264-bd86-e164e04bc32d" providerId="ADAL" clId="{D9A5A876-18A1-4F65-9555-597E5B64070D}" dt="2024-08-19T13:48:43.398" v="832" actId="113"/>
        <pc:sldMkLst>
          <pc:docMk/>
          <pc:sldMk cId="501253045" sldId="319"/>
        </pc:sldMkLst>
        <pc:spChg chg="mod">
          <ac:chgData name="Paul Winser" userId="c3146a91-e6bd-4264-bd86-e164e04bc32d" providerId="ADAL" clId="{D9A5A876-18A1-4F65-9555-597E5B64070D}" dt="2024-08-19T13:48:43.398" v="832" actId="113"/>
          <ac:spMkLst>
            <pc:docMk/>
            <pc:sldMk cId="501253045" sldId="319"/>
            <ac:spMk id="2" creationId="{3B20083F-3D80-4CDB-57D9-91E9630AD875}"/>
          </ac:spMkLst>
        </pc:spChg>
        <pc:spChg chg="mod">
          <ac:chgData name="Paul Winser" userId="c3146a91-e6bd-4264-bd86-e164e04bc32d" providerId="ADAL" clId="{D9A5A876-18A1-4F65-9555-597E5B64070D}" dt="2024-08-19T13:48:36.312" v="831" actId="27636"/>
          <ac:spMkLst>
            <pc:docMk/>
            <pc:sldMk cId="501253045" sldId="319"/>
            <ac:spMk id="34819" creationId="{453C7683-8588-7ABC-32E0-8A4E68218620}"/>
          </ac:spMkLst>
        </pc:spChg>
        <pc:spChg chg="del">
          <ac:chgData name="Paul Winser" userId="c3146a91-e6bd-4264-bd86-e164e04bc32d" providerId="ADAL" clId="{D9A5A876-18A1-4F65-9555-597E5B64070D}" dt="2024-08-19T13:47:22.769" v="712" actId="478"/>
          <ac:spMkLst>
            <pc:docMk/>
            <pc:sldMk cId="501253045" sldId="319"/>
            <ac:spMk id="34825" creationId="{488E142A-4A96-6F20-67BA-176DADEC3050}"/>
          </ac:spMkLst>
        </pc:spChg>
      </pc:sldChg>
      <pc:sldChg chg="delSp modSp mod">
        <pc:chgData name="Paul Winser" userId="c3146a91-e6bd-4264-bd86-e164e04bc32d" providerId="ADAL" clId="{D9A5A876-18A1-4F65-9555-597E5B64070D}" dt="2024-08-19T13:49:06.052" v="838" actId="478"/>
        <pc:sldMkLst>
          <pc:docMk/>
          <pc:sldMk cId="3441578898" sldId="320"/>
        </pc:sldMkLst>
        <pc:spChg chg="mod">
          <ac:chgData name="Paul Winser" userId="c3146a91-e6bd-4264-bd86-e164e04bc32d" providerId="ADAL" clId="{D9A5A876-18A1-4F65-9555-597E5B64070D}" dt="2024-08-19T13:49:01.470" v="837" actId="113"/>
          <ac:spMkLst>
            <pc:docMk/>
            <pc:sldMk cId="3441578898" sldId="320"/>
            <ac:spMk id="34819" creationId="{453C7683-8588-7ABC-32E0-8A4E68218620}"/>
          </ac:spMkLst>
        </pc:spChg>
        <pc:spChg chg="del">
          <ac:chgData name="Paul Winser" userId="c3146a91-e6bd-4264-bd86-e164e04bc32d" providerId="ADAL" clId="{D9A5A876-18A1-4F65-9555-597E5B64070D}" dt="2024-08-19T13:49:06.052" v="838" actId="478"/>
          <ac:spMkLst>
            <pc:docMk/>
            <pc:sldMk cId="3441578898" sldId="320"/>
            <ac:spMk id="34825" creationId="{83853448-0C44-56D7-8B2F-4CA4BB10AF56}"/>
          </ac:spMkLst>
        </pc:spChg>
      </pc:sldChg>
      <pc:sldChg chg="delSp modSp mod">
        <pc:chgData name="Paul Winser" userId="c3146a91-e6bd-4264-bd86-e164e04bc32d" providerId="ADAL" clId="{D9A5A876-18A1-4F65-9555-597E5B64070D}" dt="2024-08-19T13:49:24.455" v="842" actId="948"/>
        <pc:sldMkLst>
          <pc:docMk/>
          <pc:sldMk cId="3300596732" sldId="322"/>
        </pc:sldMkLst>
        <pc:spChg chg="mod">
          <ac:chgData name="Paul Winser" userId="c3146a91-e6bd-4264-bd86-e164e04bc32d" providerId="ADAL" clId="{D9A5A876-18A1-4F65-9555-597E5B64070D}" dt="2024-08-19T13:49:24.455" v="842" actId="948"/>
          <ac:spMkLst>
            <pc:docMk/>
            <pc:sldMk cId="3300596732" sldId="322"/>
            <ac:spMk id="34819" creationId="{453C7683-8588-7ABC-32E0-8A4E68218620}"/>
          </ac:spMkLst>
        </pc:spChg>
        <pc:spChg chg="del">
          <ac:chgData name="Paul Winser" userId="c3146a91-e6bd-4264-bd86-e164e04bc32d" providerId="ADAL" clId="{D9A5A876-18A1-4F65-9555-597E5B64070D}" dt="2024-08-19T13:49:18.276" v="840" actId="478"/>
          <ac:spMkLst>
            <pc:docMk/>
            <pc:sldMk cId="3300596732" sldId="322"/>
            <ac:spMk id="34825" creationId="{30F3EBB8-33F0-14A3-32AE-2E47A4086C15}"/>
          </ac:spMkLst>
        </pc:spChg>
      </pc:sldChg>
      <pc:sldChg chg="delSp modSp mod">
        <pc:chgData name="Paul Winser" userId="c3146a91-e6bd-4264-bd86-e164e04bc32d" providerId="ADAL" clId="{D9A5A876-18A1-4F65-9555-597E5B64070D}" dt="2024-08-19T13:49:43.613" v="846" actId="478"/>
        <pc:sldMkLst>
          <pc:docMk/>
          <pc:sldMk cId="2903351651" sldId="324"/>
        </pc:sldMkLst>
        <pc:spChg chg="mod">
          <ac:chgData name="Paul Winser" userId="c3146a91-e6bd-4264-bd86-e164e04bc32d" providerId="ADAL" clId="{D9A5A876-18A1-4F65-9555-597E5B64070D}" dt="2024-08-19T13:49:40.738" v="845" actId="948"/>
          <ac:spMkLst>
            <pc:docMk/>
            <pc:sldMk cId="2903351651" sldId="324"/>
            <ac:spMk id="34819" creationId="{453C7683-8588-7ABC-32E0-8A4E68218620}"/>
          </ac:spMkLst>
        </pc:spChg>
        <pc:spChg chg="del">
          <ac:chgData name="Paul Winser" userId="c3146a91-e6bd-4264-bd86-e164e04bc32d" providerId="ADAL" clId="{D9A5A876-18A1-4F65-9555-597E5B64070D}" dt="2024-08-19T13:49:43.613" v="846" actId="478"/>
          <ac:spMkLst>
            <pc:docMk/>
            <pc:sldMk cId="2903351651" sldId="324"/>
            <ac:spMk id="34825" creationId="{9F11B640-8351-018E-0EE4-F22CC5B1AC21}"/>
          </ac:spMkLst>
        </pc:spChg>
      </pc:sldChg>
      <pc:sldChg chg="modSp">
        <pc:chgData name="Paul Winser" userId="c3146a91-e6bd-4264-bd86-e164e04bc32d" providerId="ADAL" clId="{D9A5A876-18A1-4F65-9555-597E5B64070D}" dt="2024-08-19T13:49:15.633" v="839" actId="1076"/>
        <pc:sldMkLst>
          <pc:docMk/>
          <pc:sldMk cId="2157894103" sldId="325"/>
        </pc:sldMkLst>
        <pc:spChg chg="mod">
          <ac:chgData name="Paul Winser" userId="c3146a91-e6bd-4264-bd86-e164e04bc32d" providerId="ADAL" clId="{D9A5A876-18A1-4F65-9555-597E5B64070D}" dt="2024-08-19T13:49:15.633" v="839" actId="1076"/>
          <ac:spMkLst>
            <pc:docMk/>
            <pc:sldMk cId="2157894103" sldId="325"/>
            <ac:spMk id="34820" creationId="{8DCD7CE1-603D-4D59-3DBB-C13C0B6505F0}"/>
          </ac:spMkLst>
        </pc:spChg>
      </pc:sldChg>
      <pc:sldChg chg="addSp delSp modSp mod">
        <pc:chgData name="Paul Winser" userId="c3146a91-e6bd-4264-bd86-e164e04bc32d" providerId="ADAL" clId="{D9A5A876-18A1-4F65-9555-597E5B64070D}" dt="2024-08-20T16:53:21.706" v="1226" actId="1076"/>
        <pc:sldMkLst>
          <pc:docMk/>
          <pc:sldMk cId="3215217644" sldId="326"/>
        </pc:sldMkLst>
        <pc:picChg chg="del">
          <ac:chgData name="Paul Winser" userId="c3146a91-e6bd-4264-bd86-e164e04bc32d" providerId="ADAL" clId="{D9A5A876-18A1-4F65-9555-597E5B64070D}" dt="2024-08-20T16:53:15.926" v="1221" actId="478"/>
          <ac:picMkLst>
            <pc:docMk/>
            <pc:sldMk cId="3215217644" sldId="326"/>
            <ac:picMk id="3" creationId="{2198A17C-EF01-808F-C544-707AB3362ADA}"/>
          </ac:picMkLst>
        </pc:picChg>
        <pc:picChg chg="add mod">
          <ac:chgData name="Paul Winser" userId="c3146a91-e6bd-4264-bd86-e164e04bc32d" providerId="ADAL" clId="{D9A5A876-18A1-4F65-9555-597E5B64070D}" dt="2024-08-20T16:53:21.706" v="1226" actId="1076"/>
          <ac:picMkLst>
            <pc:docMk/>
            <pc:sldMk cId="3215217644" sldId="326"/>
            <ac:picMk id="4" creationId="{2C4ACD7D-CFD1-C147-744E-839D46DB7E1B}"/>
          </ac:picMkLst>
        </pc:picChg>
      </pc:sldChg>
      <pc:sldChg chg="delSp modSp mod">
        <pc:chgData name="Paul Winser" userId="c3146a91-e6bd-4264-bd86-e164e04bc32d" providerId="ADAL" clId="{D9A5A876-18A1-4F65-9555-597E5B64070D}" dt="2024-08-19T13:50:54.837" v="956" actId="20577"/>
        <pc:sldMkLst>
          <pc:docMk/>
          <pc:sldMk cId="3837474141" sldId="328"/>
        </pc:sldMkLst>
        <pc:spChg chg="mod">
          <ac:chgData name="Paul Winser" userId="c3146a91-e6bd-4264-bd86-e164e04bc32d" providerId="ADAL" clId="{D9A5A876-18A1-4F65-9555-597E5B64070D}" dt="2024-08-19T13:50:54.837" v="956" actId="20577"/>
          <ac:spMkLst>
            <pc:docMk/>
            <pc:sldMk cId="3837474141" sldId="328"/>
            <ac:spMk id="34819" creationId="{453C7683-8588-7ABC-32E0-8A4E68218620}"/>
          </ac:spMkLst>
        </pc:spChg>
        <pc:spChg chg="del">
          <ac:chgData name="Paul Winser" userId="c3146a91-e6bd-4264-bd86-e164e04bc32d" providerId="ADAL" clId="{D9A5A876-18A1-4F65-9555-597E5B64070D}" dt="2024-08-19T13:50:32.290" v="901" actId="478"/>
          <ac:spMkLst>
            <pc:docMk/>
            <pc:sldMk cId="3837474141" sldId="328"/>
            <ac:spMk id="34825" creationId="{A09344E2-E955-50A5-5B96-FC186980FCDB}"/>
          </ac:spMkLst>
        </pc:spChg>
      </pc:sldChg>
      <pc:sldChg chg="delSp modSp mod">
        <pc:chgData name="Paul Winser" userId="c3146a91-e6bd-4264-bd86-e164e04bc32d" providerId="ADAL" clId="{D9A5A876-18A1-4F65-9555-597E5B64070D}" dt="2024-08-19T13:51:10.609" v="963" actId="20577"/>
        <pc:sldMkLst>
          <pc:docMk/>
          <pc:sldMk cId="1307717009" sldId="329"/>
        </pc:sldMkLst>
        <pc:spChg chg="mod">
          <ac:chgData name="Paul Winser" userId="c3146a91-e6bd-4264-bd86-e164e04bc32d" providerId="ADAL" clId="{D9A5A876-18A1-4F65-9555-597E5B64070D}" dt="2024-08-19T13:51:10.609" v="963" actId="20577"/>
          <ac:spMkLst>
            <pc:docMk/>
            <pc:sldMk cId="1307717009" sldId="329"/>
            <ac:spMk id="34819" creationId="{453C7683-8588-7ABC-32E0-8A4E68218620}"/>
          </ac:spMkLst>
        </pc:spChg>
        <pc:spChg chg="del">
          <ac:chgData name="Paul Winser" userId="c3146a91-e6bd-4264-bd86-e164e04bc32d" providerId="ADAL" clId="{D9A5A876-18A1-4F65-9555-597E5B64070D}" dt="2024-08-19T13:51:06.005" v="959" actId="478"/>
          <ac:spMkLst>
            <pc:docMk/>
            <pc:sldMk cId="1307717009" sldId="329"/>
            <ac:spMk id="34825" creationId="{DA3FA40B-9261-4B74-0915-9D0E98D7EC9A}"/>
          </ac:spMkLst>
        </pc:spChg>
      </pc:sldChg>
      <pc:sldChg chg="addSp delSp modSp mod">
        <pc:chgData name="Paul Winser" userId="c3146a91-e6bd-4264-bd86-e164e04bc32d" providerId="ADAL" clId="{D9A5A876-18A1-4F65-9555-597E5B64070D}" dt="2024-08-20T16:53:52.237" v="1240" actId="1076"/>
        <pc:sldMkLst>
          <pc:docMk/>
          <pc:sldMk cId="2657115551" sldId="330"/>
        </pc:sldMkLst>
        <pc:spChg chg="mod">
          <ac:chgData name="Paul Winser" userId="c3146a91-e6bd-4264-bd86-e164e04bc32d" providerId="ADAL" clId="{D9A5A876-18A1-4F65-9555-597E5B64070D}" dt="2024-08-19T13:51:15.600" v="964" actId="20577"/>
          <ac:spMkLst>
            <pc:docMk/>
            <pc:sldMk cId="2657115551" sldId="330"/>
            <ac:spMk id="34819" creationId="{453C7683-8588-7ABC-32E0-8A4E68218620}"/>
          </ac:spMkLst>
        </pc:spChg>
        <pc:picChg chg="del mod">
          <ac:chgData name="Paul Winser" userId="c3146a91-e6bd-4264-bd86-e164e04bc32d" providerId="ADAL" clId="{D9A5A876-18A1-4F65-9555-597E5B64070D}" dt="2024-08-20T16:53:47.234" v="1235" actId="478"/>
          <ac:picMkLst>
            <pc:docMk/>
            <pc:sldMk cId="2657115551" sldId="330"/>
            <ac:picMk id="3" creationId="{542B1FFC-DF65-0D57-2F6C-EE32E9AB3005}"/>
          </ac:picMkLst>
        </pc:picChg>
        <pc:picChg chg="add mod">
          <ac:chgData name="Paul Winser" userId="c3146a91-e6bd-4264-bd86-e164e04bc32d" providerId="ADAL" clId="{D9A5A876-18A1-4F65-9555-597E5B64070D}" dt="2024-08-20T16:53:52.237" v="1240" actId="1076"/>
          <ac:picMkLst>
            <pc:docMk/>
            <pc:sldMk cId="2657115551" sldId="330"/>
            <ac:picMk id="4" creationId="{4D28631F-79CD-5DEE-BFA8-AC77D251BD17}"/>
          </ac:picMkLst>
        </pc:picChg>
      </pc:sldChg>
      <pc:sldChg chg="modSp mod">
        <pc:chgData name="Paul Winser" userId="c3146a91-e6bd-4264-bd86-e164e04bc32d" providerId="ADAL" clId="{D9A5A876-18A1-4F65-9555-597E5B64070D}" dt="2024-08-19T13:51:47.988" v="1054" actId="1076"/>
        <pc:sldMkLst>
          <pc:docMk/>
          <pc:sldMk cId="3893814786" sldId="331"/>
        </pc:sldMkLst>
        <pc:spChg chg="mod">
          <ac:chgData name="Paul Winser" userId="c3146a91-e6bd-4264-bd86-e164e04bc32d" providerId="ADAL" clId="{D9A5A876-18A1-4F65-9555-597E5B64070D}" dt="2024-08-19T13:51:47.988" v="1054" actId="1076"/>
          <ac:spMkLst>
            <pc:docMk/>
            <pc:sldMk cId="3893814786" sldId="331"/>
            <ac:spMk id="2" creationId="{1ABC3B57-90A8-D72B-452F-4CDAEDEDDCED}"/>
          </ac:spMkLst>
        </pc:spChg>
      </pc:sldChg>
      <pc:sldChg chg="modSp mod">
        <pc:chgData name="Paul Winser" userId="c3146a91-e6bd-4264-bd86-e164e04bc32d" providerId="ADAL" clId="{D9A5A876-18A1-4F65-9555-597E5B64070D}" dt="2024-08-19T13:51:21.874" v="966" actId="6549"/>
        <pc:sldMkLst>
          <pc:docMk/>
          <pc:sldMk cId="1220068802" sldId="332"/>
        </pc:sldMkLst>
        <pc:spChg chg="mod">
          <ac:chgData name="Paul Winser" userId="c3146a91-e6bd-4264-bd86-e164e04bc32d" providerId="ADAL" clId="{D9A5A876-18A1-4F65-9555-597E5B64070D}" dt="2024-08-19T13:51:21.874" v="966" actId="6549"/>
          <ac:spMkLst>
            <pc:docMk/>
            <pc:sldMk cId="1220068802" sldId="332"/>
            <ac:spMk id="34819" creationId="{453C7683-8588-7ABC-32E0-8A4E68218620}"/>
          </ac:spMkLst>
        </pc:spChg>
      </pc:sldChg>
      <pc:sldChg chg="delSp modSp mod">
        <pc:chgData name="Paul Winser" userId="c3146a91-e6bd-4264-bd86-e164e04bc32d" providerId="ADAL" clId="{D9A5A876-18A1-4F65-9555-597E5B64070D}" dt="2024-08-19T13:52:13.969" v="1070" actId="1076"/>
        <pc:sldMkLst>
          <pc:docMk/>
          <pc:sldMk cId="971236468" sldId="333"/>
        </pc:sldMkLst>
        <pc:spChg chg="mod">
          <ac:chgData name="Paul Winser" userId="c3146a91-e6bd-4264-bd86-e164e04bc32d" providerId="ADAL" clId="{D9A5A876-18A1-4F65-9555-597E5B64070D}" dt="2024-08-19T13:52:13.969" v="1070" actId="1076"/>
          <ac:spMkLst>
            <pc:docMk/>
            <pc:sldMk cId="971236468" sldId="333"/>
            <ac:spMk id="34819" creationId="{453C7683-8588-7ABC-32E0-8A4E68218620}"/>
          </ac:spMkLst>
        </pc:spChg>
        <pc:spChg chg="del">
          <ac:chgData name="Paul Winser" userId="c3146a91-e6bd-4264-bd86-e164e04bc32d" providerId="ADAL" clId="{D9A5A876-18A1-4F65-9555-597E5B64070D}" dt="2024-08-19T13:52:10.981" v="1069" actId="478"/>
          <ac:spMkLst>
            <pc:docMk/>
            <pc:sldMk cId="971236468" sldId="333"/>
            <ac:spMk id="34825" creationId="{00AC729C-CD13-3671-A933-3D5E9CB1C5DC}"/>
          </ac:spMkLst>
        </pc:spChg>
      </pc:sldChg>
      <pc:sldChg chg="delSp modSp mod">
        <pc:chgData name="Paul Winser" userId="c3146a91-e6bd-4264-bd86-e164e04bc32d" providerId="ADAL" clId="{D9A5A876-18A1-4F65-9555-597E5B64070D}" dt="2024-08-19T13:52:39.283" v="1080" actId="115"/>
        <pc:sldMkLst>
          <pc:docMk/>
          <pc:sldMk cId="128132164" sldId="334"/>
        </pc:sldMkLst>
        <pc:spChg chg="mod">
          <ac:chgData name="Paul Winser" userId="c3146a91-e6bd-4264-bd86-e164e04bc32d" providerId="ADAL" clId="{D9A5A876-18A1-4F65-9555-597E5B64070D}" dt="2024-08-19T13:52:39.283" v="1080" actId="115"/>
          <ac:spMkLst>
            <pc:docMk/>
            <pc:sldMk cId="128132164" sldId="334"/>
            <ac:spMk id="34819" creationId="{453C7683-8588-7ABC-32E0-8A4E68218620}"/>
          </ac:spMkLst>
        </pc:spChg>
        <pc:spChg chg="del">
          <ac:chgData name="Paul Winser" userId="c3146a91-e6bd-4264-bd86-e164e04bc32d" providerId="ADAL" clId="{D9A5A876-18A1-4F65-9555-597E5B64070D}" dt="2024-08-19T13:52:31.530" v="1078" actId="478"/>
          <ac:spMkLst>
            <pc:docMk/>
            <pc:sldMk cId="128132164" sldId="334"/>
            <ac:spMk id="34825" creationId="{833E3EF9-5ABF-3C79-0872-A5D161CDD925}"/>
          </ac:spMkLst>
        </pc:spChg>
      </pc:sldChg>
      <pc:sldChg chg="addSp delSp modSp mod">
        <pc:chgData name="Paul Winser" userId="c3146a91-e6bd-4264-bd86-e164e04bc32d" providerId="ADAL" clId="{D9A5A876-18A1-4F65-9555-597E5B64070D}" dt="2024-08-20T16:54:31.133" v="1247" actId="1076"/>
        <pc:sldMkLst>
          <pc:docMk/>
          <pc:sldMk cId="3705598327" sldId="335"/>
        </pc:sldMkLst>
        <pc:spChg chg="mod">
          <ac:chgData name="Paul Winser" userId="c3146a91-e6bd-4264-bd86-e164e04bc32d" providerId="ADAL" clId="{D9A5A876-18A1-4F65-9555-597E5B64070D}" dt="2024-08-19T13:52:53.921" v="1082" actId="113"/>
          <ac:spMkLst>
            <pc:docMk/>
            <pc:sldMk cId="3705598327" sldId="335"/>
            <ac:spMk id="34819" creationId="{453C7683-8588-7ABC-32E0-8A4E68218620}"/>
          </ac:spMkLst>
        </pc:spChg>
        <pc:picChg chg="add mod">
          <ac:chgData name="Paul Winser" userId="c3146a91-e6bd-4264-bd86-e164e04bc32d" providerId="ADAL" clId="{D9A5A876-18A1-4F65-9555-597E5B64070D}" dt="2024-08-20T16:54:31.133" v="1247" actId="1076"/>
          <ac:picMkLst>
            <pc:docMk/>
            <pc:sldMk cId="3705598327" sldId="335"/>
            <ac:picMk id="3" creationId="{A25B943D-EE97-5E34-4491-D00B9E101419}"/>
          </ac:picMkLst>
        </pc:picChg>
        <pc:picChg chg="del mod">
          <ac:chgData name="Paul Winser" userId="c3146a91-e6bd-4264-bd86-e164e04bc32d" providerId="ADAL" clId="{D9A5A876-18A1-4F65-9555-597E5B64070D}" dt="2024-08-20T16:54:25.492" v="1242" actId="478"/>
          <ac:picMkLst>
            <pc:docMk/>
            <pc:sldMk cId="3705598327" sldId="335"/>
            <ac:picMk id="4" creationId="{A329B4D0-9B98-15C7-D6EA-E7F6A534B0EB}"/>
          </ac:picMkLst>
        </pc:picChg>
      </pc:sldChg>
      <pc:sldChg chg="modSp mod">
        <pc:chgData name="Paul Winser" userId="c3146a91-e6bd-4264-bd86-e164e04bc32d" providerId="ADAL" clId="{D9A5A876-18A1-4F65-9555-597E5B64070D}" dt="2024-08-19T13:53:04.335" v="1084" actId="1076"/>
        <pc:sldMkLst>
          <pc:docMk/>
          <pc:sldMk cId="2146186310" sldId="337"/>
        </pc:sldMkLst>
        <pc:spChg chg="mod">
          <ac:chgData name="Paul Winser" userId="c3146a91-e6bd-4264-bd86-e164e04bc32d" providerId="ADAL" clId="{D9A5A876-18A1-4F65-9555-597E5B64070D}" dt="2024-08-19T13:53:04.335" v="1084" actId="1076"/>
          <ac:spMkLst>
            <pc:docMk/>
            <pc:sldMk cId="2146186310" sldId="337"/>
            <ac:spMk id="2" creationId="{D2097D79-E502-A452-6A74-1B6831FAC6E1}"/>
          </ac:spMkLst>
        </pc:spChg>
      </pc:sldChg>
      <pc:sldChg chg="modSp">
        <pc:chgData name="Paul Winser" userId="c3146a91-e6bd-4264-bd86-e164e04bc32d" providerId="ADAL" clId="{D9A5A876-18A1-4F65-9555-597E5B64070D}" dt="2024-08-19T13:53:12.968" v="1085" actId="1076"/>
        <pc:sldMkLst>
          <pc:docMk/>
          <pc:sldMk cId="1956750900" sldId="338"/>
        </pc:sldMkLst>
        <pc:spChg chg="mod">
          <ac:chgData name="Paul Winser" userId="c3146a91-e6bd-4264-bd86-e164e04bc32d" providerId="ADAL" clId="{D9A5A876-18A1-4F65-9555-597E5B64070D}" dt="2024-08-19T13:53:12.968" v="1085" actId="1076"/>
          <ac:spMkLst>
            <pc:docMk/>
            <pc:sldMk cId="1956750900" sldId="338"/>
            <ac:spMk id="34819" creationId="{453C7683-8588-7ABC-32E0-8A4E68218620}"/>
          </ac:spMkLst>
        </pc:spChg>
      </pc:sldChg>
      <pc:sldChg chg="addSp delSp modSp mod modNotesTx">
        <pc:chgData name="Paul Winser" userId="c3146a91-e6bd-4264-bd86-e164e04bc32d" providerId="ADAL" clId="{D9A5A876-18A1-4F65-9555-597E5B64070D}" dt="2024-08-20T16:54:49.352" v="1253" actId="1076"/>
        <pc:sldMkLst>
          <pc:docMk/>
          <pc:sldMk cId="2021348485" sldId="339"/>
        </pc:sldMkLst>
        <pc:spChg chg="mod">
          <ac:chgData name="Paul Winser" userId="c3146a91-e6bd-4264-bd86-e164e04bc32d" providerId="ADAL" clId="{D9A5A876-18A1-4F65-9555-597E5B64070D}" dt="2024-08-19T13:55:07.795" v="1117" actId="20577"/>
          <ac:spMkLst>
            <pc:docMk/>
            <pc:sldMk cId="2021348485" sldId="339"/>
            <ac:spMk id="34819" creationId="{453C7683-8588-7ABC-32E0-8A4E68218620}"/>
          </ac:spMkLst>
        </pc:spChg>
        <pc:spChg chg="del">
          <ac:chgData name="Paul Winser" userId="c3146a91-e6bd-4264-bd86-e164e04bc32d" providerId="ADAL" clId="{D9A5A876-18A1-4F65-9555-597E5B64070D}" dt="2024-08-19T13:53:23.516" v="1088" actId="478"/>
          <ac:spMkLst>
            <pc:docMk/>
            <pc:sldMk cId="2021348485" sldId="339"/>
            <ac:spMk id="34825" creationId="{6C5E6029-274D-F7B4-0D1E-F448DE2076FD}"/>
          </ac:spMkLst>
        </pc:spChg>
        <pc:picChg chg="del">
          <ac:chgData name="Paul Winser" userId="c3146a91-e6bd-4264-bd86-e164e04bc32d" providerId="ADAL" clId="{D9A5A876-18A1-4F65-9555-597E5B64070D}" dt="2024-08-20T16:54:42.127" v="1248" actId="478"/>
          <ac:picMkLst>
            <pc:docMk/>
            <pc:sldMk cId="2021348485" sldId="339"/>
            <ac:picMk id="3" creationId="{556AFBCA-42B9-0473-3EE5-FF4BD7561EEB}"/>
          </ac:picMkLst>
        </pc:picChg>
        <pc:picChg chg="add mod">
          <ac:chgData name="Paul Winser" userId="c3146a91-e6bd-4264-bd86-e164e04bc32d" providerId="ADAL" clId="{D9A5A876-18A1-4F65-9555-597E5B64070D}" dt="2024-08-20T16:54:49.352" v="1253" actId="1076"/>
          <ac:picMkLst>
            <pc:docMk/>
            <pc:sldMk cId="2021348485" sldId="339"/>
            <ac:picMk id="4" creationId="{71B3A17E-4FF8-6CB7-C366-17BD1FA7675C}"/>
          </ac:picMkLst>
        </pc:picChg>
      </pc:sldChg>
      <pc:sldChg chg="delSp modSp mod">
        <pc:chgData name="Paul Winser" userId="c3146a91-e6bd-4264-bd86-e164e04bc32d" providerId="ADAL" clId="{D9A5A876-18A1-4F65-9555-597E5B64070D}" dt="2024-08-20T16:49:42.106" v="1144" actId="404"/>
        <pc:sldMkLst>
          <pc:docMk/>
          <pc:sldMk cId="844794968" sldId="341"/>
        </pc:sldMkLst>
        <pc:spChg chg="mod">
          <ac:chgData name="Paul Winser" userId="c3146a91-e6bd-4264-bd86-e164e04bc32d" providerId="ADAL" clId="{D9A5A876-18A1-4F65-9555-597E5B64070D}" dt="2024-08-19T13:36:17.038" v="129" actId="20577"/>
          <ac:spMkLst>
            <pc:docMk/>
            <pc:sldMk cId="844794968" sldId="341"/>
            <ac:spMk id="34819" creationId="{453C7683-8588-7ABC-32E0-8A4E68218620}"/>
          </ac:spMkLst>
        </pc:spChg>
        <pc:spChg chg="mod">
          <ac:chgData name="Paul Winser" userId="c3146a91-e6bd-4264-bd86-e164e04bc32d" providerId="ADAL" clId="{D9A5A876-18A1-4F65-9555-597E5B64070D}" dt="2024-08-19T13:39:13.627" v="258" actId="20577"/>
          <ac:spMkLst>
            <pc:docMk/>
            <pc:sldMk cId="844794968" sldId="341"/>
            <ac:spMk id="34820" creationId="{8DCD7CE1-603D-4D59-3DBB-C13C0B6505F0}"/>
          </ac:spMkLst>
        </pc:spChg>
        <pc:spChg chg="del">
          <ac:chgData name="Paul Winser" userId="c3146a91-e6bd-4264-bd86-e164e04bc32d" providerId="ADAL" clId="{D9A5A876-18A1-4F65-9555-597E5B64070D}" dt="2024-08-19T13:36:14.754" v="128" actId="478"/>
          <ac:spMkLst>
            <pc:docMk/>
            <pc:sldMk cId="844794968" sldId="341"/>
            <ac:spMk id="34825" creationId="{D68637C4-F006-C045-C167-C550CC6C80F2}"/>
          </ac:spMkLst>
        </pc:spChg>
        <pc:graphicFrameChg chg="modGraphic">
          <ac:chgData name="Paul Winser" userId="c3146a91-e6bd-4264-bd86-e164e04bc32d" providerId="ADAL" clId="{D9A5A876-18A1-4F65-9555-597E5B64070D}" dt="2024-08-20T16:49:42.106" v="1144" actId="404"/>
          <ac:graphicFrameMkLst>
            <pc:docMk/>
            <pc:sldMk cId="844794968" sldId="341"/>
            <ac:graphicFrameMk id="5" creationId="{B9225A22-3280-48AC-0FCD-DB5FB0886BE8}"/>
          </ac:graphicFrameMkLst>
        </pc:graphicFrameChg>
      </pc:sldChg>
      <pc:sldChg chg="addSp delSp modSp mod">
        <pc:chgData name="Paul Winser" userId="c3146a91-e6bd-4264-bd86-e164e04bc32d" providerId="ADAL" clId="{D9A5A876-18A1-4F65-9555-597E5B64070D}" dt="2024-08-20T16:50:54.695" v="1170" actId="1076"/>
        <pc:sldMkLst>
          <pc:docMk/>
          <pc:sldMk cId="1265146293" sldId="342"/>
        </pc:sldMkLst>
        <pc:spChg chg="mod">
          <ac:chgData name="Paul Winser" userId="c3146a91-e6bd-4264-bd86-e164e04bc32d" providerId="ADAL" clId="{D9A5A876-18A1-4F65-9555-597E5B64070D}" dt="2024-08-19T13:45:24.050" v="514" actId="20577"/>
          <ac:spMkLst>
            <pc:docMk/>
            <pc:sldMk cId="1265146293" sldId="342"/>
            <ac:spMk id="34819" creationId="{453C7683-8588-7ABC-32E0-8A4E68218620}"/>
          </ac:spMkLst>
        </pc:spChg>
        <pc:spChg chg="mod">
          <ac:chgData name="Paul Winser" userId="c3146a91-e6bd-4264-bd86-e164e04bc32d" providerId="ADAL" clId="{D9A5A876-18A1-4F65-9555-597E5B64070D}" dt="2024-08-19T13:36:46.985" v="135" actId="20577"/>
          <ac:spMkLst>
            <pc:docMk/>
            <pc:sldMk cId="1265146293" sldId="342"/>
            <ac:spMk id="34820" creationId="{8DCD7CE1-603D-4D59-3DBB-C13C0B6505F0}"/>
          </ac:spMkLst>
        </pc:spChg>
        <pc:spChg chg="del">
          <ac:chgData name="Paul Winser" userId="c3146a91-e6bd-4264-bd86-e164e04bc32d" providerId="ADAL" clId="{D9A5A876-18A1-4F65-9555-597E5B64070D}" dt="2024-08-19T13:37:28.423" v="159" actId="478"/>
          <ac:spMkLst>
            <pc:docMk/>
            <pc:sldMk cId="1265146293" sldId="342"/>
            <ac:spMk id="34827" creationId="{5BD782E1-4C50-4BFD-B0A4-23C31AD414DB}"/>
          </ac:spMkLst>
        </pc:spChg>
        <pc:picChg chg="del mod">
          <ac:chgData name="Paul Winser" userId="c3146a91-e6bd-4264-bd86-e164e04bc32d" providerId="ADAL" clId="{D9A5A876-18A1-4F65-9555-597E5B64070D}" dt="2024-08-20T16:49:53.896" v="1145" actId="478"/>
          <ac:picMkLst>
            <pc:docMk/>
            <pc:sldMk cId="1265146293" sldId="342"/>
            <ac:picMk id="3" creationId="{691E8696-61E6-F226-CC51-C0A6FE153EB0}"/>
          </ac:picMkLst>
        </pc:picChg>
        <pc:picChg chg="add mod">
          <ac:chgData name="Paul Winser" userId="c3146a91-e6bd-4264-bd86-e164e04bc32d" providerId="ADAL" clId="{D9A5A876-18A1-4F65-9555-597E5B64070D}" dt="2024-08-20T16:50:02.466" v="1152" actId="1076"/>
          <ac:picMkLst>
            <pc:docMk/>
            <pc:sldMk cId="1265146293" sldId="342"/>
            <ac:picMk id="4" creationId="{0B3E2428-1D9B-38C0-1009-B2A51FA93ACE}"/>
          </ac:picMkLst>
        </pc:picChg>
        <pc:picChg chg="del mod">
          <ac:chgData name="Paul Winser" userId="c3146a91-e6bd-4264-bd86-e164e04bc32d" providerId="ADAL" clId="{D9A5A876-18A1-4F65-9555-597E5B64070D}" dt="2024-08-20T16:50:13.547" v="1153" actId="478"/>
          <ac:picMkLst>
            <pc:docMk/>
            <pc:sldMk cId="1265146293" sldId="342"/>
            <ac:picMk id="5" creationId="{AC73AD43-938B-1C66-B7A9-6F1818215E82}"/>
          </ac:picMkLst>
        </pc:picChg>
        <pc:picChg chg="del mod">
          <ac:chgData name="Paul Winser" userId="c3146a91-e6bd-4264-bd86-e164e04bc32d" providerId="ADAL" clId="{D9A5A876-18A1-4F65-9555-597E5B64070D}" dt="2024-08-20T16:50:29.494" v="1159" actId="478"/>
          <ac:picMkLst>
            <pc:docMk/>
            <pc:sldMk cId="1265146293" sldId="342"/>
            <ac:picMk id="7" creationId="{FD55FF0B-2D9A-E154-955E-DC5E68CF7216}"/>
          </ac:picMkLst>
        </pc:picChg>
        <pc:picChg chg="add mod">
          <ac:chgData name="Paul Winser" userId="c3146a91-e6bd-4264-bd86-e164e04bc32d" providerId="ADAL" clId="{D9A5A876-18A1-4F65-9555-597E5B64070D}" dt="2024-08-20T16:50:20.654" v="1158" actId="1076"/>
          <ac:picMkLst>
            <pc:docMk/>
            <pc:sldMk cId="1265146293" sldId="342"/>
            <ac:picMk id="8" creationId="{0ABDA400-92B9-F9D9-0DC1-4B855B4850F2}"/>
          </ac:picMkLst>
        </pc:picChg>
        <pc:picChg chg="del mod">
          <ac:chgData name="Paul Winser" userId="c3146a91-e6bd-4264-bd86-e164e04bc32d" providerId="ADAL" clId="{D9A5A876-18A1-4F65-9555-597E5B64070D}" dt="2024-08-20T16:50:47.724" v="1165" actId="478"/>
          <ac:picMkLst>
            <pc:docMk/>
            <pc:sldMk cId="1265146293" sldId="342"/>
            <ac:picMk id="9" creationId="{4DEEABBA-C93C-5C67-C89A-60B5CF63C880}"/>
          </ac:picMkLst>
        </pc:picChg>
        <pc:picChg chg="add mod">
          <ac:chgData name="Paul Winser" userId="c3146a91-e6bd-4264-bd86-e164e04bc32d" providerId="ADAL" clId="{D9A5A876-18A1-4F65-9555-597E5B64070D}" dt="2024-08-20T16:50:37.459" v="1164" actId="1076"/>
          <ac:picMkLst>
            <pc:docMk/>
            <pc:sldMk cId="1265146293" sldId="342"/>
            <ac:picMk id="11" creationId="{4C2DDBA5-75F0-BECD-F2F8-78AE1A77867C}"/>
          </ac:picMkLst>
        </pc:picChg>
        <pc:picChg chg="add mod">
          <ac:chgData name="Paul Winser" userId="c3146a91-e6bd-4264-bd86-e164e04bc32d" providerId="ADAL" clId="{D9A5A876-18A1-4F65-9555-597E5B64070D}" dt="2024-08-20T16:50:54.695" v="1170" actId="1076"/>
          <ac:picMkLst>
            <pc:docMk/>
            <pc:sldMk cId="1265146293" sldId="342"/>
            <ac:picMk id="13" creationId="{D8D2E11B-EF57-0F5F-4B25-3FFBB93C668D}"/>
          </ac:picMkLst>
        </pc:picChg>
      </pc:sldChg>
      <pc:sldChg chg="delSp modSp mod">
        <pc:chgData name="Paul Winser" userId="c3146a91-e6bd-4264-bd86-e164e04bc32d" providerId="ADAL" clId="{D9A5A876-18A1-4F65-9555-597E5B64070D}" dt="2024-08-19T13:46:26.679" v="611" actId="404"/>
        <pc:sldMkLst>
          <pc:docMk/>
          <pc:sldMk cId="1845260908" sldId="343"/>
        </pc:sldMkLst>
        <pc:spChg chg="mod">
          <ac:chgData name="Paul Winser" userId="c3146a91-e6bd-4264-bd86-e164e04bc32d" providerId="ADAL" clId="{D9A5A876-18A1-4F65-9555-597E5B64070D}" dt="2024-08-19T13:39:06.008" v="254" actId="20577"/>
          <ac:spMkLst>
            <pc:docMk/>
            <pc:sldMk cId="1845260908" sldId="343"/>
            <ac:spMk id="34820" creationId="{8DCD7CE1-603D-4D59-3DBB-C13C0B6505F0}"/>
          </ac:spMkLst>
        </pc:spChg>
        <pc:spChg chg="del">
          <ac:chgData name="Paul Winser" userId="c3146a91-e6bd-4264-bd86-e164e04bc32d" providerId="ADAL" clId="{D9A5A876-18A1-4F65-9555-597E5B64070D}" dt="2024-08-19T13:39:19.375" v="259" actId="478"/>
          <ac:spMkLst>
            <pc:docMk/>
            <pc:sldMk cId="1845260908" sldId="343"/>
            <ac:spMk id="34825" creationId="{9748F01E-ECF7-BE95-7BCB-77FA7062417D}"/>
          </ac:spMkLst>
        </pc:spChg>
        <pc:graphicFrameChg chg="modGraphic">
          <ac:chgData name="Paul Winser" userId="c3146a91-e6bd-4264-bd86-e164e04bc32d" providerId="ADAL" clId="{D9A5A876-18A1-4F65-9555-597E5B64070D}" dt="2024-08-19T13:46:26.679" v="611" actId="404"/>
          <ac:graphicFrameMkLst>
            <pc:docMk/>
            <pc:sldMk cId="1845260908" sldId="343"/>
            <ac:graphicFrameMk id="3" creationId="{88D1E274-77A4-7798-CD1A-01ABFB5024B4}"/>
          </ac:graphicFrameMkLst>
        </pc:graphicFrameChg>
      </pc:sldChg>
      <pc:sldChg chg="delSp mod">
        <pc:chgData name="Paul Winser" userId="c3146a91-e6bd-4264-bd86-e164e04bc32d" providerId="ADAL" clId="{D9A5A876-18A1-4F65-9555-597E5B64070D}" dt="2024-08-19T13:49:30.832" v="843" actId="478"/>
        <pc:sldMkLst>
          <pc:docMk/>
          <pc:sldMk cId="2247142844" sldId="344"/>
        </pc:sldMkLst>
        <pc:spChg chg="del">
          <ac:chgData name="Paul Winser" userId="c3146a91-e6bd-4264-bd86-e164e04bc32d" providerId="ADAL" clId="{D9A5A876-18A1-4F65-9555-597E5B64070D}" dt="2024-08-19T13:49:30.832" v="843" actId="478"/>
          <ac:spMkLst>
            <pc:docMk/>
            <pc:sldMk cId="2247142844" sldId="344"/>
            <ac:spMk id="34825" creationId="{30F3EBB8-33F0-14A3-32AE-2E47A4086C15}"/>
          </ac:spMkLst>
        </pc:spChg>
      </pc:sldChg>
      <pc:sldChg chg="modSp add mod modTransition">
        <pc:chgData name="Paul Winser" userId="c3146a91-e6bd-4264-bd86-e164e04bc32d" providerId="ADAL" clId="{D9A5A876-18A1-4F65-9555-597E5B64070D}" dt="2024-08-20T16:31:13.110" v="1125" actId="113"/>
        <pc:sldMkLst>
          <pc:docMk/>
          <pc:sldMk cId="0" sldId="402"/>
        </pc:sldMkLst>
        <pc:spChg chg="mod">
          <ac:chgData name="Paul Winser" userId="c3146a91-e6bd-4264-bd86-e164e04bc32d" providerId="ADAL" clId="{D9A5A876-18A1-4F65-9555-597E5B64070D}" dt="2024-08-20T16:31:13.110" v="1125" actId="113"/>
          <ac:spMkLst>
            <pc:docMk/>
            <pc:sldMk cId="0" sldId="402"/>
            <ac:spMk id="2" creationId="{571ED6DB-1193-D7D6-14BD-76307D6EBFD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extLst>
      <p:ext uri="{BB962C8B-B14F-4D97-AF65-F5344CB8AC3E}">
        <p14:creationId xmlns:p14="http://schemas.microsoft.com/office/powerpoint/2010/main" val="1424892096"/>
      </p:ext>
    </p:extLst>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62535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A basic introduction to the unit.</a:t>
            </a:r>
          </a:p>
          <a:p>
            <a:pPr rtl="1"/>
            <a:endParaRPr lang="en-GB" altLang="en-US" b="1" dirty="0"/>
          </a:p>
          <a:p>
            <a:pPr rtl="1"/>
            <a:r>
              <a:rPr lang="ar" b="1" dirty="0"/>
              <a:t>Useful websites:</a:t>
            </a:r>
          </a:p>
          <a:p>
            <a:pPr rtl="1"/>
            <a:r>
              <a:rPr lang="ar" b="1" dirty="0"/>
              <a:t>www.businessballs.com A free learning and development resource for people and organisations. www.businessdictionary.com A dictionary of useful business terminology. </a:t>
            </a:r>
          </a:p>
          <a:p>
            <a:pPr rtl="1"/>
            <a:r>
              <a:rPr lang="ar" b="1" dirty="0"/>
              <a:t>www.b2binternational.com An article on how to find competitor and market information can be found by searching for ‘Competitor intelligence research and market intelligence’.</a:t>
            </a:r>
            <a:endParaRPr lang="en-GB" altLang="en-US" b="0" dirty="0"/>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27083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53568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b="1" dirty="0">
                <a:effectLst/>
                <a:latin typeface="Helvetica" pitchFamily="2" charset="0"/>
              </a:rPr>
              <a:t>Learning aim A: </a:t>
            </a:r>
            <a:r>
              <a:rPr lang="ar" b="1" dirty="0"/>
              <a:t>Explore management and leadership principles, concepts, key terms, functions and theories</a:t>
            </a:r>
            <a:endParaRPr lang="en-GB" altLang="en-US" dirty="0">
              <a:highlight>
                <a:srgbClr val="FFFF00"/>
              </a:highlight>
            </a:endParaRPr>
          </a:p>
          <a:p>
            <a:pPr rtl="1"/>
            <a:endParaRPr lang="en-GB" dirty="0">
              <a:effectLst/>
              <a:latin typeface="Helvetica" pitchFamily="2" charset="0"/>
            </a:endParaRPr>
          </a:p>
          <a:p>
            <a:pPr rtl="1"/>
            <a:r>
              <a:rPr lang="ar" dirty="0"/>
              <a:t>This section explores the definitions of management and leadership and the features of different theories. You will also learn to recognise the importance of understanding different management approaches.</a:t>
            </a:r>
          </a:p>
          <a:p>
            <a:pPr rtl="1"/>
            <a:endParaRPr lang="en-GB" altLang="en-US" dirty="0"/>
          </a:p>
          <a:p>
            <a:pPr rtl="1"/>
            <a:r>
              <a:rPr lang="ar" dirty="0"/>
              <a:t>In this first section we will consider the work of those managers and academics who have tried to determine the main principles of management. We will see that, over time, these principles have been adapted.</a:t>
            </a:r>
          </a:p>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22017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b="0"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1894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b="0"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63038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effectLst/>
                <a:latin typeface="Helvetica" pitchFamily="2" charset="0"/>
              </a:rPr>
              <a:t>Development of Different Theories A1</a:t>
            </a:r>
          </a:p>
          <a:p>
            <a:pPr rtl="1"/>
            <a:endParaRPr lang="en-GB" b="1" baseline="0" dirty="0">
              <a:effectLst/>
              <a:latin typeface="Helvetica" pitchFamily="2" charset="0"/>
            </a:endParaRPr>
          </a:p>
          <a:p>
            <a:pPr rtl="1"/>
            <a:r>
              <a:rPr lang="ar" b="0">
                <a:effectLst/>
                <a:latin typeface="Helvetica" pitchFamily="2" charset="0"/>
              </a:rPr>
              <a:t>Start with recap of previous session</a:t>
            </a:r>
          </a:p>
          <a:p>
            <a:pPr rtl="1"/>
            <a:r>
              <a:rPr lang="ar" b="0">
                <a:effectLst/>
                <a:latin typeface="Helvetica" pitchFamily="2" charset="0"/>
              </a:rPr>
              <a:t> </a:t>
            </a:r>
          </a:p>
          <a:p>
            <a:pPr rtl="1"/>
            <a:r>
              <a:rPr lang="ar" b="0">
                <a:effectLst/>
                <a:latin typeface="Helvetica" pitchFamily="2" charset="0"/>
              </a:rPr>
              <a:t>Break class into small groups and discuss approaches to management scenarios</a:t>
            </a:r>
          </a:p>
          <a:p>
            <a:pPr rtl="1"/>
            <a:endParaRPr lang="en-GB" b="0" baseline="0" dirty="0">
              <a:effectLst/>
              <a:latin typeface="Helvetica" pitchFamily="2" charset="0"/>
            </a:endParaRPr>
          </a:p>
          <a:p>
            <a:pPr rtl="1"/>
            <a:r>
              <a:rPr lang="ar" b="0">
                <a:effectLst/>
                <a:latin typeface="Helvetica" pitchFamily="2" charset="0"/>
              </a:rPr>
              <a:t>Introduce Behavioural Theory using ebook or mindtools as reference –make link with previous theories and explain the change in thinking</a:t>
            </a:r>
          </a:p>
          <a:p>
            <a:pPr rtl="1"/>
            <a:r>
              <a:rPr lang="ar" b="0">
                <a:effectLst/>
                <a:latin typeface="Helvetica" pitchFamily="2" charset="0"/>
              </a:rPr>
              <a:t>Check class understanding with Q&amp;A session</a:t>
            </a:r>
          </a:p>
          <a:p>
            <a:pPr rtl="1"/>
            <a:r>
              <a:rPr lang="ar" b="0">
                <a:effectLst/>
                <a:latin typeface="Helvetica" pitchFamily="2" charset="0"/>
              </a:rPr>
              <a:t>Ebook 6.8/6.9</a:t>
            </a:r>
            <a:endParaRPr lang="en-GB" b="0"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60823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Development of Theories A1</a:t>
            </a:r>
          </a:p>
          <a:p>
            <a:pPr rtl="1"/>
            <a:endParaRPr lang="en-GB" altLang="en-US" baseline="0" dirty="0"/>
          </a:p>
          <a:p>
            <a:pPr rtl="1"/>
            <a:r>
              <a:rPr lang="ar" dirty="0"/>
              <a:t>Explain the Leadership continuum and XY theory and how the perceived behaviours of staff and management influence </a:t>
            </a:r>
          </a:p>
          <a:p>
            <a:pPr rtl="1"/>
            <a:endParaRPr lang="en-GB" altLang="en-US" baseline="0" dirty="0"/>
          </a:p>
          <a:p>
            <a:pPr rtl="1"/>
            <a:r>
              <a:rPr lang="ar" dirty="0"/>
              <a:t>Lead class discussion to identify the issues which may arise from the different approaches to management. Create a mind map with the learners to ensure understanding. </a:t>
            </a:r>
          </a:p>
          <a:p>
            <a:pPr rtl="1"/>
            <a:endParaRPr lang="en-GB" altLang="en-US" dirty="0"/>
          </a:p>
          <a:p>
            <a:pPr rtl="1"/>
            <a:r>
              <a:rPr lang="ar" dirty="0"/>
              <a:t>Ebook page 6.9</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94774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Development of Theories A1</a:t>
            </a:r>
          </a:p>
          <a:p>
            <a:pPr rtl="1"/>
            <a:endParaRPr lang="en-GB" altLang="en-US" baseline="0" dirty="0"/>
          </a:p>
          <a:p>
            <a:pPr rtl="1"/>
            <a:r>
              <a:rPr lang="ar" dirty="0"/>
              <a:t>Explain the Leadership continuum and XY theory and how the perceived behaviours of staff and management influence </a:t>
            </a:r>
          </a:p>
          <a:p>
            <a:pPr rtl="1"/>
            <a:endParaRPr lang="en-GB" altLang="en-US" baseline="0" dirty="0"/>
          </a:p>
          <a:p>
            <a:pPr rtl="1"/>
            <a:r>
              <a:rPr lang="ar" dirty="0"/>
              <a:t>Lead class discussion to identify the issues which may arise from the different approaches to management. Create a mind map with the learners to ensure understanding. </a:t>
            </a:r>
          </a:p>
          <a:p>
            <a:pPr rtl="1"/>
            <a:endParaRPr lang="en-GB" altLang="en-US" dirty="0"/>
          </a:p>
          <a:p>
            <a:pPr rtl="1"/>
            <a:r>
              <a:rPr lang="ar" dirty="0"/>
              <a:t>Ebook page 6.9</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32062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Functions of Management and Leadership A2</a:t>
            </a:r>
          </a:p>
          <a:p>
            <a:pPr rtl="1"/>
            <a:endParaRPr lang="en-GB" altLang="en-US" b="1" dirty="0"/>
          </a:p>
          <a:p>
            <a:pPr rtl="1"/>
            <a:r>
              <a:rPr lang="ar" b="0" dirty="0"/>
              <a:t>Recap previous session</a:t>
            </a:r>
          </a:p>
          <a:p>
            <a:pPr rtl="1"/>
            <a:endParaRPr lang="en-GB" altLang="en-US" b="0" dirty="0"/>
          </a:p>
          <a:p>
            <a:pPr rtl="1"/>
            <a:r>
              <a:rPr lang="ar" b="0" dirty="0"/>
              <a:t>Explain the various functions of management and their purpose.</a:t>
            </a:r>
            <a:r>
              <a:rPr lang="ar" dirty="0"/>
              <a:t> </a:t>
            </a:r>
          </a:p>
          <a:p>
            <a:pPr rtl="1"/>
            <a:endParaRPr lang="en-GB" dirty="0"/>
          </a:p>
          <a:p>
            <a:pPr rtl="1"/>
            <a:r>
              <a:rPr lang="ar" dirty="0"/>
              <a:t>Lead a class discussion on what managers do from a different perspective. This can be done by grouping together management activities into key functions of management. (list can be added to)</a:t>
            </a:r>
            <a:endParaRPr lang="en-GB" altLang="en-US" b="0" baseline="0" dirty="0"/>
          </a:p>
          <a:p>
            <a:pPr rtl="1"/>
            <a:endParaRPr lang="en-GB" altLang="en-US" b="0" dirty="0"/>
          </a:p>
          <a:p>
            <a:pPr rtl="1"/>
            <a:r>
              <a:rPr lang="ar" b="0" dirty="0"/>
              <a:t>Ebook 6.12</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43918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Functions of Management and Leadership A2</a:t>
            </a:r>
          </a:p>
          <a:p>
            <a:pPr rtl="1"/>
            <a:endParaRPr lang="en-GB" altLang="en-US" b="1" baseline="0" dirty="0"/>
          </a:p>
          <a:p>
            <a:pPr rtl="1"/>
            <a:r>
              <a:rPr lang="ar" b="1" dirty="0"/>
              <a:t>Recap on previous session using slide 9 before informing class of guest speaker their role and background.</a:t>
            </a:r>
          </a:p>
          <a:p>
            <a:pPr rtl="1"/>
            <a:endParaRPr lang="en-GB" altLang="en-US" b="1" baseline="0" dirty="0"/>
          </a:p>
          <a:p>
            <a:pPr rtl="1"/>
            <a:r>
              <a:rPr lang="ar" b="1" dirty="0"/>
              <a:t>Then hold a class discussion on question types, purpose and expected outcomes.</a:t>
            </a:r>
          </a:p>
          <a:p>
            <a:pPr rtl="1"/>
            <a:endParaRPr lang="en-GB" altLang="en-US" b="1" dirty="0"/>
          </a:p>
          <a:p>
            <a:pPr rtl="1"/>
            <a:r>
              <a:rPr lang="ar" b="1" dirty="0"/>
              <a:t>Break into small groups to prepare questions for quest speaker</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59686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Functions of Management and Leadership A2</a:t>
            </a:r>
          </a:p>
          <a:p>
            <a:pPr rtl="1"/>
            <a:endParaRPr lang="en-GB" altLang="en-US" b="1" dirty="0"/>
          </a:p>
          <a:p>
            <a:pPr rtl="1"/>
            <a:r>
              <a:rPr lang="ar" dirty="0"/>
              <a:t>Lead a class discussion to identify the characteristics of a leader. Have a class debate about what qualities are most desirable in a leader and why. (list can added to)</a:t>
            </a:r>
            <a:endParaRPr lang="en-GB" altLang="en-US" b="1"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207773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effectLst/>
                <a:latin typeface="Helvetica" pitchFamily="2" charset="0"/>
              </a:rPr>
              <a:t>Functions of Management and Leadership A2</a:t>
            </a:r>
          </a:p>
          <a:p>
            <a:pPr rtl="1"/>
            <a:endParaRPr lang="en-GB" b="1" dirty="0">
              <a:effectLst/>
              <a:latin typeface="Helvetica" pitchFamily="2" charset="0"/>
            </a:endParaRPr>
          </a:p>
          <a:p>
            <a:pPr rtl="1"/>
            <a:endParaRPr lang="en-GB" b="1" dirty="0">
              <a:effectLst/>
              <a:latin typeface="Helvetica" pitchFamily="2" charset="0"/>
            </a:endParaRPr>
          </a:p>
          <a:p>
            <a:pPr rtl="1"/>
            <a:endParaRPr lang="en-GB" b="1" dirty="0">
              <a:effectLst/>
              <a:latin typeface="Helvetica" pitchFamily="2" charset="0"/>
            </a:endParaRPr>
          </a:p>
          <a:p>
            <a:pPr rtl="1"/>
            <a:r>
              <a:rPr lang="ar"/>
              <a:t>Review the differences between leadership and management with reference to their functions and characteristics. Follow this with a question and answer session to ensure learners’ understanding.</a:t>
            </a:r>
          </a:p>
          <a:p>
            <a:pPr rtl="1"/>
            <a:endParaRPr lang="en-GB" b="1" dirty="0">
              <a:effectLst/>
              <a:latin typeface="Helvetica" pitchFamily="2" charset="0"/>
            </a:endParaRPr>
          </a:p>
          <a:p>
            <a:pPr rtl="1"/>
            <a:r>
              <a:rPr lang="ar" b="1">
                <a:effectLst/>
                <a:latin typeface="Helvetica" pitchFamily="2" charset="0"/>
              </a:rPr>
              <a:t>Ebook 6.13</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64234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Factors that influence business culture A3</a:t>
            </a:r>
          </a:p>
          <a:p>
            <a:pPr rtl="1"/>
            <a:endParaRPr lang="en-GB" altLang="en-US" b="1" baseline="0" dirty="0"/>
          </a:p>
          <a:p>
            <a:pPr rtl="1"/>
            <a:r>
              <a:rPr lang="ar" b="0" dirty="0"/>
              <a:t>Recap previous session</a:t>
            </a:r>
          </a:p>
          <a:p>
            <a:pPr rtl="1"/>
            <a:endParaRPr lang="en-GB" altLang="en-US" b="0" dirty="0"/>
          </a:p>
          <a:p>
            <a:pPr rtl="1"/>
            <a:r>
              <a:rPr lang="ar" dirty="0"/>
              <a:t>Present the definition and characteristics of business culture, including theories of business culture and the effect of each type on the workforce and performance.</a:t>
            </a:r>
          </a:p>
          <a:p>
            <a:pPr rtl="1"/>
            <a:endParaRPr lang="en-GB" dirty="0"/>
          </a:p>
          <a:p>
            <a:pPr rtl="1"/>
            <a:r>
              <a:rPr lang="ar" dirty="0"/>
              <a:t>In small groups learners identify the culture they associate with a range of different businesses. </a:t>
            </a:r>
          </a:p>
          <a:p>
            <a:pPr rtl="1"/>
            <a:endParaRPr lang="en-GB" dirty="0"/>
          </a:p>
          <a:p>
            <a:pPr rtl="1"/>
            <a:r>
              <a:rPr lang="ar" dirty="0"/>
              <a:t>Individually learners identify the characteristics of the business culture in which they would like to work or are currently working.</a:t>
            </a:r>
          </a:p>
          <a:p>
            <a:pPr rtl="1"/>
            <a:endParaRPr lang="en-GB" dirty="0"/>
          </a:p>
          <a:p>
            <a:pPr rtl="1"/>
            <a:r>
              <a:rPr lang="ar" dirty="0"/>
              <a:t>Ebook 6.16</a:t>
            </a:r>
          </a:p>
          <a:p>
            <a:pPr rtl="1"/>
            <a:endParaRPr lang="en-GB" dirty="0"/>
          </a:p>
          <a:p>
            <a:pPr rtl="1"/>
            <a:endParaRPr lang="en-GB" dirty="0"/>
          </a:p>
          <a:p>
            <a:pPr rtl="1"/>
            <a:endParaRPr lang="en-GB" altLang="en-US" b="0" dirty="0"/>
          </a:p>
          <a:p>
            <a:pPr rtl="1"/>
            <a:endParaRPr lang="en-GB" altLang="en-US" b="0" dirty="0"/>
          </a:p>
          <a:p>
            <a:pPr rtl="1"/>
            <a:endParaRPr lang="en-GB" altLang="en-US" b="0"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68510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effectLst/>
                <a:latin typeface="Helvetica" pitchFamily="2" charset="0"/>
              </a:rPr>
              <a:t>Factors that Influence Business Culture A3</a:t>
            </a:r>
          </a:p>
          <a:p>
            <a:pPr rtl="1"/>
            <a:endParaRPr lang="en-GB" b="1" baseline="0" dirty="0">
              <a:effectLst/>
              <a:latin typeface="Helvetica" pitchFamily="2" charset="0"/>
            </a:endParaRPr>
          </a:p>
          <a:p>
            <a:pPr rtl="1"/>
            <a:r>
              <a:rPr lang="ar" dirty="0"/>
              <a:t>See previous </a:t>
            </a:r>
          </a:p>
          <a:p>
            <a:pPr rtl="1"/>
            <a:r>
              <a:rPr lang="ar" dirty="0"/>
              <a:t>Ebook 6.16</a:t>
            </a:r>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1968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Factors that influence Business Culture A3</a:t>
            </a:r>
          </a:p>
          <a:p>
            <a:pPr rtl="1"/>
            <a:endParaRPr lang="en-GB" altLang="en-US" b="1" dirty="0"/>
          </a:p>
          <a:p>
            <a:pPr rtl="1"/>
            <a:r>
              <a:rPr lang="ar" b="0" dirty="0"/>
              <a:t>See previous</a:t>
            </a:r>
          </a:p>
          <a:p>
            <a:pPr rtl="1"/>
            <a:endParaRPr lang="en-GB" altLang="en-US" b="0" dirty="0"/>
          </a:p>
          <a:p>
            <a:pPr rtl="1"/>
            <a:r>
              <a:rPr lang="ar" b="0" dirty="0"/>
              <a:t>Ebook 6.17</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15158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Factors that Influence Business Culture A3</a:t>
            </a:r>
          </a:p>
          <a:p>
            <a:pPr rtl="1"/>
            <a:endParaRPr lang="en-GB" altLang="en-US" b="1" baseline="0" dirty="0"/>
          </a:p>
          <a:p>
            <a:pPr rtl="1"/>
            <a:r>
              <a:rPr lang="ar" dirty="0"/>
              <a:t>Teacher presentation: on the factors that influence business culture. </a:t>
            </a:r>
          </a:p>
          <a:p>
            <a:pPr rtl="1"/>
            <a:r>
              <a:rPr lang="ar" dirty="0"/>
              <a:t> </a:t>
            </a:r>
          </a:p>
          <a:p>
            <a:pPr rtl="1"/>
            <a:r>
              <a:rPr lang="ar" dirty="0"/>
              <a:t>Individual activity: extend learning by asking learners to research two contrasting businesses to identify their respective missions and analyse how their mission influences their business culture.</a:t>
            </a:r>
          </a:p>
          <a:p>
            <a:pPr rtl="1"/>
            <a:endParaRPr lang="en-GB" altLang="en-US" b="1" dirty="0"/>
          </a:p>
          <a:p>
            <a:pPr rtl="1"/>
            <a:r>
              <a:rPr lang="ar" b="0" dirty="0"/>
              <a:t>Learners update glossary and revision notes</a:t>
            </a:r>
          </a:p>
          <a:p>
            <a:pPr rtl="1"/>
            <a:endParaRPr lang="en-GB" altLang="en-US" b="0" dirty="0"/>
          </a:p>
          <a:p>
            <a:pPr rtl="1"/>
            <a:r>
              <a:rPr lang="ar" b="0" dirty="0"/>
              <a:t>Ebook 6.18</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141345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Factors that Influence Business Culture A3</a:t>
            </a:r>
          </a:p>
          <a:p>
            <a:pPr rtl="1"/>
            <a:endParaRPr lang="en-GB" altLang="en-US" b="1" baseline="0" dirty="0"/>
          </a:p>
          <a:p>
            <a:pPr indent="0" rtl="1">
              <a:buNone/>
            </a:pPr>
            <a:r>
              <a:rPr lang="ar" dirty="0"/>
              <a:t>Class discussion: use the outcome of the individual learner activity completed in the final part of slide16 to discuss how is business culture “the way we do things around here”.</a:t>
            </a:r>
          </a:p>
          <a:p>
            <a:pPr indent="0" rtl="1">
              <a:buNone/>
            </a:pPr>
            <a:endParaRPr lang="en-GB" dirty="0"/>
          </a:p>
          <a:p>
            <a:pPr indent="0" rtl="1">
              <a:buNone/>
            </a:pPr>
            <a:r>
              <a:rPr lang="ar" dirty="0"/>
              <a:t> Individually learners to identify the factors that affect their business culture. </a:t>
            </a:r>
          </a:p>
          <a:p>
            <a:pPr indent="0" rtl="1">
              <a:buNone/>
            </a:pPr>
            <a:endParaRPr lang="en-GB" dirty="0"/>
          </a:p>
          <a:p>
            <a:pPr indent="0" rtl="1">
              <a:buNone/>
            </a:pPr>
            <a:r>
              <a:rPr lang="ar" dirty="0"/>
              <a:t> learners share outcomes with the class.  </a:t>
            </a:r>
          </a:p>
          <a:p>
            <a:pPr indent="0" rtl="1">
              <a:buNone/>
            </a:pPr>
            <a:endParaRPr lang="en-GB" dirty="0"/>
          </a:p>
          <a:p>
            <a:pPr indent="0" rtl="1">
              <a:buNone/>
            </a:pPr>
            <a:r>
              <a:rPr lang="ar" dirty="0"/>
              <a:t>Class discussion draw conclusions about the influence of business culture on management practice and business operations</a:t>
            </a:r>
          </a:p>
          <a:p>
            <a:pPr indent="0" rtl="1">
              <a:buNone/>
            </a:pPr>
            <a:endParaRPr lang="en-GB" dirty="0"/>
          </a:p>
          <a:p>
            <a:pPr indent="0" rtl="1">
              <a:buNone/>
            </a:pPr>
            <a:endParaRPr lang="en-GB" dirty="0"/>
          </a:p>
          <a:p>
            <a:pPr indent="0" rtl="1">
              <a:buNone/>
            </a:pPr>
            <a:endParaRPr lang="en-GB" altLang="en-US" b="1" dirty="0"/>
          </a:p>
          <a:p>
            <a:pPr indent="0" rtl="1">
              <a:buNone/>
            </a:pPr>
            <a:endParaRPr lang="en-GB" altLang="en-US" b="1" dirty="0"/>
          </a:p>
          <a:p>
            <a:pPr rtl="1"/>
            <a:endParaRPr lang="en-GB" altLang="en-US" b="1" baseline="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16075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effectLst/>
                <a:latin typeface="Helvetica" pitchFamily="2" charset="0"/>
              </a:rPr>
              <a:t>Learning aim B:</a:t>
            </a:r>
          </a:p>
          <a:p>
            <a:pPr rtl="1"/>
            <a:endParaRPr lang="en-GB" b="1" dirty="0">
              <a:effectLst/>
              <a:latin typeface="Helvetica" pitchFamily="2" charset="0"/>
            </a:endParaRPr>
          </a:p>
          <a:p>
            <a:pPr rtl="1"/>
            <a:endParaRPr lang="en-GB" b="1" dirty="0">
              <a:effectLst/>
              <a:latin typeface="Helvetica" pitchFamily="2" charset="0"/>
            </a:endParaRPr>
          </a:p>
          <a:p>
            <a:pPr rtl="1"/>
            <a:r>
              <a:rPr lang="ar" b="0">
                <a:effectLst/>
                <a:latin typeface="Helvetica" pitchFamily="2" charset="0"/>
              </a:rPr>
              <a:t>You have started to learn about different types of management and leadership styles. You will now explore four different styles. You will find out about some of their pros and cons and look at examples of where these styles might exist.</a:t>
            </a:r>
          </a:p>
          <a:p>
            <a:pPr rtl="1"/>
            <a:endParaRPr lang="en-GB" b="0" dirty="0">
              <a:effectLst/>
              <a:latin typeface="Helvetica" pitchFamily="2" charset="0"/>
            </a:endParaRPr>
          </a:p>
          <a:p>
            <a:pPr rtl="1"/>
            <a:r>
              <a:rPr lang="ar" b="0">
                <a:effectLst/>
                <a:latin typeface="Helvetica" pitchFamily="2" charset="0"/>
              </a:rPr>
              <a:t>Recap on findings from learning Aim A</a:t>
            </a:r>
          </a:p>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11142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Management and leadership styles B1</a:t>
            </a:r>
          </a:p>
          <a:p>
            <a:pPr rtl="1"/>
            <a:endParaRPr lang="en-GB" altLang="en-US" b="1" baseline="0" dirty="0"/>
          </a:p>
          <a:p>
            <a:pPr rtl="1"/>
            <a:r>
              <a:rPr lang="ar" dirty="0"/>
              <a:t>Teacher presentation: on the characteristics, advantages and disadvantages of different leadership styles in different business contexts. Discuss how the culture of the organisation and the beliefs and values of the manager or leader may impact on or influence leadership styles.</a:t>
            </a:r>
          </a:p>
          <a:p>
            <a:pPr rtl="1"/>
            <a:endParaRPr lang="en-GB" dirty="0"/>
          </a:p>
          <a:p>
            <a:pPr rtl="1"/>
            <a:r>
              <a:rPr lang="ar" dirty="0"/>
              <a:t> Small group activity: learners consider a set of case study scenarios and identify the management and leadership styles used in addressing each of the situations. Extend learning by asking learners to analyse the characteristics, advantages and disadvantages of the different styles used.</a:t>
            </a:r>
          </a:p>
          <a:p>
            <a:pPr rtl="1"/>
            <a:endParaRPr lang="en-GB" dirty="0"/>
          </a:p>
          <a:p>
            <a:pPr rtl="1"/>
            <a:r>
              <a:rPr lang="ar" dirty="0"/>
              <a:t>Class discussion to allow learners to share views</a:t>
            </a:r>
          </a:p>
          <a:p>
            <a:pPr rtl="1"/>
            <a:r>
              <a:rPr lang="ar" dirty="0"/>
              <a:t>Ask which approaches would be most successful in set scenarios and why</a:t>
            </a:r>
          </a:p>
          <a:p>
            <a:pPr rtl="1"/>
            <a:endParaRPr lang="en-GB" altLang="en-US" b="1" baseline="0" dirty="0"/>
          </a:p>
          <a:p>
            <a:pPr rtl="1"/>
            <a:endParaRPr lang="en-GB" altLang="en-US" b="1" baseline="0" dirty="0"/>
          </a:p>
          <a:p>
            <a:pPr indent="0" rtl="1">
              <a:buNone/>
            </a:pPr>
            <a:endParaRPr lang="en-GB" dirty="0"/>
          </a:p>
          <a:p>
            <a:pPr indent="0" rtl="1">
              <a:buNone/>
            </a:pPr>
            <a:endParaRPr lang="en-GB" dirty="0"/>
          </a:p>
          <a:p>
            <a:pPr indent="0" rtl="1">
              <a:buNone/>
            </a:pPr>
            <a:endParaRPr lang="en-GB" altLang="en-US" b="1" dirty="0"/>
          </a:p>
          <a:p>
            <a:pPr indent="0" rtl="1">
              <a:buNone/>
            </a:pPr>
            <a:endParaRPr lang="en-GB" altLang="en-US" b="1" dirty="0"/>
          </a:p>
          <a:p>
            <a:pPr rtl="1"/>
            <a:endParaRPr lang="en-GB" altLang="en-US" b="1" baseline="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239680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Management and leadership styles B1</a:t>
            </a:r>
          </a:p>
          <a:p>
            <a:pPr rtl="1"/>
            <a:endParaRPr lang="en-GB" b="1" dirty="0"/>
          </a:p>
          <a:p>
            <a:pPr rtl="1"/>
            <a:r>
              <a:rPr lang="ar" dirty="0"/>
              <a:t>Lead-in: give an overview of the scope of the unit covered to date, differentiating between management and leadership functions and leadership styles, and how they influence business culture. </a:t>
            </a:r>
          </a:p>
          <a:p>
            <a:pPr rtl="1"/>
            <a:endParaRPr lang="en-GB" dirty="0"/>
          </a:p>
          <a:p>
            <a:pPr rtl="1"/>
            <a:r>
              <a:rPr lang="ar" dirty="0"/>
              <a:t>Teacher presentation: key principles and practices of management and leadership skills, and their purpose in the working environment. This could also be drawn from the contribution of the guest speaker in learning aim A. </a:t>
            </a:r>
          </a:p>
          <a:p>
            <a:pPr rtl="1"/>
            <a:endParaRPr lang="en-GB" dirty="0"/>
          </a:p>
          <a:p>
            <a:pPr rtl="1"/>
            <a:r>
              <a:rPr lang="ar" dirty="0"/>
              <a:t>Paired practical activity: learners review the scenarios presented in previous lessons to identify the management and leadership styles which could be adopted to address the various management issues and challenges in each scenario. Each pair make a list of their findings to feed back in the class discussion.</a:t>
            </a:r>
          </a:p>
          <a:p>
            <a:pPr rtl="1"/>
            <a:endParaRPr lang="en-GB" dirty="0"/>
          </a:p>
          <a:p>
            <a:pPr rtl="1"/>
            <a:r>
              <a:rPr lang="ar" dirty="0"/>
              <a:t> Class discussion: learners feed their responses back to their peers. The discussion should focus on the issues and challenges represented by each management and leadership style</a:t>
            </a:r>
          </a:p>
          <a:p>
            <a:pPr rtl="1"/>
            <a:endParaRPr lang="en-GB" altLang="en-US" b="1" baseline="0" dirty="0"/>
          </a:p>
          <a:p>
            <a:pPr rtl="1"/>
            <a:r>
              <a:rPr lang="ar" dirty="0"/>
              <a:t>summarise the management and leadership skills required by different levels of management. Finish with a question and answer session to ensure learners’ understanding referring back to slides  20 and 21</a:t>
            </a:r>
            <a:endParaRPr lang="en-GB" altLang="en-US" b="1" baseline="0" dirty="0"/>
          </a:p>
          <a:p>
            <a:pPr indent="0" rtl="1">
              <a:buNone/>
            </a:pPr>
            <a:endParaRPr lang="en-GB" dirty="0"/>
          </a:p>
          <a:p>
            <a:pPr indent="0" rtl="1">
              <a:buNone/>
            </a:pPr>
            <a:endParaRPr lang="en-GB" dirty="0"/>
          </a:p>
          <a:p>
            <a:pPr indent="0" rtl="1">
              <a:buNone/>
            </a:pPr>
            <a:endParaRPr lang="en-GB" altLang="en-US" b="1" dirty="0"/>
          </a:p>
          <a:p>
            <a:pPr indent="0" rtl="1">
              <a:buNone/>
            </a:pPr>
            <a:endParaRPr lang="en-GB" altLang="en-US" b="1" dirty="0"/>
          </a:p>
          <a:p>
            <a:pPr rtl="1"/>
            <a:endParaRPr lang="en-GB" altLang="en-US" b="1" baseline="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6067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Management and leadership styles B1</a:t>
            </a:r>
          </a:p>
          <a:p>
            <a:pPr rtl="1"/>
            <a:endParaRPr lang="en-GB" b="1" dirty="0"/>
          </a:p>
          <a:p>
            <a:pPr rtl="1"/>
            <a:r>
              <a:rPr lang="ar" dirty="0"/>
              <a:t>Lead-in: give an overview of the scope of the unit covered to date, differentiating between management and leadership functions and leadership styles, and how they influence business culture. </a:t>
            </a:r>
          </a:p>
          <a:p>
            <a:pPr rtl="1"/>
            <a:endParaRPr lang="en-GB" dirty="0"/>
          </a:p>
          <a:p>
            <a:pPr rtl="1"/>
            <a:r>
              <a:rPr lang="ar" dirty="0"/>
              <a:t>Teacher presentation: key principles and practices of management and leadership skills, and their purpose in the working environment. This could also be drawn from the contribution of the guest speaker in learning aim A. </a:t>
            </a:r>
          </a:p>
          <a:p>
            <a:pPr rtl="1"/>
            <a:endParaRPr lang="en-GB" dirty="0"/>
          </a:p>
          <a:p>
            <a:pPr rtl="1"/>
            <a:r>
              <a:rPr lang="ar" dirty="0"/>
              <a:t>Paired practical activity: learners review the scenarios presented in previous lessons to identify the management and leadership styles which could be adopted to address the various management issues and challenges in each scenario. Each pair make a list of their findings to feed back in the class discussion.</a:t>
            </a:r>
          </a:p>
          <a:p>
            <a:pPr rtl="1"/>
            <a:endParaRPr lang="en-GB" dirty="0"/>
          </a:p>
          <a:p>
            <a:pPr rtl="1"/>
            <a:r>
              <a:rPr lang="ar" dirty="0"/>
              <a:t> Class discussion: learners feed their responses back to their peers. The discussion should focus on the issues and challenges represented by each management and leadership style</a:t>
            </a:r>
          </a:p>
          <a:p>
            <a:pPr rtl="1"/>
            <a:endParaRPr lang="en-GB" altLang="en-US" b="1" baseline="0" dirty="0"/>
          </a:p>
          <a:p>
            <a:pPr rtl="1"/>
            <a:r>
              <a:rPr lang="ar" dirty="0"/>
              <a:t>summarise the management and leadership skills required by different levels of management. Finish with a question and answer session to ensure learners’ understanding referring back to slides  20 and 21</a:t>
            </a:r>
            <a:endParaRPr lang="en-GB" altLang="en-US" b="1" baseline="0" dirty="0"/>
          </a:p>
          <a:p>
            <a:pPr indent="0" rtl="1">
              <a:buNone/>
            </a:pPr>
            <a:endParaRPr lang="en-GB" dirty="0"/>
          </a:p>
          <a:p>
            <a:pPr indent="0" rtl="1">
              <a:buNone/>
            </a:pPr>
            <a:endParaRPr lang="en-GB" dirty="0"/>
          </a:p>
          <a:p>
            <a:pPr indent="0" rtl="1">
              <a:buNone/>
            </a:pPr>
            <a:endParaRPr lang="en-GB" altLang="en-US" b="1" dirty="0"/>
          </a:p>
          <a:p>
            <a:pPr indent="0" rtl="1">
              <a:buNone/>
            </a:pPr>
            <a:endParaRPr lang="en-GB" altLang="en-US" b="1" dirty="0"/>
          </a:p>
          <a:p>
            <a:pPr rtl="1"/>
            <a:endParaRPr lang="en-GB" altLang="en-US" b="1" baseline="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820594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Management and leadership styles B1</a:t>
            </a:r>
          </a:p>
          <a:p>
            <a:pPr rtl="1"/>
            <a:endParaRPr lang="en-GB" altLang="en-US" b="1" baseline="0" dirty="0"/>
          </a:p>
          <a:p>
            <a:pPr rtl="1"/>
            <a:r>
              <a:rPr lang="ar" dirty="0"/>
              <a:t>Lead-in: revise the range of management and leadership skills covered in the previous lesson revisiting slides 20-22 as required</a:t>
            </a:r>
          </a:p>
          <a:p>
            <a:pPr rtl="1"/>
            <a:endParaRPr lang="en-GB" altLang="en-US" b="1" baseline="0" dirty="0"/>
          </a:p>
          <a:p>
            <a:pPr rtl="1"/>
            <a:r>
              <a:rPr lang="ar" dirty="0"/>
              <a:t>Small group activity: divide the class into small groups, with each group allocated a different business scenario relating to the practice of management and leadership skills (as per the unit specification). Each group identifies the management and leadership skills needed in each scenario. Learners present their findings and conclusions to the rest of the class.</a:t>
            </a:r>
          </a:p>
          <a:p>
            <a:pPr rtl="1"/>
            <a:endParaRPr lang="en-GB" dirty="0"/>
          </a:p>
          <a:p>
            <a:pPr rtl="1"/>
            <a:r>
              <a:rPr lang="ar" dirty="0"/>
              <a:t>Teacher-led discussion: identify the common and different management and leadership skills which were required to make a success of the various scenarios.</a:t>
            </a:r>
          </a:p>
          <a:p>
            <a:pPr indent="0" rtl="1">
              <a:buNone/>
            </a:pPr>
            <a:endParaRPr lang="en-GB" dirty="0"/>
          </a:p>
          <a:p>
            <a:pPr indent="0" rtl="1">
              <a:buNone/>
            </a:pPr>
            <a:endParaRPr lang="en-GB" altLang="en-US" b="1" dirty="0"/>
          </a:p>
          <a:p>
            <a:pPr indent="0" rtl="1">
              <a:buNone/>
            </a:pPr>
            <a:endParaRPr lang="en-GB" altLang="en-US" b="1" dirty="0"/>
          </a:p>
          <a:p>
            <a:pPr rtl="1"/>
            <a:endParaRPr lang="en-GB" altLang="en-US" b="1" baseline="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115938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Management and leadership styles B1</a:t>
            </a:r>
          </a:p>
          <a:p>
            <a:pPr rtl="1"/>
            <a:endParaRPr lang="en-GB" altLang="en-US" b="1" baseline="0" dirty="0"/>
          </a:p>
          <a:p>
            <a:pPr rtl="1"/>
            <a:r>
              <a:rPr lang="ar" dirty="0"/>
              <a:t>Lead-in: revise the range of management and leadership skills covered in the previous lesson revisiting slides 20-24 as required</a:t>
            </a:r>
          </a:p>
          <a:p>
            <a:pPr rtl="1"/>
            <a:endParaRPr lang="en-GB" altLang="en-US" b="1" baseline="0" dirty="0"/>
          </a:p>
          <a:p>
            <a:pPr rtl="1"/>
            <a:r>
              <a:rPr lang="ar" dirty="0"/>
              <a:t>Small group activity: divide the class into small groups, with each group allocated a different business scenario relating to the practice of management and leadership skills (as per the unit specification). Each group identifies the management and leadership skills needed in each scenario. Learners present their findings and conclusions to the rest of the class.</a:t>
            </a:r>
          </a:p>
          <a:p>
            <a:pPr rtl="1"/>
            <a:endParaRPr lang="en-GB" dirty="0"/>
          </a:p>
          <a:p>
            <a:pPr rtl="1"/>
            <a:r>
              <a:rPr lang="ar" dirty="0"/>
              <a:t>Teacher-led discussion: identify the common and different management and leadership skills which were required to make a success of the various scenarios.</a:t>
            </a:r>
          </a:p>
          <a:p>
            <a:pPr indent="0" rtl="1">
              <a:buNone/>
            </a:pPr>
            <a:endParaRPr lang="en-GB" dirty="0"/>
          </a:p>
          <a:p>
            <a:pPr indent="0" rtl="1">
              <a:buNone/>
            </a:pPr>
            <a:endParaRPr lang="en-GB" altLang="en-US" b="1" dirty="0"/>
          </a:p>
          <a:p>
            <a:pPr indent="0" rtl="1">
              <a:buNone/>
            </a:pPr>
            <a:endParaRPr lang="en-GB" altLang="en-US" b="1" dirty="0"/>
          </a:p>
          <a:p>
            <a:pPr rtl="1"/>
            <a:endParaRPr lang="en-GB" altLang="en-US" b="1" baseline="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257569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effectLst/>
                <a:latin typeface="Helvetica" pitchFamily="2" charset="0"/>
              </a:rPr>
              <a:t>Learning aim C:</a:t>
            </a:r>
            <a:r>
              <a:rPr lang="ar" b="1"/>
              <a:t>Prepare proposals for business improvement to meet the needs of stakeholders in given business contexts</a:t>
            </a:r>
          </a:p>
          <a:p>
            <a:pPr rtl="1"/>
            <a:endParaRPr lang="en-GB" b="1" dirty="0">
              <a:effectLst/>
              <a:latin typeface="Helvetica" pitchFamily="2" charset="0"/>
            </a:endParaRPr>
          </a:p>
          <a:p>
            <a:pPr rtl="1"/>
            <a:endParaRPr lang="en-GB" b="1" dirty="0">
              <a:effectLst/>
              <a:latin typeface="Helvetica" pitchFamily="2" charset="0"/>
            </a:endParaRPr>
          </a:p>
          <a:p>
            <a:pPr rtl="1"/>
            <a:r>
              <a:rPr lang="ar"/>
              <a:t>Lead-in: introduce the topics that will be covered in learning aim C and links with other units already completed by learners. </a:t>
            </a:r>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009894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dirty="0"/>
              <a:t>Managing change C1</a:t>
            </a:r>
          </a:p>
          <a:p>
            <a:pPr rtl="1"/>
            <a:r>
              <a:rPr lang="ar" dirty="0"/>
              <a:t>Lead-in: introduce the topics that will be covered in learning aim C and links with other units already completed by learners.</a:t>
            </a:r>
          </a:p>
          <a:p>
            <a:pPr rtl="1"/>
            <a:endParaRPr lang="en-GB" dirty="0"/>
          </a:p>
          <a:p>
            <a:pPr rtl="1"/>
            <a:r>
              <a:rPr lang="ar" b="0" dirty="0"/>
              <a:t>Read slide</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11756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endParaRPr lang="en-GB" b="1" dirty="0"/>
          </a:p>
          <a:p>
            <a:pPr rtl="1"/>
            <a:r>
              <a:rPr lang="ar"/>
              <a:t>Teacher presentation: on factors that influence change within a business and the challenges faced by managers when dealing with such changes, for example the potential conflicting interests between stakeholders such as employees and shareholders. Lead into the next activity (teacher-led discussion) regarding the impact of changes within a business’s workforce.</a:t>
            </a:r>
          </a:p>
          <a:p>
            <a:pPr rtl="1"/>
            <a:endParaRPr lang="en-GB" dirty="0"/>
          </a:p>
          <a:p>
            <a:pPr rtl="1"/>
            <a:r>
              <a:rPr lang="ar"/>
              <a:t> Teacher-led discussion: lead a discussion on how changes within a business affect the workforce. Learners should identify the unique characteristics of labour/human resources as a factor of production, including areas such as skills, knowledge, competence, abilities, experience and qualifications. The notion of human capital investment should be discussed. </a:t>
            </a:r>
            <a:endParaRPr lang="en-GB" b="1" dirty="0"/>
          </a:p>
          <a:p>
            <a:pPr rtl="1"/>
            <a:endParaRPr lang="en-GB" b="1"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446618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endParaRPr lang="en-GB" b="1" dirty="0"/>
          </a:p>
          <a:p>
            <a:pPr rtl="1"/>
            <a:r>
              <a:rPr lang="ar"/>
              <a:t>Teacher presentation: on how changes in the external business environment can impact on the demand and supply of labour; for example, the impact of an ageing population, technology and skill shortages.</a:t>
            </a:r>
            <a:endParaRPr lang="en-GB" b="1" dirty="0"/>
          </a:p>
          <a:p>
            <a:pPr rtl="1"/>
            <a:endParaRPr lang="en-GB" b="1"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478157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endParaRPr lang="en-GB" b="1" dirty="0"/>
          </a:p>
          <a:p>
            <a:pPr rtl="1"/>
            <a:r>
              <a:rPr lang="ar"/>
              <a:t>Lead-in: recap the previous lesson and hold a question and answer session to confirm learners’ understanding.</a:t>
            </a:r>
          </a:p>
          <a:p>
            <a:pPr rtl="1"/>
            <a:endParaRPr lang="en-GB" dirty="0"/>
          </a:p>
          <a:p>
            <a:pPr rtl="1"/>
            <a:r>
              <a:rPr lang="ar"/>
              <a:t>Teacher presentation: on the reasons that organisations may need to change in order to enable businesses to survive and thrive. Focus on the work required by the planning function of management in order to ensure changes happen smoothly.</a:t>
            </a:r>
          </a:p>
          <a:p>
            <a:pPr rtl="1"/>
            <a:r>
              <a:rPr lang="ar" b="1"/>
              <a:t>Suggested script</a:t>
            </a:r>
          </a:p>
          <a:p>
            <a:pPr rtl="1"/>
            <a:r>
              <a:rPr lang="ar" b="1"/>
              <a:t>All business organisations need to change in some shape or form in order to survive and be successful. Managers and leaders have to be able to manage this process. Change management may be as simple as deciding to move to a different display shelving system, and signing off on this purchase, or it may involve a wider restructuring of the business organisation to take advantage of a new market opportunity. These changes will all need to be managed effectively, taking into account costs, feasibility and employees. Some business organisations manage to stay resistant to change and still survive, however this is unusual and might be because they operate in a niche market where demand does not change significantly. However, even these business organisations are likely to have had to manage a change of business operations at some point. For example, they may have had to deal with the onset of technological changes in their sector and, for example, had to move some of their sales operations online. There are other examples of business organisations that continue with traditional methods, such as solicitors sending handwritten letters to their clients. However, these too are affected by modern day changes. Business organisations can quickly find themselves left behind if they do not respond to change. For example, consider how estate agents work. The advent of digital photos and the internet means that a property can be photographed and the details made available within a few hours. In the past, photographs had to be developed and the details of a property had to be typed up and sent out in the post. Those estate agents that have responded most effectively to the opportunities offered by the internet have prospered. Those that have not have fallen by the wayside.</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875188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endParaRPr lang="en-GB" b="1" dirty="0"/>
          </a:p>
          <a:p>
            <a:pPr rtl="1"/>
            <a:endParaRPr lang="en-GB" b="1" dirty="0"/>
          </a:p>
          <a:p>
            <a:pPr rtl="1"/>
            <a:r>
              <a:rPr lang="ar"/>
              <a:t>Teacher presentation: on change management models and their features, for example Lewin, Schein and Kotter. Finish with a question and answer session to ensure understanding</a:t>
            </a:r>
          </a:p>
          <a:p>
            <a:pPr rtl="1"/>
            <a:r>
              <a:rPr lang="ar" b="1"/>
              <a:t>More detail page 6.35 in Unit 6 ebook</a:t>
            </a:r>
            <a:endParaRPr lang="en-GB" b="1" dirty="0"/>
          </a:p>
          <a:p>
            <a:pPr rtl="1"/>
            <a:endParaRPr lang="en-GB" b="1" dirty="0"/>
          </a:p>
          <a:p>
            <a:pPr rtl="1"/>
            <a:r>
              <a:rPr lang="ar"/>
              <a:t>Small group activity: using case study materials, ask learners to plan a series of related activities in order to achieve a particular objective. Examples include a company restructure, an expansion programme into a new market, or the diversification into a new product range. Learners are required to identify how different change models could be applied at each stage in the implementation of the business plan or project. </a:t>
            </a:r>
          </a:p>
          <a:p>
            <a:pPr rtl="1"/>
            <a:endParaRPr lang="en-GB" dirty="0"/>
          </a:p>
          <a:p>
            <a:pPr rtl="1"/>
            <a:r>
              <a:rPr lang="ar"/>
              <a:t>Teacher-led discussion: reflect on the application of change management models and their use in practical management situations.</a:t>
            </a:r>
            <a:endParaRPr lang="en-GB" b="1"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767771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r>
              <a:rPr lang="ar" b="0"/>
              <a:t>See previous slide</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049798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endParaRPr lang="en-GB" b="1" dirty="0"/>
          </a:p>
          <a:p>
            <a:pPr rtl="1"/>
            <a:r>
              <a:rPr lang="ar"/>
              <a:t>Lead-in: recap the previous lesson and hold a question and answer session to confirm learners’ understanding. </a:t>
            </a:r>
          </a:p>
          <a:p>
            <a:pPr rtl="1"/>
            <a:endParaRPr lang="en-GB" dirty="0"/>
          </a:p>
          <a:p>
            <a:pPr marL="0" marR="0" lvl="0" indent="0" algn="l" defTabSz="914400" rtl="1" eaLnBrk="0" fontAlgn="base" latinLnBrk="0" hangingPunct="0">
              <a:lnSpc>
                <a:spcPct val="100000"/>
              </a:lnSpc>
              <a:spcBef>
                <a:spcPct val="30000"/>
              </a:spcBef>
              <a:spcAft>
                <a:spcPct val="0"/>
              </a:spcAft>
              <a:buClrTx/>
              <a:buSzTx/>
              <a:buFontTx/>
              <a:buNone/>
              <a:tabLst/>
              <a:defRPr/>
            </a:pPr>
            <a:r>
              <a:rPr lang="ar"/>
              <a:t>Teacher presentation: on an organisation’s relationship with the wider environment, and the internal and external factors influencing change. </a:t>
            </a:r>
            <a:r>
              <a:rPr lang="ar" b="1"/>
              <a:t>Refer back to slide 28 and 29</a:t>
            </a:r>
          </a:p>
          <a:p>
            <a:pPr rtl="1"/>
            <a:endParaRPr lang="en-GB" dirty="0"/>
          </a:p>
          <a:p>
            <a:pPr rtl="1"/>
            <a:endParaRPr lang="en-GB" dirty="0"/>
          </a:p>
          <a:p>
            <a:pPr rtl="1"/>
            <a:r>
              <a:rPr lang="ar"/>
              <a:t>Teacher-led discussion: lead a class discussion and use learners’ knowledge drawn from other units to identify the distinguishing features of the internal and external business environment. Create a mind map during the discussion to ensure learners’ understanding. </a:t>
            </a:r>
            <a:endParaRPr lang="en-GB" b="1"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740767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endParaRPr lang="en-GB" b="1" dirty="0"/>
          </a:p>
          <a:p>
            <a:pPr rtl="1"/>
            <a:r>
              <a:rPr lang="ar"/>
              <a:t>Teacher presentation: on the main drivers of change which impact on businesses. Refer to SWOT, PEST, PESTLE and STEEPLE analyses (covered in Unit 1).  </a:t>
            </a:r>
          </a:p>
          <a:p>
            <a:pPr rtl="1"/>
            <a:endParaRPr lang="en-GB" dirty="0"/>
          </a:p>
          <a:p>
            <a:pPr rtl="1"/>
            <a:r>
              <a:rPr lang="ar"/>
              <a:t>Paired practical activity: learners research the impact of changes in the internal and external business environment on named businesses and specific sectors. They should consider internal factors (for example leadership, structure, culture) and external factors (for example political, economic, social, technological). Learners could use the internet, looking at both news and business websites to carry out their research. Allocate each pair two different businesses and ask the learners to present their findings to the class to ensure all learners develop knowledge of a good range of examples.</a:t>
            </a:r>
            <a:endParaRPr lang="en-GB" b="1"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743681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r>
              <a:rPr lang="ar" b="0"/>
              <a:t>See previous</a:t>
            </a:r>
            <a:endParaRPr lang="en-GB"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414102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r>
              <a:rPr lang="ar"/>
              <a:t>Lead-in: use learners’ knowledge drawn from other units to identify the main stakeholders in business. Make a list, together with the learners, to ensure all stakeholders who influence change have been mentioned.</a:t>
            </a:r>
            <a:endParaRPr lang="en-GB" b="1"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800826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Managing change C1</a:t>
            </a:r>
          </a:p>
          <a:p>
            <a:pPr rtl="1"/>
            <a:endParaRPr lang="en-GB" b="1" dirty="0"/>
          </a:p>
          <a:p>
            <a:pPr rtl="1"/>
            <a:r>
              <a:rPr lang="ar"/>
              <a:t>Teacher presentation: on the needs and motivations of stakeholders who influence change. </a:t>
            </a:r>
          </a:p>
          <a:p>
            <a:pPr rtl="1"/>
            <a:endParaRPr lang="en-GB" dirty="0"/>
          </a:p>
          <a:p>
            <a:pPr rtl="1"/>
            <a:r>
              <a:rPr lang="ar"/>
              <a:t>Practical activity: learners identify how the different stakeholder groups can influence the business, and the relative importance of each of the stakeholder groups in different contexts. </a:t>
            </a:r>
          </a:p>
          <a:p>
            <a:pPr rtl="1"/>
            <a:endParaRPr lang="en-GB" dirty="0"/>
          </a:p>
          <a:p>
            <a:pPr rtl="1"/>
            <a:r>
              <a:rPr lang="ar"/>
              <a:t>Individual activity: extend learning by asking learners to write a short report on the competing interests of different stakeholder groups, and the role of managers in reconciling these differences.</a:t>
            </a:r>
            <a:endParaRPr lang="en-GB" b="1"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956867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t>Change Recommendations C2</a:t>
            </a:r>
          </a:p>
          <a:p>
            <a:pPr rtl="1"/>
            <a:endParaRPr lang="en-GB" b="1" dirty="0"/>
          </a:p>
          <a:p>
            <a:pPr rtl="1"/>
            <a:r>
              <a:rPr lang="ar"/>
              <a:t>Lead-in: recap the previous lesson and hold a question and answer session to confirm learners’ understanding.</a:t>
            </a:r>
          </a:p>
          <a:p>
            <a:pPr rtl="1"/>
            <a:endParaRPr lang="en-GB" dirty="0"/>
          </a:p>
          <a:p>
            <a:pPr rtl="1"/>
            <a:r>
              <a:rPr lang="ar"/>
              <a:t>Teacher presentation: on the format and conventions of business proposals. Discuss best practice in preparing reports and presentation slides. Use examples of business reports and presentations to illustrate good and bad practice. Introduce Formative Assessment Assignment 3 and walk through the requirements of each task</a:t>
            </a:r>
            <a:endParaRPr lang="en-GB" b="1"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294634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39</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image" Target="../media/image7.jpeg"/><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8.jpe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image" Target="../media/image9.jpeg"/><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image" Target="../media/image10.jpeg"/><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1.jpe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a:extLst>
              <a:ext uri="{FF2B5EF4-FFF2-40B4-BE49-F238E27FC236}">
                <a16:creationId xmlns:a16="http://schemas.microsoft.com/office/drawing/2014/main" id="{89B77D63-8F9A-9402-F079-70B478C1096E}"/>
              </a:ext>
            </a:extLst>
          </p:cNvPr>
          <p:cNvGrpSpPr/>
          <p:nvPr userDrawn="1"/>
        </p:nvGrpSpPr>
        <p:grpSpPr>
          <a:xfrm>
            <a:off x="189038" y="111125"/>
            <a:ext cx="8847458" cy="869603"/>
            <a:chOff x="189038" y="111125"/>
            <a:chExt cx="8847458" cy="869603"/>
          </a:xfrm>
        </p:grpSpPr>
        <p:sp>
          <p:nvSpPr>
            <p:cNvPr id="3" name="Rectangle 2">
              <a:extLst>
                <a:ext uri="{FF2B5EF4-FFF2-40B4-BE49-F238E27FC236}">
                  <a16:creationId xmlns:a16="http://schemas.microsoft.com/office/drawing/2014/main" id="{A68920E2-739C-99F3-6CB0-5BDE5CE2F7DB}"/>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en-US" sz="2500" b="1" noProof="0" dirty="0">
                  <a:latin typeface="Sakkal Majalla" panose="02000000000000000000" pitchFamily="2" charset="-78"/>
                  <a:cs typeface="Sakkal Majalla" panose="02000000000000000000" pitchFamily="2" charset="-78"/>
                </a:rPr>
                <a:t>3</a:t>
              </a:r>
            </a:p>
            <a:p>
              <a:pPr algn="l">
                <a:lnSpc>
                  <a:spcPct val="110000"/>
                </a:lnSpc>
              </a:pPr>
              <a:r>
                <a:rPr lang="ar-EG" sz="2500" b="1" dirty="0">
                  <a:latin typeface="Sakkal Majalla" panose="02000000000000000000" pitchFamily="2" charset="-78"/>
                  <a:cs typeface="Sakkal Majalla" panose="02000000000000000000" pitchFamily="2" charset="-78"/>
                </a:rPr>
                <a:t>الأعمال</a:t>
              </a:r>
              <a:endParaRPr lang="ar" sz="2500" b="1" dirty="0">
                <a:latin typeface="Sakkal Majalla" panose="02000000000000000000" pitchFamily="2" charset="-78"/>
                <a:cs typeface="Sakkal Majalla" panose="02000000000000000000" pitchFamily="2" charset="-78"/>
              </a:endParaRPr>
            </a:p>
          </p:txBody>
        </p:sp>
        <p:sp>
          <p:nvSpPr>
            <p:cNvPr id="4" name="Rectangle 3">
              <a:extLst>
                <a:ext uri="{FF2B5EF4-FFF2-40B4-BE49-F238E27FC236}">
                  <a16:creationId xmlns:a16="http://schemas.microsoft.com/office/drawing/2014/main" id="{345CD9E2-8056-B60F-5265-B771F5245AAA}"/>
                </a:ext>
              </a:extLst>
            </p:cNvPr>
            <p:cNvSpPr/>
            <p:nvPr userDrawn="1"/>
          </p:nvSpPr>
          <p:spPr>
            <a:xfrm>
              <a:off x="5796136" y="111125"/>
              <a:ext cx="3240360" cy="850819"/>
            </a:xfrm>
            <a:prstGeom prst="rect">
              <a:avLst/>
            </a:prstGeom>
            <a:solidFill>
              <a:srgbClr val="33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2" name="Group 1">
            <a:extLst>
              <a:ext uri="{FF2B5EF4-FFF2-40B4-BE49-F238E27FC236}">
                <a16:creationId xmlns:a16="http://schemas.microsoft.com/office/drawing/2014/main" id="{123498F8-A637-8067-694F-1024B4619B2E}"/>
              </a:ext>
            </a:extLst>
          </p:cNvPr>
          <p:cNvGrpSpPr/>
          <p:nvPr userDrawn="1"/>
        </p:nvGrpSpPr>
        <p:grpSpPr>
          <a:xfrm>
            <a:off x="189038" y="111125"/>
            <a:ext cx="8847458" cy="869603"/>
            <a:chOff x="189038" y="111125"/>
            <a:chExt cx="8847458" cy="869603"/>
          </a:xfrm>
        </p:grpSpPr>
        <p:sp>
          <p:nvSpPr>
            <p:cNvPr id="3" name="Rectangle 2">
              <a:extLst>
                <a:ext uri="{FF2B5EF4-FFF2-40B4-BE49-F238E27FC236}">
                  <a16:creationId xmlns:a16="http://schemas.microsoft.com/office/drawing/2014/main" id="{C6D7540C-C375-DF0B-2CD6-F40D91BBD704}"/>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en-US" sz="2500" b="1" noProof="0" dirty="0">
                  <a:latin typeface="Sakkal Majalla" panose="02000000000000000000" pitchFamily="2" charset="-78"/>
                  <a:cs typeface="Sakkal Majalla" panose="02000000000000000000" pitchFamily="2" charset="-78"/>
                </a:rPr>
                <a:t>3</a:t>
              </a:r>
            </a:p>
            <a:p>
              <a:pPr algn="l">
                <a:lnSpc>
                  <a:spcPct val="110000"/>
                </a:lnSpc>
              </a:pPr>
              <a:r>
                <a:rPr lang="ar-EG" sz="2500" b="1" dirty="0">
                  <a:latin typeface="Sakkal Majalla" panose="02000000000000000000" pitchFamily="2" charset="-78"/>
                  <a:cs typeface="Sakkal Majalla" panose="02000000000000000000" pitchFamily="2" charset="-78"/>
                </a:rPr>
                <a:t>الأعمال</a:t>
              </a:r>
              <a:endParaRPr lang="ar" sz="2500" b="1" dirty="0">
                <a:latin typeface="Sakkal Majalla" panose="02000000000000000000" pitchFamily="2" charset="-78"/>
                <a:cs typeface="Sakkal Majalla" panose="02000000000000000000" pitchFamily="2" charset="-78"/>
              </a:endParaRPr>
            </a:p>
          </p:txBody>
        </p:sp>
        <p:sp>
          <p:nvSpPr>
            <p:cNvPr id="4" name="Rectangle 3">
              <a:extLst>
                <a:ext uri="{FF2B5EF4-FFF2-40B4-BE49-F238E27FC236}">
                  <a16:creationId xmlns:a16="http://schemas.microsoft.com/office/drawing/2014/main" id="{EE80E3C2-94F5-C011-72AA-9AC9745CCFE8}"/>
                </a:ext>
              </a:extLst>
            </p:cNvPr>
            <p:cNvSpPr/>
            <p:nvPr userDrawn="1"/>
          </p:nvSpPr>
          <p:spPr>
            <a:xfrm>
              <a:off x="5796136" y="111125"/>
              <a:ext cx="3240360" cy="850819"/>
            </a:xfrm>
            <a:prstGeom prst="rect">
              <a:avLst/>
            </a:prstGeom>
            <a:solidFill>
              <a:srgbClr val="33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2" name="Group 1">
            <a:extLst>
              <a:ext uri="{FF2B5EF4-FFF2-40B4-BE49-F238E27FC236}">
                <a16:creationId xmlns:a16="http://schemas.microsoft.com/office/drawing/2014/main" id="{2D90C435-3EE2-C2D4-0005-04F47A25FBBB}"/>
              </a:ext>
            </a:extLst>
          </p:cNvPr>
          <p:cNvGrpSpPr/>
          <p:nvPr userDrawn="1"/>
        </p:nvGrpSpPr>
        <p:grpSpPr>
          <a:xfrm>
            <a:off x="189038" y="111125"/>
            <a:ext cx="8847458" cy="869603"/>
            <a:chOff x="189038" y="111125"/>
            <a:chExt cx="8847458" cy="869603"/>
          </a:xfrm>
        </p:grpSpPr>
        <p:sp>
          <p:nvSpPr>
            <p:cNvPr id="3" name="Rectangle 2">
              <a:extLst>
                <a:ext uri="{FF2B5EF4-FFF2-40B4-BE49-F238E27FC236}">
                  <a16:creationId xmlns:a16="http://schemas.microsoft.com/office/drawing/2014/main" id="{D39BF234-E5A6-D2CE-FB30-BD9F506FCFCF}"/>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en-US" sz="2500" b="1" noProof="0" dirty="0">
                  <a:latin typeface="Sakkal Majalla" panose="02000000000000000000" pitchFamily="2" charset="-78"/>
                  <a:cs typeface="Sakkal Majalla" panose="02000000000000000000" pitchFamily="2" charset="-78"/>
                </a:rPr>
                <a:t>3</a:t>
              </a:r>
            </a:p>
            <a:p>
              <a:pPr algn="l">
                <a:lnSpc>
                  <a:spcPct val="110000"/>
                </a:lnSpc>
              </a:pPr>
              <a:r>
                <a:rPr lang="ar-EG" sz="2500" b="1" dirty="0">
                  <a:latin typeface="Sakkal Majalla" panose="02000000000000000000" pitchFamily="2" charset="-78"/>
                  <a:cs typeface="Sakkal Majalla" panose="02000000000000000000" pitchFamily="2" charset="-78"/>
                </a:rPr>
                <a:t>الأعمال</a:t>
              </a:r>
              <a:endParaRPr lang="ar" sz="2500" b="1" dirty="0">
                <a:latin typeface="Sakkal Majalla" panose="02000000000000000000" pitchFamily="2" charset="-78"/>
                <a:cs typeface="Sakkal Majalla" panose="02000000000000000000" pitchFamily="2" charset="-78"/>
              </a:endParaRPr>
            </a:p>
          </p:txBody>
        </p:sp>
        <p:sp>
          <p:nvSpPr>
            <p:cNvPr id="4" name="Rectangle 3">
              <a:extLst>
                <a:ext uri="{FF2B5EF4-FFF2-40B4-BE49-F238E27FC236}">
                  <a16:creationId xmlns:a16="http://schemas.microsoft.com/office/drawing/2014/main" id="{5AA2D129-5F8E-83A7-3FBF-F8FC5AD8E05C}"/>
                </a:ext>
              </a:extLst>
            </p:cNvPr>
            <p:cNvSpPr/>
            <p:nvPr userDrawn="1"/>
          </p:nvSpPr>
          <p:spPr>
            <a:xfrm>
              <a:off x="5796136" y="111125"/>
              <a:ext cx="3240360" cy="850819"/>
            </a:xfrm>
            <a:prstGeom prst="rect">
              <a:avLst/>
            </a:prstGeom>
            <a:solidFill>
              <a:srgbClr val="33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29.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9.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38.xml"/><Relationship Id="rId5" Type="http://schemas.openxmlformats.org/officeDocument/2006/relationships/image" Target="../media/image19.jpe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38.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audio" Target="../media/audio1.bin"/><Relationship Id="rId7" Type="http://schemas.openxmlformats.org/officeDocument/2006/relationships/image" Target="../media/image27.svg"/><Relationship Id="rId2" Type="http://schemas.openxmlformats.org/officeDocument/2006/relationships/notesSlide" Target="../notesSlides/notesSlide14.xml"/><Relationship Id="rId1" Type="http://schemas.openxmlformats.org/officeDocument/2006/relationships/slideLayout" Target="../slideLayouts/slideLayout38.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38.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29.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38.xml"/><Relationship Id="rId4" Type="http://schemas.openxmlformats.org/officeDocument/2006/relationships/image" Target="../media/image32.jp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38.xml"/><Relationship Id="rId4" Type="http://schemas.openxmlformats.org/officeDocument/2006/relationships/image" Target="../media/image33.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38.xml"/><Relationship Id="rId4" Type="http://schemas.openxmlformats.org/officeDocument/2006/relationships/image" Target="../media/image34.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38.xml"/><Relationship Id="rId4" Type="http://schemas.openxmlformats.org/officeDocument/2006/relationships/image" Target="../media/image35.jpe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8.xml"/><Relationship Id="rId1" Type="http://schemas.openxmlformats.org/officeDocument/2006/relationships/slideLayout" Target="../slideLayouts/slideLayout29.xml"/><Relationship Id="rId4" Type="http://schemas.openxmlformats.org/officeDocument/2006/relationships/image" Target="../media/image36.jpeg"/></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1628800"/>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6</a:t>
            </a:r>
            <a:br>
              <a:rPr lang="en-GB" altLang="en-US" sz="4600" dirty="0"/>
            </a:br>
            <a:r>
              <a:rPr lang="ar" sz="4600" dirty="0"/>
              <a:t>مبادئ الإدارة</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600" dirty="0"/>
              <a:t>© حقوق التأليف والنشر لعام 2024 محفوظة لشركة بيرسون إديوكيشن ليمتد يُسمح بالنسخ للمؤسسة المشترية فقط. </a:t>
            </a:r>
          </a:p>
        </p:txBody>
      </p:sp>
      <p:pic>
        <p:nvPicPr>
          <p:cNvPr id="4" name="Picture 3" descr="A diagram of a pyramid of people&#10;&#10;Description automatically generated">
            <a:extLst>
              <a:ext uri="{FF2B5EF4-FFF2-40B4-BE49-F238E27FC236}">
                <a16:creationId xmlns:a16="http://schemas.microsoft.com/office/drawing/2014/main" id="{8B1C8329-C775-7A09-A240-434C3ED60C7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92288" y="3338932"/>
            <a:ext cx="3851920" cy="2781415"/>
          </a:xfrm>
          <a:prstGeom prst="rect">
            <a:avLst/>
          </a:prstGeom>
        </p:spPr>
      </p:pic>
      <p:sp>
        <p:nvSpPr>
          <p:cNvPr id="5" name="Footer Placeholder 2">
            <a:extLst>
              <a:ext uri="{FF2B5EF4-FFF2-40B4-BE49-F238E27FC236}">
                <a16:creationId xmlns:a16="http://schemas.microsoft.com/office/drawing/2014/main" id="{D2587980-25D5-BE89-4FF4-043EE99CEA6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مبادئ الإدارة</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2348880"/>
            <a:ext cx="8424935" cy="41139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dirty="0">
                <a:solidFill>
                  <a:schemeClr val="tx2"/>
                </a:solidFill>
              </a:rPr>
              <a:t>تدرس في هذه الوحدة المنهجية التي تتبعها منظمات الأعمال في تكييف مناهجها للإدارة استجابة لمجموعة متنوعة من التحديات.</a:t>
            </a:r>
          </a:p>
          <a:p>
            <a:pPr marL="0" indent="0" rtl="1">
              <a:buNone/>
            </a:pPr>
            <a:r>
              <a:rPr lang="ar" sz="2200" dirty="0">
                <a:solidFill>
                  <a:schemeClr val="tx2"/>
                </a:solidFill>
              </a:rPr>
              <a:t>يحتاج المديرون، استنادًا إلى أدوارهم ومسؤولياتهم، إلى تطوير مجموعات المهارات التي تمكنهم من إدارة الموارد المالية والمادية والبشرية بفعالية في بيئة أعمال متغيرة باستمرار. </a:t>
            </a:r>
          </a:p>
          <a:p>
            <a:pPr marL="0" indent="0" rtl="1">
              <a:buNone/>
            </a:pPr>
            <a:r>
              <a:rPr lang="ar" sz="2200" dirty="0">
                <a:solidFill>
                  <a:schemeClr val="tx2"/>
                </a:solidFill>
              </a:rPr>
              <a:t>ستدرس المشكلات التي يتعين على المديرين والقادة التعامل معها في مكان العمل لزيادة كفاءة مؤسساتهم لضمان استمرارها ونموها. </a:t>
            </a:r>
          </a:p>
          <a:p>
            <a:pPr marL="0" indent="0" rtl="1">
              <a:buNone/>
            </a:pPr>
            <a:r>
              <a:rPr lang="ar" sz="2200" dirty="0">
                <a:solidFill>
                  <a:schemeClr val="tx2"/>
                </a:solidFill>
              </a:rPr>
              <a:t>ستمكنك هذه الوحدة من فهم كيفية مساهمة الإدارة الجيدة والقيادة في مكان العمل في نجاح الشركة.</a:t>
            </a:r>
          </a:p>
        </p:txBody>
      </p:sp>
      <p:sp>
        <p:nvSpPr>
          <p:cNvPr id="2" name="Footer Placeholder 2">
            <a:extLst>
              <a:ext uri="{FF2B5EF4-FFF2-40B4-BE49-F238E27FC236}">
                <a16:creationId xmlns:a16="http://schemas.microsoft.com/office/drawing/2014/main" id="{26B7192B-54F1-BF88-1CD8-E7B67E7D24C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dirty="0"/>
              <a:t>أ	استقصاء مبادئ الإدارة والقيادة والمفاهيم والمصطلحات الأساسية والوظائف والنظريات الخاصة بهم</a:t>
            </a:r>
            <a:endParaRPr lang="en-GB" altLang="en-US" sz="2600" dirty="0">
              <a:highlight>
                <a:srgbClr val="FFFF00"/>
              </a:highlight>
            </a:endParaRPr>
          </a:p>
          <a:p>
            <a:pPr marL="404813" indent="-404813" defTabSz="431800" rtl="1">
              <a:spcBef>
                <a:spcPts val="1200"/>
              </a:spcBef>
              <a:buNone/>
            </a:pPr>
            <a:r>
              <a:rPr lang="ar" sz="2600" b="1" dirty="0"/>
              <a:t>ب	دراسة أساليب ومهارات الإدارة والقيادة وتأثيرها في الأداء التنظيمي</a:t>
            </a:r>
            <a:endParaRPr lang="en-GB" altLang="en-US" sz="2600" dirty="0">
              <a:highlight>
                <a:srgbClr val="FFFF00"/>
              </a:highlight>
            </a:endParaRPr>
          </a:p>
          <a:p>
            <a:pPr marL="404813" indent="-404813" defTabSz="431800" rtl="1">
              <a:spcBef>
                <a:spcPts val="1200"/>
              </a:spcBef>
              <a:buNone/>
            </a:pPr>
            <a:r>
              <a:rPr lang="ar" sz="2600" b="1" dirty="0"/>
              <a:t>ج	إعداد مقترحات لتحسين الأعمال لتلبية احتياجات أصحاب المصالح في سياقات عمل معينة</a:t>
            </a:r>
            <a:endParaRPr lang="en-GB" altLang="en-US" sz="2600" b="1"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br>
              <a:rPr lang="en-GB" altLang="en-US" sz="2600" dirty="0"/>
            </a:br>
            <a:r>
              <a:rPr lang="ar" sz="2600" dirty="0"/>
              <a:t>	</a:t>
            </a:r>
          </a:p>
        </p:txBody>
      </p:sp>
      <p:sp>
        <p:nvSpPr>
          <p:cNvPr id="2" name="Footer Placeholder 2">
            <a:extLst>
              <a:ext uri="{FF2B5EF4-FFF2-40B4-BE49-F238E27FC236}">
                <a16:creationId xmlns:a16="http://schemas.microsoft.com/office/drawing/2014/main" id="{F36F44D0-CDD4-9C2F-154E-BB93F4AA2BB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400" dirty="0"/>
            </a:br>
            <a:br>
              <a:rPr lang="en-US" altLang="en-US" sz="2400" dirty="0"/>
            </a:br>
            <a:r>
              <a:rPr lang="ar" sz="3800" b="1" dirty="0"/>
              <a:t>استقصاء مبادئ الإدارة والقيادة والمفاهيم والمصطلحات الأساسية والوظائف والنظريات الخاصة بهم</a:t>
            </a:r>
            <a:br>
              <a:rPr lang="en-GB" altLang="en-US" sz="3600" dirty="0">
                <a:highlight>
                  <a:srgbClr val="FFFF00"/>
                </a:highlight>
              </a:rPr>
            </a:br>
            <a:endParaRPr lang="en-GB" altLang="en-US" sz="3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05F5A4B-E70D-0B56-E1A6-B0574F0B2E6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أ1 الإدارة بوصفها عملية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460305"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indent="0" rtl="1">
              <a:lnSpc>
                <a:spcPct val="90000"/>
              </a:lnSpc>
              <a:buNone/>
            </a:pPr>
            <a:r>
              <a:rPr lang="ar" sz="1900" b="1" dirty="0"/>
              <a:t>ف. و. تايلور (185-1915)</a:t>
            </a:r>
          </a:p>
          <a:p>
            <a:pPr marL="628650" indent="-285750" rtl="1">
              <a:lnSpc>
                <a:spcPct val="90000"/>
              </a:lnSpc>
            </a:pPr>
            <a:r>
              <a:rPr lang="ar" sz="1900" dirty="0"/>
              <a:t>افترض تحفيز العمال بشكل أساسي بالدفع لهم مقابل "إنتاجهم".</a:t>
            </a:r>
          </a:p>
          <a:p>
            <a:pPr marL="628650" indent="-285750" rtl="1">
              <a:lnSpc>
                <a:spcPct val="90000"/>
              </a:lnSpc>
            </a:pPr>
            <a:r>
              <a:rPr lang="ar" sz="1900" dirty="0"/>
              <a:t>دراسة الوقت والحركة - "تحسين العمل"</a:t>
            </a:r>
          </a:p>
          <a:p>
            <a:pPr marL="628650" indent="-285750" rtl="1">
              <a:lnSpc>
                <a:spcPct val="90000"/>
              </a:lnSpc>
            </a:pPr>
            <a:r>
              <a:rPr lang="ar" sz="1900" dirty="0"/>
              <a:t>أربعة مبادئ</a:t>
            </a:r>
          </a:p>
          <a:p>
            <a:pPr indent="0" rtl="1">
              <a:lnSpc>
                <a:spcPct val="90000"/>
              </a:lnSpc>
              <a:buNone/>
            </a:pPr>
            <a:endParaRPr lang="en-GB" altLang="en-US" sz="1400" b="1" dirty="0"/>
          </a:p>
          <a:p>
            <a:pPr indent="0" rtl="1">
              <a:lnSpc>
                <a:spcPct val="90000"/>
              </a:lnSpc>
              <a:buNone/>
            </a:pPr>
            <a:r>
              <a:rPr lang="ar" sz="1900" b="1" dirty="0"/>
              <a:t>هنري فايول (1842—1925)</a:t>
            </a:r>
          </a:p>
          <a:p>
            <a:pPr marL="685800" rtl="1">
              <a:lnSpc>
                <a:spcPct val="90000"/>
              </a:lnSpc>
            </a:pPr>
            <a:r>
              <a:rPr lang="ar" sz="1900" dirty="0"/>
              <a:t>الإدارة تعني: "التنبؤ والتخطيط والتنظيم والقيادة والتنسيق والتحكم".</a:t>
            </a:r>
          </a:p>
          <a:p>
            <a:pPr marL="685800" rtl="1">
              <a:lnSpc>
                <a:spcPct val="90000"/>
              </a:lnSpc>
            </a:pPr>
            <a:r>
              <a:rPr lang="ar" sz="1900" dirty="0"/>
              <a:t>ستة أنشطة</a:t>
            </a:r>
          </a:p>
          <a:p>
            <a:pPr marL="685800" rtl="1">
              <a:lnSpc>
                <a:spcPct val="90000"/>
              </a:lnSpc>
            </a:pPr>
            <a:r>
              <a:rPr lang="ar" sz="1900" dirty="0"/>
              <a:t>14 مبدأ</a:t>
            </a:r>
          </a:p>
          <a:p>
            <a:pPr indent="0" rtl="1">
              <a:lnSpc>
                <a:spcPct val="90000"/>
              </a:lnSpc>
              <a:buNone/>
            </a:pPr>
            <a:endParaRPr lang="en-GB" altLang="en-US" sz="1050" dirty="0"/>
          </a:p>
          <a:p>
            <a:pPr indent="0" rtl="1">
              <a:lnSpc>
                <a:spcPct val="90000"/>
              </a:lnSpc>
              <a:buNone/>
            </a:pPr>
            <a:r>
              <a:rPr lang="ar" sz="1900" i="1" dirty="0"/>
              <a:t>راجع الجزئين 6.6 و6.7 في الوحدة 6: فصل مبادئ الإدارة في كتاب الطالب</a:t>
            </a:r>
          </a:p>
          <a:p>
            <a:pPr marL="685800" rtl="1">
              <a:lnSpc>
                <a:spcPct val="90000"/>
              </a:lnSpc>
            </a:pPr>
            <a:endParaRPr lang="en-GB" altLang="en-US" sz="1900" dirty="0"/>
          </a:p>
        </p:txBody>
      </p:sp>
      <p:pic>
        <p:nvPicPr>
          <p:cNvPr id="3" name="Picture 2" descr="A group of people working in an office&#10;&#10;Description automatically generated">
            <a:extLst>
              <a:ext uri="{FF2B5EF4-FFF2-40B4-BE49-F238E27FC236}">
                <a16:creationId xmlns:a16="http://schemas.microsoft.com/office/drawing/2014/main" id="{7D3CB21C-2B02-1373-F3E2-3B57EA9052B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21203" y="2708920"/>
            <a:ext cx="4074596" cy="3202609"/>
          </a:xfrm>
          <a:prstGeom prst="rect">
            <a:avLst/>
          </a:prstGeom>
        </p:spPr>
      </p:pic>
      <p:sp>
        <p:nvSpPr>
          <p:cNvPr id="2" name="Footer Placeholder 2">
            <a:extLst>
              <a:ext uri="{FF2B5EF4-FFF2-40B4-BE49-F238E27FC236}">
                <a16:creationId xmlns:a16="http://schemas.microsoft.com/office/drawing/2014/main" id="{F5F82D84-D754-9903-9BA6-0F9D2B66F93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900" b="1" dirty="0">
                <a:solidFill>
                  <a:schemeClr val="tx2"/>
                </a:solidFill>
                <a:latin typeface="Sakkal Majalla" panose="02000000000000000000" pitchFamily="2" charset="-78"/>
                <a:cs typeface="Sakkal Majalla" panose="02000000000000000000" pitchFamily="2" charset="-78"/>
              </a:rPr>
              <a:t>وضع نظريات مختلفة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buNone/>
            </a:pPr>
            <a:r>
              <a:rPr lang="ar" sz="2600" b="1" dirty="0"/>
              <a:t>النظرية السلوكية</a:t>
            </a:r>
          </a:p>
          <a:p>
            <a:pPr marL="0" indent="0" rtl="1">
              <a:buNone/>
            </a:pPr>
            <a:r>
              <a:rPr lang="ar" sz="2600" dirty="0"/>
              <a:t>يرتبط نموذج الشبكة الإدارية، الذي قدمه موتون وبليك، بالنظريتين X وY اللتين طورهما دوغلاس ماكغريغور. يركز على - المتغيرات:</a:t>
            </a:r>
          </a:p>
          <a:p>
            <a:pPr marL="0" lvl="1" indent="-342900" rtl="1"/>
            <a:r>
              <a:rPr lang="ar" sz="2600" dirty="0"/>
              <a:t>الاهتمام بالأشخاص </a:t>
            </a:r>
          </a:p>
          <a:p>
            <a:pPr marL="0" lvl="1" indent="-342900" rtl="1"/>
            <a:r>
              <a:rPr lang="ar" sz="2600" dirty="0"/>
              <a:t>الاهتمام بالإنتاجية</a:t>
            </a:r>
          </a:p>
          <a:p>
            <a:pPr marL="0" lvl="1" indent="0" rtl="1">
              <a:buNone/>
            </a:pPr>
            <a:endParaRPr lang="en-GB" altLang="en-US" dirty="0"/>
          </a:p>
          <a:p>
            <a:pPr marL="0" lvl="1" indent="0" rtl="1">
              <a:buNone/>
            </a:pPr>
            <a:r>
              <a:rPr lang="ar" sz="1700" i="1" dirty="0"/>
              <a:t>راجع الجزئين 6.8 و6.9 في الوحدة 6: فصل مبادئ الإدارة في كتاب الطالب</a:t>
            </a:r>
          </a:p>
          <a:p>
            <a:pPr marL="685800" rtl="1"/>
            <a:endParaRPr lang="en-GB" altLang="en-US" dirty="0"/>
          </a:p>
        </p:txBody>
      </p:sp>
      <p:sp>
        <p:nvSpPr>
          <p:cNvPr id="2" name="Footer Placeholder 2">
            <a:extLst>
              <a:ext uri="{FF2B5EF4-FFF2-40B4-BE49-F238E27FC236}">
                <a16:creationId xmlns:a16="http://schemas.microsoft.com/office/drawing/2014/main" id="{2A7F45AE-8330-98FE-48DF-1FAE0F6C8CB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3563601976"/>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r>
              <a:rPr lang="ar" sz="2200" b="1" dirty="0">
                <a:solidFill>
                  <a:schemeClr val="tx2"/>
                </a:solidFill>
                <a:latin typeface="Sakkal Majalla" panose="02000000000000000000" pitchFamily="2" charset="-78"/>
                <a:cs typeface="Sakkal Majalla" panose="02000000000000000000" pitchFamily="2" charset="-78"/>
              </a:rPr>
              <a:t>وضع نظريات مختلفة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type="body" sz="half" idx="2"/>
          </p:nvPr>
        </p:nvSpPr>
        <p:spPr bwMode="auto">
          <a:xfrm>
            <a:off x="5678486" y="2132857"/>
            <a:ext cx="3008313" cy="399330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r>
              <a:rPr lang="ar" sz="2000" b="1" dirty="0">
                <a:ea typeface="Arial" charset="0"/>
              </a:rPr>
              <a:t>النظرية السلوكية</a:t>
            </a:r>
            <a:endParaRPr lang="en-US" altLang="en-US" sz="2000" dirty="0">
              <a:ea typeface="Arial" charset="0"/>
            </a:endParaRPr>
          </a:p>
          <a:p>
            <a:pPr rtl="1"/>
            <a:r>
              <a:rPr lang="ar" sz="2000" b="1" dirty="0">
                <a:ea typeface="Arial" charset="0"/>
              </a:rPr>
              <a:t>نظرية الدور - </a:t>
            </a:r>
            <a:r>
              <a:rPr lang="ar" sz="2000" dirty="0">
                <a:ea typeface="Arial" charset="0"/>
              </a:rPr>
              <a:t> حدد هنري مينتزبرج 10 أدوار إدارية وضعها في ثلاث فئات. </a:t>
            </a:r>
          </a:p>
          <a:p>
            <a:pPr rtl="1"/>
            <a:endParaRPr lang="en-US" altLang="en-US" sz="1600" dirty="0">
              <a:ea typeface="Arial" charset="0"/>
            </a:endParaRPr>
          </a:p>
        </p:txBody>
      </p:sp>
      <p:graphicFrame>
        <p:nvGraphicFramePr>
          <p:cNvPr id="5" name="Table 5">
            <a:extLst>
              <a:ext uri="{FF2B5EF4-FFF2-40B4-BE49-F238E27FC236}">
                <a16:creationId xmlns:a16="http://schemas.microsoft.com/office/drawing/2014/main" id="{B9225A22-3280-48AC-0FCD-DB5FB0886BE8}"/>
              </a:ext>
            </a:extLst>
          </p:cNvPr>
          <p:cNvGraphicFramePr>
            <a:graphicFrameLocks noGrp="1"/>
          </p:cNvGraphicFramePr>
          <p:nvPr>
            <p:extLst>
              <p:ext uri="{D42A27DB-BD31-4B8C-83A1-F6EECF244321}">
                <p14:modId xmlns:p14="http://schemas.microsoft.com/office/powerpoint/2010/main" val="2685307235"/>
              </p:ext>
            </p:extLst>
          </p:nvPr>
        </p:nvGraphicFramePr>
        <p:xfrm>
          <a:off x="457198" y="1501786"/>
          <a:ext cx="5111752" cy="4172227"/>
        </p:xfrm>
        <a:graphic>
          <a:graphicData uri="http://schemas.openxmlformats.org/drawingml/2006/table">
            <a:tbl>
              <a:tblPr rtl="1" firstRow="1" bandRow="1">
                <a:tableStyleId>{793D81CF-94F2-401A-BA57-92F5A7B2D0C5}</a:tableStyleId>
              </a:tblPr>
              <a:tblGrid>
                <a:gridCol w="2228134">
                  <a:extLst>
                    <a:ext uri="{9D8B030D-6E8A-4147-A177-3AD203B41FA5}">
                      <a16:colId xmlns:a16="http://schemas.microsoft.com/office/drawing/2014/main" val="1414271603"/>
                    </a:ext>
                  </a:extLst>
                </a:gridCol>
                <a:gridCol w="2883618">
                  <a:extLst>
                    <a:ext uri="{9D8B030D-6E8A-4147-A177-3AD203B41FA5}">
                      <a16:colId xmlns:a16="http://schemas.microsoft.com/office/drawing/2014/main" val="2366892451"/>
                    </a:ext>
                  </a:extLst>
                </a:gridCol>
              </a:tblGrid>
              <a:tr h="475875">
                <a:tc>
                  <a:txBody>
                    <a:bodyPr/>
                    <a:lstStyle/>
                    <a:p>
                      <a:pPr rtl="1"/>
                      <a:r>
                        <a:rPr lang="ar" sz="1600" dirty="0">
                          <a:latin typeface="Sakkal Majalla" panose="02000000000000000000" pitchFamily="2" charset="-78"/>
                          <a:cs typeface="Sakkal Majalla" panose="02000000000000000000" pitchFamily="2" charset="-78"/>
                        </a:rPr>
                        <a:t>الفئة</a:t>
                      </a:r>
                    </a:p>
                  </a:txBody>
                  <a:tcPr marL="108557" marR="108557" marT="54278" marB="54278"/>
                </a:tc>
                <a:tc>
                  <a:txBody>
                    <a:bodyPr/>
                    <a:lstStyle/>
                    <a:p>
                      <a:pPr rtl="1"/>
                      <a:r>
                        <a:rPr lang="ar" sz="1600" dirty="0">
                          <a:latin typeface="Sakkal Majalla" panose="02000000000000000000" pitchFamily="2" charset="-78"/>
                          <a:cs typeface="Sakkal Majalla" panose="02000000000000000000" pitchFamily="2" charset="-78"/>
                        </a:rPr>
                        <a:t>الأدوار</a:t>
                      </a:r>
                    </a:p>
                  </a:txBody>
                  <a:tcPr marL="108557" marR="108557" marT="54278" marB="54278"/>
                </a:tc>
                <a:extLst>
                  <a:ext uri="{0D108BD9-81ED-4DB2-BD59-A6C34878D82A}">
                    <a16:rowId xmlns:a16="http://schemas.microsoft.com/office/drawing/2014/main" val="2990346825"/>
                  </a:ext>
                </a:extLst>
              </a:tr>
              <a:tr h="1124083">
                <a:tc>
                  <a:txBody>
                    <a:bodyPr/>
                    <a:lstStyle/>
                    <a:p>
                      <a:pPr rtl="1"/>
                      <a:r>
                        <a:rPr lang="ar" sz="1600" dirty="0">
                          <a:latin typeface="Sakkal Majalla" panose="02000000000000000000" pitchFamily="2" charset="-78"/>
                          <a:cs typeface="Sakkal Majalla" panose="02000000000000000000" pitchFamily="2" charset="-78"/>
                        </a:rPr>
                        <a:t>المهارات التفاعلية</a:t>
                      </a:r>
                    </a:p>
                  </a:txBody>
                  <a:tcPr marL="108557" marR="108557" marT="54278" marB="54278"/>
                </a:tc>
                <a:tc>
                  <a:txBody>
                    <a:bodyPr/>
                    <a:lstStyle/>
                    <a:p>
                      <a:pPr rtl="1"/>
                      <a:r>
                        <a:rPr lang="ar" sz="1600" dirty="0">
                          <a:latin typeface="Sakkal Majalla" panose="02000000000000000000" pitchFamily="2" charset="-78"/>
                          <a:cs typeface="Sakkal Majalla" panose="02000000000000000000" pitchFamily="2" charset="-78"/>
                        </a:rPr>
                        <a:t>الشخصية</a:t>
                      </a:r>
                    </a:p>
                    <a:p>
                      <a:pPr rtl="1"/>
                      <a:r>
                        <a:rPr lang="ar" sz="1600" dirty="0">
                          <a:latin typeface="Sakkal Majalla" panose="02000000000000000000" pitchFamily="2" charset="-78"/>
                          <a:cs typeface="Sakkal Majalla" panose="02000000000000000000" pitchFamily="2" charset="-78"/>
                        </a:rPr>
                        <a:t>قائد</a:t>
                      </a:r>
                    </a:p>
                    <a:p>
                      <a:pPr rtl="1"/>
                      <a:r>
                        <a:rPr lang="ar" sz="1600" dirty="0">
                          <a:latin typeface="Sakkal Majalla" panose="02000000000000000000" pitchFamily="2" charset="-78"/>
                          <a:cs typeface="Sakkal Majalla" panose="02000000000000000000" pitchFamily="2" charset="-78"/>
                        </a:rPr>
                        <a:t>العلاقة</a:t>
                      </a:r>
                    </a:p>
                  </a:txBody>
                  <a:tcPr marL="108557" marR="108557" marT="54278" marB="54278"/>
                </a:tc>
                <a:extLst>
                  <a:ext uri="{0D108BD9-81ED-4DB2-BD59-A6C34878D82A}">
                    <a16:rowId xmlns:a16="http://schemas.microsoft.com/office/drawing/2014/main" val="4189850199"/>
                  </a:ext>
                </a:extLst>
              </a:tr>
              <a:tr h="1124083">
                <a:tc>
                  <a:txBody>
                    <a:bodyPr/>
                    <a:lstStyle/>
                    <a:p>
                      <a:pPr rtl="1"/>
                      <a:r>
                        <a:rPr lang="ar" sz="1600" dirty="0">
                          <a:latin typeface="Sakkal Majalla" panose="02000000000000000000" pitchFamily="2" charset="-78"/>
                          <a:cs typeface="Sakkal Majalla" panose="02000000000000000000" pitchFamily="2" charset="-78"/>
                        </a:rPr>
                        <a:t>معلوماتية</a:t>
                      </a:r>
                    </a:p>
                  </a:txBody>
                  <a:tcPr marL="108557" marR="108557" marT="54278" marB="54278"/>
                </a:tc>
                <a:tc>
                  <a:txBody>
                    <a:bodyPr/>
                    <a:lstStyle/>
                    <a:p>
                      <a:pPr rtl="1"/>
                      <a:r>
                        <a:rPr lang="ar" sz="1600" dirty="0">
                          <a:latin typeface="Sakkal Majalla" panose="02000000000000000000" pitchFamily="2" charset="-78"/>
                          <a:cs typeface="Sakkal Majalla" panose="02000000000000000000" pitchFamily="2" charset="-78"/>
                        </a:rPr>
                        <a:t>مراقب</a:t>
                      </a:r>
                    </a:p>
                    <a:p>
                      <a:pPr rtl="1"/>
                      <a:r>
                        <a:rPr lang="ar" sz="1600" dirty="0">
                          <a:latin typeface="Sakkal Majalla" panose="02000000000000000000" pitchFamily="2" charset="-78"/>
                          <a:cs typeface="Sakkal Majalla" panose="02000000000000000000" pitchFamily="2" charset="-78"/>
                        </a:rPr>
                        <a:t>ناشر</a:t>
                      </a:r>
                    </a:p>
                    <a:p>
                      <a:pPr rtl="1"/>
                      <a:r>
                        <a:rPr lang="ar" sz="1600" dirty="0">
                          <a:latin typeface="Sakkal Majalla" panose="02000000000000000000" pitchFamily="2" charset="-78"/>
                          <a:cs typeface="Sakkal Majalla" panose="02000000000000000000" pitchFamily="2" charset="-78"/>
                        </a:rPr>
                        <a:t>متحدث رسمي</a:t>
                      </a:r>
                    </a:p>
                  </a:txBody>
                  <a:tcPr marL="108557" marR="108557" marT="54278" marB="54278"/>
                </a:tc>
                <a:extLst>
                  <a:ext uri="{0D108BD9-81ED-4DB2-BD59-A6C34878D82A}">
                    <a16:rowId xmlns:a16="http://schemas.microsoft.com/office/drawing/2014/main" val="3549251479"/>
                  </a:ext>
                </a:extLst>
              </a:tr>
              <a:tr h="1448186">
                <a:tc>
                  <a:txBody>
                    <a:bodyPr/>
                    <a:lstStyle/>
                    <a:p>
                      <a:pPr rtl="1"/>
                      <a:r>
                        <a:rPr lang="ar" sz="1600" dirty="0">
                          <a:latin typeface="Sakkal Majalla" panose="02000000000000000000" pitchFamily="2" charset="-78"/>
                          <a:cs typeface="Sakkal Majalla" panose="02000000000000000000" pitchFamily="2" charset="-78"/>
                        </a:rPr>
                        <a:t>اتخاذ القرارات</a:t>
                      </a:r>
                    </a:p>
                  </a:txBody>
                  <a:tcPr marL="108557" marR="108557" marT="54278" marB="54278"/>
                </a:tc>
                <a:tc>
                  <a:txBody>
                    <a:bodyPr/>
                    <a:lstStyle/>
                    <a:p>
                      <a:pPr rtl="1"/>
                      <a:r>
                        <a:rPr lang="ar" sz="1600" dirty="0">
                          <a:latin typeface="Sakkal Majalla" panose="02000000000000000000" pitchFamily="2" charset="-78"/>
                          <a:cs typeface="Sakkal Majalla" panose="02000000000000000000" pitchFamily="2" charset="-78"/>
                        </a:rPr>
                        <a:t>رائد أعمال</a:t>
                      </a:r>
                    </a:p>
                    <a:p>
                      <a:pPr rtl="1"/>
                      <a:r>
                        <a:rPr lang="ar" sz="1600" dirty="0">
                          <a:latin typeface="Sakkal Majalla" panose="02000000000000000000" pitchFamily="2" charset="-78"/>
                          <a:cs typeface="Sakkal Majalla" panose="02000000000000000000" pitchFamily="2" charset="-78"/>
                        </a:rPr>
                        <a:t>معالج الاضطرابات</a:t>
                      </a:r>
                    </a:p>
                    <a:p>
                      <a:pPr rtl="1"/>
                      <a:r>
                        <a:rPr lang="ar" sz="1600" dirty="0">
                          <a:latin typeface="Sakkal Majalla" panose="02000000000000000000" pitchFamily="2" charset="-78"/>
                          <a:cs typeface="Sakkal Majalla" panose="02000000000000000000" pitchFamily="2" charset="-78"/>
                        </a:rPr>
                        <a:t>مُخصص الموارد</a:t>
                      </a:r>
                    </a:p>
                    <a:p>
                      <a:pPr rtl="1"/>
                      <a:r>
                        <a:rPr lang="ar" sz="1600" dirty="0">
                          <a:latin typeface="Sakkal Majalla" panose="02000000000000000000" pitchFamily="2" charset="-78"/>
                          <a:cs typeface="Sakkal Majalla" panose="02000000000000000000" pitchFamily="2" charset="-78"/>
                        </a:rPr>
                        <a:t>المفاوض</a:t>
                      </a:r>
                    </a:p>
                  </a:txBody>
                  <a:tcPr marL="108557" marR="108557" marT="54278" marB="54278"/>
                </a:tc>
                <a:extLst>
                  <a:ext uri="{0D108BD9-81ED-4DB2-BD59-A6C34878D82A}">
                    <a16:rowId xmlns:a16="http://schemas.microsoft.com/office/drawing/2014/main" val="3635522701"/>
                  </a:ext>
                </a:extLst>
              </a:tr>
            </a:tbl>
          </a:graphicData>
        </a:graphic>
      </p:graphicFrame>
      <p:sp>
        <p:nvSpPr>
          <p:cNvPr id="2" name="Footer Placeholder 2">
            <a:extLst>
              <a:ext uri="{FF2B5EF4-FFF2-40B4-BE49-F238E27FC236}">
                <a16:creationId xmlns:a16="http://schemas.microsoft.com/office/drawing/2014/main" id="{73689364-32D2-39DD-2D78-BB5D549775F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844794968"/>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900" b="1" dirty="0">
                <a:solidFill>
                  <a:schemeClr val="tx2"/>
                </a:solidFill>
                <a:latin typeface="Sakkal Majalla" panose="02000000000000000000" pitchFamily="2" charset="-78"/>
                <a:cs typeface="Sakkal Majalla" panose="02000000000000000000" pitchFamily="2" charset="-78"/>
              </a:rPr>
              <a:t>وضع نظريات مختلفة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900" b="1" dirty="0"/>
              <a:t>النظرية السلوكية</a:t>
            </a:r>
            <a:endParaRPr lang="en-GB" altLang="en-US" sz="1900" dirty="0"/>
          </a:p>
          <a:p>
            <a:pPr rtl="1">
              <a:lnSpc>
                <a:spcPct val="90000"/>
              </a:lnSpc>
            </a:pPr>
            <a:r>
              <a:rPr lang="ar" sz="1900" dirty="0"/>
              <a:t>نظرية القيادة الظرفية والطارئة التي طورها بلانشارد وهيرسي</a:t>
            </a:r>
          </a:p>
          <a:p>
            <a:pPr rtl="1">
              <a:lnSpc>
                <a:spcPct val="90000"/>
              </a:lnSpc>
            </a:pPr>
            <a:r>
              <a:rPr lang="ar" sz="1900" dirty="0"/>
              <a:t>يرتبط الوضع في العمل بشخصية القائد (أو المدير) وسلوكه، إذ يعتمد على فكرة أن معظم الناس يغيرون شخصيتهم أو سلوكهم استجابةً لكل موقف معين. </a:t>
            </a:r>
          </a:p>
          <a:p>
            <a:pPr marL="685800" rtl="1">
              <a:lnSpc>
                <a:spcPct val="90000"/>
              </a:lnSpc>
            </a:pPr>
            <a:endParaRPr lang="en-GB" altLang="en-US" sz="1900" dirty="0"/>
          </a:p>
          <a:p>
            <a:pPr marL="0" indent="0" rtl="1">
              <a:lnSpc>
                <a:spcPct val="90000"/>
              </a:lnSpc>
              <a:buNone/>
            </a:pPr>
            <a:r>
              <a:rPr lang="ar" sz="1900" i="1" dirty="0"/>
              <a:t>راجع الجزئين 6.8 و6.9 في الوحدة 6: فصل مبادئ الإدارة في كتاب الطالب</a:t>
            </a:r>
          </a:p>
          <a:p>
            <a:pPr marL="685800" rtl="1">
              <a:lnSpc>
                <a:spcPct val="90000"/>
              </a:lnSpc>
            </a:pPr>
            <a:endParaRPr lang="en-GB" altLang="en-US" sz="1900" dirty="0"/>
          </a:p>
        </p:txBody>
      </p:sp>
      <p:pic>
        <p:nvPicPr>
          <p:cNvPr id="4" name="Picture 3" descr="A person in a suit holding a computer and pointing at another person&#10;&#10;Description automatically generated">
            <a:extLst>
              <a:ext uri="{FF2B5EF4-FFF2-40B4-BE49-F238E27FC236}">
                <a16:creationId xmlns:a16="http://schemas.microsoft.com/office/drawing/2014/main" id="{0B3E2428-1D9B-38C0-1009-B2A51FA93AC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96643" y="2540544"/>
            <a:ext cx="2062395" cy="1369800"/>
          </a:xfrm>
          <a:prstGeom prst="rect">
            <a:avLst/>
          </a:prstGeom>
        </p:spPr>
      </p:pic>
      <p:pic>
        <p:nvPicPr>
          <p:cNvPr id="8" name="Picture 7" descr="A person sitting at a desk looking at a graph&#10;&#10;Description automatically generated">
            <a:extLst>
              <a:ext uri="{FF2B5EF4-FFF2-40B4-BE49-F238E27FC236}">
                <a16:creationId xmlns:a16="http://schemas.microsoft.com/office/drawing/2014/main" id="{0ABDA400-92B9-F9D9-0DC1-4B855B4850F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77991" y="4138897"/>
            <a:ext cx="1979712" cy="1319808"/>
          </a:xfrm>
          <a:prstGeom prst="rect">
            <a:avLst/>
          </a:prstGeom>
        </p:spPr>
      </p:pic>
      <p:pic>
        <p:nvPicPr>
          <p:cNvPr id="11" name="Picture 10" descr="A group of women standing around a table&#10;&#10;Description automatically generated">
            <a:extLst>
              <a:ext uri="{FF2B5EF4-FFF2-40B4-BE49-F238E27FC236}">
                <a16:creationId xmlns:a16="http://schemas.microsoft.com/office/drawing/2014/main" id="{4C2DDBA5-75F0-BECD-F2F8-78AE1A77867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77991" y="2589000"/>
            <a:ext cx="1979712" cy="1321344"/>
          </a:xfrm>
          <a:prstGeom prst="rect">
            <a:avLst/>
          </a:prstGeom>
        </p:spPr>
      </p:pic>
      <p:pic>
        <p:nvPicPr>
          <p:cNvPr id="13" name="Picture 12" descr="A group of people working at computers&#10;&#10;Description automatically generated">
            <a:extLst>
              <a:ext uri="{FF2B5EF4-FFF2-40B4-BE49-F238E27FC236}">
                <a16:creationId xmlns:a16="http://schemas.microsoft.com/office/drawing/2014/main" id="{D8D2E11B-EF57-0F5F-4B25-3FFBB93C668D}"/>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2475884" y="4134844"/>
            <a:ext cx="1983154" cy="1323861"/>
          </a:xfrm>
          <a:prstGeom prst="rect">
            <a:avLst/>
          </a:prstGeom>
        </p:spPr>
      </p:pic>
      <p:sp>
        <p:nvSpPr>
          <p:cNvPr id="2" name="Footer Placeholder 2">
            <a:extLst>
              <a:ext uri="{FF2B5EF4-FFF2-40B4-BE49-F238E27FC236}">
                <a16:creationId xmlns:a16="http://schemas.microsoft.com/office/drawing/2014/main" id="{AC4D4B3E-900B-B6F7-36F3-AA7CC7F11AB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1265146293"/>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282063" y="2276872"/>
            <a:ext cx="2528074" cy="2016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b="1" dirty="0"/>
              <a:t>مفهوم استمرارية القيادة للسلوك الإداري - </a:t>
            </a:r>
            <a:r>
              <a:rPr lang="ar" sz="2200" dirty="0"/>
              <a:t> تانينباوم وشميت</a:t>
            </a:r>
          </a:p>
          <a:p>
            <a:pPr indent="0" rtl="1">
              <a:buNone/>
            </a:pPr>
            <a:endParaRPr lang="en-GB" altLang="en-US" sz="2200" dirty="0"/>
          </a:p>
          <a:p>
            <a:pPr indent="0" algn="ctr" rtl="1">
              <a:buNone/>
            </a:pPr>
            <a:endParaRPr lang="en-GB" altLang="en-US" sz="2200" dirty="0"/>
          </a:p>
          <a:p>
            <a:pPr indent="0" rtl="1">
              <a:buNone/>
            </a:pPr>
            <a:endParaRPr lang="en-GB" altLang="en-US" sz="2200" dirty="0"/>
          </a:p>
          <a:p>
            <a:pPr marL="685800" rtl="1"/>
            <a:endParaRPr lang="en-GB" altLang="en-US" sz="2200" dirty="0"/>
          </a:p>
          <a:p>
            <a:pPr indent="0" rtl="1">
              <a:buNone/>
            </a:pPr>
            <a:endParaRPr lang="en-GB" altLang="en-US" sz="22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dirty="0">
                <a:latin typeface="Sakkal Majalla" panose="02000000000000000000" pitchFamily="2" charset="-78"/>
                <a:cs typeface="Sakkal Majalla" panose="02000000000000000000" pitchFamily="2" charset="-78"/>
              </a:rPr>
              <a:t>وضع نظريات مختلفة</a:t>
            </a:r>
          </a:p>
        </p:txBody>
      </p:sp>
      <p:sp>
        <p:nvSpPr>
          <p:cNvPr id="2" name="Rectangle 1"/>
          <p:cNvSpPr/>
          <p:nvPr/>
        </p:nvSpPr>
        <p:spPr>
          <a:xfrm>
            <a:off x="3995936" y="2121099"/>
            <a:ext cx="1728192" cy="576062"/>
          </a:xfrm>
          <a:prstGeom prst="rect">
            <a:avLst/>
          </a:prstGeom>
        </p:spPr>
        <p:style>
          <a:lnRef idx="2">
            <a:schemeClr val="dk1"/>
          </a:lnRef>
          <a:fillRef idx="1">
            <a:schemeClr val="lt1"/>
          </a:fillRef>
          <a:effectRef idx="0">
            <a:schemeClr val="dk1"/>
          </a:effectRef>
          <a:fontRef idx="minor">
            <a:schemeClr val="dk1"/>
          </a:fontRef>
        </p:style>
        <p:txBody>
          <a:bodyPr rtlCol="1" anchor="ctr"/>
          <a:lstStyle/>
          <a:p>
            <a:pPr algn="ctr" rtl="1"/>
            <a:r>
              <a:rPr lang="ar" sz="2200" dirty="0">
                <a:latin typeface="Sakkal Majalla" panose="02000000000000000000" pitchFamily="2" charset="-78"/>
                <a:cs typeface="Sakkal Majalla" panose="02000000000000000000" pitchFamily="2" charset="-78"/>
              </a:rPr>
              <a:t>القيادة</a:t>
            </a:r>
            <a:r>
              <a:rPr lang="en-US" sz="2200" dirty="0">
                <a:latin typeface="Sakkal Majalla" panose="02000000000000000000" pitchFamily="2" charset="-78"/>
                <a:cs typeface="Sakkal Majalla" panose="02000000000000000000" pitchFamily="2" charset="-78"/>
              </a:rPr>
              <a:t> </a:t>
            </a:r>
            <a:r>
              <a:rPr lang="ar" sz="2200" dirty="0">
                <a:latin typeface="Sakkal Majalla" panose="02000000000000000000" pitchFamily="2" charset="-78"/>
                <a:cs typeface="Sakkal Majalla" panose="02000000000000000000" pitchFamily="2" charset="-78"/>
              </a:rPr>
              <a:t>الاستبدادية</a:t>
            </a:r>
          </a:p>
        </p:txBody>
      </p:sp>
      <p:sp>
        <p:nvSpPr>
          <p:cNvPr id="4" name="Rectangle 3"/>
          <p:cNvSpPr/>
          <p:nvPr/>
        </p:nvSpPr>
        <p:spPr>
          <a:xfrm>
            <a:off x="337341" y="2121099"/>
            <a:ext cx="1512168" cy="576062"/>
          </a:xfrm>
          <a:prstGeom prst="rect">
            <a:avLst/>
          </a:prstGeom>
        </p:spPr>
        <p:style>
          <a:lnRef idx="2">
            <a:schemeClr val="accent2"/>
          </a:lnRef>
          <a:fillRef idx="1">
            <a:schemeClr val="lt1"/>
          </a:fillRef>
          <a:effectRef idx="0">
            <a:schemeClr val="accent2"/>
          </a:effectRef>
          <a:fontRef idx="minor">
            <a:schemeClr val="dk1"/>
          </a:fontRef>
        </p:style>
        <p:txBody>
          <a:bodyPr rtlCol="1" anchor="ctr"/>
          <a:lstStyle/>
          <a:p>
            <a:pPr algn="ctr" rtl="1"/>
            <a:r>
              <a:rPr lang="ar" sz="2200" dirty="0">
                <a:latin typeface="Sakkal Majalla" panose="02000000000000000000" pitchFamily="2" charset="-78"/>
                <a:cs typeface="Sakkal Majalla" panose="02000000000000000000" pitchFamily="2" charset="-78"/>
              </a:rPr>
              <a:t>حرية التحكم</a:t>
            </a:r>
          </a:p>
        </p:txBody>
      </p:sp>
      <p:cxnSp>
        <p:nvCxnSpPr>
          <p:cNvPr id="5" name="Straight Arrow Connector 4">
            <a:extLst>
              <a:ext uri="{FF2B5EF4-FFF2-40B4-BE49-F238E27FC236}">
                <a16:creationId xmlns:a16="http://schemas.microsoft.com/office/drawing/2014/main" id="{E3143F2E-FA34-F11F-0FA6-5F7527244EA3}"/>
              </a:ext>
            </a:extLst>
          </p:cNvPr>
          <p:cNvCxnSpPr>
            <a:cxnSpLocks/>
            <a:stCxn id="2" idx="1"/>
            <a:endCxn id="4" idx="3"/>
          </p:cNvCxnSpPr>
          <p:nvPr/>
        </p:nvCxnSpPr>
        <p:spPr>
          <a:xfrm flipH="1">
            <a:off x="1849509" y="2409130"/>
            <a:ext cx="2146427" cy="0"/>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6B9190B2-CD41-7A00-795B-99056130C2D9}"/>
              </a:ext>
            </a:extLst>
          </p:cNvPr>
          <p:cNvSpPr txBox="1"/>
          <p:nvPr/>
        </p:nvSpPr>
        <p:spPr>
          <a:xfrm>
            <a:off x="3079474" y="4653136"/>
            <a:ext cx="2671172" cy="1477328"/>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مدير يحب إحكام سيطرته على الدوام وإبلاغ مرؤوسيه بكيفية تنفيذ العمل (يتبع أسلوبًا استبداديًا) يقع في أقصى الجانب الأيسر.</a:t>
            </a:r>
          </a:p>
          <a:p>
            <a:pPr rtl="1"/>
            <a:endParaRPr lang="ar" dirty="0">
              <a:latin typeface="Sakkal Majalla" panose="02000000000000000000" pitchFamily="2" charset="-78"/>
              <a:cs typeface="Sakkal Majalla" panose="02000000000000000000" pitchFamily="2" charset="-78"/>
            </a:endParaRPr>
          </a:p>
        </p:txBody>
      </p:sp>
      <p:sp>
        <p:nvSpPr>
          <p:cNvPr id="17" name="TextBox 16">
            <a:extLst>
              <a:ext uri="{FF2B5EF4-FFF2-40B4-BE49-F238E27FC236}">
                <a16:creationId xmlns:a16="http://schemas.microsoft.com/office/drawing/2014/main" id="{AB0AC7A5-B9A4-2DC9-C86C-5320371C232D}"/>
              </a:ext>
            </a:extLst>
          </p:cNvPr>
          <p:cNvSpPr txBox="1"/>
          <p:nvPr/>
        </p:nvSpPr>
        <p:spPr>
          <a:xfrm>
            <a:off x="179512" y="4643811"/>
            <a:ext cx="2592288" cy="1200329"/>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المدير أو القائد الذي يسمح لمرؤوسيه بتقديم اقتراح أو تجربة جديدة</a:t>
            </a:r>
          </a:p>
          <a:p>
            <a:pPr rtl="1"/>
            <a:r>
              <a:rPr lang="ar" dirty="0">
                <a:latin typeface="Sakkal Majalla" panose="02000000000000000000" pitchFamily="2" charset="-78"/>
                <a:cs typeface="Sakkal Majalla" panose="02000000000000000000" pitchFamily="2" charset="-78"/>
              </a:rPr>
              <a:t>تقع طرق العمل في أقصى الجانب الأيمن من السلسلة المتصلة. </a:t>
            </a:r>
          </a:p>
        </p:txBody>
      </p:sp>
      <p:pic>
        <p:nvPicPr>
          <p:cNvPr id="6" name="Picture 5" descr="A person in a suit standing in front of a group of people&#10;&#10;Description automatically generated">
            <a:extLst>
              <a:ext uri="{FF2B5EF4-FFF2-40B4-BE49-F238E27FC236}">
                <a16:creationId xmlns:a16="http://schemas.microsoft.com/office/drawing/2014/main" id="{BCC8D283-7B84-DCFF-9F30-6D635B0EC2A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141814" y="2811004"/>
            <a:ext cx="2610149" cy="1740099"/>
          </a:xfrm>
          <a:prstGeom prst="rect">
            <a:avLst/>
          </a:prstGeom>
        </p:spPr>
      </p:pic>
      <p:pic>
        <p:nvPicPr>
          <p:cNvPr id="8" name="Picture 7" descr="A group of people sitting around a table&#10;&#10;Description automatically generated">
            <a:extLst>
              <a:ext uri="{FF2B5EF4-FFF2-40B4-BE49-F238E27FC236}">
                <a16:creationId xmlns:a16="http://schemas.microsoft.com/office/drawing/2014/main" id="{52AB43A9-E7CE-DC98-23A2-3909E44C5BC6}"/>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48579" y="2825493"/>
            <a:ext cx="2610149" cy="1740099"/>
          </a:xfrm>
          <a:prstGeom prst="rect">
            <a:avLst/>
          </a:prstGeom>
        </p:spPr>
      </p:pic>
      <p:sp>
        <p:nvSpPr>
          <p:cNvPr id="3" name="Footer Placeholder 2">
            <a:extLst>
              <a:ext uri="{FF2B5EF4-FFF2-40B4-BE49-F238E27FC236}">
                <a16:creationId xmlns:a16="http://schemas.microsoft.com/office/drawing/2014/main" id="{DF55E547-A6D6-898B-CF6E-5A49A0E92EA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r>
              <a:rPr lang="ar" sz="2200" b="1" dirty="0">
                <a:solidFill>
                  <a:schemeClr val="tx2"/>
                </a:solidFill>
                <a:latin typeface="Sakkal Majalla" panose="02000000000000000000" pitchFamily="2" charset="-78"/>
                <a:cs typeface="Sakkal Majalla" panose="02000000000000000000" pitchFamily="2" charset="-78"/>
              </a:rPr>
              <a:t>وضع نظريات مختلفة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type="body" sz="half" idx="2"/>
          </p:nvPr>
        </p:nvSpPr>
        <p:spPr bwMode="auto">
          <a:xfrm>
            <a:off x="5678486" y="2132857"/>
            <a:ext cx="3008313" cy="399330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endParaRPr lang="en-US" altLang="en-US" sz="2200" dirty="0">
              <a:ea typeface="Arial" charset="0"/>
            </a:endParaRPr>
          </a:p>
          <a:p>
            <a:pPr rtl="1"/>
            <a:r>
              <a:rPr lang="ar" sz="2200" dirty="0">
                <a:ea typeface="Arial" charset="0"/>
              </a:rPr>
              <a:t>نظرية XY لماكجريجور هي</a:t>
            </a:r>
            <a:r>
              <a:rPr lang="ar" sz="2200" b="0" i="0" dirty="0">
                <a:effectLst/>
                <a:ea typeface="Arial" charset="0"/>
              </a:rPr>
              <a:t> مجموعة من الافتراضات حول سلوك الأشخاص، والتي تؤثر بدورها على كيفية إدارة المدير للموظفين. </a:t>
            </a:r>
            <a:br>
              <a:rPr lang="en-US" sz="2200" dirty="0">
                <a:ea typeface="Arial" charset="0"/>
              </a:rPr>
            </a:br>
            <a:endParaRPr lang="en-US" altLang="en-US" sz="2200" dirty="0">
              <a:ea typeface="Arial" charset="0"/>
            </a:endParaRPr>
          </a:p>
        </p:txBody>
      </p:sp>
      <p:graphicFrame>
        <p:nvGraphicFramePr>
          <p:cNvPr id="3" name="Table 5">
            <a:extLst>
              <a:ext uri="{FF2B5EF4-FFF2-40B4-BE49-F238E27FC236}">
                <a16:creationId xmlns:a16="http://schemas.microsoft.com/office/drawing/2014/main" id="{88D1E274-77A4-7798-CD1A-01ABFB5024B4}"/>
              </a:ext>
            </a:extLst>
          </p:cNvPr>
          <p:cNvGraphicFramePr>
            <a:graphicFrameLocks noGrp="1"/>
          </p:cNvGraphicFramePr>
          <p:nvPr>
            <p:extLst>
              <p:ext uri="{D42A27DB-BD31-4B8C-83A1-F6EECF244321}">
                <p14:modId xmlns:p14="http://schemas.microsoft.com/office/powerpoint/2010/main" val="4239072888"/>
              </p:ext>
            </p:extLst>
          </p:nvPr>
        </p:nvGraphicFramePr>
        <p:xfrm>
          <a:off x="457198" y="1639348"/>
          <a:ext cx="5111752" cy="3897103"/>
        </p:xfrm>
        <a:graphic>
          <a:graphicData uri="http://schemas.openxmlformats.org/drawingml/2006/table">
            <a:tbl>
              <a:tblPr rtl="1" firstRow="1" bandRow="1">
                <a:solidFill>
                  <a:schemeClr val="bg1"/>
                </a:solidFill>
                <a:tableStyleId>{93296810-A885-4BE3-A3E7-6D5BEEA58F35}</a:tableStyleId>
              </a:tblPr>
              <a:tblGrid>
                <a:gridCol w="2585937">
                  <a:extLst>
                    <a:ext uri="{9D8B030D-6E8A-4147-A177-3AD203B41FA5}">
                      <a16:colId xmlns:a16="http://schemas.microsoft.com/office/drawing/2014/main" val="3967159916"/>
                    </a:ext>
                  </a:extLst>
                </a:gridCol>
                <a:gridCol w="2525815">
                  <a:extLst>
                    <a:ext uri="{9D8B030D-6E8A-4147-A177-3AD203B41FA5}">
                      <a16:colId xmlns:a16="http://schemas.microsoft.com/office/drawing/2014/main" val="1539469848"/>
                    </a:ext>
                  </a:extLst>
                </a:gridCol>
              </a:tblGrid>
              <a:tr h="1302113">
                <a:tc>
                  <a:txBody>
                    <a:bodyPr/>
                    <a:lstStyle/>
                    <a:p>
                      <a:pPr rtl="1"/>
                      <a:r>
                        <a:rPr lang="ar" sz="2200" b="0" cap="none" spc="0" dirty="0">
                          <a:solidFill>
                            <a:schemeClr val="bg1"/>
                          </a:solidFill>
                          <a:latin typeface="Sakkal Majalla" panose="02000000000000000000" pitchFamily="2" charset="-78"/>
                          <a:cs typeface="Sakkal Majalla" panose="02000000000000000000" pitchFamily="2" charset="-78"/>
                        </a:rPr>
                        <a:t>معتقدات المدير في النظرية X حول الموظفين</a:t>
                      </a:r>
                    </a:p>
                  </a:txBody>
                  <a:tcPr marL="180079" marR="151979" marT="138523" marB="13852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tc>
                  <a:txBody>
                    <a:bodyPr/>
                    <a:lstStyle/>
                    <a:p>
                      <a:pPr rtl="1"/>
                      <a:r>
                        <a:rPr lang="ar" sz="2200" b="0" cap="none" spc="0" dirty="0">
                          <a:solidFill>
                            <a:schemeClr val="bg1"/>
                          </a:solidFill>
                          <a:latin typeface="Sakkal Majalla" panose="02000000000000000000" pitchFamily="2" charset="-78"/>
                          <a:cs typeface="Sakkal Majalla" panose="02000000000000000000" pitchFamily="2" charset="-78"/>
                        </a:rPr>
                        <a:t>معتقدات المدير في النظرية Y حول الموظفين</a:t>
                      </a:r>
                    </a:p>
                  </a:txBody>
                  <a:tcPr marL="180079" marR="151979" marT="138523" marB="13852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solidFill>
                      <a:schemeClr val="tx1"/>
                    </a:solidFill>
                  </a:tcPr>
                </a:tc>
                <a:extLst>
                  <a:ext uri="{0D108BD9-81ED-4DB2-BD59-A6C34878D82A}">
                    <a16:rowId xmlns:a16="http://schemas.microsoft.com/office/drawing/2014/main" val="4140581053"/>
                  </a:ext>
                </a:extLst>
              </a:tr>
              <a:tr h="2594990">
                <a:tc>
                  <a:txBody>
                    <a:bodyPr/>
                    <a:lstStyle/>
                    <a:p>
                      <a:pPr marL="0" indent="0" rtl="1">
                        <a:buFont typeface="Arial" panose="020B0604020202020204" pitchFamily="34" charset="0"/>
                        <a:buNone/>
                      </a:pPr>
                      <a:r>
                        <a:rPr lang="ar" sz="2200" cap="none" spc="0" dirty="0">
                          <a:solidFill>
                            <a:schemeClr val="tx1"/>
                          </a:solidFill>
                          <a:latin typeface="Sakkal Majalla" panose="02000000000000000000" pitchFamily="2" charset="-78"/>
                          <a:cs typeface="Sakkal Majalla" panose="02000000000000000000" pitchFamily="2" charset="-78"/>
                        </a:rPr>
                        <a:t>يحتاج الموظفون إلى </a:t>
                      </a:r>
                    </a:p>
                    <a:p>
                      <a:pPr marL="285750" indent="-285750" rtl="1">
                        <a:buFont typeface="Arial" panose="020B0604020202020204" pitchFamily="34" charset="0"/>
                        <a:buChar char="•"/>
                      </a:pPr>
                      <a:r>
                        <a:rPr lang="ar" sz="2200" cap="none" spc="0" dirty="0">
                          <a:solidFill>
                            <a:schemeClr val="tx1"/>
                          </a:solidFill>
                          <a:latin typeface="Sakkal Majalla" panose="02000000000000000000" pitchFamily="2" charset="-78"/>
                          <a:cs typeface="Sakkal Majalla" panose="02000000000000000000" pitchFamily="2" charset="-78"/>
                        </a:rPr>
                        <a:t>إشراف صارم</a:t>
                      </a:r>
                    </a:p>
                    <a:p>
                      <a:pPr marL="285750" indent="-285750" rtl="1">
                        <a:buFont typeface="Arial" panose="020B0604020202020204" pitchFamily="34" charset="0"/>
                        <a:buChar char="•"/>
                      </a:pPr>
                      <a:r>
                        <a:rPr lang="ar" sz="2200" cap="none" spc="0" dirty="0">
                          <a:solidFill>
                            <a:schemeClr val="tx1"/>
                          </a:solidFill>
                          <a:latin typeface="Sakkal Majalla" panose="02000000000000000000" pitchFamily="2" charset="-78"/>
                          <a:cs typeface="Sakkal Majalla" panose="02000000000000000000" pitchFamily="2" charset="-78"/>
                        </a:rPr>
                        <a:t>مكافآت خارجية</a:t>
                      </a:r>
                    </a:p>
                    <a:p>
                      <a:pPr marL="285750" indent="-285750" rtl="1">
                        <a:buFont typeface="Arial" panose="020B0604020202020204" pitchFamily="34" charset="0"/>
                        <a:buChar char="•"/>
                      </a:pPr>
                      <a:r>
                        <a:rPr lang="ar" sz="2200" cap="none" spc="0" dirty="0">
                          <a:solidFill>
                            <a:schemeClr val="tx1"/>
                          </a:solidFill>
                          <a:latin typeface="Sakkal Majalla" panose="02000000000000000000" pitchFamily="2" charset="-78"/>
                          <a:cs typeface="Sakkal Majalla" panose="02000000000000000000" pitchFamily="2" charset="-78"/>
                        </a:rPr>
                        <a:t>جزاءات</a:t>
                      </a:r>
                    </a:p>
                  </a:txBody>
                  <a:tcPr marL="180079" marR="151979" marT="138523" marB="138523">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rtl="1"/>
                      <a:r>
                        <a:rPr lang="ar" sz="2200" cap="none" spc="0" dirty="0">
                          <a:solidFill>
                            <a:schemeClr val="tx1"/>
                          </a:solidFill>
                          <a:latin typeface="Sakkal Majalla" panose="02000000000000000000" pitchFamily="2" charset="-78"/>
                          <a:cs typeface="Sakkal Majalla" panose="02000000000000000000" pitchFamily="2" charset="-78"/>
                        </a:rPr>
                        <a:t>يستفيد الموظفون من</a:t>
                      </a:r>
                    </a:p>
                    <a:p>
                      <a:pPr marL="285750" indent="-285750" rtl="1">
                        <a:buFont typeface="Arial" panose="020B0604020202020204" pitchFamily="34" charset="0"/>
                        <a:buChar char="•"/>
                      </a:pPr>
                      <a:r>
                        <a:rPr lang="ar" sz="2200" cap="none" spc="0" dirty="0">
                          <a:solidFill>
                            <a:schemeClr val="tx1"/>
                          </a:solidFill>
                          <a:latin typeface="Sakkal Majalla" panose="02000000000000000000" pitchFamily="2" charset="-78"/>
                          <a:cs typeface="Sakkal Majalla" panose="02000000000000000000" pitchFamily="2" charset="-78"/>
                        </a:rPr>
                        <a:t>الرضا الوظيفي</a:t>
                      </a:r>
                    </a:p>
                    <a:p>
                      <a:pPr marL="285750" indent="-285750" rtl="1">
                        <a:buFont typeface="Arial" panose="020B0604020202020204" pitchFamily="34" charset="0"/>
                        <a:buChar char="•"/>
                      </a:pPr>
                      <a:r>
                        <a:rPr lang="ar" sz="2200" cap="none" spc="0" dirty="0">
                          <a:solidFill>
                            <a:schemeClr val="tx1"/>
                          </a:solidFill>
                          <a:latin typeface="Sakkal Majalla" panose="02000000000000000000" pitchFamily="2" charset="-78"/>
                          <a:cs typeface="Sakkal Majalla" panose="02000000000000000000" pitchFamily="2" charset="-78"/>
                        </a:rPr>
                        <a:t>العمل دون إشراف مباشر</a:t>
                      </a:r>
                    </a:p>
                  </a:txBody>
                  <a:tcPr marL="180079" marR="151979" marT="138523" marB="138523">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284209391"/>
                  </a:ext>
                </a:extLst>
              </a:tr>
            </a:tbl>
          </a:graphicData>
        </a:graphic>
      </p:graphicFrame>
      <p:sp>
        <p:nvSpPr>
          <p:cNvPr id="2" name="Footer Placeholder 2">
            <a:extLst>
              <a:ext uri="{FF2B5EF4-FFF2-40B4-BE49-F238E27FC236}">
                <a16:creationId xmlns:a16="http://schemas.microsoft.com/office/drawing/2014/main" id="{1AFE2DC4-2F0C-9C08-037F-E69E04501C2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1845260908"/>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21178" y="2299985"/>
            <a:ext cx="4015318"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b="1" dirty="0"/>
              <a:t>وظائف الإدارة</a:t>
            </a:r>
          </a:p>
          <a:p>
            <a:pPr indent="0" algn="ctr" rtl="1">
              <a:buNone/>
            </a:pPr>
            <a:endParaRPr lang="en-GB" altLang="en-US" dirty="0"/>
          </a:p>
          <a:p>
            <a:pPr marL="685800" rtl="1">
              <a:buFont typeface="Wingdings" panose="05000000000000000000" pitchFamily="2" charset="2"/>
              <a:buChar char=""/>
            </a:pPr>
            <a:r>
              <a:rPr lang="ar" sz="2000" dirty="0"/>
              <a:t>التخطيط</a:t>
            </a:r>
          </a:p>
          <a:p>
            <a:pPr marL="685800" rtl="1">
              <a:buFont typeface="Wingdings" panose="05000000000000000000" pitchFamily="2" charset="2"/>
              <a:buChar char=""/>
            </a:pPr>
            <a:r>
              <a:rPr lang="ar" sz="2000" dirty="0"/>
              <a:t>التنظيم</a:t>
            </a:r>
          </a:p>
          <a:p>
            <a:pPr marL="685800" rtl="1">
              <a:buFont typeface="Wingdings" panose="05000000000000000000" pitchFamily="2" charset="2"/>
              <a:buChar char=""/>
            </a:pPr>
            <a:r>
              <a:rPr lang="ar" sz="2000" dirty="0"/>
              <a:t>التنسيق</a:t>
            </a:r>
          </a:p>
          <a:p>
            <a:pPr marL="685800" rtl="1">
              <a:buFont typeface="Wingdings" panose="05000000000000000000" pitchFamily="2" charset="2"/>
              <a:buChar char=""/>
            </a:pPr>
            <a:r>
              <a:rPr lang="ar" sz="2000" dirty="0"/>
              <a:t>الرقابة </a:t>
            </a:r>
          </a:p>
          <a:p>
            <a:pPr marL="685800" rtl="1">
              <a:buFont typeface="Wingdings" panose="05000000000000000000" pitchFamily="2" charset="2"/>
              <a:buChar char=""/>
            </a:pPr>
            <a:r>
              <a:rPr lang="ar" sz="2000" dirty="0"/>
              <a:t>المراقبة </a:t>
            </a:r>
          </a:p>
          <a:p>
            <a:pPr marL="685800" rtl="1">
              <a:buFont typeface="Wingdings" panose="05000000000000000000" pitchFamily="2" charset="2"/>
              <a:buChar char=""/>
            </a:pPr>
            <a:r>
              <a:rPr lang="ar" sz="2000" dirty="0"/>
              <a:t>تفويض المهام</a:t>
            </a:r>
          </a:p>
          <a:p>
            <a:pPr indent="0" rtl="1">
              <a:buNone/>
            </a:pPr>
            <a:endParaRPr lang="it-IT" altLang="en-US" sz="1800" dirty="0"/>
          </a:p>
          <a:p>
            <a:pPr indent="0" rtl="1">
              <a:buNone/>
            </a:pPr>
            <a:r>
              <a:rPr lang="ar" sz="1700" i="1" dirty="0"/>
              <a:t>راجع الجزء 6.12 في الوحدة 6: فصل مبادئ الإدارة</a:t>
            </a:r>
            <a:br>
              <a:rPr lang="en-US" sz="1700" i="1" dirty="0"/>
            </a:br>
            <a:r>
              <a:rPr lang="ar" sz="1700" i="1" dirty="0"/>
              <a:t> في كتاب الطالب</a:t>
            </a:r>
            <a:endParaRPr lang="en-GB" altLang="en-US" sz="1700" i="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وظائف الإدارة والقيادة </a:t>
            </a:r>
          </a:p>
        </p:txBody>
      </p:sp>
      <p:pic>
        <p:nvPicPr>
          <p:cNvPr id="4" name="Picture 3" descr="A calculator and a cup of coffee on a table&#10;&#10;Description automatically generated">
            <a:extLst>
              <a:ext uri="{FF2B5EF4-FFF2-40B4-BE49-F238E27FC236}">
                <a16:creationId xmlns:a16="http://schemas.microsoft.com/office/drawing/2014/main" id="{BA22B8D5-10AF-79A6-27B0-B0D9992A698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36304" y="2860880"/>
            <a:ext cx="2322700" cy="1548467"/>
          </a:xfrm>
          <a:prstGeom prst="rect">
            <a:avLst/>
          </a:prstGeom>
        </p:spPr>
      </p:pic>
      <p:pic>
        <p:nvPicPr>
          <p:cNvPr id="8" name="Picture 7" descr="Close-up of a file folder with blank labels&#10;&#10;Description automatically generated">
            <a:extLst>
              <a:ext uri="{FF2B5EF4-FFF2-40B4-BE49-F238E27FC236}">
                <a16:creationId xmlns:a16="http://schemas.microsoft.com/office/drawing/2014/main" id="{5174AFF5-DA5D-D2BC-71C3-DE01DCA7D17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9654" y="2867419"/>
            <a:ext cx="2074114" cy="1555263"/>
          </a:xfrm>
          <a:prstGeom prst="rect">
            <a:avLst/>
          </a:prstGeom>
        </p:spPr>
      </p:pic>
      <p:pic>
        <p:nvPicPr>
          <p:cNvPr id="11" name="Picture 10" descr="A person and person wearing hard hats&#10;&#10;Description automatically generated">
            <a:extLst>
              <a:ext uri="{FF2B5EF4-FFF2-40B4-BE49-F238E27FC236}">
                <a16:creationId xmlns:a16="http://schemas.microsoft.com/office/drawing/2014/main" id="{D68640DC-502F-CBE5-0850-3631F017B9E3}"/>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751509" y="4581128"/>
            <a:ext cx="2307495" cy="1535832"/>
          </a:xfrm>
          <a:prstGeom prst="rect">
            <a:avLst/>
          </a:prstGeom>
        </p:spPr>
      </p:pic>
      <p:pic>
        <p:nvPicPr>
          <p:cNvPr id="13" name="Picture 12" descr="A person in a suit speaking to a group of people&#10;&#10;Description automatically generated">
            <a:extLst>
              <a:ext uri="{FF2B5EF4-FFF2-40B4-BE49-F238E27FC236}">
                <a16:creationId xmlns:a16="http://schemas.microsoft.com/office/drawing/2014/main" id="{4B0475EB-F9CF-0F00-07B4-9F1F28DB4021}"/>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06029" y="4581128"/>
            <a:ext cx="2303748" cy="1535832"/>
          </a:xfrm>
          <a:prstGeom prst="rect">
            <a:avLst/>
          </a:prstGeom>
        </p:spPr>
      </p:pic>
      <p:sp>
        <p:nvSpPr>
          <p:cNvPr id="2" name="Footer Placeholder 2">
            <a:extLst>
              <a:ext uri="{FF2B5EF4-FFF2-40B4-BE49-F238E27FC236}">
                <a16:creationId xmlns:a16="http://schemas.microsoft.com/office/drawing/2014/main" id="{C79573E8-A2AF-C09C-CD0C-0B0345308085}"/>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640418483"/>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endParaRPr lang="en-GB" altLang="en-US" dirty="0"/>
          </a:p>
          <a:p>
            <a:pPr indent="0" algn="ctr" rtl="1">
              <a:buNone/>
            </a:pPr>
            <a:r>
              <a:rPr lang="ar" sz="2600" b="1" dirty="0"/>
              <a:t>المتحدث الضيف</a:t>
            </a:r>
            <a:endParaRPr lang="en-GB" altLang="en-US" sz="2600" dirty="0"/>
          </a:p>
          <a:p>
            <a:pPr indent="0" algn="ctr" rtl="1">
              <a:buNone/>
            </a:pPr>
            <a:r>
              <a:rPr lang="ar" sz="2600" dirty="0"/>
              <a:t>الأسئلة المفتوحة مقابل الأسئلة المغلقة</a:t>
            </a:r>
          </a:p>
          <a:p>
            <a:pPr indent="0" rtl="1">
              <a:buNone/>
            </a:pPr>
            <a:r>
              <a:rPr lang="ar" sz="6000" b="1" dirty="0"/>
              <a:t>            </a:t>
            </a:r>
            <a:r>
              <a:rPr lang="ar" sz="6200" b="1" dirty="0"/>
              <a:t>؟</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وظائف الإدارة والقيادة</a:t>
            </a:r>
          </a:p>
        </p:txBody>
      </p:sp>
      <p:sp>
        <p:nvSpPr>
          <p:cNvPr id="2" name="Cloud Callout 1"/>
          <p:cNvSpPr/>
          <p:nvPr/>
        </p:nvSpPr>
        <p:spPr>
          <a:xfrm>
            <a:off x="2865512" y="4832576"/>
            <a:ext cx="914400" cy="612648"/>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en-GB" dirty="0">
              <a:latin typeface="Sakkal Majalla" panose="02000000000000000000" pitchFamily="2" charset="-78"/>
            </a:endParaRPr>
          </a:p>
        </p:txBody>
      </p:sp>
      <p:sp>
        <p:nvSpPr>
          <p:cNvPr id="3" name="Footer Placeholder 2">
            <a:extLst>
              <a:ext uri="{FF2B5EF4-FFF2-40B4-BE49-F238E27FC236}">
                <a16:creationId xmlns:a16="http://schemas.microsoft.com/office/drawing/2014/main" id="{58E61962-55A9-C612-0D45-F529055C36E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1606488769"/>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300" b="1" dirty="0">
                <a:solidFill>
                  <a:schemeClr val="tx2"/>
                </a:solidFill>
                <a:latin typeface="Sakkal Majalla" panose="02000000000000000000" pitchFamily="2" charset="-78"/>
                <a:cs typeface="Sakkal Majalla" panose="02000000000000000000" pitchFamily="2" charset="-78"/>
              </a:rPr>
              <a:t>وظائف الإدارة والقيادة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buNone/>
            </a:pPr>
            <a:r>
              <a:rPr lang="ar" sz="2600" b="1" dirty="0"/>
              <a:t>سمات القيادة</a:t>
            </a:r>
          </a:p>
          <a:p>
            <a:pPr marL="685800" rtl="1"/>
            <a:r>
              <a:rPr lang="ar" sz="2600" dirty="0"/>
              <a:t>الإلهام </a:t>
            </a:r>
          </a:p>
          <a:p>
            <a:pPr marL="685800" rtl="1"/>
            <a:r>
              <a:rPr lang="ar" sz="2600" dirty="0"/>
              <a:t>التمكين </a:t>
            </a:r>
          </a:p>
          <a:p>
            <a:pPr marL="685800" rtl="1"/>
            <a:r>
              <a:rPr lang="ar" sz="2600" dirty="0"/>
              <a:t>التنشيط </a:t>
            </a:r>
          </a:p>
          <a:p>
            <a:pPr marL="685800" rtl="1"/>
            <a:r>
              <a:rPr lang="ar" sz="2600" dirty="0"/>
              <a:t>التأثير في أصحاب المصلحة </a:t>
            </a:r>
          </a:p>
          <a:p>
            <a:pPr marL="685800" rtl="1"/>
            <a:r>
              <a:rPr lang="ar" sz="2600" dirty="0"/>
              <a:t>التصور </a:t>
            </a:r>
          </a:p>
          <a:p>
            <a:pPr marL="685800" rtl="1"/>
            <a:r>
              <a:rPr lang="ar" sz="2600" dirty="0"/>
              <a:t>تحديد أفضل طريق لتحقيق النجاح </a:t>
            </a:r>
            <a:endParaRPr lang="en-GB" altLang="en-US" sz="2600" dirty="0"/>
          </a:p>
          <a:p>
            <a:pPr indent="0" rtl="1"/>
            <a:endParaRPr lang="en-GB" altLang="en-US" sz="2600" dirty="0"/>
          </a:p>
          <a:p>
            <a:pPr marL="685800" rtl="1"/>
            <a:endParaRPr lang="en-GB" altLang="en-US" sz="2600" dirty="0"/>
          </a:p>
        </p:txBody>
      </p:sp>
      <p:sp>
        <p:nvSpPr>
          <p:cNvPr id="2" name="Footer Placeholder 2">
            <a:extLst>
              <a:ext uri="{FF2B5EF4-FFF2-40B4-BE49-F238E27FC236}">
                <a16:creationId xmlns:a16="http://schemas.microsoft.com/office/drawing/2014/main" id="{7BD92165-441B-0251-C9D3-AADFCC9A0BB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2784171862"/>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388"/>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300" b="1" dirty="0">
                <a:solidFill>
                  <a:schemeClr val="tx2"/>
                </a:solidFill>
                <a:latin typeface="Sakkal Majalla" panose="02000000000000000000" pitchFamily="2" charset="-78"/>
                <a:ea typeface="Arial" charset="0"/>
                <a:cs typeface="Sakkal Majalla" panose="02000000000000000000" pitchFamily="2" charset="-78"/>
              </a:rPr>
              <a:t>وظائف الإدارة والقيادة</a:t>
            </a:r>
          </a:p>
        </p:txBody>
      </p:sp>
      <p:grpSp>
        <p:nvGrpSpPr>
          <p:cNvPr id="2" name="Group 1">
            <a:extLst>
              <a:ext uri="{FF2B5EF4-FFF2-40B4-BE49-F238E27FC236}">
                <a16:creationId xmlns:a16="http://schemas.microsoft.com/office/drawing/2014/main" id="{086C7574-3866-5D89-3799-EE9FAE7A10D1}"/>
              </a:ext>
            </a:extLst>
          </p:cNvPr>
          <p:cNvGrpSpPr/>
          <p:nvPr/>
        </p:nvGrpSpPr>
        <p:grpSpPr>
          <a:xfrm flipH="1">
            <a:off x="476794" y="2946786"/>
            <a:ext cx="7974509" cy="2107428"/>
            <a:chOff x="476794" y="2946786"/>
            <a:chExt cx="7974509" cy="2107428"/>
          </a:xfrm>
        </p:grpSpPr>
        <p:sp>
          <p:nvSpPr>
            <p:cNvPr id="3" name="Rectangle 2" descr="Captain">
              <a:extLst>
                <a:ext uri="{FF2B5EF4-FFF2-40B4-BE49-F238E27FC236}">
                  <a16:creationId xmlns:a16="http://schemas.microsoft.com/office/drawing/2014/main" id="{9A11A252-6254-91FB-7746-28C7CFD15D2B}"/>
                </a:ext>
              </a:extLst>
            </p:cNvPr>
            <p:cNvSpPr/>
            <p:nvPr/>
          </p:nvSpPr>
          <p:spPr>
            <a:xfrm flipH="1">
              <a:off x="1131418" y="2946786"/>
              <a:ext cx="1071202" cy="1071202"/>
            </a:xfrm>
            <a:prstGeom prst="rect">
              <a:avLst/>
            </a:prstGeom>
            <a: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4" name="Freeform: Shape 3">
              <a:extLst>
                <a:ext uri="{FF2B5EF4-FFF2-40B4-BE49-F238E27FC236}">
                  <a16:creationId xmlns:a16="http://schemas.microsoft.com/office/drawing/2014/main" id="{F309E085-07E7-D292-59A0-6A538ADC7101}"/>
                </a:ext>
              </a:extLst>
            </p:cNvPr>
            <p:cNvSpPr/>
            <p:nvPr/>
          </p:nvSpPr>
          <p:spPr>
            <a:xfrm>
              <a:off x="476794" y="4334214"/>
              <a:ext cx="2380450" cy="720000"/>
            </a:xfrm>
            <a:custGeom>
              <a:avLst/>
              <a:gdLst>
                <a:gd name="connsiteX0" fmla="*/ 0 w 2380450"/>
                <a:gd name="connsiteY0" fmla="*/ 0 h 720000"/>
                <a:gd name="connsiteX1" fmla="*/ 2380450 w 2380450"/>
                <a:gd name="connsiteY1" fmla="*/ 0 h 720000"/>
                <a:gd name="connsiteX2" fmla="*/ 2380450 w 2380450"/>
                <a:gd name="connsiteY2" fmla="*/ 720000 h 720000"/>
                <a:gd name="connsiteX3" fmla="*/ 0 w 2380450"/>
                <a:gd name="connsiteY3" fmla="*/ 720000 h 720000"/>
                <a:gd name="connsiteX4" fmla="*/ 0 w 23804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0450" h="720000">
                  <a:moveTo>
                    <a:pt x="0" y="0"/>
                  </a:moveTo>
                  <a:lnTo>
                    <a:pt x="2380450" y="0"/>
                  </a:lnTo>
                  <a:lnTo>
                    <a:pt x="23804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rtlCol="1" anchor="t" anchorCtr="0">
              <a:noAutofit/>
            </a:bodyPr>
            <a:lstStyle/>
            <a:p>
              <a:pPr marL="0" lvl="0" indent="0" algn="ctr" defTabSz="1111250" rtl="1">
                <a:lnSpc>
                  <a:spcPct val="90000"/>
                </a:lnSpc>
                <a:spcBef>
                  <a:spcPct val="0"/>
                </a:spcBef>
                <a:spcAft>
                  <a:spcPct val="35000"/>
                </a:spcAft>
                <a:buNone/>
              </a:pPr>
              <a:r>
                <a:rPr lang="ar" sz="2700" kern="1200" dirty="0">
                  <a:latin typeface="Sakkal Majalla" panose="02000000000000000000" pitchFamily="2" charset="-78"/>
                  <a:cs typeface="Sakkal Majalla" panose="02000000000000000000" pitchFamily="2" charset="-78"/>
                </a:rPr>
                <a:t>ما الفرق بين الإدارة والقيادة؟</a:t>
              </a:r>
              <a:endParaRPr lang="en-US" sz="2700" kern="1200" dirty="0">
                <a:latin typeface="Sakkal Majalla" panose="02000000000000000000" pitchFamily="2" charset="-78"/>
                <a:cs typeface="Sakkal Majalla" panose="02000000000000000000" pitchFamily="2" charset="-78"/>
              </a:endParaRPr>
            </a:p>
          </p:txBody>
        </p:sp>
        <p:sp>
          <p:nvSpPr>
            <p:cNvPr id="5" name="Rectangle 4" descr="Cycle with People">
              <a:extLst>
                <a:ext uri="{FF2B5EF4-FFF2-40B4-BE49-F238E27FC236}">
                  <a16:creationId xmlns:a16="http://schemas.microsoft.com/office/drawing/2014/main" id="{EC350EAE-9339-39C3-43BE-7DD8974D9E35}"/>
                </a:ext>
              </a:extLst>
            </p:cNvPr>
            <p:cNvSpPr/>
            <p:nvPr/>
          </p:nvSpPr>
          <p:spPr>
            <a:xfrm flipH="1">
              <a:off x="3928448" y="2946786"/>
              <a:ext cx="1071202" cy="1071202"/>
            </a:xfrm>
            <a:prstGeom prst="rect">
              <a:avLst/>
            </a:prstGeom>
            <a: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6" name="Freeform: Shape 5">
              <a:extLst>
                <a:ext uri="{FF2B5EF4-FFF2-40B4-BE49-F238E27FC236}">
                  <a16:creationId xmlns:a16="http://schemas.microsoft.com/office/drawing/2014/main" id="{2B8ADD35-984E-45B4-AEFE-CA7C000D5CA9}"/>
                </a:ext>
              </a:extLst>
            </p:cNvPr>
            <p:cNvSpPr/>
            <p:nvPr/>
          </p:nvSpPr>
          <p:spPr>
            <a:xfrm>
              <a:off x="3273824" y="4334214"/>
              <a:ext cx="2380450" cy="720000"/>
            </a:xfrm>
            <a:custGeom>
              <a:avLst/>
              <a:gdLst>
                <a:gd name="connsiteX0" fmla="*/ 0 w 2380450"/>
                <a:gd name="connsiteY0" fmla="*/ 0 h 720000"/>
                <a:gd name="connsiteX1" fmla="*/ 2380450 w 2380450"/>
                <a:gd name="connsiteY1" fmla="*/ 0 h 720000"/>
                <a:gd name="connsiteX2" fmla="*/ 2380450 w 2380450"/>
                <a:gd name="connsiteY2" fmla="*/ 720000 h 720000"/>
                <a:gd name="connsiteX3" fmla="*/ 0 w 2380450"/>
                <a:gd name="connsiteY3" fmla="*/ 720000 h 720000"/>
                <a:gd name="connsiteX4" fmla="*/ 0 w 23804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0450" h="720000">
                  <a:moveTo>
                    <a:pt x="0" y="0"/>
                  </a:moveTo>
                  <a:lnTo>
                    <a:pt x="2380450" y="0"/>
                  </a:lnTo>
                  <a:lnTo>
                    <a:pt x="23804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rtlCol="1" anchor="t" anchorCtr="0">
              <a:noAutofit/>
            </a:bodyPr>
            <a:lstStyle/>
            <a:p>
              <a:pPr algn="ctr" defTabSz="1111250">
                <a:lnSpc>
                  <a:spcPct val="90000"/>
                </a:lnSpc>
                <a:spcAft>
                  <a:spcPct val="35000"/>
                </a:spcAft>
              </a:pPr>
              <a:r>
                <a:rPr lang="ar" sz="2700" dirty="0">
                  <a:latin typeface="Sakkal Majalla" panose="02000000000000000000" pitchFamily="2" charset="-78"/>
                  <a:cs typeface="Sakkal Majalla" panose="02000000000000000000" pitchFamily="2" charset="-78"/>
                </a:rPr>
                <a:t>هل يحتاج المدير الجيد إلى أن يكون قائدًا جيدًا؟</a:t>
              </a:r>
              <a:endParaRPr lang="en-US" sz="2700" dirty="0">
                <a:latin typeface="Sakkal Majalla" panose="02000000000000000000" pitchFamily="2" charset="-78"/>
                <a:cs typeface="Sakkal Majalla" panose="02000000000000000000" pitchFamily="2" charset="-78"/>
              </a:endParaRPr>
            </a:p>
          </p:txBody>
        </p:sp>
        <p:sp>
          <p:nvSpPr>
            <p:cNvPr id="7" name="Rectangle 6" descr="Checkmark">
              <a:extLst>
                <a:ext uri="{FF2B5EF4-FFF2-40B4-BE49-F238E27FC236}">
                  <a16:creationId xmlns:a16="http://schemas.microsoft.com/office/drawing/2014/main" id="{D73DB51A-E22F-029D-D99A-A00DE655AB68}"/>
                </a:ext>
              </a:extLst>
            </p:cNvPr>
            <p:cNvSpPr/>
            <p:nvPr/>
          </p:nvSpPr>
          <p:spPr>
            <a:xfrm flipH="1">
              <a:off x="6725477" y="2946786"/>
              <a:ext cx="1071202" cy="1071202"/>
            </a:xfrm>
            <a:prstGeom prst="rect">
              <a:avLst/>
            </a:prstGeom>
            <a: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0E5C69AA-E8C6-B8ED-1D6B-87FD01E913E9}"/>
                </a:ext>
              </a:extLst>
            </p:cNvPr>
            <p:cNvSpPr/>
            <p:nvPr/>
          </p:nvSpPr>
          <p:spPr>
            <a:xfrm>
              <a:off x="6070853" y="4334214"/>
              <a:ext cx="2380450" cy="720000"/>
            </a:xfrm>
            <a:custGeom>
              <a:avLst/>
              <a:gdLst>
                <a:gd name="connsiteX0" fmla="*/ 0 w 2380450"/>
                <a:gd name="connsiteY0" fmla="*/ 0 h 720000"/>
                <a:gd name="connsiteX1" fmla="*/ 2380450 w 2380450"/>
                <a:gd name="connsiteY1" fmla="*/ 0 h 720000"/>
                <a:gd name="connsiteX2" fmla="*/ 2380450 w 2380450"/>
                <a:gd name="connsiteY2" fmla="*/ 720000 h 720000"/>
                <a:gd name="connsiteX3" fmla="*/ 0 w 2380450"/>
                <a:gd name="connsiteY3" fmla="*/ 720000 h 720000"/>
                <a:gd name="connsiteX4" fmla="*/ 0 w 23804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0450" h="720000">
                  <a:moveTo>
                    <a:pt x="0" y="0"/>
                  </a:moveTo>
                  <a:lnTo>
                    <a:pt x="2380450" y="0"/>
                  </a:lnTo>
                  <a:lnTo>
                    <a:pt x="23804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rtlCol="1" anchor="t" anchorCtr="0">
              <a:noAutofit/>
            </a:bodyPr>
            <a:lstStyle/>
            <a:p>
              <a:pPr algn="ctr" defTabSz="1111250">
                <a:lnSpc>
                  <a:spcPct val="90000"/>
                </a:lnSpc>
                <a:spcAft>
                  <a:spcPct val="35000"/>
                </a:spcAft>
              </a:pPr>
              <a:r>
                <a:rPr lang="ar" sz="2700" dirty="0">
                  <a:latin typeface="Sakkal Majalla" panose="02000000000000000000" pitchFamily="2" charset="-78"/>
                  <a:cs typeface="Sakkal Majalla" panose="02000000000000000000" pitchFamily="2" charset="-78"/>
                </a:rPr>
                <a:t>هل يحتاج القائد الجيد إلى أن يكون مديرًا جيدًا</a:t>
              </a:r>
              <a:endParaRPr lang="en-US" sz="2700" dirty="0">
                <a:latin typeface="Sakkal Majalla" panose="02000000000000000000" pitchFamily="2" charset="-78"/>
                <a:cs typeface="Sakkal Majalla" panose="02000000000000000000" pitchFamily="2" charset="-78"/>
              </a:endParaRPr>
            </a:p>
          </p:txBody>
        </p:sp>
      </p:grpSp>
      <p:sp>
        <p:nvSpPr>
          <p:cNvPr id="9" name="Footer Placeholder 2">
            <a:extLst>
              <a:ext uri="{FF2B5EF4-FFF2-40B4-BE49-F238E27FC236}">
                <a16:creationId xmlns:a16="http://schemas.microsoft.com/office/drawing/2014/main" id="{8DF0D6C9-76E1-6EC2-1A2E-B626B43F8820}"/>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2939551064"/>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760539" y="2204864"/>
            <a:ext cx="3275957" cy="13685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1800" dirty="0"/>
              <a:t>نظريات ثقافة الشركات وتأثير كل نوع في القوى العاملة والأداء</a:t>
            </a:r>
          </a:p>
          <a:p>
            <a:pPr indent="0" rtl="1">
              <a:buNone/>
            </a:pPr>
            <a:r>
              <a:rPr lang="ar" sz="1800" dirty="0"/>
              <a:t>يعتقد تشارلز هاندي أن المنظمة التجارية وعملياتها تحكمها ثقافة الشركات الخاصة بها. تتألف ثقافة الشركات من المعتقدات والقيم التي تتبعها الشركة</a:t>
            </a:r>
          </a:p>
          <a:p>
            <a:pPr indent="0" rtl="1">
              <a:buNone/>
            </a:pPr>
            <a:r>
              <a:rPr lang="ar" sz="1800" dirty="0"/>
              <a:t>المنظمة وجميع من عملوا فيها</a:t>
            </a:r>
          </a:p>
          <a:p>
            <a:pPr indent="0" algn="ctr" rtl="1">
              <a:buNone/>
            </a:pPr>
            <a:endParaRPr lang="en-GB" altLang="en-US" sz="2800" dirty="0"/>
          </a:p>
          <a:p>
            <a:pPr indent="0" rtl="1">
              <a:buNone/>
            </a:pPr>
            <a:endParaRPr lang="en-GB" altLang="en-US" sz="28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العوامل المؤثرة في ثقافة الشركات</a:t>
            </a:r>
          </a:p>
        </p:txBody>
      </p:sp>
      <p:sp>
        <p:nvSpPr>
          <p:cNvPr id="4" name="TextBox 3">
            <a:extLst>
              <a:ext uri="{FF2B5EF4-FFF2-40B4-BE49-F238E27FC236}">
                <a16:creationId xmlns:a16="http://schemas.microsoft.com/office/drawing/2014/main" id="{29D3FEEB-1AB8-054F-A956-B9D9E43DEDB8}"/>
              </a:ext>
            </a:extLst>
          </p:cNvPr>
          <p:cNvSpPr txBox="1"/>
          <p:nvPr/>
        </p:nvSpPr>
        <p:spPr>
          <a:xfrm>
            <a:off x="611572" y="5949280"/>
            <a:ext cx="8208901" cy="400110"/>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وفقًا لـ "هندي"، تترتب أربع ثقافات تنظيمية مختلفة على التراكيب المتباينة لتوزيع الصلاحيات والتعاون.</a:t>
            </a:r>
          </a:p>
        </p:txBody>
      </p:sp>
      <p:pic>
        <p:nvPicPr>
          <p:cNvPr id="6" name="Picture 5">
            <a:extLst>
              <a:ext uri="{FF2B5EF4-FFF2-40B4-BE49-F238E27FC236}">
                <a16:creationId xmlns:a16="http://schemas.microsoft.com/office/drawing/2014/main" id="{595E21E2-764D-0D2B-2708-9EFB597E369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11692" y="2341153"/>
            <a:ext cx="4896290" cy="3591426"/>
          </a:xfrm>
          <a:prstGeom prst="rect">
            <a:avLst/>
          </a:prstGeom>
        </p:spPr>
      </p:pic>
      <p:sp>
        <p:nvSpPr>
          <p:cNvPr id="2" name="Footer Placeholder 2">
            <a:extLst>
              <a:ext uri="{FF2B5EF4-FFF2-40B4-BE49-F238E27FC236}">
                <a16:creationId xmlns:a16="http://schemas.microsoft.com/office/drawing/2014/main" id="{7D69F4D4-0325-C6AA-9F2C-CBEABCF15C6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1321026520"/>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300" b="1" dirty="0">
                <a:solidFill>
                  <a:schemeClr val="tx2"/>
                </a:solidFill>
                <a:latin typeface="Sakkal Majalla" panose="02000000000000000000" pitchFamily="2" charset="-78"/>
                <a:cs typeface="Sakkal Majalla" panose="02000000000000000000" pitchFamily="2" charset="-78"/>
              </a:rPr>
              <a:t>العوامل المؤثرة في ثقافة الشركات</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38829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buNone/>
            </a:pPr>
            <a:r>
              <a:rPr lang="ar" sz="2600" b="1" dirty="0"/>
              <a:t>نموذج شاين للثقافة التنظيمية</a:t>
            </a:r>
          </a:p>
          <a:p>
            <a:pPr indent="0" rtl="1">
              <a:lnSpc>
                <a:spcPct val="130000"/>
              </a:lnSpc>
              <a:buNone/>
            </a:pPr>
            <a:r>
              <a:rPr lang="ar" sz="2600" dirty="0"/>
              <a:t>يستخدم نموذج شين للثقافة التنظيمية شكلًا هرميًّا يوضح أن القيم المتجذرة تتواجد على مستوى أعمق من المواقف والسلوكيات السطحية</a:t>
            </a:r>
          </a:p>
          <a:p>
            <a:pPr indent="0" rtl="1">
              <a:buNone/>
            </a:pPr>
            <a:endParaRPr lang="en-GB" altLang="en-US" dirty="0"/>
          </a:p>
          <a:p>
            <a:pPr indent="0" rtl="1">
              <a:buNone/>
            </a:pPr>
            <a:r>
              <a:rPr lang="ar" sz="1700" i="1" dirty="0"/>
              <a:t>راجع الجزء 6.16 في الوحدة 6: فصل مبادئ الإدارة في كتاب الطالب</a:t>
            </a:r>
          </a:p>
          <a:p>
            <a:pPr indent="0" rtl="1"/>
            <a:endParaRPr lang="en-GB" altLang="en-US" dirty="0"/>
          </a:p>
          <a:p>
            <a:pPr indent="0" rtl="1"/>
            <a:endParaRPr lang="en-GB" altLang="en-US" dirty="0"/>
          </a:p>
          <a:p>
            <a:pPr marL="685800" rtl="1"/>
            <a:endParaRPr lang="en-GB" altLang="en-US" dirty="0"/>
          </a:p>
        </p:txBody>
      </p:sp>
      <p:pic>
        <p:nvPicPr>
          <p:cNvPr id="3" name="Picture 2">
            <a:extLst>
              <a:ext uri="{FF2B5EF4-FFF2-40B4-BE49-F238E27FC236}">
                <a16:creationId xmlns:a16="http://schemas.microsoft.com/office/drawing/2014/main" id="{220333C8-5D8F-4530-D0C8-A030B7EEA08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46607" y="2780928"/>
            <a:ext cx="4027488" cy="2475524"/>
          </a:xfrm>
          <a:prstGeom prst="rect">
            <a:avLst/>
          </a:prstGeom>
          <a:noFill/>
        </p:spPr>
      </p:pic>
      <p:sp>
        <p:nvSpPr>
          <p:cNvPr id="2" name="Footer Placeholder 2">
            <a:extLst>
              <a:ext uri="{FF2B5EF4-FFF2-40B4-BE49-F238E27FC236}">
                <a16:creationId xmlns:a16="http://schemas.microsoft.com/office/drawing/2014/main" id="{51452399-D350-4247-5DAB-092580F00D15}"/>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300" b="1" dirty="0">
                <a:solidFill>
                  <a:schemeClr val="tx2"/>
                </a:solidFill>
                <a:latin typeface="Sakkal Majalla" panose="02000000000000000000" pitchFamily="2" charset="-78"/>
                <a:cs typeface="Sakkal Majalla" panose="02000000000000000000" pitchFamily="2" charset="-78"/>
              </a:rPr>
              <a:t>العوامل المؤثرة في ثقافة الشركات</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lnSpcReduction="10000"/>
          </a:bodyPr>
          <a:lstStyle/>
          <a:p>
            <a:pPr indent="0" rtl="1">
              <a:buNone/>
            </a:pPr>
            <a:r>
              <a:rPr lang="ar" sz="2600" b="1" dirty="0"/>
              <a:t>أبعاد هوفستيد الخمسة المستقلة للاختلافات الثقافية الوطنية</a:t>
            </a:r>
          </a:p>
          <a:p>
            <a:pPr indent="0" rtl="1"/>
            <a:endParaRPr lang="en-GB" altLang="en-US" b="1" dirty="0"/>
          </a:p>
          <a:p>
            <a:pPr marL="685800" rtl="1"/>
            <a:r>
              <a:rPr lang="ar" sz="2600" dirty="0"/>
              <a:t>مسافات القوة </a:t>
            </a:r>
          </a:p>
          <a:p>
            <a:pPr marL="685800" rtl="1"/>
            <a:r>
              <a:rPr lang="ar" sz="2600" dirty="0"/>
              <a:t>فردية </a:t>
            </a:r>
          </a:p>
          <a:p>
            <a:pPr marL="685800" rtl="1"/>
            <a:r>
              <a:rPr lang="ar" sz="2600" dirty="0"/>
              <a:t>ذكورية </a:t>
            </a:r>
          </a:p>
          <a:p>
            <a:pPr marL="685800" rtl="1"/>
            <a:r>
              <a:rPr lang="ar" sz="2600" dirty="0"/>
              <a:t>تجنب عدم اليقين </a:t>
            </a:r>
          </a:p>
          <a:p>
            <a:pPr marL="685800" rtl="1"/>
            <a:r>
              <a:rPr lang="ar" sz="2600" dirty="0"/>
              <a:t>التوجه طويل الأجل.</a:t>
            </a:r>
          </a:p>
          <a:p>
            <a:pPr indent="0" rtl="1">
              <a:buNone/>
            </a:pPr>
            <a:endParaRPr lang="en-GB" altLang="en-US" dirty="0"/>
          </a:p>
          <a:p>
            <a:pPr indent="0" rtl="1">
              <a:buNone/>
            </a:pPr>
            <a:r>
              <a:rPr lang="ar" sz="1800" i="1" dirty="0"/>
              <a:t>راجع الجزء 6.17 في الوحدة 6: فصل مبادئ الإدارة في كتاب الطالب</a:t>
            </a:r>
          </a:p>
          <a:p>
            <a:pPr marL="685800" rtl="1"/>
            <a:endParaRPr lang="en-GB" altLang="en-US" dirty="0"/>
          </a:p>
          <a:p>
            <a:pPr indent="0" rtl="1">
              <a:buNone/>
            </a:pPr>
            <a:endParaRPr lang="en-GB" altLang="en-US" dirty="0"/>
          </a:p>
        </p:txBody>
      </p:sp>
      <p:sp>
        <p:nvSpPr>
          <p:cNvPr id="2" name="TextBox 1">
            <a:extLst>
              <a:ext uri="{FF2B5EF4-FFF2-40B4-BE49-F238E27FC236}">
                <a16:creationId xmlns:a16="http://schemas.microsoft.com/office/drawing/2014/main" id="{2B8C71A2-850B-5D33-5E89-59427D64F4E7}"/>
              </a:ext>
            </a:extLst>
          </p:cNvPr>
          <p:cNvSpPr txBox="1"/>
          <p:nvPr/>
        </p:nvSpPr>
        <p:spPr>
          <a:xfrm>
            <a:off x="683568" y="3119555"/>
            <a:ext cx="3312368" cy="132343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ما العيوب التي تراها في هذا النموذج؟</a:t>
            </a:r>
          </a:p>
          <a:p>
            <a:pPr rtl="1"/>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يجب أن نتذكر أن الشركات لها قيم وهويات ثقافية مختلفة اعتمادًا على موقعها. </a:t>
            </a:r>
          </a:p>
        </p:txBody>
      </p:sp>
      <p:sp>
        <p:nvSpPr>
          <p:cNvPr id="3" name="Footer Placeholder 2">
            <a:extLst>
              <a:ext uri="{FF2B5EF4-FFF2-40B4-BE49-F238E27FC236}">
                <a16:creationId xmlns:a16="http://schemas.microsoft.com/office/drawing/2014/main" id="{625EB888-19D1-E4EF-0075-306850BF0D8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3822076458"/>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300" b="1" dirty="0">
                <a:solidFill>
                  <a:schemeClr val="tx2"/>
                </a:solidFill>
                <a:latin typeface="Sakkal Majalla" panose="02000000000000000000" pitchFamily="2" charset="-78"/>
                <a:cs typeface="Sakkal Majalla" panose="02000000000000000000" pitchFamily="2" charset="-78"/>
              </a:rPr>
              <a:t>العوامل المؤثرة في ثقافة الشركات</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495800" y="2196001"/>
            <a:ext cx="4179886"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b="1" dirty="0"/>
              <a:t>المسائل التنظيمية:</a:t>
            </a:r>
          </a:p>
          <a:p>
            <a:pPr marL="685800" rtl="1">
              <a:lnSpc>
                <a:spcPct val="90000"/>
              </a:lnSpc>
            </a:pPr>
            <a:r>
              <a:rPr lang="ar" dirty="0"/>
              <a:t>الرؤية والرسالة والأهداف والقيم</a:t>
            </a:r>
          </a:p>
          <a:p>
            <a:pPr marL="685800" rtl="1">
              <a:lnSpc>
                <a:spcPct val="90000"/>
              </a:lnSpc>
            </a:pPr>
            <a:r>
              <a:rPr lang="ar" dirty="0"/>
              <a:t>المعتقدات والتقاليد</a:t>
            </a:r>
          </a:p>
          <a:p>
            <a:pPr marL="685800" rtl="1">
              <a:lnSpc>
                <a:spcPct val="90000"/>
              </a:lnSpc>
            </a:pPr>
            <a:r>
              <a:rPr lang="ar" dirty="0"/>
              <a:t>تأثير هيكل الشركة في ممارسات الإدارة</a:t>
            </a:r>
          </a:p>
          <a:p>
            <a:pPr marL="685800" rtl="1">
              <a:lnSpc>
                <a:spcPct val="90000"/>
              </a:lnSpc>
            </a:pPr>
            <a:r>
              <a:rPr lang="ar" dirty="0"/>
              <a:t>السياسات والإجراءات</a:t>
            </a:r>
          </a:p>
          <a:p>
            <a:pPr marL="685800" rtl="1">
              <a:lnSpc>
                <a:spcPct val="90000"/>
              </a:lnSpc>
            </a:pPr>
            <a:r>
              <a:rPr lang="ar" dirty="0"/>
              <a:t>المساواة والتنوع والشمولية</a:t>
            </a:r>
          </a:p>
          <a:p>
            <a:pPr indent="0" rtl="1">
              <a:lnSpc>
                <a:spcPct val="90000"/>
              </a:lnSpc>
              <a:buNone/>
            </a:pPr>
            <a:endParaRPr lang="en-GB" altLang="en-US" sz="2200" dirty="0"/>
          </a:p>
          <a:p>
            <a:pPr marL="0" indent="0" rtl="1">
              <a:lnSpc>
                <a:spcPct val="90000"/>
              </a:lnSpc>
              <a:buNone/>
            </a:pPr>
            <a:r>
              <a:rPr lang="ar" sz="1800" i="1" dirty="0"/>
              <a:t>راجع الجزء 6.18 في الوحدة 6: فصل مبادئ الإدارة في كتاب الطالب</a:t>
            </a:r>
          </a:p>
        </p:txBody>
      </p:sp>
      <p:sp>
        <p:nvSpPr>
          <p:cNvPr id="2" name="TextBox 1">
            <a:extLst>
              <a:ext uri="{FF2B5EF4-FFF2-40B4-BE49-F238E27FC236}">
                <a16:creationId xmlns:a16="http://schemas.microsoft.com/office/drawing/2014/main" id="{3B20083F-3D80-4CDB-57D9-91E9630AD875}"/>
              </a:ext>
            </a:extLst>
          </p:cNvPr>
          <p:cNvSpPr txBox="1"/>
          <p:nvPr/>
        </p:nvSpPr>
        <p:spPr bwMode="auto">
          <a:xfrm>
            <a:off x="756344" y="2276872"/>
            <a:ext cx="3599632" cy="4024100"/>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marL="342900" indent="-342900" rtl="1">
              <a:spcBef>
                <a:spcPct val="20000"/>
              </a:spcBef>
              <a:buFont typeface="Wingdings" pitchFamily="2" charset="2"/>
              <a:buChar char="§"/>
            </a:pPr>
            <a:r>
              <a:rPr lang="ar" sz="2200" dirty="0">
                <a:latin typeface="Sakkal Majalla" panose="02000000000000000000" pitchFamily="2" charset="-78"/>
                <a:cs typeface="Sakkal Majalla" panose="02000000000000000000" pitchFamily="2" charset="-78"/>
              </a:rPr>
              <a:t>إجراء بحث حول </a:t>
            </a:r>
            <a:r>
              <a:rPr lang="ar" sz="2200" b="1" dirty="0">
                <a:latin typeface="Sakkal Majalla" panose="02000000000000000000" pitchFamily="2" charset="-78"/>
                <a:cs typeface="Sakkal Majalla" panose="02000000000000000000" pitchFamily="2" charset="-78"/>
              </a:rPr>
              <a:t>شركتين</a:t>
            </a:r>
            <a:r>
              <a:rPr lang="ar" sz="2200" dirty="0">
                <a:latin typeface="Sakkal Majalla" panose="02000000000000000000" pitchFamily="2" charset="-78"/>
                <a:cs typeface="Sakkal Majalla" panose="02000000000000000000" pitchFamily="2" charset="-78"/>
              </a:rPr>
              <a:t> متناقضتين لتحديد مهام كل منهما وتحليل كيفية تأثير رسالتهما في ثقافة أعمالهما.</a:t>
            </a:r>
          </a:p>
        </p:txBody>
      </p:sp>
      <p:sp>
        <p:nvSpPr>
          <p:cNvPr id="3" name="Footer Placeholder 2">
            <a:extLst>
              <a:ext uri="{FF2B5EF4-FFF2-40B4-BE49-F238E27FC236}">
                <a16:creationId xmlns:a16="http://schemas.microsoft.com/office/drawing/2014/main" id="{F4C6EECD-01AE-A4C8-9B42-C059F2D204D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501253045"/>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300" b="1" dirty="0">
                <a:solidFill>
                  <a:schemeClr val="tx2"/>
                </a:solidFill>
                <a:latin typeface="Sakkal Majalla" panose="02000000000000000000" pitchFamily="2" charset="-78"/>
                <a:cs typeface="Sakkal Majalla" panose="02000000000000000000" pitchFamily="2" charset="-78"/>
              </a:rPr>
              <a:t>العوامل المؤثرة في ثقافة الشركات</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buNone/>
            </a:pPr>
            <a:r>
              <a:rPr lang="ar" sz="2600" b="1" dirty="0"/>
              <a:t>أ3 ثقافة الشركات</a:t>
            </a:r>
          </a:p>
          <a:p>
            <a:pPr indent="0" rtl="1"/>
            <a:endParaRPr lang="en-GB" altLang="en-US" sz="2600" dirty="0"/>
          </a:p>
          <a:p>
            <a:pPr indent="0" rtl="1">
              <a:buNone/>
            </a:pPr>
            <a:r>
              <a:rPr lang="ar" sz="2600" b="1" dirty="0"/>
              <a:t>"طريقة تنفيذ الأمور هنا"</a:t>
            </a:r>
          </a:p>
          <a:p>
            <a:pPr indent="0" rtl="1"/>
            <a:endParaRPr lang="en-GB" altLang="en-US" sz="2600" b="1" dirty="0"/>
          </a:p>
          <a:p>
            <a:pPr indent="0" rtl="1">
              <a:buNone/>
            </a:pPr>
            <a:r>
              <a:rPr lang="ar" sz="2600" b="1" dirty="0"/>
              <a:t>حدد العوامل التي تؤثر في ثقافة شركتك.</a:t>
            </a:r>
          </a:p>
          <a:p>
            <a:pPr indent="0" rtl="1"/>
            <a:endParaRPr lang="en-GB" sz="2600" dirty="0"/>
          </a:p>
          <a:p>
            <a:pPr indent="0" rtl="1">
              <a:buNone/>
            </a:pPr>
            <a:r>
              <a:rPr lang="ar" sz="2600" b="1" dirty="0"/>
              <a:t>تأثير ثقافة الشركات في ممارسة الإدارة والعمليات التجارية</a:t>
            </a:r>
          </a:p>
          <a:p>
            <a:pPr indent="0" rtl="1"/>
            <a:endParaRPr lang="en-GB" altLang="en-US" sz="2600" b="1" dirty="0"/>
          </a:p>
        </p:txBody>
      </p:sp>
      <p:sp>
        <p:nvSpPr>
          <p:cNvPr id="2" name="Footer Placeholder 2">
            <a:extLst>
              <a:ext uri="{FF2B5EF4-FFF2-40B4-BE49-F238E27FC236}">
                <a16:creationId xmlns:a16="http://schemas.microsoft.com/office/drawing/2014/main" id="{5A252859-F0C5-632F-44AE-CD856134762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3441578898"/>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أساليب ومهارات الإدارة والقيادة </a:t>
            </a:r>
            <a:br>
              <a:rPr 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وتأثيرها في الأداء التنظيمي </a:t>
            </a:r>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F041383-BA07-FDE9-836C-F0CC16EB6990}"/>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495038975"/>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9732" y="2780928"/>
            <a:ext cx="8208712" cy="35283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800100" indent="-457200" rtl="1">
              <a:buFont typeface="Wingdings" panose="05000000000000000000" pitchFamily="2" charset="2"/>
              <a:buChar char=""/>
            </a:pPr>
            <a:r>
              <a:rPr lang="ar" sz="2600" dirty="0"/>
              <a:t>الأسلوب الاستبدادي </a:t>
            </a:r>
          </a:p>
          <a:p>
            <a:pPr marL="800100" indent="-457200" rtl="1">
              <a:buFont typeface="Wingdings" panose="05000000000000000000" pitchFamily="2" charset="2"/>
              <a:buChar char=""/>
            </a:pPr>
            <a:endParaRPr lang="en-GB" sz="2600" dirty="0"/>
          </a:p>
          <a:p>
            <a:pPr marL="800100" indent="-457200" rtl="1">
              <a:buFont typeface="Wingdings" panose="05000000000000000000" pitchFamily="2" charset="2"/>
              <a:buChar char=""/>
            </a:pPr>
            <a:r>
              <a:rPr lang="ar" sz="2600" dirty="0"/>
              <a:t>الأسلوب الديمقراطي أو التشاركي</a:t>
            </a:r>
          </a:p>
          <a:p>
            <a:pPr indent="0" rtl="1">
              <a:buNone/>
            </a:pPr>
            <a:r>
              <a:rPr lang="ar" sz="2600" dirty="0"/>
              <a:t>  </a:t>
            </a:r>
          </a:p>
          <a:p>
            <a:pPr marL="800100" indent="-457200" rtl="1">
              <a:buFont typeface="Wingdings" panose="05000000000000000000" pitchFamily="2" charset="2"/>
              <a:buChar char=""/>
            </a:pPr>
            <a:r>
              <a:rPr lang="ar" sz="2600" dirty="0"/>
              <a:t>الأسلوب الأبوي</a:t>
            </a:r>
          </a:p>
          <a:p>
            <a:pPr indent="0" rtl="1">
              <a:buNone/>
            </a:pPr>
            <a:r>
              <a:rPr lang="ar" sz="2600" dirty="0"/>
              <a:t> </a:t>
            </a:r>
          </a:p>
          <a:p>
            <a:pPr marL="800100" indent="-457200" rtl="1">
              <a:buFont typeface="Wingdings" panose="05000000000000000000" pitchFamily="2" charset="2"/>
              <a:buChar char=""/>
            </a:pPr>
            <a:r>
              <a:rPr lang="ar" sz="2600" dirty="0"/>
              <a:t>سياسة عدم التدخُل</a:t>
            </a:r>
            <a:endParaRPr lang="en-GB" altLang="en-US" sz="26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99493" y="1340768"/>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أساليب الإدارة والقيادة </a:t>
            </a: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3789C56-0478-B1DB-2F99-C3E29FDAC53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2157894103"/>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900" b="1" dirty="0">
                <a:solidFill>
                  <a:schemeClr val="tx2"/>
                </a:solidFill>
                <a:latin typeface="Sakkal Majalla" panose="02000000000000000000" pitchFamily="2" charset="-78"/>
                <a:cs typeface="Sakkal Majalla" panose="02000000000000000000" pitchFamily="2" charset="-78"/>
              </a:rPr>
              <a:t>أساليب الإدارة والقيادة </a:t>
            </a:r>
            <a:endParaRPr lang="en-US" altLang="en-US" sz="39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2600" b="1" dirty="0"/>
              <a:t>فوائد اتباع أسلوب قيادة للاستجابة للمواقف المختلفة:</a:t>
            </a:r>
          </a:p>
          <a:p>
            <a:pPr indent="0" rtl="1">
              <a:lnSpc>
                <a:spcPct val="90000"/>
              </a:lnSpc>
              <a:buNone/>
            </a:pPr>
            <a:endParaRPr lang="en-GB" altLang="en-US" sz="2600" b="1" dirty="0"/>
          </a:p>
          <a:p>
            <a:pPr marL="685800" rtl="1">
              <a:lnSpc>
                <a:spcPct val="90000"/>
              </a:lnSpc>
            </a:pPr>
            <a:r>
              <a:rPr lang="ar" sz="2600" dirty="0"/>
              <a:t>إدراك الحاجة إلى المرونة</a:t>
            </a:r>
          </a:p>
          <a:p>
            <a:pPr marL="685800" rtl="1">
              <a:lnSpc>
                <a:spcPct val="90000"/>
              </a:lnSpc>
            </a:pPr>
            <a:r>
              <a:rPr lang="ar" sz="2600" dirty="0"/>
              <a:t>خلق بيئة مريحة للعمال </a:t>
            </a:r>
          </a:p>
          <a:p>
            <a:pPr marL="685800" rtl="1">
              <a:lnSpc>
                <a:spcPct val="90000"/>
              </a:lnSpc>
            </a:pPr>
            <a:r>
              <a:rPr lang="ar" sz="2600" dirty="0"/>
              <a:t>دراسة مراحل التطوير المختلفة</a:t>
            </a:r>
          </a:p>
          <a:p>
            <a:pPr marL="685800" rtl="1">
              <a:lnSpc>
                <a:spcPct val="90000"/>
              </a:lnSpc>
            </a:pPr>
            <a:r>
              <a:rPr lang="ar" sz="2600" dirty="0"/>
              <a:t>زيادة وعي القائد </a:t>
            </a:r>
          </a:p>
          <a:p>
            <a:pPr marL="685800" rtl="1">
              <a:lnSpc>
                <a:spcPct val="90000"/>
              </a:lnSpc>
            </a:pPr>
            <a:r>
              <a:rPr lang="ar" sz="2600" dirty="0"/>
              <a:t>مساعدة الفريق على العمل بشكل أفضل معًا </a:t>
            </a:r>
          </a:p>
          <a:p>
            <a:pPr marL="685800" rtl="1">
              <a:lnSpc>
                <a:spcPct val="90000"/>
              </a:lnSpc>
            </a:pPr>
            <a:r>
              <a:rPr lang="ar" sz="2600" dirty="0"/>
              <a:t>تعزيز الروتين التدريبي</a:t>
            </a:r>
          </a:p>
          <a:p>
            <a:pPr indent="0" rtl="1">
              <a:lnSpc>
                <a:spcPct val="90000"/>
              </a:lnSpc>
            </a:pPr>
            <a:endParaRPr lang="en-GB" altLang="en-US" sz="2600" dirty="0"/>
          </a:p>
          <a:p>
            <a:pPr indent="0" rtl="1">
              <a:lnSpc>
                <a:spcPct val="90000"/>
              </a:lnSpc>
            </a:pPr>
            <a:endParaRPr lang="en-GB" altLang="en-US" sz="2600" dirty="0"/>
          </a:p>
        </p:txBody>
      </p:sp>
      <p:sp>
        <p:nvSpPr>
          <p:cNvPr id="2" name="Footer Placeholder 2">
            <a:extLst>
              <a:ext uri="{FF2B5EF4-FFF2-40B4-BE49-F238E27FC236}">
                <a16:creationId xmlns:a16="http://schemas.microsoft.com/office/drawing/2014/main" id="{084E03C5-B7FD-A48F-7489-CB911C5CFB1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3300596732"/>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r>
              <a:rPr lang="ar" sz="2200" b="1" dirty="0">
                <a:solidFill>
                  <a:schemeClr val="tx2"/>
                </a:solidFill>
                <a:latin typeface="Sakkal Majalla" panose="02000000000000000000" pitchFamily="2" charset="-78"/>
                <a:cs typeface="Sakkal Majalla" panose="02000000000000000000" pitchFamily="2" charset="-78"/>
              </a:rPr>
              <a:t>أساليب الإدارة والقيادة </a:t>
            </a:r>
            <a:endParaRPr lang="en-US" altLang="en-US" sz="22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type="body" sz="half" idx="2"/>
          </p:nvPr>
        </p:nvSpPr>
        <p:spPr bwMode="auto">
          <a:xfrm>
            <a:off x="5678486" y="2132857"/>
            <a:ext cx="3008313" cy="280831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r>
              <a:rPr lang="ar" sz="2000" dirty="0">
                <a:ea typeface="Arial" charset="0"/>
              </a:rPr>
              <a:t>المزايا والعيوب المترتبة على تبني أساليب الإدارة والقيادة</a:t>
            </a:r>
          </a:p>
          <a:p>
            <a:pPr rtl="1"/>
            <a:r>
              <a:rPr lang="ar" sz="2000" dirty="0">
                <a:ea typeface="Arial" charset="0"/>
              </a:rPr>
              <a:t>للاستجابة للمواقف المختلفة:</a:t>
            </a:r>
          </a:p>
          <a:p>
            <a:pPr rtl="1"/>
            <a:endParaRPr lang="en-US" altLang="en-US" sz="2000" b="1" dirty="0">
              <a:ea typeface="Arial" charset="0"/>
            </a:endParaRPr>
          </a:p>
          <a:p>
            <a:pPr rtl="1"/>
            <a:endParaRPr lang="en-US" altLang="en-US" sz="2000" b="1" dirty="0">
              <a:ea typeface="Arial" charset="0"/>
            </a:endParaRPr>
          </a:p>
          <a:p>
            <a:pPr rtl="1"/>
            <a:endParaRPr lang="en-US" altLang="en-US" sz="2000" dirty="0">
              <a:ea typeface="Arial" charset="0"/>
            </a:endParaRPr>
          </a:p>
          <a:p>
            <a:pPr rtl="1"/>
            <a:endParaRPr lang="en-US" altLang="en-US" sz="2000" dirty="0">
              <a:ea typeface="Arial" charset="0"/>
            </a:endParaRPr>
          </a:p>
        </p:txBody>
      </p:sp>
      <p:graphicFrame>
        <p:nvGraphicFramePr>
          <p:cNvPr id="2" name="Table 2">
            <a:extLst>
              <a:ext uri="{FF2B5EF4-FFF2-40B4-BE49-F238E27FC236}">
                <a16:creationId xmlns:a16="http://schemas.microsoft.com/office/drawing/2014/main" id="{6F7348FB-50EA-AE8E-AFE3-D20E916DBF39}"/>
              </a:ext>
            </a:extLst>
          </p:cNvPr>
          <p:cNvGraphicFramePr>
            <a:graphicFrameLocks noGrp="1"/>
          </p:cNvGraphicFramePr>
          <p:nvPr>
            <p:extLst>
              <p:ext uri="{D42A27DB-BD31-4B8C-83A1-F6EECF244321}">
                <p14:modId xmlns:p14="http://schemas.microsoft.com/office/powerpoint/2010/main" val="2560967346"/>
              </p:ext>
            </p:extLst>
          </p:nvPr>
        </p:nvGraphicFramePr>
        <p:xfrm>
          <a:off x="457198" y="1671300"/>
          <a:ext cx="5111752" cy="3833198"/>
        </p:xfrm>
        <a:graphic>
          <a:graphicData uri="http://schemas.openxmlformats.org/drawingml/2006/table">
            <a:tbl>
              <a:tblPr rtl="1" firstRow="1" bandRow="1">
                <a:solidFill>
                  <a:schemeClr val="bg1"/>
                </a:solidFill>
                <a:tableStyleId>{5C22544A-7EE6-4342-B048-85BDC9FD1C3A}</a:tableStyleId>
              </a:tblPr>
              <a:tblGrid>
                <a:gridCol w="2482430">
                  <a:extLst>
                    <a:ext uri="{9D8B030D-6E8A-4147-A177-3AD203B41FA5}">
                      <a16:colId xmlns:a16="http://schemas.microsoft.com/office/drawing/2014/main" val="1122116106"/>
                    </a:ext>
                  </a:extLst>
                </a:gridCol>
                <a:gridCol w="2629322">
                  <a:extLst>
                    <a:ext uri="{9D8B030D-6E8A-4147-A177-3AD203B41FA5}">
                      <a16:colId xmlns:a16="http://schemas.microsoft.com/office/drawing/2014/main" val="1941103376"/>
                    </a:ext>
                  </a:extLst>
                </a:gridCol>
              </a:tblGrid>
              <a:tr h="430629">
                <a:tc>
                  <a:txBody>
                    <a:bodyPr/>
                    <a:lstStyle/>
                    <a:p>
                      <a:pPr rtl="1"/>
                      <a:r>
                        <a:rPr lang="ar" sz="1600" b="0" cap="none" spc="0" dirty="0">
                          <a:solidFill>
                            <a:schemeClr val="bg1"/>
                          </a:solidFill>
                          <a:latin typeface="Sakkal Majalla" panose="02000000000000000000" pitchFamily="2" charset="-78"/>
                          <a:cs typeface="Sakkal Majalla" panose="02000000000000000000" pitchFamily="2" charset="-78"/>
                        </a:rPr>
                        <a:t>المزايا</a:t>
                      </a:r>
                    </a:p>
                  </a:txBody>
                  <a:tcPr marL="118271" marR="90978" marT="90978" marB="90978"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rtl="1"/>
                      <a:r>
                        <a:rPr lang="ar" sz="1600" b="0" cap="none" spc="0" dirty="0">
                          <a:solidFill>
                            <a:schemeClr val="bg1"/>
                          </a:solidFill>
                          <a:latin typeface="Sakkal Majalla" panose="02000000000000000000" pitchFamily="2" charset="-78"/>
                          <a:cs typeface="Sakkal Majalla" panose="02000000000000000000" pitchFamily="2" charset="-78"/>
                        </a:rPr>
                        <a:t>العيوب</a:t>
                      </a:r>
                    </a:p>
                  </a:txBody>
                  <a:tcPr marL="118271" marR="90978" marT="90978" marB="90978"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4176618582"/>
                  </a:ext>
                </a:extLst>
              </a:tr>
              <a:tr h="3402569">
                <a:tc>
                  <a:txBody>
                    <a:bodyPr/>
                    <a:lstStyle/>
                    <a:p>
                      <a:pPr rtl="1"/>
                      <a:r>
                        <a:rPr lang="ar" sz="1600" cap="none" spc="0" dirty="0">
                          <a:solidFill>
                            <a:schemeClr val="tx1"/>
                          </a:solidFill>
                          <a:latin typeface="Sakkal Majalla" panose="02000000000000000000" pitchFamily="2" charset="-78"/>
                          <a:cs typeface="Sakkal Majalla" panose="02000000000000000000" pitchFamily="2" charset="-78"/>
                        </a:rPr>
                        <a:t>إدراك الحاجة إلى المرونة</a:t>
                      </a:r>
                    </a:p>
                    <a:p>
                      <a:pPr rtl="1"/>
                      <a:r>
                        <a:rPr lang="ar" sz="1600" cap="none" spc="0" dirty="0">
                          <a:solidFill>
                            <a:schemeClr val="tx1"/>
                          </a:solidFill>
                          <a:latin typeface="Sakkal Majalla" panose="02000000000000000000" pitchFamily="2" charset="-78"/>
                          <a:cs typeface="Sakkal Majalla" panose="02000000000000000000" pitchFamily="2" charset="-78"/>
                        </a:rPr>
                        <a:t>خلق بيئة مريحة للعمال </a:t>
                      </a:r>
                    </a:p>
                    <a:p>
                      <a:pPr rtl="1"/>
                      <a:r>
                        <a:rPr lang="ar" sz="1600" cap="none" spc="0" dirty="0">
                          <a:solidFill>
                            <a:schemeClr val="tx1"/>
                          </a:solidFill>
                          <a:latin typeface="Sakkal Majalla" panose="02000000000000000000" pitchFamily="2" charset="-78"/>
                          <a:cs typeface="Sakkal Majalla" panose="02000000000000000000" pitchFamily="2" charset="-78"/>
                        </a:rPr>
                        <a:t>دراسة مراحل التطوير المختلفة</a:t>
                      </a:r>
                    </a:p>
                    <a:p>
                      <a:pPr rtl="1"/>
                      <a:r>
                        <a:rPr lang="ar" sz="1600" cap="none" spc="0" dirty="0">
                          <a:solidFill>
                            <a:schemeClr val="tx1"/>
                          </a:solidFill>
                          <a:latin typeface="Sakkal Majalla" panose="02000000000000000000" pitchFamily="2" charset="-78"/>
                          <a:cs typeface="Sakkal Majalla" panose="02000000000000000000" pitchFamily="2" charset="-78"/>
                        </a:rPr>
                        <a:t>زيادة وعي القائد </a:t>
                      </a:r>
                    </a:p>
                    <a:p>
                      <a:pPr rtl="1"/>
                      <a:r>
                        <a:rPr lang="ar" sz="1600" cap="none" spc="0" dirty="0">
                          <a:solidFill>
                            <a:schemeClr val="tx1"/>
                          </a:solidFill>
                          <a:latin typeface="Sakkal Majalla" panose="02000000000000000000" pitchFamily="2" charset="-78"/>
                          <a:cs typeface="Sakkal Majalla" panose="02000000000000000000" pitchFamily="2" charset="-78"/>
                        </a:rPr>
                        <a:t>مساعدة الفريق على العمل </a:t>
                      </a:r>
                      <a:br>
                        <a:rPr lang="en-US" sz="1600" cap="none" spc="0" dirty="0">
                          <a:solidFill>
                            <a:schemeClr val="tx1"/>
                          </a:solidFill>
                          <a:latin typeface="Sakkal Majalla" panose="02000000000000000000" pitchFamily="2" charset="-78"/>
                          <a:cs typeface="Sakkal Majalla" panose="02000000000000000000" pitchFamily="2" charset="-78"/>
                        </a:rPr>
                      </a:br>
                      <a:r>
                        <a:rPr lang="ar" sz="1600" cap="none" spc="0" dirty="0">
                          <a:solidFill>
                            <a:schemeClr val="tx1"/>
                          </a:solidFill>
                          <a:latin typeface="Sakkal Majalla" panose="02000000000000000000" pitchFamily="2" charset="-78"/>
                          <a:cs typeface="Sakkal Majalla" panose="02000000000000000000" pitchFamily="2" charset="-78"/>
                        </a:rPr>
                        <a:t>بشكل أفضل معًا </a:t>
                      </a:r>
                    </a:p>
                    <a:p>
                      <a:pPr rtl="1"/>
                      <a:r>
                        <a:rPr lang="ar" sz="1600" cap="none" spc="0" dirty="0">
                          <a:solidFill>
                            <a:schemeClr val="tx1"/>
                          </a:solidFill>
                          <a:latin typeface="Sakkal Majalla" panose="02000000000000000000" pitchFamily="2" charset="-78"/>
                          <a:cs typeface="Sakkal Majalla" panose="02000000000000000000" pitchFamily="2" charset="-78"/>
                        </a:rPr>
                        <a:t>تعزيز الروتين التدريبي.</a:t>
                      </a:r>
                    </a:p>
                    <a:p>
                      <a:pPr rtl="1"/>
                      <a:endParaRPr lang="en-GB" sz="1600" cap="none" spc="0" dirty="0">
                        <a:solidFill>
                          <a:schemeClr val="tx1"/>
                        </a:solidFill>
                        <a:latin typeface="Sakkal Majalla" panose="02000000000000000000" pitchFamily="2" charset="-78"/>
                        <a:cs typeface="Sakkal Majalla" panose="02000000000000000000" pitchFamily="2" charset="-78"/>
                      </a:endParaRPr>
                    </a:p>
                  </a:txBody>
                  <a:tcPr marL="118271" marR="90978" marT="90978" marB="90978">
                    <a:lnL w="19050" cap="flat" cmpd="sng" algn="ctr">
                      <a:solidFill>
                        <a:schemeClr val="tx1"/>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tc>
                  <a:txBody>
                    <a:bodyPr/>
                    <a:lstStyle/>
                    <a:p>
                      <a:pPr rtl="1"/>
                      <a:r>
                        <a:rPr lang="ar" sz="1600" cap="none" spc="0" dirty="0">
                          <a:solidFill>
                            <a:schemeClr val="tx1"/>
                          </a:solidFill>
                          <a:latin typeface="Sakkal Majalla" panose="02000000000000000000" pitchFamily="2" charset="-78"/>
                          <a:cs typeface="Sakkal Majalla" panose="02000000000000000000" pitchFamily="2" charset="-78"/>
                        </a:rPr>
                        <a:t>التركيز على الاحتياجات الفورية أكثر من الاحتياجات طويلة الأجل</a:t>
                      </a:r>
                    </a:p>
                    <a:p>
                      <a:pPr rtl="1"/>
                      <a:r>
                        <a:rPr lang="ar" sz="1600" cap="none" spc="0" dirty="0">
                          <a:solidFill>
                            <a:schemeClr val="tx1"/>
                          </a:solidFill>
                          <a:latin typeface="Sakkal Majalla" panose="02000000000000000000" pitchFamily="2" charset="-78"/>
                          <a:cs typeface="Sakkal Majalla" panose="02000000000000000000" pitchFamily="2" charset="-78"/>
                        </a:rPr>
                        <a:t>إمكانية انعدام الفعالية في البيئات الموجهة نحو المهام</a:t>
                      </a:r>
                    </a:p>
                    <a:p>
                      <a:pPr rtl="1"/>
                      <a:r>
                        <a:rPr lang="ar" sz="1600" cap="none" spc="0" dirty="0">
                          <a:solidFill>
                            <a:schemeClr val="tx1"/>
                          </a:solidFill>
                          <a:latin typeface="Sakkal Majalla" panose="02000000000000000000" pitchFamily="2" charset="-78"/>
                          <a:cs typeface="Sakkal Majalla" panose="02000000000000000000" pitchFamily="2" charset="-78"/>
                        </a:rPr>
                        <a:t>قد يصعب تعريف النضج</a:t>
                      </a:r>
                    </a:p>
                    <a:p>
                      <a:pPr rtl="1"/>
                      <a:r>
                        <a:rPr lang="ar" sz="1600" cap="none" spc="0" dirty="0">
                          <a:solidFill>
                            <a:schemeClr val="tx1"/>
                          </a:solidFill>
                          <a:latin typeface="Sakkal Majalla" panose="02000000000000000000" pitchFamily="2" charset="-78"/>
                          <a:cs typeface="Sakkal Majalla" panose="02000000000000000000" pitchFamily="2" charset="-78"/>
                        </a:rPr>
                        <a:t>عدم توفير معلومات كافية لبعض القادة</a:t>
                      </a:r>
                    </a:p>
                    <a:p>
                      <a:pPr rtl="1"/>
                      <a:r>
                        <a:rPr lang="ar" sz="1600" cap="none" spc="0" dirty="0">
                          <a:solidFill>
                            <a:schemeClr val="tx1"/>
                          </a:solidFill>
                          <a:latin typeface="Sakkal Majalla" panose="02000000000000000000" pitchFamily="2" charset="-78"/>
                          <a:cs typeface="Sakkal Majalla" panose="02000000000000000000" pitchFamily="2" charset="-78"/>
                        </a:rPr>
                        <a:t>الاعتماد على مستوى مهارة القائد</a:t>
                      </a:r>
                    </a:p>
                    <a:p>
                      <a:pPr rtl="1"/>
                      <a:r>
                        <a:rPr lang="ar" sz="1600" cap="none" spc="0" dirty="0">
                          <a:solidFill>
                            <a:schemeClr val="tx1"/>
                          </a:solidFill>
                          <a:latin typeface="Sakkal Majalla" panose="02000000000000000000" pitchFamily="2" charset="-78"/>
                          <a:cs typeface="Sakkal Majalla" panose="02000000000000000000" pitchFamily="2" charset="-78"/>
                        </a:rPr>
                        <a:t>خلق تبعية مؤسسية</a:t>
                      </a:r>
                    </a:p>
                    <a:p>
                      <a:pPr rtl="1"/>
                      <a:r>
                        <a:rPr lang="ar" sz="1600" cap="none" spc="0" dirty="0">
                          <a:solidFill>
                            <a:schemeClr val="tx1"/>
                          </a:solidFill>
                          <a:latin typeface="Sakkal Majalla" panose="02000000000000000000" pitchFamily="2" charset="-78"/>
                          <a:cs typeface="Sakkal Majalla" panose="02000000000000000000" pitchFamily="2" charset="-78"/>
                        </a:rPr>
                        <a:t>إمكانية حدوث ارتباك في المنظمة التجارية</a:t>
                      </a:r>
                    </a:p>
                    <a:p>
                      <a:pPr rtl="1"/>
                      <a:endParaRPr lang="en-GB" sz="1600" cap="none" spc="0" dirty="0">
                        <a:solidFill>
                          <a:schemeClr val="tx1"/>
                        </a:solidFill>
                        <a:latin typeface="Sakkal Majalla" panose="02000000000000000000" pitchFamily="2" charset="-78"/>
                        <a:cs typeface="Sakkal Majalla" panose="02000000000000000000" pitchFamily="2" charset="-78"/>
                      </a:endParaRPr>
                    </a:p>
                  </a:txBody>
                  <a:tcPr marL="118271" marR="90978" marT="90978" marB="90978">
                    <a:lnL w="19050" cap="flat" cmpd="sng" algn="ctr">
                      <a:solidFill>
                        <a:schemeClr val="tx1"/>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4258895533"/>
                  </a:ext>
                </a:extLst>
              </a:tr>
            </a:tbl>
          </a:graphicData>
        </a:graphic>
      </p:graphicFrame>
      <p:sp>
        <p:nvSpPr>
          <p:cNvPr id="3" name="Footer Placeholder 2">
            <a:extLst>
              <a:ext uri="{FF2B5EF4-FFF2-40B4-BE49-F238E27FC236}">
                <a16:creationId xmlns:a16="http://schemas.microsoft.com/office/drawing/2014/main" id="{D2C753A4-4F45-137B-2721-6549FA3C0F1C}"/>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2247142844"/>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900" b="1" dirty="0">
                <a:solidFill>
                  <a:schemeClr val="tx2"/>
                </a:solidFill>
                <a:latin typeface="Sakkal Majalla" panose="02000000000000000000" pitchFamily="2" charset="-78"/>
                <a:cs typeface="Sakkal Majalla" panose="02000000000000000000" pitchFamily="2" charset="-78"/>
              </a:rPr>
              <a:t>أساليب الإدارة والقيادة </a:t>
            </a:r>
            <a:endParaRPr lang="en-US" altLang="en-US" sz="39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marL="0" indent="0" rtl="1">
              <a:lnSpc>
                <a:spcPct val="90000"/>
              </a:lnSpc>
              <a:buNone/>
            </a:pPr>
            <a:r>
              <a:rPr lang="ar" sz="2600" b="1" dirty="0"/>
              <a:t>مهارات الإدارة والقيادة</a:t>
            </a:r>
          </a:p>
          <a:p>
            <a:pPr indent="0" rtl="1">
              <a:lnSpc>
                <a:spcPct val="90000"/>
              </a:lnSpc>
            </a:pPr>
            <a:endParaRPr lang="en-GB" sz="2600" dirty="0"/>
          </a:p>
          <a:p>
            <a:pPr marL="685800" rtl="1">
              <a:lnSpc>
                <a:spcPct val="90000"/>
              </a:lnSpc>
            </a:pPr>
            <a:r>
              <a:rPr lang="ar" sz="2600" dirty="0"/>
              <a:t>تحديد الأهداف </a:t>
            </a:r>
          </a:p>
          <a:p>
            <a:pPr marL="685800" rtl="1">
              <a:lnSpc>
                <a:spcPct val="90000"/>
              </a:lnSpc>
            </a:pPr>
            <a:r>
              <a:rPr lang="ar" sz="2600" dirty="0"/>
              <a:t>التحفيز </a:t>
            </a:r>
          </a:p>
          <a:p>
            <a:pPr marL="685800" rtl="1">
              <a:lnSpc>
                <a:spcPct val="90000"/>
              </a:lnSpc>
            </a:pPr>
            <a:r>
              <a:rPr lang="ar" sz="2600" dirty="0"/>
              <a:t>اتخاذ القرار </a:t>
            </a:r>
          </a:p>
          <a:p>
            <a:pPr marL="685800" rtl="1">
              <a:lnSpc>
                <a:spcPct val="90000"/>
              </a:lnSpc>
            </a:pPr>
            <a:r>
              <a:rPr lang="ar" sz="2600" dirty="0"/>
              <a:t>بناء الفريق </a:t>
            </a:r>
          </a:p>
          <a:p>
            <a:pPr marL="685800" rtl="1">
              <a:lnSpc>
                <a:spcPct val="90000"/>
              </a:lnSpc>
            </a:pPr>
            <a:r>
              <a:rPr lang="ar" sz="2600" dirty="0"/>
              <a:t>القيادة بالقدوة </a:t>
            </a:r>
          </a:p>
          <a:p>
            <a:pPr marL="685800" rtl="1">
              <a:lnSpc>
                <a:spcPct val="90000"/>
              </a:lnSpc>
            </a:pPr>
            <a:r>
              <a:rPr lang="ar" sz="2600" dirty="0"/>
              <a:t>استخدام الذكاء العاطفي </a:t>
            </a:r>
          </a:p>
          <a:p>
            <a:pPr marL="685800" rtl="1">
              <a:lnSpc>
                <a:spcPct val="90000"/>
              </a:lnSpc>
            </a:pPr>
            <a:r>
              <a:rPr lang="ar" sz="2600" dirty="0"/>
              <a:t>الاستشارات</a:t>
            </a:r>
            <a:endParaRPr lang="en-GB" altLang="en-US" sz="2600" b="1" dirty="0"/>
          </a:p>
        </p:txBody>
      </p:sp>
      <p:sp>
        <p:nvSpPr>
          <p:cNvPr id="2" name="Footer Placeholder 2">
            <a:extLst>
              <a:ext uri="{FF2B5EF4-FFF2-40B4-BE49-F238E27FC236}">
                <a16:creationId xmlns:a16="http://schemas.microsoft.com/office/drawing/2014/main" id="{78083B76-780A-EF90-7175-B77157F1FD6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2903351651"/>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9732" y="2348880"/>
            <a:ext cx="82087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أهداف ذكية</a:t>
            </a:r>
          </a:p>
          <a:p>
            <a:pPr indent="0" rtl="1">
              <a:buNone/>
            </a:pPr>
            <a:r>
              <a:rPr lang="ar" sz="4200" b="1" dirty="0"/>
              <a:t>محددة</a:t>
            </a:r>
          </a:p>
          <a:p>
            <a:pPr indent="0" rtl="1">
              <a:buNone/>
            </a:pPr>
            <a:r>
              <a:rPr lang="ar" sz="4200" b="1" dirty="0"/>
              <a:t>يُمكن قياسها</a:t>
            </a:r>
          </a:p>
          <a:p>
            <a:pPr indent="0" rtl="1">
              <a:buNone/>
            </a:pPr>
            <a:r>
              <a:rPr lang="ar" sz="4200" b="1"/>
              <a:t>يُمكن </a:t>
            </a:r>
            <a:r>
              <a:rPr lang="ar" sz="4200" b="1" dirty="0"/>
              <a:t>تحقيقها</a:t>
            </a:r>
            <a:endParaRPr lang="en-US" sz="4200" b="1" dirty="0"/>
          </a:p>
          <a:p>
            <a:pPr indent="0" rtl="1">
              <a:buNone/>
            </a:pPr>
            <a:r>
              <a:rPr lang="ar" sz="4200" b="1" dirty="0"/>
              <a:t>واقعية</a:t>
            </a:r>
          </a:p>
          <a:p>
            <a:pPr indent="0" rtl="1">
              <a:buNone/>
            </a:pPr>
            <a:r>
              <a:rPr lang="ar" sz="4200" b="1" dirty="0"/>
              <a:t>محددة زمنيًّا</a:t>
            </a:r>
            <a:endParaRPr lang="en-GB" sz="4200" b="1" dirty="0"/>
          </a:p>
          <a:p>
            <a:pPr indent="0" rtl="1">
              <a:buNone/>
            </a:pPr>
            <a:endParaRPr lang="en-GB" b="1" dirty="0"/>
          </a:p>
          <a:p>
            <a:pPr indent="0" rtl="1">
              <a:buNone/>
            </a:pPr>
            <a:endParaRPr lang="en-GB"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أساليب الإدارة والقيادة </a:t>
            </a:r>
            <a:endParaRPr lang="en-GB" altLang="en-US" sz="3800" b="1" dirty="0">
              <a:latin typeface="Sakkal Majalla" panose="02000000000000000000" pitchFamily="2" charset="-78"/>
              <a:cs typeface="Sakkal Majalla" panose="02000000000000000000" pitchFamily="2" charset="-78"/>
            </a:endParaRPr>
          </a:p>
        </p:txBody>
      </p:sp>
      <p:pic>
        <p:nvPicPr>
          <p:cNvPr id="4" name="Picture 3">
            <a:extLst>
              <a:ext uri="{FF2B5EF4-FFF2-40B4-BE49-F238E27FC236}">
                <a16:creationId xmlns:a16="http://schemas.microsoft.com/office/drawing/2014/main" id="{2C4ACD7D-CFD1-C147-744E-839D46DB7E1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82960" y="2636912"/>
            <a:ext cx="3284984" cy="3284984"/>
          </a:xfrm>
          <a:prstGeom prst="rect">
            <a:avLst/>
          </a:prstGeom>
        </p:spPr>
      </p:pic>
      <p:sp>
        <p:nvSpPr>
          <p:cNvPr id="2" name="Footer Placeholder 2">
            <a:extLst>
              <a:ext uri="{FF2B5EF4-FFF2-40B4-BE49-F238E27FC236}">
                <a16:creationId xmlns:a16="http://schemas.microsoft.com/office/drawing/2014/main" id="{A710C9F5-7E9F-1408-8759-F24A603C444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3215217644"/>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39750" y="144859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800" dirty="0"/>
              <a:t>نتاج التعلم ج</a:t>
            </a:r>
            <a:br>
              <a:rPr lang="en-US" altLang="en-US" sz="2400" dirty="0"/>
            </a:br>
            <a:br>
              <a:rPr lang="en-US" altLang="en-US" sz="2400" dirty="0"/>
            </a:br>
            <a:endParaRPr lang="en-GB" altLang="en-US" sz="3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58813" y="2278142"/>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إعداد مقترحات لتحسين الأعمال لتلبية احتياجات أصحاب المصالح في سياقات عمل معينة</a:t>
            </a:r>
            <a:endParaRPr lang="en-GB" altLang="en-US" sz="2600" b="1" dirty="0">
              <a:highlight>
                <a:srgbClr val="FFFF00"/>
              </a:highlight>
              <a:latin typeface="Sakkal Majalla" panose="02000000000000000000" pitchFamily="2" charset="-78"/>
              <a:cs typeface="Sakkal Majalla" panose="02000000000000000000" pitchFamily="2" charset="-78"/>
            </a:endParaRPr>
          </a:p>
        </p:txBody>
      </p:sp>
      <p:pic>
        <p:nvPicPr>
          <p:cNvPr id="4" name="Picture 3" descr="A person pointing at a whiteboard&#10;&#10;Description automatically generated">
            <a:extLst>
              <a:ext uri="{FF2B5EF4-FFF2-40B4-BE49-F238E27FC236}">
                <a16:creationId xmlns:a16="http://schemas.microsoft.com/office/drawing/2014/main" id="{DAE0DAC5-EE7B-73F7-E97F-25777BA1DAA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51805" y="3429000"/>
            <a:ext cx="4324451" cy="2880320"/>
          </a:xfrm>
          <a:prstGeom prst="rect">
            <a:avLst/>
          </a:prstGeom>
        </p:spPr>
      </p:pic>
      <p:sp>
        <p:nvSpPr>
          <p:cNvPr id="2" name="Footer Placeholder 2">
            <a:extLst>
              <a:ext uri="{FF2B5EF4-FFF2-40B4-BE49-F238E27FC236}">
                <a16:creationId xmlns:a16="http://schemas.microsoft.com/office/drawing/2014/main" id="{7C7FE7B1-A744-DF9A-7A8A-D222519CBD9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إدارة التغيير </a:t>
            </a:r>
            <a:endParaRPr lang="en-US" altLang="en-US" sz="46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buNone/>
            </a:pPr>
            <a:r>
              <a:rPr lang="ar" sz="2600" b="1" dirty="0"/>
              <a:t>السمات الرئيسة لإدارة التغيير وكيفية تأثيرها في نمو الشركات ونجاحها</a:t>
            </a:r>
          </a:p>
          <a:p>
            <a:pPr marL="0" indent="0" rtl="1">
              <a:buNone/>
            </a:pPr>
            <a:r>
              <a:rPr lang="ar" sz="2600" dirty="0"/>
              <a:t>"ربما يكون التحدي الأصعب لأي منظمة تجارية وموظفيها هو القدرة على إدارة التغيير، إذا يقاوم العديد من الأشخاص والمنظمات التغيير أو الأفكار الجديدة بشدة. ربما تعرف شخصًا بهذه الصفات، أو ربما أنت نفسك كذلك".</a:t>
            </a:r>
          </a:p>
          <a:p>
            <a:pPr marL="0" indent="0" rtl="1">
              <a:buNone/>
            </a:pPr>
            <a:endParaRPr lang="en-GB" altLang="en-US" i="1" dirty="0"/>
          </a:p>
          <a:p>
            <a:pPr marL="0" indent="0" rtl="1">
              <a:buNone/>
            </a:pPr>
            <a:r>
              <a:rPr lang="ar" sz="1700" i="1" dirty="0"/>
              <a:t>راجع الجزء 6.34 في الوحدة 6: فصل مبادئ الإدارة في كتاب الطالب</a:t>
            </a:r>
            <a:endParaRPr lang="en-GB" altLang="en-US" sz="1700" dirty="0"/>
          </a:p>
        </p:txBody>
      </p:sp>
      <p:sp>
        <p:nvSpPr>
          <p:cNvPr id="2" name="Footer Placeholder 2">
            <a:extLst>
              <a:ext uri="{FF2B5EF4-FFF2-40B4-BE49-F238E27FC236}">
                <a16:creationId xmlns:a16="http://schemas.microsoft.com/office/drawing/2014/main" id="{8D8D4B02-ECA9-F986-AEC8-DB7C03DC144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3837474141"/>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إدارة التغيير </a:t>
            </a:r>
            <a:endParaRPr lang="en-US" altLang="en-US" sz="46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lnSpc>
                <a:spcPct val="90000"/>
              </a:lnSpc>
              <a:buNone/>
            </a:pPr>
            <a:r>
              <a:rPr lang="ar" b="1" dirty="0"/>
              <a:t>العوامل المؤثرة في التغيير داخل الشركة </a:t>
            </a:r>
          </a:p>
          <a:p>
            <a:pPr indent="0" rtl="1">
              <a:lnSpc>
                <a:spcPct val="90000"/>
              </a:lnSpc>
              <a:buNone/>
            </a:pPr>
            <a:r>
              <a:rPr lang="ar" b="1" dirty="0"/>
              <a:t>من داخل المنشأة التجارية (الشركة):</a:t>
            </a:r>
          </a:p>
          <a:p>
            <a:pPr marL="685800" rtl="1">
              <a:lnSpc>
                <a:spcPct val="90000"/>
              </a:lnSpc>
            </a:pPr>
            <a:r>
              <a:rPr lang="ar" dirty="0"/>
              <a:t>تنفيذ التكنولوجيا الجديدة </a:t>
            </a:r>
          </a:p>
          <a:p>
            <a:pPr marL="685800" rtl="1">
              <a:lnSpc>
                <a:spcPct val="90000"/>
              </a:lnSpc>
            </a:pPr>
            <a:r>
              <a:rPr lang="ar" dirty="0"/>
              <a:t>ضعف القيادة أو القرارات الإدارية </a:t>
            </a:r>
          </a:p>
          <a:p>
            <a:pPr marL="685800" rtl="1">
              <a:lnSpc>
                <a:spcPct val="90000"/>
              </a:lnSpc>
            </a:pPr>
            <a:r>
              <a:rPr lang="ar" dirty="0"/>
              <a:t>طلب مهارات جديدة </a:t>
            </a:r>
          </a:p>
          <a:p>
            <a:pPr marL="685800" rtl="1">
              <a:lnSpc>
                <a:spcPct val="90000"/>
              </a:lnSpc>
            </a:pPr>
            <a:r>
              <a:rPr lang="ar" dirty="0"/>
              <a:t>التغييرات في هيكل المنظمة </a:t>
            </a:r>
          </a:p>
          <a:p>
            <a:pPr marL="685800" rtl="1">
              <a:lnSpc>
                <a:spcPct val="90000"/>
              </a:lnSpc>
            </a:pPr>
            <a:r>
              <a:rPr lang="ar" dirty="0"/>
              <a:t>إغلاق الفروع والشركات التابعة  </a:t>
            </a:r>
          </a:p>
          <a:p>
            <a:pPr marL="685800" rtl="1">
              <a:lnSpc>
                <a:spcPct val="90000"/>
              </a:lnSpc>
            </a:pPr>
            <a:r>
              <a:rPr lang="ar" dirty="0"/>
              <a:t>البحث عن طرق ووسائل بديلة للتصنيع والإنتاج </a:t>
            </a:r>
          </a:p>
          <a:p>
            <a:pPr marL="685800" rtl="1">
              <a:lnSpc>
                <a:spcPct val="90000"/>
              </a:lnSpc>
            </a:pPr>
            <a:r>
              <a:rPr lang="ar" dirty="0"/>
              <a:t>تحول ثقافي بسبب القيادة الجديدة</a:t>
            </a:r>
          </a:p>
        </p:txBody>
      </p:sp>
      <p:sp>
        <p:nvSpPr>
          <p:cNvPr id="2" name="Footer Placeholder 2">
            <a:extLst>
              <a:ext uri="{FF2B5EF4-FFF2-40B4-BE49-F238E27FC236}">
                <a16:creationId xmlns:a16="http://schemas.microsoft.com/office/drawing/2014/main" id="{80CC0C7C-F766-3832-3EF9-5144E800CBF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1307717009"/>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9732" y="2348880"/>
            <a:ext cx="82087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العوامل المؤثرة في التغيير داخل الشركة </a:t>
            </a:r>
          </a:p>
          <a:p>
            <a:pPr indent="0" rtl="1">
              <a:buNone/>
            </a:pPr>
            <a:r>
              <a:rPr lang="ar" sz="2600" b="1" dirty="0"/>
              <a:t>من خارج المنشأة التجارية (الشركة):</a:t>
            </a:r>
          </a:p>
          <a:p>
            <a:pPr indent="0" rtl="1">
              <a:buNone/>
            </a:pPr>
            <a:endParaRPr lang="en-GB" altLang="en-US" b="1" dirty="0"/>
          </a:p>
          <a:p>
            <a:pPr marL="800100" indent="-457200" rtl="1">
              <a:buFont typeface="Wingdings" panose="05000000000000000000" pitchFamily="2" charset="2"/>
              <a:buChar char=""/>
            </a:pPr>
            <a:r>
              <a:rPr lang="ar" sz="2600" dirty="0"/>
              <a:t>الجانب السياسي</a:t>
            </a:r>
          </a:p>
          <a:p>
            <a:pPr marL="800100" indent="-457200" rtl="1">
              <a:buFont typeface="Wingdings" panose="05000000000000000000" pitchFamily="2" charset="2"/>
              <a:buChar char=""/>
            </a:pPr>
            <a:r>
              <a:rPr lang="ar" sz="2600" dirty="0"/>
              <a:t>الجانب الاقتصادي</a:t>
            </a:r>
          </a:p>
          <a:p>
            <a:pPr marL="800100" indent="-457200" rtl="1">
              <a:buFont typeface="Wingdings" panose="05000000000000000000" pitchFamily="2" charset="2"/>
              <a:buChar char=""/>
            </a:pPr>
            <a:r>
              <a:rPr lang="ar" sz="2600" dirty="0"/>
              <a:t>الجانب الاجتماعي</a:t>
            </a:r>
          </a:p>
          <a:p>
            <a:pPr marL="800100" indent="-457200" rtl="1">
              <a:buFont typeface="Wingdings" panose="05000000000000000000" pitchFamily="2" charset="2"/>
              <a:buChar char=""/>
            </a:pPr>
            <a:r>
              <a:rPr lang="ar" sz="2600" dirty="0"/>
              <a:t>التكنولوجية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إدارة التغيير </a:t>
            </a:r>
            <a:endParaRPr lang="en-GB" altLang="en-US" sz="3800" b="1" dirty="0">
              <a:latin typeface="Sakkal Majalla" panose="02000000000000000000" pitchFamily="2" charset="-78"/>
              <a:cs typeface="Sakkal Majalla" panose="02000000000000000000" pitchFamily="2" charset="-78"/>
            </a:endParaRPr>
          </a:p>
        </p:txBody>
      </p:sp>
      <p:pic>
        <p:nvPicPr>
          <p:cNvPr id="4" name="Picture 3" descr="A balance scale with people and money&#10;&#10;Description automatically generated with medium confidence">
            <a:extLst>
              <a:ext uri="{FF2B5EF4-FFF2-40B4-BE49-F238E27FC236}">
                <a16:creationId xmlns:a16="http://schemas.microsoft.com/office/drawing/2014/main" id="{4D28631F-79CD-5DEE-BFA8-AC77D251BD1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16024" y="3501008"/>
            <a:ext cx="5436096" cy="2718048"/>
          </a:xfrm>
          <a:prstGeom prst="rect">
            <a:avLst/>
          </a:prstGeom>
        </p:spPr>
      </p:pic>
      <p:sp>
        <p:nvSpPr>
          <p:cNvPr id="2" name="Footer Placeholder 2">
            <a:extLst>
              <a:ext uri="{FF2B5EF4-FFF2-40B4-BE49-F238E27FC236}">
                <a16:creationId xmlns:a16="http://schemas.microsoft.com/office/drawing/2014/main" id="{5278EDE0-8346-92AE-A285-D94ED5BD75F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2657115551"/>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9732" y="2348880"/>
            <a:ext cx="82087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السمات الرئيسة لإدارة التغيير وكيفية تأثيرها في نمو الشركات ونجاحها</a:t>
            </a:r>
          </a:p>
          <a:p>
            <a:pPr indent="0" rtl="1">
              <a:buNone/>
            </a:pPr>
            <a:endParaRPr lang="en-GB" sz="2600" b="1" dirty="0"/>
          </a:p>
          <a:p>
            <a:pPr marL="800100" indent="-457200" rtl="1">
              <a:buFont typeface="Wingdings" panose="05000000000000000000" pitchFamily="2" charset="2"/>
              <a:buChar char=""/>
            </a:pPr>
            <a:r>
              <a:rPr lang="ar" sz="2600" dirty="0"/>
              <a:t>السمات الرئيسة لإدارة التغيير وكيفية تأثيرها في نمو الشركات ونجاحها</a:t>
            </a:r>
          </a:p>
          <a:p>
            <a:pPr marL="800100" indent="-457200" rtl="1">
              <a:buFont typeface="Wingdings" panose="05000000000000000000" pitchFamily="2" charset="2"/>
              <a:buChar char=""/>
            </a:pPr>
            <a:r>
              <a:rPr lang="ar" sz="2600" dirty="0"/>
              <a:t>العمل الذي تتطلبه وظيفة التخطيط الإداري لضمان جريان التغييرات بسلاسة. </a:t>
            </a:r>
            <a:endParaRPr lang="en-GB" altLang="en-US" sz="26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إدارة التغيير </a:t>
            </a: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7E778B1-C6EE-E1C8-7479-788C2F0BA09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1220068802"/>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9732" y="2132856"/>
            <a:ext cx="8208712" cy="47251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ضرورة إدارة التغيير من أجل استمرار الأعمال التجارية ونجاحها</a:t>
            </a:r>
          </a:p>
          <a:p>
            <a:pPr indent="0" rtl="1">
              <a:buNone/>
            </a:pPr>
            <a:endParaRPr lang="en-GB" sz="2600" b="1" dirty="0"/>
          </a:p>
          <a:p>
            <a:pPr indent="0" rtl="1">
              <a:buNone/>
            </a:pPr>
            <a:r>
              <a:rPr lang="ar" sz="2600" b="1" dirty="0"/>
              <a:t>نموذج لوين المكون من 3 مراحل للتغيير التنظيمي</a:t>
            </a:r>
          </a:p>
          <a:p>
            <a:pPr indent="0" rtl="1">
              <a:buNone/>
            </a:pPr>
            <a:endParaRPr lang="en-GB" altLang="en-US" sz="2600" b="1" dirty="0"/>
          </a:p>
          <a:p>
            <a:pPr indent="0" rtl="1">
              <a:buNone/>
            </a:pPr>
            <a:endParaRPr lang="en-GB" altLang="en-US" sz="2600" b="1" dirty="0"/>
          </a:p>
          <a:p>
            <a:pPr indent="0" rtl="1">
              <a:buNone/>
            </a:pPr>
            <a:r>
              <a:rPr lang="ar" sz="2600" b="1" dirty="0"/>
              <a:t>مراحل التحويل الثلاثة لشين</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32637"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إدارة التغيير </a:t>
            </a:r>
            <a:endParaRPr lang="en-GB" altLang="en-US" sz="3800" b="1" dirty="0">
              <a:latin typeface="Sakkal Majalla" panose="02000000000000000000" pitchFamily="2" charset="-78"/>
              <a:cs typeface="Sakkal Majalla" panose="02000000000000000000" pitchFamily="2" charset="-78"/>
            </a:endParaRPr>
          </a:p>
        </p:txBody>
      </p:sp>
      <p:sp>
        <p:nvSpPr>
          <p:cNvPr id="14" name="Rounded Rectangle 13"/>
          <p:cNvSpPr/>
          <p:nvPr/>
        </p:nvSpPr>
        <p:spPr>
          <a:xfrm>
            <a:off x="6732240" y="3633968"/>
            <a:ext cx="1800200" cy="6591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 b="1" dirty="0">
                <a:latin typeface="Sakkal Majalla" panose="02000000000000000000" pitchFamily="2" charset="-78"/>
              </a:rPr>
              <a:t>إلغاء التجميد</a:t>
            </a:r>
          </a:p>
        </p:txBody>
      </p:sp>
      <p:sp>
        <p:nvSpPr>
          <p:cNvPr id="18" name="Rounded Rectangle 17"/>
          <p:cNvSpPr/>
          <p:nvPr/>
        </p:nvSpPr>
        <p:spPr>
          <a:xfrm>
            <a:off x="6759333" y="3647144"/>
            <a:ext cx="1800200" cy="6591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 sz="2000" b="1" dirty="0">
                <a:latin typeface="Sakkal Majalla" panose="02000000000000000000" pitchFamily="2" charset="-78"/>
                <a:cs typeface="Sakkal Majalla" panose="02000000000000000000" pitchFamily="2" charset="-78"/>
              </a:rPr>
              <a:t>إلغاء التجميد</a:t>
            </a:r>
          </a:p>
        </p:txBody>
      </p:sp>
      <p:sp>
        <p:nvSpPr>
          <p:cNvPr id="19" name="Rounded Rectangle 18"/>
          <p:cNvSpPr/>
          <p:nvPr/>
        </p:nvSpPr>
        <p:spPr>
          <a:xfrm>
            <a:off x="3863988" y="3633968"/>
            <a:ext cx="1800200" cy="6591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 sz="2000" b="1" dirty="0">
                <a:latin typeface="Sakkal Majalla" panose="02000000000000000000" pitchFamily="2" charset="-78"/>
                <a:cs typeface="Sakkal Majalla" panose="02000000000000000000" pitchFamily="2" charset="-78"/>
              </a:rPr>
              <a:t>التغيير</a:t>
            </a:r>
          </a:p>
          <a:p>
            <a:pPr algn="ctr" rtl="1"/>
            <a:r>
              <a:rPr lang="ar" sz="2000" b="1" dirty="0">
                <a:latin typeface="Sakkal Majalla" panose="02000000000000000000" pitchFamily="2" charset="-78"/>
                <a:cs typeface="Sakkal Majalla" panose="02000000000000000000" pitchFamily="2" charset="-78"/>
              </a:rPr>
              <a:t>(المرحلة الانتقالية)</a:t>
            </a:r>
          </a:p>
        </p:txBody>
      </p:sp>
      <p:sp>
        <p:nvSpPr>
          <p:cNvPr id="20" name="Rounded Rectangle 19"/>
          <p:cNvSpPr/>
          <p:nvPr/>
        </p:nvSpPr>
        <p:spPr>
          <a:xfrm>
            <a:off x="1026897" y="3647144"/>
            <a:ext cx="1800200" cy="6591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 sz="2000" b="1" dirty="0">
                <a:latin typeface="Sakkal Majalla" panose="02000000000000000000" pitchFamily="2" charset="-78"/>
                <a:cs typeface="Sakkal Majalla" panose="02000000000000000000" pitchFamily="2" charset="-78"/>
              </a:rPr>
              <a:t>التجمد</a:t>
            </a:r>
          </a:p>
          <a:p>
            <a:pPr algn="ctr" rtl="1"/>
            <a:r>
              <a:rPr lang="ar" sz="2000" b="1" dirty="0">
                <a:latin typeface="Sakkal Majalla" panose="02000000000000000000" pitchFamily="2" charset="-78"/>
                <a:cs typeface="Sakkal Majalla" panose="02000000000000000000" pitchFamily="2" charset="-78"/>
              </a:rPr>
              <a:t>(إعادة التجميد)</a:t>
            </a:r>
          </a:p>
        </p:txBody>
      </p:sp>
      <p:sp>
        <p:nvSpPr>
          <p:cNvPr id="17" name="Right Arrow 16"/>
          <p:cNvSpPr/>
          <p:nvPr/>
        </p:nvSpPr>
        <p:spPr>
          <a:xfrm flipH="1">
            <a:off x="5681967" y="3721216"/>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en-GB" dirty="0">
              <a:latin typeface="Sakkal Majalla" panose="02000000000000000000" pitchFamily="2" charset="-78"/>
            </a:endParaRPr>
          </a:p>
        </p:txBody>
      </p:sp>
      <p:sp>
        <p:nvSpPr>
          <p:cNvPr id="23" name="Right Arrow 22"/>
          <p:cNvSpPr/>
          <p:nvPr/>
        </p:nvSpPr>
        <p:spPr>
          <a:xfrm flipH="1">
            <a:off x="2806450" y="36835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en-GB" dirty="0">
              <a:latin typeface="Sakkal Majalla" panose="02000000000000000000" pitchFamily="2" charset="-78"/>
            </a:endParaRPr>
          </a:p>
        </p:txBody>
      </p:sp>
      <p:sp>
        <p:nvSpPr>
          <p:cNvPr id="29" name="Rounded Rectangle 28"/>
          <p:cNvSpPr/>
          <p:nvPr/>
        </p:nvSpPr>
        <p:spPr>
          <a:xfrm>
            <a:off x="6701079" y="4962724"/>
            <a:ext cx="1800200" cy="6591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 sz="2000" b="1" dirty="0">
                <a:latin typeface="Sakkal Majalla" panose="02000000000000000000" pitchFamily="2" charset="-78"/>
                <a:cs typeface="Sakkal Majalla" panose="02000000000000000000" pitchFamily="2" charset="-78"/>
              </a:rPr>
              <a:t>إلغاء التجميد</a:t>
            </a:r>
          </a:p>
        </p:txBody>
      </p:sp>
      <p:sp>
        <p:nvSpPr>
          <p:cNvPr id="30" name="Right Arrow 29"/>
          <p:cNvSpPr/>
          <p:nvPr/>
        </p:nvSpPr>
        <p:spPr>
          <a:xfrm flipH="1">
            <a:off x="5664188" y="5047292"/>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en-GB" dirty="0">
              <a:latin typeface="Sakkal Majalla" panose="02000000000000000000" pitchFamily="2" charset="-78"/>
            </a:endParaRPr>
          </a:p>
        </p:txBody>
      </p:sp>
      <p:sp>
        <p:nvSpPr>
          <p:cNvPr id="31" name="Rounded Rectangle 30"/>
          <p:cNvSpPr/>
          <p:nvPr/>
        </p:nvSpPr>
        <p:spPr>
          <a:xfrm>
            <a:off x="3863988" y="4960044"/>
            <a:ext cx="1800200" cy="659128"/>
          </a:xfrm>
          <a:prstGeom prst="roundRect">
            <a:avLst>
              <a:gd name="adj" fmla="val 23603"/>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 sz="2000" b="1" dirty="0">
                <a:latin typeface="Sakkal Majalla" panose="02000000000000000000" pitchFamily="2" charset="-78"/>
                <a:cs typeface="Sakkal Majalla" panose="02000000000000000000" pitchFamily="2" charset="-78"/>
              </a:rPr>
              <a:t>التغيير</a:t>
            </a:r>
          </a:p>
        </p:txBody>
      </p:sp>
      <p:sp>
        <p:nvSpPr>
          <p:cNvPr id="32" name="Right Arrow 31"/>
          <p:cNvSpPr/>
          <p:nvPr/>
        </p:nvSpPr>
        <p:spPr>
          <a:xfrm flipH="1">
            <a:off x="2827097" y="5047292"/>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en-GB" dirty="0">
              <a:latin typeface="Sakkal Majalla" panose="02000000000000000000" pitchFamily="2" charset="-78"/>
            </a:endParaRPr>
          </a:p>
        </p:txBody>
      </p:sp>
      <p:sp>
        <p:nvSpPr>
          <p:cNvPr id="33" name="Rounded Rectangle 32"/>
          <p:cNvSpPr/>
          <p:nvPr/>
        </p:nvSpPr>
        <p:spPr>
          <a:xfrm>
            <a:off x="1006250" y="4953972"/>
            <a:ext cx="1800200" cy="6591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 sz="2000" b="1" dirty="0">
                <a:latin typeface="Sakkal Majalla" panose="02000000000000000000" pitchFamily="2" charset="-78"/>
                <a:cs typeface="Sakkal Majalla" panose="02000000000000000000" pitchFamily="2" charset="-78"/>
              </a:rPr>
              <a:t>إعادة التجميد</a:t>
            </a:r>
          </a:p>
        </p:txBody>
      </p:sp>
      <p:sp>
        <p:nvSpPr>
          <p:cNvPr id="2" name="TextBox 1">
            <a:extLst>
              <a:ext uri="{FF2B5EF4-FFF2-40B4-BE49-F238E27FC236}">
                <a16:creationId xmlns:a16="http://schemas.microsoft.com/office/drawing/2014/main" id="{1ABC3B57-90A8-D72B-452F-4CDAEDEDDCED}"/>
              </a:ext>
            </a:extLst>
          </p:cNvPr>
          <p:cNvSpPr txBox="1"/>
          <p:nvPr/>
        </p:nvSpPr>
        <p:spPr>
          <a:xfrm>
            <a:off x="1115616" y="6153653"/>
            <a:ext cx="7443917" cy="353943"/>
          </a:xfrm>
          <a:prstGeom prst="rect">
            <a:avLst/>
          </a:prstGeom>
          <a:noFill/>
        </p:spPr>
        <p:txBody>
          <a:bodyPr wrap="square" rtlCol="1">
            <a:spAutoFit/>
          </a:bodyPr>
          <a:lstStyle/>
          <a:p>
            <a:pPr rtl="1"/>
            <a:r>
              <a:rPr lang="ar" sz="1700" i="1" dirty="0">
                <a:latin typeface="Sakkal Majalla" panose="02000000000000000000" pitchFamily="2" charset="-78"/>
                <a:cs typeface="Sakkal Majalla" panose="02000000000000000000" pitchFamily="2" charset="-78"/>
              </a:rPr>
              <a:t>راجع الجزء 6.35 في الوحدة 6: فصل مبادئ الإدارة في كتاب الطالب</a:t>
            </a:r>
          </a:p>
        </p:txBody>
      </p:sp>
      <p:sp>
        <p:nvSpPr>
          <p:cNvPr id="3" name="Footer Placeholder 2">
            <a:extLst>
              <a:ext uri="{FF2B5EF4-FFF2-40B4-BE49-F238E27FC236}">
                <a16:creationId xmlns:a16="http://schemas.microsoft.com/office/drawing/2014/main" id="{49B96D48-D397-8B73-8371-E0DB1F520A9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3893814786"/>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إدارة التغيير </a:t>
            </a:r>
            <a:endParaRPr lang="en-US" altLang="en-US" sz="46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835469" y="2380667"/>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lnSpc>
                <a:spcPct val="90000"/>
              </a:lnSpc>
              <a:buNone/>
            </a:pPr>
            <a:r>
              <a:rPr lang="ar" sz="2600" b="1" dirty="0"/>
              <a:t>نموذج كوتر ذو الثماني مراحل</a:t>
            </a:r>
          </a:p>
          <a:p>
            <a:pPr indent="0" rtl="1">
              <a:lnSpc>
                <a:spcPct val="90000"/>
              </a:lnSpc>
              <a:buNone/>
            </a:pPr>
            <a:r>
              <a:rPr lang="ar" sz="2000" dirty="0"/>
              <a:t>المرحلة 1: تشكيل الحاجة الملحة </a:t>
            </a:r>
          </a:p>
          <a:p>
            <a:pPr indent="0" rtl="1">
              <a:lnSpc>
                <a:spcPct val="90000"/>
              </a:lnSpc>
              <a:buNone/>
            </a:pPr>
            <a:r>
              <a:rPr lang="ar" sz="2000" dirty="0"/>
              <a:t>المرحلة 2: تشكيل ائتلاف قوي </a:t>
            </a:r>
          </a:p>
          <a:p>
            <a:pPr indent="0" rtl="1">
              <a:lnSpc>
                <a:spcPct val="90000"/>
              </a:lnSpc>
              <a:buNone/>
            </a:pPr>
            <a:r>
              <a:rPr lang="ar" sz="2000" dirty="0"/>
              <a:t>المرحلة 3: إنشاء رؤية للتغيير </a:t>
            </a:r>
          </a:p>
          <a:p>
            <a:pPr indent="0" rtl="1">
              <a:lnSpc>
                <a:spcPct val="90000"/>
              </a:lnSpc>
              <a:buNone/>
            </a:pPr>
            <a:r>
              <a:rPr lang="ar" sz="2000" dirty="0"/>
              <a:t>المرحلة 4: توصيل الرؤية </a:t>
            </a:r>
          </a:p>
          <a:p>
            <a:pPr indent="0" rtl="1">
              <a:lnSpc>
                <a:spcPct val="90000"/>
              </a:lnSpc>
              <a:buNone/>
            </a:pPr>
            <a:r>
              <a:rPr lang="ar" sz="2000" dirty="0"/>
              <a:t>المرحلة 5: إزالة العقبات </a:t>
            </a:r>
          </a:p>
          <a:p>
            <a:pPr indent="0" rtl="1">
              <a:lnSpc>
                <a:spcPct val="90000"/>
              </a:lnSpc>
              <a:buNone/>
            </a:pPr>
            <a:r>
              <a:rPr lang="ar" sz="2000" dirty="0"/>
              <a:t>المرحلة 6: تحقيق مكاسب قصيرة المدى </a:t>
            </a:r>
          </a:p>
          <a:p>
            <a:pPr indent="0" rtl="1">
              <a:lnSpc>
                <a:spcPct val="90000"/>
              </a:lnSpc>
              <a:buNone/>
            </a:pPr>
            <a:r>
              <a:rPr lang="ar" sz="2000" dirty="0"/>
              <a:t>المرحلة 7: تعزيز التغيير </a:t>
            </a:r>
          </a:p>
          <a:p>
            <a:pPr indent="0" rtl="1">
              <a:lnSpc>
                <a:spcPct val="90000"/>
              </a:lnSpc>
              <a:buNone/>
            </a:pPr>
            <a:r>
              <a:rPr lang="ar" sz="2000" dirty="0"/>
              <a:t>المرحلة 8: ترسيخ التغييرات في ثقافة الشركات</a:t>
            </a:r>
          </a:p>
        </p:txBody>
      </p:sp>
      <p:cxnSp>
        <p:nvCxnSpPr>
          <p:cNvPr id="6" name="Straight Connector 5">
            <a:extLst>
              <a:ext uri="{FF2B5EF4-FFF2-40B4-BE49-F238E27FC236}">
                <a16:creationId xmlns:a16="http://schemas.microsoft.com/office/drawing/2014/main" id="{B1459D12-88B4-9446-D21D-E3D0F0079A7B}"/>
              </a:ext>
            </a:extLst>
          </p:cNvPr>
          <p:cNvCxnSpPr/>
          <p:nvPr/>
        </p:nvCxnSpPr>
        <p:spPr>
          <a:xfrm>
            <a:off x="4355976" y="4725144"/>
            <a:ext cx="0" cy="792088"/>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B9991001-F306-B8EA-B37C-3B2160F0C9BD}"/>
              </a:ext>
            </a:extLst>
          </p:cNvPr>
          <p:cNvCxnSpPr/>
          <p:nvPr/>
        </p:nvCxnSpPr>
        <p:spPr>
          <a:xfrm>
            <a:off x="3491880" y="4725144"/>
            <a:ext cx="86409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B6756108-1468-6F55-ED65-7F0DA7C662A2}"/>
              </a:ext>
            </a:extLst>
          </p:cNvPr>
          <p:cNvCxnSpPr>
            <a:cxnSpLocks/>
          </p:cNvCxnSpPr>
          <p:nvPr/>
        </p:nvCxnSpPr>
        <p:spPr>
          <a:xfrm flipV="1">
            <a:off x="3491880" y="3793593"/>
            <a:ext cx="0" cy="931551"/>
          </a:xfrm>
          <a:prstGeom prst="line">
            <a:avLst/>
          </a:prstGeom>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52B99F4B-512E-ACE9-E9BB-35A79DBF1846}"/>
              </a:ext>
            </a:extLst>
          </p:cNvPr>
          <p:cNvCxnSpPr/>
          <p:nvPr/>
        </p:nvCxnSpPr>
        <p:spPr>
          <a:xfrm>
            <a:off x="2267744" y="3789040"/>
            <a:ext cx="122413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691F77DC-9E8A-2B16-F0AA-02C24BC8C3F4}"/>
              </a:ext>
            </a:extLst>
          </p:cNvPr>
          <p:cNvCxnSpPr/>
          <p:nvPr/>
        </p:nvCxnSpPr>
        <p:spPr>
          <a:xfrm flipV="1">
            <a:off x="2267744" y="2924944"/>
            <a:ext cx="0" cy="868649"/>
          </a:xfrm>
          <a:prstGeom prst="line">
            <a:avLst/>
          </a:prstGeom>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5C3883EB-ADE5-EBD3-42DF-5FD3568E9547}"/>
              </a:ext>
            </a:extLst>
          </p:cNvPr>
          <p:cNvCxnSpPr/>
          <p:nvPr/>
        </p:nvCxnSpPr>
        <p:spPr>
          <a:xfrm>
            <a:off x="899592" y="2924944"/>
            <a:ext cx="136815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BE8161FA-F074-8CCF-5425-A2A344D84A64}"/>
              </a:ext>
            </a:extLst>
          </p:cNvPr>
          <p:cNvSpPr txBox="1"/>
          <p:nvPr/>
        </p:nvSpPr>
        <p:spPr>
          <a:xfrm>
            <a:off x="3784111" y="4208051"/>
            <a:ext cx="571865" cy="369332"/>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1</a:t>
            </a:r>
          </a:p>
        </p:txBody>
      </p:sp>
      <p:sp>
        <p:nvSpPr>
          <p:cNvPr id="20" name="TextBox 19">
            <a:extLst>
              <a:ext uri="{FF2B5EF4-FFF2-40B4-BE49-F238E27FC236}">
                <a16:creationId xmlns:a16="http://schemas.microsoft.com/office/drawing/2014/main" id="{40A2BC19-7308-92A4-18AA-F63E98BBD99B}"/>
              </a:ext>
            </a:extLst>
          </p:cNvPr>
          <p:cNvSpPr txBox="1"/>
          <p:nvPr/>
        </p:nvSpPr>
        <p:spPr>
          <a:xfrm>
            <a:off x="2915816" y="3265745"/>
            <a:ext cx="576072" cy="379272"/>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2</a:t>
            </a:r>
          </a:p>
        </p:txBody>
      </p:sp>
      <p:sp>
        <p:nvSpPr>
          <p:cNvPr id="21" name="TextBox 20">
            <a:extLst>
              <a:ext uri="{FF2B5EF4-FFF2-40B4-BE49-F238E27FC236}">
                <a16:creationId xmlns:a16="http://schemas.microsoft.com/office/drawing/2014/main" id="{E12884FA-D0DB-EAB3-728F-7667A55CA094}"/>
              </a:ext>
            </a:extLst>
          </p:cNvPr>
          <p:cNvSpPr txBox="1"/>
          <p:nvPr/>
        </p:nvSpPr>
        <p:spPr>
          <a:xfrm>
            <a:off x="1331640" y="2473658"/>
            <a:ext cx="648072" cy="369332"/>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3</a:t>
            </a:r>
          </a:p>
        </p:txBody>
      </p:sp>
      <p:sp>
        <p:nvSpPr>
          <p:cNvPr id="2" name="Footer Placeholder 2">
            <a:extLst>
              <a:ext uri="{FF2B5EF4-FFF2-40B4-BE49-F238E27FC236}">
                <a16:creationId xmlns:a16="http://schemas.microsoft.com/office/drawing/2014/main" id="{49CFB878-A717-1985-E429-39C129AFC7F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971236468"/>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إدارة التغيير </a:t>
            </a:r>
            <a:endParaRPr lang="en-US" altLang="en-US" sz="46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idx="1"/>
          </p:nvPr>
        </p:nvSpPr>
        <p:spPr bwMode="auto">
          <a:xfrm>
            <a:off x="468311" y="2196000"/>
            <a:ext cx="8207375"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lnSpc>
                <a:spcPct val="90000"/>
              </a:lnSpc>
              <a:buNone/>
            </a:pPr>
            <a:r>
              <a:rPr lang="ar" sz="2200" b="1" dirty="0"/>
              <a:t>العلاقة مع البيئة الأوسع نطاقًا والعوامل المؤثرة في التغيير:</a:t>
            </a:r>
          </a:p>
          <a:p>
            <a:pPr indent="0" rtl="1">
              <a:lnSpc>
                <a:spcPct val="90000"/>
              </a:lnSpc>
            </a:pPr>
            <a:endParaRPr lang="en-GB" altLang="en-US" sz="2200" dirty="0"/>
          </a:p>
          <a:p>
            <a:pPr indent="0" rtl="1">
              <a:lnSpc>
                <a:spcPct val="90000"/>
              </a:lnSpc>
              <a:buNone/>
            </a:pPr>
            <a:r>
              <a:rPr lang="ar" sz="2200" b="1" dirty="0"/>
              <a:t>العوامل الداخلية: </a:t>
            </a:r>
            <a:r>
              <a:rPr lang="ar" sz="2200" dirty="0"/>
              <a:t>ما يحدث داخل الشركة. ما الذي تتميز به الشركة داخليًّا - الخطط، الإنتاج، الموظفون؟ (نقاط القوة) ما الذي لا يسير على ما يرام داخل الشركة؟ هل يمكنها تحمل تكاليف التوسع وتوظيف أشخاص جدد؟ (نقاط الضعف) </a:t>
            </a:r>
          </a:p>
          <a:p>
            <a:pPr indent="0" rtl="1">
              <a:lnSpc>
                <a:spcPct val="90000"/>
              </a:lnSpc>
            </a:pPr>
            <a:endParaRPr lang="en-GB" altLang="en-US" sz="2200" dirty="0"/>
          </a:p>
          <a:p>
            <a:pPr indent="0" rtl="1">
              <a:lnSpc>
                <a:spcPct val="90000"/>
              </a:lnSpc>
              <a:buNone/>
            </a:pPr>
            <a:r>
              <a:rPr lang="ar" sz="2200" b="1" dirty="0"/>
              <a:t>العوامل الخارجية</a:t>
            </a:r>
            <a:r>
              <a:rPr lang="ar" sz="2200" dirty="0"/>
              <a:t>: ماذا يحدث خارج الشركة وقد يؤثر فيها إما إيجابيًّا (فرصة) وإما سلبيًّا (التهديدات)، وهل يوجد فجوة في السوق؟ هل هناك المزيد من المنافسة؟ </a:t>
            </a:r>
          </a:p>
        </p:txBody>
      </p:sp>
      <p:sp>
        <p:nvSpPr>
          <p:cNvPr id="2" name="Footer Placeholder 2">
            <a:extLst>
              <a:ext uri="{FF2B5EF4-FFF2-40B4-BE49-F238E27FC236}">
                <a16:creationId xmlns:a16="http://schemas.microsoft.com/office/drawing/2014/main" id="{8FA59EDC-2F95-3FAC-2953-78112486FDD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128132164"/>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23928" y="2348880"/>
            <a:ext cx="4944516" cy="42484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العلاقة مع البيئة الأوسع نطاقًا والعوامل المؤثرة في التغيير:</a:t>
            </a:r>
          </a:p>
          <a:p>
            <a:pPr indent="0" rtl="1">
              <a:buNone/>
            </a:pPr>
            <a:r>
              <a:rPr lang="ar" sz="3400" b="1" dirty="0"/>
              <a:t>نقاط القوة</a:t>
            </a:r>
            <a:r>
              <a:rPr lang="ar" sz="3200" b="1" dirty="0"/>
              <a:t> </a:t>
            </a:r>
            <a:r>
              <a:rPr lang="ar" sz="2600" dirty="0"/>
              <a:t>(العوامل الداخلية)</a:t>
            </a:r>
          </a:p>
          <a:p>
            <a:pPr indent="0">
              <a:buNone/>
            </a:pPr>
            <a:r>
              <a:rPr lang="ar" sz="3400" b="1" dirty="0"/>
              <a:t>نقاط الضعف  </a:t>
            </a:r>
            <a:r>
              <a:rPr lang="ar" sz="2600" dirty="0"/>
              <a:t>(العوامل الداخلية)</a:t>
            </a:r>
          </a:p>
          <a:p>
            <a:pPr indent="0">
              <a:buNone/>
            </a:pPr>
            <a:r>
              <a:rPr lang="ar" sz="3400" b="1" dirty="0"/>
              <a:t>الفرص</a:t>
            </a:r>
            <a:r>
              <a:rPr lang="ar" sz="3200" b="1" dirty="0"/>
              <a:t> </a:t>
            </a:r>
            <a:r>
              <a:rPr lang="ar" dirty="0"/>
              <a:t> </a:t>
            </a:r>
            <a:r>
              <a:rPr lang="ar" sz="2600" dirty="0"/>
              <a:t>(العوامل الخارجية)</a:t>
            </a:r>
          </a:p>
          <a:p>
            <a:pPr indent="0">
              <a:buNone/>
            </a:pPr>
            <a:r>
              <a:rPr lang="ar" sz="3400" b="1" dirty="0"/>
              <a:t>التهديدات</a:t>
            </a:r>
            <a:r>
              <a:rPr lang="ar" dirty="0"/>
              <a:t> </a:t>
            </a:r>
            <a:r>
              <a:rPr lang="ar" sz="2600" dirty="0"/>
              <a:t>(العوامل الخارجية)</a:t>
            </a:r>
          </a:p>
          <a:p>
            <a:pPr indent="0" rtl="1">
              <a:buNone/>
            </a:pPr>
            <a:endParaRPr lang="en-GB" altLang="en-US" dirty="0"/>
          </a:p>
          <a:p>
            <a:pPr indent="0" rtl="1">
              <a:buNone/>
            </a:pPr>
            <a:endParaRPr lang="en-GB" altLang="en-US" dirty="0"/>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إدارة التغيير </a:t>
            </a:r>
            <a:endParaRPr lang="en-GB" altLang="en-US" sz="3800" b="1" dirty="0">
              <a:latin typeface="Sakkal Majalla" panose="02000000000000000000" pitchFamily="2" charset="-78"/>
              <a:cs typeface="Sakkal Majalla" panose="02000000000000000000" pitchFamily="2" charset="-78"/>
            </a:endParaRPr>
          </a:p>
        </p:txBody>
      </p:sp>
      <p:pic>
        <p:nvPicPr>
          <p:cNvPr id="3" name="Picture 2" descr="A colorful cubes with black letters on them&#10;&#10;Description automatically generated">
            <a:extLst>
              <a:ext uri="{FF2B5EF4-FFF2-40B4-BE49-F238E27FC236}">
                <a16:creationId xmlns:a16="http://schemas.microsoft.com/office/drawing/2014/main" id="{A25B943D-EE97-5E34-4491-D00B9E10141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8052" y="3140968"/>
            <a:ext cx="3599892" cy="2399928"/>
          </a:xfrm>
          <a:prstGeom prst="rect">
            <a:avLst/>
          </a:prstGeom>
        </p:spPr>
      </p:pic>
      <p:sp>
        <p:nvSpPr>
          <p:cNvPr id="2" name="Footer Placeholder 2">
            <a:extLst>
              <a:ext uri="{FF2B5EF4-FFF2-40B4-BE49-F238E27FC236}">
                <a16:creationId xmlns:a16="http://schemas.microsoft.com/office/drawing/2014/main" id="{B2B72778-A4D5-1255-7F3D-A33195C305E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3705598327"/>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9732" y="1916832"/>
            <a:ext cx="8208712" cy="43924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العلاقة مع البيئة الأوسع نطاقًا والعوامل المؤثرة في التغيير:</a:t>
            </a:r>
          </a:p>
          <a:p>
            <a:pPr indent="0" rtl="1">
              <a:buNone/>
            </a:pPr>
            <a:r>
              <a:rPr lang="ar" sz="2600" b="1" dirty="0"/>
              <a:t>الجانب السياسي </a:t>
            </a:r>
          </a:p>
          <a:p>
            <a:pPr indent="0" rtl="1">
              <a:buNone/>
            </a:pPr>
            <a:r>
              <a:rPr lang="ar" sz="2600" b="1" dirty="0"/>
              <a:t>الجانب الاقتصادي</a:t>
            </a:r>
          </a:p>
          <a:p>
            <a:pPr indent="0" rtl="1">
              <a:buNone/>
            </a:pPr>
            <a:r>
              <a:rPr lang="ar" sz="2600" b="1" dirty="0"/>
              <a:t>الجانب الاجتماعي والثقافي</a:t>
            </a:r>
          </a:p>
          <a:p>
            <a:pPr indent="0" rtl="1">
              <a:buNone/>
            </a:pPr>
            <a:r>
              <a:rPr lang="ar" sz="2600" b="1" dirty="0"/>
              <a:t>التكنولوجية</a:t>
            </a:r>
            <a:endParaRPr lang="en-GB" altLang="en-US" sz="2600" dirty="0"/>
          </a:p>
          <a:p>
            <a:pPr indent="0" rtl="1">
              <a:buNone/>
            </a:pPr>
            <a:r>
              <a:rPr lang="ar" sz="2600" b="1" dirty="0">
                <a:solidFill>
                  <a:srgbClr val="00B0F0"/>
                </a:solidFill>
              </a:rPr>
              <a:t>الجانب القانوني</a:t>
            </a:r>
          </a:p>
          <a:p>
            <a:pPr indent="0" rtl="1">
              <a:buNone/>
            </a:pPr>
            <a:r>
              <a:rPr lang="ar" sz="2600" b="1" dirty="0">
                <a:solidFill>
                  <a:srgbClr val="00B0F0"/>
                </a:solidFill>
              </a:rPr>
              <a:t>الجانب البيئي</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إدارة التغيير </a:t>
            </a:r>
            <a:endParaRPr lang="en-GB" altLang="en-US" sz="3800" b="1" dirty="0">
              <a:latin typeface="Sakkal Majalla" panose="02000000000000000000" pitchFamily="2" charset="-78"/>
              <a:cs typeface="Sakkal Majalla" panose="02000000000000000000" pitchFamily="2" charset="-78"/>
            </a:endParaRPr>
          </a:p>
        </p:txBody>
      </p:sp>
      <p:sp>
        <p:nvSpPr>
          <p:cNvPr id="2" name="TextBox 1">
            <a:extLst>
              <a:ext uri="{FF2B5EF4-FFF2-40B4-BE49-F238E27FC236}">
                <a16:creationId xmlns:a16="http://schemas.microsoft.com/office/drawing/2014/main" id="{D2097D79-E502-A452-6A74-1B6831FAC6E1}"/>
              </a:ext>
            </a:extLst>
          </p:cNvPr>
          <p:cNvSpPr txBox="1"/>
          <p:nvPr/>
        </p:nvSpPr>
        <p:spPr>
          <a:xfrm>
            <a:off x="467544" y="3068960"/>
            <a:ext cx="4140461" cy="224676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يمكن أن يؤثر أي</a:t>
            </a:r>
            <a:r>
              <a:rPr lang="ar-SA" sz="2000" dirty="0">
                <a:latin typeface="Sakkal Majalla" panose="02000000000000000000" pitchFamily="2" charset="-78"/>
                <a:cs typeface="Sakkal Majalla" panose="02000000000000000000" pitchFamily="2" charset="-78"/>
              </a:rPr>
              <a:t>ًّ</a:t>
            </a:r>
            <a:r>
              <a:rPr lang="ar" sz="2000" dirty="0">
                <a:latin typeface="Sakkal Majalla" panose="02000000000000000000" pitchFamily="2" charset="-78"/>
                <a:cs typeface="Sakkal Majalla" panose="02000000000000000000" pitchFamily="2" charset="-78"/>
              </a:rPr>
              <a:t>ا من هذه العوامل في كيفية عمل الشركة. </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ماذا سيحدث إذا أصبحت مادة معينة في منتج معين غير قانونية بموجب أحد القوانين وكان يجب التخلص من المنتجات التي تحتوي عليها؟</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ماذا سيحدث إذا كان يُنظر إلى شركة ما على أنها غير مستدامة وتلوث البيئة؟</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DDA1048D-18EA-785A-B3FE-D5E479CC7155}"/>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2146186310"/>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9732" y="2348880"/>
            <a:ext cx="82087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احتياجات ودوافع أصحاب المصالح الذين يؤثرون في التغيير.</a:t>
            </a:r>
          </a:p>
          <a:p>
            <a:pPr indent="0" rtl="1">
              <a:buNone/>
            </a:pPr>
            <a:endParaRPr lang="en-GB" sz="2600" b="1" dirty="0"/>
          </a:p>
          <a:p>
            <a:pPr indent="0" rtl="1">
              <a:buNone/>
            </a:pPr>
            <a:r>
              <a:rPr lang="ar" sz="2600" b="1" dirty="0"/>
              <a:t>من أصحاب المصلحة الأساسيين في الشركة؟</a:t>
            </a:r>
          </a:p>
          <a:p>
            <a:pPr indent="0" rtl="1">
              <a:buNone/>
            </a:pPr>
            <a:endParaRPr lang="en-GB" sz="2600" b="1" dirty="0"/>
          </a:p>
          <a:p>
            <a:pPr indent="0" rtl="1">
              <a:buNone/>
            </a:pPr>
            <a:r>
              <a:rPr lang="ar" sz="2600" b="1" dirty="0"/>
              <a:t>كيف يؤثرون في التغيير؟</a:t>
            </a:r>
          </a:p>
          <a:p>
            <a:pPr indent="0" rtl="1">
              <a:buNone/>
            </a:pPr>
            <a:endParaRPr lang="en-GB" altLang="en-US" sz="2600" dirty="0"/>
          </a:p>
          <a:p>
            <a:pPr indent="0" rtl="1">
              <a:buNone/>
            </a:pPr>
            <a:endParaRPr lang="en-GB" altLang="en-US" sz="2600" dirty="0"/>
          </a:p>
          <a:p>
            <a:pPr indent="0" rtl="1">
              <a:buNone/>
            </a:pPr>
            <a:endParaRPr lang="en-GB" altLang="en-US" sz="2600" dirty="0"/>
          </a:p>
          <a:p>
            <a:pPr indent="0"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إدارة التغيير </a:t>
            </a: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EF168ED-8BB7-5C5A-BC53-0E68954F511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1170465029"/>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4519" y="2132856"/>
            <a:ext cx="82087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احتياجات ودوافع أصحاب المصالح الذين يؤثرون في التغيير.</a:t>
            </a:r>
            <a:r>
              <a:rPr lang="ar" sz="2600" dirty="0"/>
              <a:t> </a:t>
            </a:r>
          </a:p>
          <a:p>
            <a:pPr marL="800100" indent="-457200" rtl="1">
              <a:buFont typeface="Wingdings" panose="05000000000000000000" pitchFamily="2" charset="2"/>
              <a:buChar char=""/>
            </a:pPr>
            <a:r>
              <a:rPr lang="ar" sz="2600" dirty="0"/>
              <a:t>المُلاك </a:t>
            </a:r>
          </a:p>
          <a:p>
            <a:pPr marL="800100" indent="-457200" rtl="1">
              <a:buFont typeface="Wingdings" panose="05000000000000000000" pitchFamily="2" charset="2"/>
              <a:buChar char=""/>
            </a:pPr>
            <a:r>
              <a:rPr lang="ar" sz="2600" dirty="0"/>
              <a:t>المديرون </a:t>
            </a:r>
          </a:p>
          <a:p>
            <a:pPr marL="800100" indent="-457200" rtl="1">
              <a:buFont typeface="Wingdings" panose="05000000000000000000" pitchFamily="2" charset="2"/>
              <a:buChar char=""/>
            </a:pPr>
            <a:r>
              <a:rPr lang="ar" sz="2600" dirty="0"/>
              <a:t>العملاء </a:t>
            </a:r>
          </a:p>
          <a:p>
            <a:pPr marL="800100" indent="-457200" rtl="1">
              <a:buFont typeface="Wingdings" panose="05000000000000000000" pitchFamily="2" charset="2"/>
              <a:buChar char=""/>
            </a:pPr>
            <a:r>
              <a:rPr lang="ar" sz="2600" dirty="0"/>
              <a:t>المنظمون </a:t>
            </a:r>
          </a:p>
          <a:p>
            <a:pPr marL="800100" indent="-457200" rtl="1">
              <a:buFont typeface="Wingdings" panose="05000000000000000000" pitchFamily="2" charset="2"/>
              <a:buChar char=""/>
            </a:pPr>
            <a:r>
              <a:rPr lang="ar" sz="2600" dirty="0"/>
              <a:t>المؤسسة المالية </a:t>
            </a:r>
          </a:p>
          <a:p>
            <a:pPr marL="800100" indent="-457200" rtl="1">
              <a:buFont typeface="Wingdings" panose="05000000000000000000" pitchFamily="2" charset="2"/>
              <a:buChar char=""/>
            </a:pPr>
            <a:r>
              <a:rPr lang="ar" sz="2600" dirty="0"/>
              <a:t>الحكومة</a:t>
            </a:r>
          </a:p>
          <a:p>
            <a:pPr marL="800100" indent="-457200" rtl="1">
              <a:buFont typeface="Wingdings" panose="05000000000000000000" pitchFamily="2" charset="2"/>
              <a:buChar char=""/>
            </a:pPr>
            <a:r>
              <a:rPr lang="ar" sz="2600" dirty="0"/>
              <a:t>الموظفون</a:t>
            </a:r>
          </a:p>
          <a:p>
            <a:pPr indent="0" rtl="1">
              <a:buNone/>
            </a:pPr>
            <a:endParaRPr lang="en-GB" altLang="en-US" sz="2600" dirty="0"/>
          </a:p>
          <a:p>
            <a:pPr indent="0" rtl="1">
              <a:buNone/>
            </a:pPr>
            <a:endParaRPr lang="en-GB" altLang="en-US" sz="2600" dirty="0"/>
          </a:p>
          <a:p>
            <a:pPr indent="0" rtl="1">
              <a:buNone/>
            </a:pPr>
            <a:endParaRPr lang="en-GB" altLang="en-US" sz="2600" dirty="0"/>
          </a:p>
          <a:p>
            <a:pPr indent="0"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إدارة التغيير </a:t>
            </a: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F382846-F138-7D9E-D60C-9D45C8A5A6C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1956750900"/>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إدارة التغيير </a:t>
            </a:r>
            <a:endParaRPr lang="en-US" altLang="en-US" sz="46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2600" b="1" dirty="0"/>
              <a:t>التوصيات بالتغييرات</a:t>
            </a:r>
          </a:p>
          <a:p>
            <a:pPr rtl="1">
              <a:lnSpc>
                <a:spcPct val="90000"/>
              </a:lnSpc>
            </a:pPr>
            <a:r>
              <a:rPr lang="ar" sz="2600" dirty="0"/>
              <a:t>إعداد التقارير - أفضل الممارسات</a:t>
            </a:r>
          </a:p>
          <a:p>
            <a:pPr rtl="1">
              <a:lnSpc>
                <a:spcPct val="90000"/>
              </a:lnSpc>
            </a:pPr>
            <a:r>
              <a:rPr lang="ar" sz="2600" dirty="0"/>
              <a:t>تحضير شرائح العرض التقديمي وتجهيز نفسك لتقديم عرض فعال</a:t>
            </a:r>
          </a:p>
        </p:txBody>
      </p:sp>
      <p:pic>
        <p:nvPicPr>
          <p:cNvPr id="4" name="Picture 3" descr="A blue folder with papers on a table&#10;&#10;Description automatically generated">
            <a:extLst>
              <a:ext uri="{FF2B5EF4-FFF2-40B4-BE49-F238E27FC236}">
                <a16:creationId xmlns:a16="http://schemas.microsoft.com/office/drawing/2014/main" id="{71B3A17E-4FF8-6CB7-C366-17BD1FA7675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2061" y="2996952"/>
            <a:ext cx="3803915" cy="2852936"/>
          </a:xfrm>
          <a:prstGeom prst="rect">
            <a:avLst/>
          </a:prstGeom>
        </p:spPr>
      </p:pic>
      <p:sp>
        <p:nvSpPr>
          <p:cNvPr id="2" name="Footer Placeholder 2">
            <a:extLst>
              <a:ext uri="{FF2B5EF4-FFF2-40B4-BE49-F238E27FC236}">
                <a16:creationId xmlns:a16="http://schemas.microsoft.com/office/drawing/2014/main" id="{CC88E051-3C15-2CBA-08A6-A478D96190F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extLst>
      <p:ext uri="{BB962C8B-B14F-4D97-AF65-F5344CB8AC3E}">
        <p14:creationId xmlns:p14="http://schemas.microsoft.com/office/powerpoint/2010/main" val="2021348485"/>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marL="0" indent="0" rtl="1">
              <a:buNone/>
            </a:pPr>
            <a:r>
              <a:rPr lang="ar" sz="2600" b="1" dirty="0"/>
              <a:t>الصور</a:t>
            </a:r>
          </a:p>
          <a:p>
            <a:pPr marL="0" indent="0" rtl="1">
              <a:buNone/>
            </a:pPr>
            <a:r>
              <a:rPr lang="ar" sz="2000" b="1" dirty="0">
                <a:effectLst/>
                <a:ea typeface="Calibri" panose="020F0502020204030204" pitchFamily="34" charset="0"/>
              </a:rPr>
              <a:t>123آر اف: </a:t>
            </a:r>
            <a:r>
              <a:rPr lang="ar" sz="2000" dirty="0">
                <a:effectLst/>
                <a:ea typeface="Calibri" panose="020F0502020204030204" pitchFamily="34" charset="0"/>
              </a:rPr>
              <a:t>فيزكيس (الشريحة 11- بالأسفل على اليمين)، كارين روتش (الشريحة 25)؛ </a:t>
            </a:r>
            <a:r>
              <a:rPr lang="ar" sz="2000" b="1" dirty="0">
                <a:effectLst/>
                <a:ea typeface="Calibri" panose="020F0502020204030204" pitchFamily="34" charset="0"/>
              </a:rPr>
              <a:t> غيتي إيماجز</a:t>
            </a:r>
            <a:r>
              <a:rPr lang="ar" sz="2000" dirty="0">
                <a:effectLst/>
                <a:ea typeface="Calibri" panose="020F0502020204030204" pitchFamily="34" charset="0"/>
              </a:rPr>
              <a:t>: 10000 ساعة/ الرؤية الرقمية (الشريحة 8 بالأعلى على اليمين)؛ شترستوك: </a:t>
            </a:r>
            <a:r>
              <a:rPr lang="ar" sz="2000" b="1" dirty="0">
                <a:effectLst/>
                <a:ea typeface="Calibri" panose="020F0502020204030204" pitchFamily="34" charset="0"/>
              </a:rPr>
              <a:t> </a:t>
            </a:r>
            <a:r>
              <a:rPr lang="ar" sz="2000" dirty="0">
                <a:effectLst/>
                <a:ea typeface="Calibri" panose="020F0502020204030204" pitchFamily="34" charset="0"/>
              </a:rPr>
              <a:t>اضغط للنزول إلى الأسفل (الشريحة 1)، مجموعة إيفريت (الشريحة 5)، فيل ديت (الشريحة 8 - بالأعلى على اليسار)، فوتوكريسيس (الشريحة 8 - بالأسفل على اليمين)، جورج رودي (الشريحة 8 - بالأسفل على اليسار)، ميتاموروركس (الشريحة 9 - على اليسار)، بريسماستر (الشريحة 9 - على اليمين)، نوبوهيرو أسادا (الشريحة 11 - بالأعلى على اليسار)، شون هيمبل (الشريحة 11 - بالأعلى على اليمين)، جودلوز (الشريحة 11 - بالأسفل على اليسار)، روب مارميون (شريحة 26)، إلينابل (شريحة 29)، تشروبكا (شريحة 34)، ماكسوزر (شريحة 38).</a:t>
            </a:r>
          </a:p>
          <a:p>
            <a:pPr marL="0" indent="0" rtl="1">
              <a:buNone/>
            </a:pPr>
            <a:endParaRPr lang="en-GB" dirty="0"/>
          </a:p>
          <a:p>
            <a:pPr rtl="1"/>
            <a:endParaRPr lang="en-GB" dirty="0"/>
          </a:p>
        </p:txBody>
      </p:sp>
      <p:sp>
        <p:nvSpPr>
          <p:cNvPr id="3" name="Footer Placeholder 2">
            <a:extLst>
              <a:ext uri="{FF2B5EF4-FFF2-40B4-BE49-F238E27FC236}">
                <a16:creationId xmlns:a16="http://schemas.microsoft.com/office/drawing/2014/main" id="{0AE6B54E-9C6F-4A2B-80E5-441D1108A5F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A103000398476</a:t>
            </a:r>
            <a:endParaRPr lang="ar" sz="9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128C10-8494-4532-BC53-E6B6CAF2921F}">
  <ds:schemaRefs>
    <ds:schemaRef ds:uri="http://purl.org/dc/dcmitype/"/>
    <ds:schemaRef ds:uri="http://purl.org/dc/elements/1.1/"/>
    <ds:schemaRef ds:uri="7c1bd8dc-4e40-424f-a15f-9ffcd522197f"/>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schemas.microsoft.com/office/infopath/2007/PartnerControls"/>
    <ds:schemaRef ds:uri="6125ffc9-2c56-435e-8267-1393444907b2"/>
    <ds:schemaRef ds:uri="http://www.w3.org/XML/1998/namespace"/>
  </ds:schemaRefs>
</ds:datastoreItem>
</file>

<file path=customXml/itemProps2.xml><?xml version="1.0" encoding="utf-8"?>
<ds:datastoreItem xmlns:ds="http://schemas.openxmlformats.org/officeDocument/2006/customXml" ds:itemID="{3D9B7746-D491-432A-ACB9-6F646720B501}"/>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otalTime>11968</TotalTime>
  <Words>4439</Words>
  <Application>Microsoft Office PowerPoint</Application>
  <PresentationFormat>On-screen Show (4:3)</PresentationFormat>
  <Paragraphs>626</Paragraphs>
  <Slides>39</Slides>
  <Notes>39</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39</vt:i4>
      </vt:variant>
    </vt:vector>
  </HeadingPairs>
  <TitlesOfParts>
    <vt:vector size="55" baseType="lpstr">
      <vt:lpstr>Arial</vt:lpstr>
      <vt:lpstr>Calibri</vt:lpstr>
      <vt:lpstr>Helvetica</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6 مبادئ الإدارة  </vt:lpstr>
      <vt:lpstr>مبادئ الإدارة</vt:lpstr>
      <vt:lpstr>نتاجات التعلم</vt:lpstr>
      <vt:lpstr>نتاج التعلُّم أ  استقصاء مبادئ الإدارة والقيادة والمفاهيم والمصطلحات الأساسية والوظائف والنظريات الخاصة بهم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195</cp:revision>
  <dcterms:created xsi:type="dcterms:W3CDTF">2020-07-15T07:14:47Z</dcterms:created>
  <dcterms:modified xsi:type="dcterms:W3CDTF">2024-09-12T12:36:49Z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