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8"/>
  </p:notesMasterIdLst>
  <p:sldIdLst>
    <p:sldId id="310" r:id="rId14"/>
    <p:sldId id="257" r:id="rId15"/>
    <p:sldId id="312" r:id="rId16"/>
    <p:sldId id="313" r:id="rId17"/>
    <p:sldId id="317" r:id="rId18"/>
    <p:sldId id="314" r:id="rId19"/>
    <p:sldId id="323" r:id="rId20"/>
    <p:sldId id="357" r:id="rId21"/>
    <p:sldId id="359" r:id="rId22"/>
    <p:sldId id="367" r:id="rId23"/>
    <p:sldId id="368" r:id="rId24"/>
    <p:sldId id="369" r:id="rId25"/>
    <p:sldId id="349" r:id="rId26"/>
    <p:sldId id="362" r:id="rId27"/>
    <p:sldId id="370" r:id="rId28"/>
    <p:sldId id="360" r:id="rId29"/>
    <p:sldId id="371" r:id="rId30"/>
    <p:sldId id="318" r:id="rId31"/>
    <p:sldId id="315" r:id="rId32"/>
    <p:sldId id="391" r:id="rId33"/>
    <p:sldId id="374" r:id="rId34"/>
    <p:sldId id="361" r:id="rId35"/>
    <p:sldId id="373" r:id="rId36"/>
    <p:sldId id="372" r:id="rId37"/>
    <p:sldId id="330" r:id="rId38"/>
    <p:sldId id="375" r:id="rId39"/>
    <p:sldId id="376" r:id="rId40"/>
    <p:sldId id="377" r:id="rId41"/>
    <p:sldId id="378" r:id="rId42"/>
    <p:sldId id="382" r:id="rId43"/>
    <p:sldId id="381" r:id="rId44"/>
    <p:sldId id="319" r:id="rId45"/>
    <p:sldId id="316" r:id="rId46"/>
    <p:sldId id="379" r:id="rId47"/>
    <p:sldId id="383" r:id="rId48"/>
    <p:sldId id="384" r:id="rId49"/>
    <p:sldId id="385" r:id="rId50"/>
    <p:sldId id="386" r:id="rId51"/>
    <p:sldId id="387" r:id="rId52"/>
    <p:sldId id="392" r:id="rId53"/>
    <p:sldId id="388" r:id="rId54"/>
    <p:sldId id="389" r:id="rId55"/>
    <p:sldId id="390" r:id="rId56"/>
    <p:sldId id="402" r:id="rId57"/>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CEE87E-0365-4221-853B-304387E44309}" v="49" dt="2024-09-12T12:55:40.132"/>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92748" autoAdjust="0"/>
  </p:normalViewPr>
  <p:slideViewPr>
    <p:cSldViewPr>
      <p:cViewPr varScale="1">
        <p:scale>
          <a:sx n="146" d="100"/>
          <a:sy n="146" d="100"/>
        </p:scale>
        <p:origin x="2034"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commentAuthors" Target="commentAuthor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69CEE87E-0365-4221-853B-304387E44309}"/>
    <pc:docChg chg="modSld">
      <pc:chgData name="Paul Winser" userId="c3146a91-e6bd-4264-bd86-e164e04bc32d" providerId="ADAL" clId="{69CEE87E-0365-4221-853B-304387E44309}" dt="2024-09-12T12:55:40.132" v="61"/>
      <pc:docMkLst>
        <pc:docMk/>
      </pc:docMkLst>
      <pc:sldChg chg="addSp modSp">
        <pc:chgData name="Paul Winser" userId="c3146a91-e6bd-4264-bd86-e164e04bc32d" providerId="ADAL" clId="{69CEE87E-0365-4221-853B-304387E44309}" dt="2024-09-12T12:44:08.622" v="6"/>
        <pc:sldMkLst>
          <pc:docMk/>
          <pc:sldMk cId="0" sldId="257"/>
        </pc:sldMkLst>
        <pc:spChg chg="add mod">
          <ac:chgData name="Paul Winser" userId="c3146a91-e6bd-4264-bd86-e164e04bc32d" providerId="ADAL" clId="{69CEE87E-0365-4221-853B-304387E44309}" dt="2024-09-12T12:44:08.622" v="6"/>
          <ac:spMkLst>
            <pc:docMk/>
            <pc:sldMk cId="0" sldId="257"/>
            <ac:spMk id="2" creationId="{D1A3A53C-1599-DADB-62CF-E446585B4974}"/>
          </ac:spMkLst>
        </pc:spChg>
      </pc:sldChg>
      <pc:sldChg chg="addSp modSp mod modNotesTx">
        <pc:chgData name="Paul Winser" userId="c3146a91-e6bd-4264-bd86-e164e04bc32d" providerId="ADAL" clId="{69CEE87E-0365-4221-853B-304387E44309}" dt="2024-09-12T12:44:02.998" v="5" actId="20577"/>
        <pc:sldMkLst>
          <pc:docMk/>
          <pc:sldMk cId="0" sldId="310"/>
        </pc:sldMkLst>
        <pc:spChg chg="add mod">
          <ac:chgData name="Paul Winser" userId="c3146a91-e6bd-4264-bd86-e164e04bc32d" providerId="ADAL" clId="{69CEE87E-0365-4221-853B-304387E44309}" dt="2024-09-12T12:44:02.998" v="5" actId="20577"/>
          <ac:spMkLst>
            <pc:docMk/>
            <pc:sldMk cId="0" sldId="310"/>
            <ac:spMk id="4" creationId="{8B4BE19D-71CE-0714-ADBF-5EBE364033E8}"/>
          </ac:spMkLst>
        </pc:spChg>
      </pc:sldChg>
      <pc:sldChg chg="addSp modSp">
        <pc:chgData name="Paul Winser" userId="c3146a91-e6bd-4264-bd86-e164e04bc32d" providerId="ADAL" clId="{69CEE87E-0365-4221-853B-304387E44309}" dt="2024-09-12T12:44:21.192" v="7"/>
        <pc:sldMkLst>
          <pc:docMk/>
          <pc:sldMk cId="1462100039" sldId="312"/>
        </pc:sldMkLst>
        <pc:spChg chg="add mod">
          <ac:chgData name="Paul Winser" userId="c3146a91-e6bd-4264-bd86-e164e04bc32d" providerId="ADAL" clId="{69CEE87E-0365-4221-853B-304387E44309}" dt="2024-09-12T12:44:21.192" v="7"/>
          <ac:spMkLst>
            <pc:docMk/>
            <pc:sldMk cId="1462100039" sldId="312"/>
            <ac:spMk id="2" creationId="{89F701B8-88AD-39C9-001D-AA39572AA906}"/>
          </ac:spMkLst>
        </pc:spChg>
      </pc:sldChg>
      <pc:sldChg chg="addSp modSp">
        <pc:chgData name="Paul Winser" userId="c3146a91-e6bd-4264-bd86-e164e04bc32d" providerId="ADAL" clId="{69CEE87E-0365-4221-853B-304387E44309}" dt="2024-09-12T12:44:24.190" v="8"/>
        <pc:sldMkLst>
          <pc:docMk/>
          <pc:sldMk cId="0" sldId="313"/>
        </pc:sldMkLst>
        <pc:spChg chg="add mod">
          <ac:chgData name="Paul Winser" userId="c3146a91-e6bd-4264-bd86-e164e04bc32d" providerId="ADAL" clId="{69CEE87E-0365-4221-853B-304387E44309}" dt="2024-09-12T12:44:24.190" v="8"/>
          <ac:spMkLst>
            <pc:docMk/>
            <pc:sldMk cId="0" sldId="313"/>
            <ac:spMk id="2" creationId="{4E3BE810-D33B-BF5B-FA2C-0D1B78F198A4}"/>
          </ac:spMkLst>
        </pc:spChg>
      </pc:sldChg>
      <pc:sldChg chg="addSp modSp">
        <pc:chgData name="Paul Winser" userId="c3146a91-e6bd-4264-bd86-e164e04bc32d" providerId="ADAL" clId="{69CEE87E-0365-4221-853B-304387E44309}" dt="2024-09-12T12:44:36.505" v="10"/>
        <pc:sldMkLst>
          <pc:docMk/>
          <pc:sldMk cId="0" sldId="314"/>
        </pc:sldMkLst>
        <pc:spChg chg="add mod">
          <ac:chgData name="Paul Winser" userId="c3146a91-e6bd-4264-bd86-e164e04bc32d" providerId="ADAL" clId="{69CEE87E-0365-4221-853B-304387E44309}" dt="2024-09-12T12:44:36.505" v="10"/>
          <ac:spMkLst>
            <pc:docMk/>
            <pc:sldMk cId="0" sldId="314"/>
            <ac:spMk id="2" creationId="{5374A279-A467-4585-ACC5-46B22450C507}"/>
          </ac:spMkLst>
        </pc:spChg>
      </pc:sldChg>
      <pc:sldChg chg="addSp modSp">
        <pc:chgData name="Paul Winser" userId="c3146a91-e6bd-4264-bd86-e164e04bc32d" providerId="ADAL" clId="{69CEE87E-0365-4221-853B-304387E44309}" dt="2024-09-12T12:45:01.249" v="24"/>
        <pc:sldMkLst>
          <pc:docMk/>
          <pc:sldMk cId="3334210411" sldId="315"/>
        </pc:sldMkLst>
        <pc:spChg chg="add mod">
          <ac:chgData name="Paul Winser" userId="c3146a91-e6bd-4264-bd86-e164e04bc32d" providerId="ADAL" clId="{69CEE87E-0365-4221-853B-304387E44309}" dt="2024-09-12T12:45:01.249" v="24"/>
          <ac:spMkLst>
            <pc:docMk/>
            <pc:sldMk cId="3334210411" sldId="315"/>
            <ac:spMk id="2" creationId="{DC1748A9-F872-4CBC-E09A-7B12E78E052F}"/>
          </ac:spMkLst>
        </pc:spChg>
      </pc:sldChg>
      <pc:sldChg chg="addSp modSp">
        <pc:chgData name="Paul Winser" userId="c3146a91-e6bd-4264-bd86-e164e04bc32d" providerId="ADAL" clId="{69CEE87E-0365-4221-853B-304387E44309}" dt="2024-09-12T12:55:07.206" v="45"/>
        <pc:sldMkLst>
          <pc:docMk/>
          <pc:sldMk cId="4217359285" sldId="316"/>
        </pc:sldMkLst>
        <pc:spChg chg="add mod">
          <ac:chgData name="Paul Winser" userId="c3146a91-e6bd-4264-bd86-e164e04bc32d" providerId="ADAL" clId="{69CEE87E-0365-4221-853B-304387E44309}" dt="2024-09-12T12:55:07.206" v="45"/>
          <ac:spMkLst>
            <pc:docMk/>
            <pc:sldMk cId="4217359285" sldId="316"/>
            <ac:spMk id="2" creationId="{C8B57E63-110A-41BC-595F-31DD7FDA9C01}"/>
          </ac:spMkLst>
        </pc:spChg>
      </pc:sldChg>
      <pc:sldChg chg="addSp modSp">
        <pc:chgData name="Paul Winser" userId="c3146a91-e6bd-4264-bd86-e164e04bc32d" providerId="ADAL" clId="{69CEE87E-0365-4221-853B-304387E44309}" dt="2024-09-12T12:44:26.692" v="9"/>
        <pc:sldMkLst>
          <pc:docMk/>
          <pc:sldMk cId="3899057632" sldId="317"/>
        </pc:sldMkLst>
        <pc:spChg chg="add mod">
          <ac:chgData name="Paul Winser" userId="c3146a91-e6bd-4264-bd86-e164e04bc32d" providerId="ADAL" clId="{69CEE87E-0365-4221-853B-304387E44309}" dt="2024-09-12T12:44:26.692" v="9"/>
          <ac:spMkLst>
            <pc:docMk/>
            <pc:sldMk cId="3899057632" sldId="317"/>
            <ac:spMk id="2" creationId="{E40173EA-892F-A92D-7240-578BD53D6B8E}"/>
          </ac:spMkLst>
        </pc:spChg>
      </pc:sldChg>
      <pc:sldChg chg="addSp modSp">
        <pc:chgData name="Paul Winser" userId="c3146a91-e6bd-4264-bd86-e164e04bc32d" providerId="ADAL" clId="{69CEE87E-0365-4221-853B-304387E44309}" dt="2024-09-12T12:45:00.023" v="23"/>
        <pc:sldMkLst>
          <pc:docMk/>
          <pc:sldMk cId="2738697380" sldId="318"/>
        </pc:sldMkLst>
        <pc:spChg chg="add mod">
          <ac:chgData name="Paul Winser" userId="c3146a91-e6bd-4264-bd86-e164e04bc32d" providerId="ADAL" clId="{69CEE87E-0365-4221-853B-304387E44309}" dt="2024-09-12T12:45:00.023" v="23"/>
          <ac:spMkLst>
            <pc:docMk/>
            <pc:sldMk cId="2738697380" sldId="318"/>
            <ac:spMk id="2" creationId="{780874C6-3818-4FD5-C04C-DDE9061384EE}"/>
          </ac:spMkLst>
        </pc:spChg>
      </pc:sldChg>
      <pc:sldChg chg="addSp modSp">
        <pc:chgData name="Paul Winser" userId="c3146a91-e6bd-4264-bd86-e164e04bc32d" providerId="ADAL" clId="{69CEE87E-0365-4221-853B-304387E44309}" dt="2024-09-12T12:45:47.792" v="44"/>
        <pc:sldMkLst>
          <pc:docMk/>
          <pc:sldMk cId="3541935210" sldId="319"/>
        </pc:sldMkLst>
        <pc:spChg chg="add mod">
          <ac:chgData name="Paul Winser" userId="c3146a91-e6bd-4264-bd86-e164e04bc32d" providerId="ADAL" clId="{69CEE87E-0365-4221-853B-304387E44309}" dt="2024-09-12T12:45:47.792" v="44"/>
          <ac:spMkLst>
            <pc:docMk/>
            <pc:sldMk cId="3541935210" sldId="319"/>
            <ac:spMk id="2" creationId="{FCE7BEE6-DF90-FF9E-E9F0-BFD85F27B97C}"/>
          </ac:spMkLst>
        </pc:spChg>
      </pc:sldChg>
      <pc:sldChg chg="addSp modSp">
        <pc:chgData name="Paul Winser" userId="c3146a91-e6bd-4264-bd86-e164e04bc32d" providerId="ADAL" clId="{69CEE87E-0365-4221-853B-304387E44309}" dt="2024-09-12T12:44:38.518" v="11"/>
        <pc:sldMkLst>
          <pc:docMk/>
          <pc:sldMk cId="1978475547" sldId="323"/>
        </pc:sldMkLst>
        <pc:spChg chg="add mod">
          <ac:chgData name="Paul Winser" userId="c3146a91-e6bd-4264-bd86-e164e04bc32d" providerId="ADAL" clId="{69CEE87E-0365-4221-853B-304387E44309}" dt="2024-09-12T12:44:38.518" v="11"/>
          <ac:spMkLst>
            <pc:docMk/>
            <pc:sldMk cId="1978475547" sldId="323"/>
            <ac:spMk id="2" creationId="{0B032BF1-7747-41A4-08E6-583971DFC117}"/>
          </ac:spMkLst>
        </pc:spChg>
      </pc:sldChg>
      <pc:sldChg chg="addSp modSp modNotesTx">
        <pc:chgData name="Paul Winser" userId="c3146a91-e6bd-4264-bd86-e164e04bc32d" providerId="ADAL" clId="{69CEE87E-0365-4221-853B-304387E44309}" dt="2024-09-12T12:45:13.011" v="31" actId="6549"/>
        <pc:sldMkLst>
          <pc:docMk/>
          <pc:sldMk cId="2586258292" sldId="330"/>
        </pc:sldMkLst>
        <pc:spChg chg="add mod">
          <ac:chgData name="Paul Winser" userId="c3146a91-e6bd-4264-bd86-e164e04bc32d" providerId="ADAL" clId="{69CEE87E-0365-4221-853B-304387E44309}" dt="2024-09-12T12:45:10.948" v="30"/>
          <ac:spMkLst>
            <pc:docMk/>
            <pc:sldMk cId="2586258292" sldId="330"/>
            <ac:spMk id="2" creationId="{0311E799-1CE0-EBF7-3235-E34C7F3DAEB9}"/>
          </ac:spMkLst>
        </pc:spChg>
      </pc:sldChg>
      <pc:sldChg chg="addSp modSp">
        <pc:chgData name="Paul Winser" userId="c3146a91-e6bd-4264-bd86-e164e04bc32d" providerId="ADAL" clId="{69CEE87E-0365-4221-853B-304387E44309}" dt="2024-09-12T12:44:52.644" v="18"/>
        <pc:sldMkLst>
          <pc:docMk/>
          <pc:sldMk cId="135044647" sldId="349"/>
        </pc:sldMkLst>
        <pc:spChg chg="add mod">
          <ac:chgData name="Paul Winser" userId="c3146a91-e6bd-4264-bd86-e164e04bc32d" providerId="ADAL" clId="{69CEE87E-0365-4221-853B-304387E44309}" dt="2024-09-12T12:44:52.644" v="18"/>
          <ac:spMkLst>
            <pc:docMk/>
            <pc:sldMk cId="135044647" sldId="349"/>
            <ac:spMk id="2" creationId="{259D294E-CF0E-ACC4-7208-B3809FDA018F}"/>
          </ac:spMkLst>
        </pc:spChg>
      </pc:sldChg>
      <pc:sldChg chg="addSp modSp modNotesTx">
        <pc:chgData name="Paul Winser" userId="c3146a91-e6bd-4264-bd86-e164e04bc32d" providerId="ADAL" clId="{69CEE87E-0365-4221-853B-304387E44309}" dt="2024-09-12T12:44:42.872" v="13" actId="6549"/>
        <pc:sldMkLst>
          <pc:docMk/>
          <pc:sldMk cId="641457932" sldId="357"/>
        </pc:sldMkLst>
        <pc:spChg chg="add mod">
          <ac:chgData name="Paul Winser" userId="c3146a91-e6bd-4264-bd86-e164e04bc32d" providerId="ADAL" clId="{69CEE87E-0365-4221-853B-304387E44309}" dt="2024-09-12T12:44:40.093" v="12"/>
          <ac:spMkLst>
            <pc:docMk/>
            <pc:sldMk cId="641457932" sldId="357"/>
            <ac:spMk id="2" creationId="{C4D2BB86-3273-61F5-388B-E33C21B88D83}"/>
          </ac:spMkLst>
        </pc:spChg>
      </pc:sldChg>
      <pc:sldChg chg="addSp modSp">
        <pc:chgData name="Paul Winser" userId="c3146a91-e6bd-4264-bd86-e164e04bc32d" providerId="ADAL" clId="{69CEE87E-0365-4221-853B-304387E44309}" dt="2024-09-12T12:44:45.135" v="14"/>
        <pc:sldMkLst>
          <pc:docMk/>
          <pc:sldMk cId="1509117227" sldId="359"/>
        </pc:sldMkLst>
        <pc:spChg chg="add mod">
          <ac:chgData name="Paul Winser" userId="c3146a91-e6bd-4264-bd86-e164e04bc32d" providerId="ADAL" clId="{69CEE87E-0365-4221-853B-304387E44309}" dt="2024-09-12T12:44:45.135" v="14"/>
          <ac:spMkLst>
            <pc:docMk/>
            <pc:sldMk cId="1509117227" sldId="359"/>
            <ac:spMk id="3" creationId="{F40738C8-5305-0F0F-DFEA-0A72B86F612E}"/>
          </ac:spMkLst>
        </pc:spChg>
      </pc:sldChg>
      <pc:sldChg chg="addSp modSp">
        <pc:chgData name="Paul Winser" userId="c3146a91-e6bd-4264-bd86-e164e04bc32d" providerId="ADAL" clId="{69CEE87E-0365-4221-853B-304387E44309}" dt="2024-09-12T12:44:56.999" v="21"/>
        <pc:sldMkLst>
          <pc:docMk/>
          <pc:sldMk cId="1304463549" sldId="360"/>
        </pc:sldMkLst>
        <pc:spChg chg="add mod">
          <ac:chgData name="Paul Winser" userId="c3146a91-e6bd-4264-bd86-e164e04bc32d" providerId="ADAL" clId="{69CEE87E-0365-4221-853B-304387E44309}" dt="2024-09-12T12:44:56.999" v="21"/>
          <ac:spMkLst>
            <pc:docMk/>
            <pc:sldMk cId="1304463549" sldId="360"/>
            <ac:spMk id="5" creationId="{3B192C53-DFE5-EB9B-3788-AB0BC12D9CCD}"/>
          </ac:spMkLst>
        </pc:spChg>
      </pc:sldChg>
      <pc:sldChg chg="addSp modSp">
        <pc:chgData name="Paul Winser" userId="c3146a91-e6bd-4264-bd86-e164e04bc32d" providerId="ADAL" clId="{69CEE87E-0365-4221-853B-304387E44309}" dt="2024-09-12T12:45:06.955" v="27"/>
        <pc:sldMkLst>
          <pc:docMk/>
          <pc:sldMk cId="4009416068" sldId="361"/>
        </pc:sldMkLst>
        <pc:spChg chg="add mod">
          <ac:chgData name="Paul Winser" userId="c3146a91-e6bd-4264-bd86-e164e04bc32d" providerId="ADAL" clId="{69CEE87E-0365-4221-853B-304387E44309}" dt="2024-09-12T12:45:06.955" v="27"/>
          <ac:spMkLst>
            <pc:docMk/>
            <pc:sldMk cId="4009416068" sldId="361"/>
            <ac:spMk id="2" creationId="{AD3F54CA-EDD1-46E2-1E39-2230DE289DAE}"/>
          </ac:spMkLst>
        </pc:spChg>
      </pc:sldChg>
      <pc:sldChg chg="addSp modSp">
        <pc:chgData name="Paul Winser" userId="c3146a91-e6bd-4264-bd86-e164e04bc32d" providerId="ADAL" clId="{69CEE87E-0365-4221-853B-304387E44309}" dt="2024-09-12T12:44:54.230" v="19"/>
        <pc:sldMkLst>
          <pc:docMk/>
          <pc:sldMk cId="4001976503" sldId="362"/>
        </pc:sldMkLst>
        <pc:spChg chg="add mod">
          <ac:chgData name="Paul Winser" userId="c3146a91-e6bd-4264-bd86-e164e04bc32d" providerId="ADAL" clId="{69CEE87E-0365-4221-853B-304387E44309}" dt="2024-09-12T12:44:54.230" v="19"/>
          <ac:spMkLst>
            <pc:docMk/>
            <pc:sldMk cId="4001976503" sldId="362"/>
            <ac:spMk id="2" creationId="{F65C3C2F-7F48-94A3-A09E-5E1E14754494}"/>
          </ac:spMkLst>
        </pc:spChg>
      </pc:sldChg>
      <pc:sldChg chg="addSp modSp">
        <pc:chgData name="Paul Winser" userId="c3146a91-e6bd-4264-bd86-e164e04bc32d" providerId="ADAL" clId="{69CEE87E-0365-4221-853B-304387E44309}" dt="2024-09-12T12:44:47.741" v="15"/>
        <pc:sldMkLst>
          <pc:docMk/>
          <pc:sldMk cId="1790965532" sldId="367"/>
        </pc:sldMkLst>
        <pc:spChg chg="add mod">
          <ac:chgData name="Paul Winser" userId="c3146a91-e6bd-4264-bd86-e164e04bc32d" providerId="ADAL" clId="{69CEE87E-0365-4221-853B-304387E44309}" dt="2024-09-12T12:44:47.741" v="15"/>
          <ac:spMkLst>
            <pc:docMk/>
            <pc:sldMk cId="1790965532" sldId="367"/>
            <ac:spMk id="2" creationId="{53B15AB0-484D-4A6E-0184-A16E3177B185}"/>
          </ac:spMkLst>
        </pc:spChg>
      </pc:sldChg>
      <pc:sldChg chg="addSp modSp">
        <pc:chgData name="Paul Winser" userId="c3146a91-e6bd-4264-bd86-e164e04bc32d" providerId="ADAL" clId="{69CEE87E-0365-4221-853B-304387E44309}" dt="2024-09-12T12:44:49.382" v="16"/>
        <pc:sldMkLst>
          <pc:docMk/>
          <pc:sldMk cId="1543422609" sldId="368"/>
        </pc:sldMkLst>
        <pc:spChg chg="add mod">
          <ac:chgData name="Paul Winser" userId="c3146a91-e6bd-4264-bd86-e164e04bc32d" providerId="ADAL" clId="{69CEE87E-0365-4221-853B-304387E44309}" dt="2024-09-12T12:44:49.382" v="16"/>
          <ac:spMkLst>
            <pc:docMk/>
            <pc:sldMk cId="1543422609" sldId="368"/>
            <ac:spMk id="7" creationId="{3CEB82A9-5DF2-F539-3959-E625DC333146}"/>
          </ac:spMkLst>
        </pc:spChg>
      </pc:sldChg>
      <pc:sldChg chg="addSp modSp">
        <pc:chgData name="Paul Winser" userId="c3146a91-e6bd-4264-bd86-e164e04bc32d" providerId="ADAL" clId="{69CEE87E-0365-4221-853B-304387E44309}" dt="2024-09-12T12:44:50.892" v="17"/>
        <pc:sldMkLst>
          <pc:docMk/>
          <pc:sldMk cId="1602830370" sldId="369"/>
        </pc:sldMkLst>
        <pc:spChg chg="add mod">
          <ac:chgData name="Paul Winser" userId="c3146a91-e6bd-4264-bd86-e164e04bc32d" providerId="ADAL" clId="{69CEE87E-0365-4221-853B-304387E44309}" dt="2024-09-12T12:44:50.892" v="17"/>
          <ac:spMkLst>
            <pc:docMk/>
            <pc:sldMk cId="1602830370" sldId="369"/>
            <ac:spMk id="7" creationId="{F18CBF8D-99A0-4AF0-7989-FD89D30E5D43}"/>
          </ac:spMkLst>
        </pc:spChg>
      </pc:sldChg>
      <pc:sldChg chg="addSp modSp">
        <pc:chgData name="Paul Winser" userId="c3146a91-e6bd-4264-bd86-e164e04bc32d" providerId="ADAL" clId="{69CEE87E-0365-4221-853B-304387E44309}" dt="2024-09-12T12:44:55.454" v="20"/>
        <pc:sldMkLst>
          <pc:docMk/>
          <pc:sldMk cId="1894073765" sldId="370"/>
        </pc:sldMkLst>
        <pc:spChg chg="add mod">
          <ac:chgData name="Paul Winser" userId="c3146a91-e6bd-4264-bd86-e164e04bc32d" providerId="ADAL" clId="{69CEE87E-0365-4221-853B-304387E44309}" dt="2024-09-12T12:44:55.454" v="20"/>
          <ac:spMkLst>
            <pc:docMk/>
            <pc:sldMk cId="1894073765" sldId="370"/>
            <ac:spMk id="5" creationId="{78C50813-FE49-8D7C-1E70-1065C593AFE3}"/>
          </ac:spMkLst>
        </pc:spChg>
      </pc:sldChg>
      <pc:sldChg chg="addSp modSp">
        <pc:chgData name="Paul Winser" userId="c3146a91-e6bd-4264-bd86-e164e04bc32d" providerId="ADAL" clId="{69CEE87E-0365-4221-853B-304387E44309}" dt="2024-09-12T12:44:58.620" v="22"/>
        <pc:sldMkLst>
          <pc:docMk/>
          <pc:sldMk cId="737054509" sldId="371"/>
        </pc:sldMkLst>
        <pc:spChg chg="add mod">
          <ac:chgData name="Paul Winser" userId="c3146a91-e6bd-4264-bd86-e164e04bc32d" providerId="ADAL" clId="{69CEE87E-0365-4221-853B-304387E44309}" dt="2024-09-12T12:44:58.620" v="22"/>
          <ac:spMkLst>
            <pc:docMk/>
            <pc:sldMk cId="737054509" sldId="371"/>
            <ac:spMk id="5" creationId="{34A5795B-43EF-0BB2-18EC-5272B1389F26}"/>
          </ac:spMkLst>
        </pc:spChg>
      </pc:sldChg>
      <pc:sldChg chg="addSp modSp">
        <pc:chgData name="Paul Winser" userId="c3146a91-e6bd-4264-bd86-e164e04bc32d" providerId="ADAL" clId="{69CEE87E-0365-4221-853B-304387E44309}" dt="2024-09-12T12:45:09.768" v="29"/>
        <pc:sldMkLst>
          <pc:docMk/>
          <pc:sldMk cId="2372948848" sldId="372"/>
        </pc:sldMkLst>
        <pc:spChg chg="add mod">
          <ac:chgData name="Paul Winser" userId="c3146a91-e6bd-4264-bd86-e164e04bc32d" providerId="ADAL" clId="{69CEE87E-0365-4221-853B-304387E44309}" dt="2024-09-12T12:45:09.768" v="29"/>
          <ac:spMkLst>
            <pc:docMk/>
            <pc:sldMk cId="2372948848" sldId="372"/>
            <ac:spMk id="5" creationId="{A8A4178F-17B1-5E34-1F1C-42B23C1943C3}"/>
          </ac:spMkLst>
        </pc:spChg>
      </pc:sldChg>
      <pc:sldChg chg="addSp modSp">
        <pc:chgData name="Paul Winser" userId="c3146a91-e6bd-4264-bd86-e164e04bc32d" providerId="ADAL" clId="{69CEE87E-0365-4221-853B-304387E44309}" dt="2024-09-12T12:45:08.290" v="28"/>
        <pc:sldMkLst>
          <pc:docMk/>
          <pc:sldMk cId="2987310391" sldId="373"/>
        </pc:sldMkLst>
        <pc:spChg chg="add mod">
          <ac:chgData name="Paul Winser" userId="c3146a91-e6bd-4264-bd86-e164e04bc32d" providerId="ADAL" clId="{69CEE87E-0365-4221-853B-304387E44309}" dt="2024-09-12T12:45:08.290" v="28"/>
          <ac:spMkLst>
            <pc:docMk/>
            <pc:sldMk cId="2987310391" sldId="373"/>
            <ac:spMk id="5" creationId="{ACE189ED-08D9-E856-DC9C-06C1EAEE057A}"/>
          </ac:spMkLst>
        </pc:spChg>
      </pc:sldChg>
      <pc:sldChg chg="addSp modSp">
        <pc:chgData name="Paul Winser" userId="c3146a91-e6bd-4264-bd86-e164e04bc32d" providerId="ADAL" clId="{69CEE87E-0365-4221-853B-304387E44309}" dt="2024-09-12T12:45:05.587" v="26"/>
        <pc:sldMkLst>
          <pc:docMk/>
          <pc:sldMk cId="1936186500" sldId="374"/>
        </pc:sldMkLst>
        <pc:spChg chg="add mod">
          <ac:chgData name="Paul Winser" userId="c3146a91-e6bd-4264-bd86-e164e04bc32d" providerId="ADAL" clId="{69CEE87E-0365-4221-853B-304387E44309}" dt="2024-09-12T12:45:05.587" v="26"/>
          <ac:spMkLst>
            <pc:docMk/>
            <pc:sldMk cId="1936186500" sldId="374"/>
            <ac:spMk id="2" creationId="{B36E8A4A-570C-5D78-6038-3873763D7E95}"/>
          </ac:spMkLst>
        </pc:spChg>
      </pc:sldChg>
      <pc:sldChg chg="addSp modSp mod">
        <pc:chgData name="Paul Winser" userId="c3146a91-e6bd-4264-bd86-e164e04bc32d" providerId="ADAL" clId="{69CEE87E-0365-4221-853B-304387E44309}" dt="2024-09-12T12:45:20.911" v="34" actId="14100"/>
        <pc:sldMkLst>
          <pc:docMk/>
          <pc:sldMk cId="3840941676" sldId="375"/>
        </pc:sldMkLst>
        <pc:spChg chg="mod">
          <ac:chgData name="Paul Winser" userId="c3146a91-e6bd-4264-bd86-e164e04bc32d" providerId="ADAL" clId="{69CEE87E-0365-4221-853B-304387E44309}" dt="2024-09-12T12:45:18.533" v="33" actId="14100"/>
          <ac:spMkLst>
            <pc:docMk/>
            <pc:sldMk cId="3840941676" sldId="375"/>
            <ac:spMk id="2" creationId="{469CEECA-02DF-06EC-9917-EE8D5788B7AE}"/>
          </ac:spMkLst>
        </pc:spChg>
        <pc:spChg chg="add mod">
          <ac:chgData name="Paul Winser" userId="c3146a91-e6bd-4264-bd86-e164e04bc32d" providerId="ADAL" clId="{69CEE87E-0365-4221-853B-304387E44309}" dt="2024-09-12T12:45:15.330" v="32"/>
          <ac:spMkLst>
            <pc:docMk/>
            <pc:sldMk cId="3840941676" sldId="375"/>
            <ac:spMk id="5" creationId="{C91262AE-CF00-077A-9A3D-F02774E17D19}"/>
          </ac:spMkLst>
        </pc:spChg>
        <pc:spChg chg="mod">
          <ac:chgData name="Paul Winser" userId="c3146a91-e6bd-4264-bd86-e164e04bc32d" providerId="ADAL" clId="{69CEE87E-0365-4221-853B-304387E44309}" dt="2024-09-12T12:45:20.911" v="34" actId="14100"/>
          <ac:spMkLst>
            <pc:docMk/>
            <pc:sldMk cId="3840941676" sldId="375"/>
            <ac:spMk id="30723" creationId="{0630E991-DD62-F25B-72C6-66E7BF35DA84}"/>
          </ac:spMkLst>
        </pc:spChg>
      </pc:sldChg>
      <pc:sldChg chg="addSp modSp mod modNotesTx">
        <pc:chgData name="Paul Winser" userId="c3146a91-e6bd-4264-bd86-e164e04bc32d" providerId="ADAL" clId="{69CEE87E-0365-4221-853B-304387E44309}" dt="2024-09-12T12:45:30.964" v="38" actId="6549"/>
        <pc:sldMkLst>
          <pc:docMk/>
          <pc:sldMk cId="809474778" sldId="376"/>
        </pc:sldMkLst>
        <pc:spChg chg="add mod">
          <ac:chgData name="Paul Winser" userId="c3146a91-e6bd-4264-bd86-e164e04bc32d" providerId="ADAL" clId="{69CEE87E-0365-4221-853B-304387E44309}" dt="2024-09-12T12:45:22.523" v="35"/>
          <ac:spMkLst>
            <pc:docMk/>
            <pc:sldMk cId="809474778" sldId="376"/>
            <ac:spMk id="3" creationId="{C62D4AE3-326F-5837-D06D-24959E00A1CB}"/>
          </ac:spMkLst>
        </pc:spChg>
        <pc:grpChg chg="mod">
          <ac:chgData name="Paul Winser" userId="c3146a91-e6bd-4264-bd86-e164e04bc32d" providerId="ADAL" clId="{69CEE87E-0365-4221-853B-304387E44309}" dt="2024-09-12T12:45:24.805" v="36" actId="1076"/>
          <ac:grpSpMkLst>
            <pc:docMk/>
            <pc:sldMk cId="809474778" sldId="376"/>
            <ac:grpSpMk id="10" creationId="{EA36C101-82CC-351B-6D9B-07D93CD3AB5D}"/>
          </ac:grpSpMkLst>
        </pc:grpChg>
        <pc:picChg chg="mod">
          <ac:chgData name="Paul Winser" userId="c3146a91-e6bd-4264-bd86-e164e04bc32d" providerId="ADAL" clId="{69CEE87E-0365-4221-853B-304387E44309}" dt="2024-09-12T12:45:28.728" v="37" actId="14100"/>
          <ac:picMkLst>
            <pc:docMk/>
            <pc:sldMk cId="809474778" sldId="376"/>
            <ac:picMk id="4" creationId="{2179ABB7-48F9-F883-729D-5EB8D206C8B4}"/>
          </ac:picMkLst>
        </pc:picChg>
      </pc:sldChg>
      <pc:sldChg chg="addSp modSp">
        <pc:chgData name="Paul Winser" userId="c3146a91-e6bd-4264-bd86-e164e04bc32d" providerId="ADAL" clId="{69CEE87E-0365-4221-853B-304387E44309}" dt="2024-09-12T12:45:32.773" v="39"/>
        <pc:sldMkLst>
          <pc:docMk/>
          <pc:sldMk cId="314991922" sldId="377"/>
        </pc:sldMkLst>
        <pc:spChg chg="add mod">
          <ac:chgData name="Paul Winser" userId="c3146a91-e6bd-4264-bd86-e164e04bc32d" providerId="ADAL" clId="{69CEE87E-0365-4221-853B-304387E44309}" dt="2024-09-12T12:45:32.773" v="39"/>
          <ac:spMkLst>
            <pc:docMk/>
            <pc:sldMk cId="314991922" sldId="377"/>
            <ac:spMk id="3" creationId="{11431DE7-9B92-2CC0-D89C-0429DDD8CC4B}"/>
          </ac:spMkLst>
        </pc:spChg>
      </pc:sldChg>
      <pc:sldChg chg="addSp modSp">
        <pc:chgData name="Paul Winser" userId="c3146a91-e6bd-4264-bd86-e164e04bc32d" providerId="ADAL" clId="{69CEE87E-0365-4221-853B-304387E44309}" dt="2024-09-12T12:45:34.540" v="40"/>
        <pc:sldMkLst>
          <pc:docMk/>
          <pc:sldMk cId="3206644775" sldId="378"/>
        </pc:sldMkLst>
        <pc:spChg chg="add mod">
          <ac:chgData name="Paul Winser" userId="c3146a91-e6bd-4264-bd86-e164e04bc32d" providerId="ADAL" clId="{69CEE87E-0365-4221-853B-304387E44309}" dt="2024-09-12T12:45:34.540" v="40"/>
          <ac:spMkLst>
            <pc:docMk/>
            <pc:sldMk cId="3206644775" sldId="378"/>
            <ac:spMk id="3" creationId="{7C5F5343-5ECA-0D81-0EC7-5CEEF388229E}"/>
          </ac:spMkLst>
        </pc:spChg>
      </pc:sldChg>
      <pc:sldChg chg="addSp modSp">
        <pc:chgData name="Paul Winser" userId="c3146a91-e6bd-4264-bd86-e164e04bc32d" providerId="ADAL" clId="{69CEE87E-0365-4221-853B-304387E44309}" dt="2024-09-12T12:55:09.926" v="46"/>
        <pc:sldMkLst>
          <pc:docMk/>
          <pc:sldMk cId="1862986976" sldId="379"/>
        </pc:sldMkLst>
        <pc:spChg chg="add mod">
          <ac:chgData name="Paul Winser" userId="c3146a91-e6bd-4264-bd86-e164e04bc32d" providerId="ADAL" clId="{69CEE87E-0365-4221-853B-304387E44309}" dt="2024-09-12T12:55:09.926" v="46"/>
          <ac:spMkLst>
            <pc:docMk/>
            <pc:sldMk cId="1862986976" sldId="379"/>
            <ac:spMk id="3" creationId="{1961DBA9-961D-B233-90F2-A864B5AC74A4}"/>
          </ac:spMkLst>
        </pc:spChg>
      </pc:sldChg>
      <pc:sldChg chg="addSp modSp modNotesTx">
        <pc:chgData name="Paul Winser" userId="c3146a91-e6bd-4264-bd86-e164e04bc32d" providerId="ADAL" clId="{69CEE87E-0365-4221-853B-304387E44309}" dt="2024-09-12T12:45:42.056" v="43" actId="6549"/>
        <pc:sldMkLst>
          <pc:docMk/>
          <pc:sldMk cId="3513033047" sldId="381"/>
        </pc:sldMkLst>
        <pc:spChg chg="add mod">
          <ac:chgData name="Paul Winser" userId="c3146a91-e6bd-4264-bd86-e164e04bc32d" providerId="ADAL" clId="{69CEE87E-0365-4221-853B-304387E44309}" dt="2024-09-12T12:45:37.867" v="42"/>
          <ac:spMkLst>
            <pc:docMk/>
            <pc:sldMk cId="3513033047" sldId="381"/>
            <ac:spMk id="3" creationId="{5DDC5548-62DE-4E4F-5CD9-4457E084FC8D}"/>
          </ac:spMkLst>
        </pc:spChg>
      </pc:sldChg>
      <pc:sldChg chg="addSp modSp">
        <pc:chgData name="Paul Winser" userId="c3146a91-e6bd-4264-bd86-e164e04bc32d" providerId="ADAL" clId="{69CEE87E-0365-4221-853B-304387E44309}" dt="2024-09-12T12:45:35.886" v="41"/>
        <pc:sldMkLst>
          <pc:docMk/>
          <pc:sldMk cId="3149751959" sldId="382"/>
        </pc:sldMkLst>
        <pc:spChg chg="add mod">
          <ac:chgData name="Paul Winser" userId="c3146a91-e6bd-4264-bd86-e164e04bc32d" providerId="ADAL" clId="{69CEE87E-0365-4221-853B-304387E44309}" dt="2024-09-12T12:45:35.886" v="41"/>
          <ac:spMkLst>
            <pc:docMk/>
            <pc:sldMk cId="3149751959" sldId="382"/>
            <ac:spMk id="3" creationId="{30D7E2EE-7422-D093-A274-F2ECAD64BC48}"/>
          </ac:spMkLst>
        </pc:spChg>
      </pc:sldChg>
      <pc:sldChg chg="addSp modSp">
        <pc:chgData name="Paul Winser" userId="c3146a91-e6bd-4264-bd86-e164e04bc32d" providerId="ADAL" clId="{69CEE87E-0365-4221-853B-304387E44309}" dt="2024-09-12T12:55:11.858" v="47"/>
        <pc:sldMkLst>
          <pc:docMk/>
          <pc:sldMk cId="94671651" sldId="383"/>
        </pc:sldMkLst>
        <pc:spChg chg="add mod">
          <ac:chgData name="Paul Winser" userId="c3146a91-e6bd-4264-bd86-e164e04bc32d" providerId="ADAL" clId="{69CEE87E-0365-4221-853B-304387E44309}" dt="2024-09-12T12:55:11.858" v="47"/>
          <ac:spMkLst>
            <pc:docMk/>
            <pc:sldMk cId="94671651" sldId="383"/>
            <ac:spMk id="3" creationId="{781533D0-7EA1-429D-4EE8-BD8684539951}"/>
          </ac:spMkLst>
        </pc:spChg>
      </pc:sldChg>
      <pc:sldChg chg="addSp modSp">
        <pc:chgData name="Paul Winser" userId="c3146a91-e6bd-4264-bd86-e164e04bc32d" providerId="ADAL" clId="{69CEE87E-0365-4221-853B-304387E44309}" dt="2024-09-12T12:55:16.164" v="48"/>
        <pc:sldMkLst>
          <pc:docMk/>
          <pc:sldMk cId="440400399" sldId="384"/>
        </pc:sldMkLst>
        <pc:spChg chg="add mod">
          <ac:chgData name="Paul Winser" userId="c3146a91-e6bd-4264-bd86-e164e04bc32d" providerId="ADAL" clId="{69CEE87E-0365-4221-853B-304387E44309}" dt="2024-09-12T12:55:16.164" v="48"/>
          <ac:spMkLst>
            <pc:docMk/>
            <pc:sldMk cId="440400399" sldId="384"/>
            <ac:spMk id="3" creationId="{FD531A25-AFEB-AE6B-69CD-0447C450B006}"/>
          </ac:spMkLst>
        </pc:spChg>
      </pc:sldChg>
      <pc:sldChg chg="addSp modSp modNotesTx">
        <pc:chgData name="Paul Winser" userId="c3146a91-e6bd-4264-bd86-e164e04bc32d" providerId="ADAL" clId="{69CEE87E-0365-4221-853B-304387E44309}" dt="2024-09-12T12:55:19.812" v="50" actId="6549"/>
        <pc:sldMkLst>
          <pc:docMk/>
          <pc:sldMk cId="708829250" sldId="385"/>
        </pc:sldMkLst>
        <pc:spChg chg="add mod">
          <ac:chgData name="Paul Winser" userId="c3146a91-e6bd-4264-bd86-e164e04bc32d" providerId="ADAL" clId="{69CEE87E-0365-4221-853B-304387E44309}" dt="2024-09-12T12:55:17.997" v="49"/>
          <ac:spMkLst>
            <pc:docMk/>
            <pc:sldMk cId="708829250" sldId="385"/>
            <ac:spMk id="3" creationId="{9728BD9F-6F56-E164-4601-02DB2D1F70B1}"/>
          </ac:spMkLst>
        </pc:spChg>
      </pc:sldChg>
      <pc:sldChg chg="addSp modSp">
        <pc:chgData name="Paul Winser" userId="c3146a91-e6bd-4264-bd86-e164e04bc32d" providerId="ADAL" clId="{69CEE87E-0365-4221-853B-304387E44309}" dt="2024-09-12T12:55:22.467" v="51"/>
        <pc:sldMkLst>
          <pc:docMk/>
          <pc:sldMk cId="1612188798" sldId="386"/>
        </pc:sldMkLst>
        <pc:spChg chg="add mod">
          <ac:chgData name="Paul Winser" userId="c3146a91-e6bd-4264-bd86-e164e04bc32d" providerId="ADAL" clId="{69CEE87E-0365-4221-853B-304387E44309}" dt="2024-09-12T12:55:22.467" v="51"/>
          <ac:spMkLst>
            <pc:docMk/>
            <pc:sldMk cId="1612188798" sldId="386"/>
            <ac:spMk id="3" creationId="{FE68B3EE-153F-0ABA-52AC-81C6874E2909}"/>
          </ac:spMkLst>
        </pc:spChg>
      </pc:sldChg>
      <pc:sldChg chg="addSp modSp">
        <pc:chgData name="Paul Winser" userId="c3146a91-e6bd-4264-bd86-e164e04bc32d" providerId="ADAL" clId="{69CEE87E-0365-4221-853B-304387E44309}" dt="2024-09-12T12:55:30.394" v="56" actId="1035"/>
        <pc:sldMkLst>
          <pc:docMk/>
          <pc:sldMk cId="3454572721" sldId="387"/>
        </pc:sldMkLst>
        <pc:spChg chg="mod">
          <ac:chgData name="Paul Winser" userId="c3146a91-e6bd-4264-bd86-e164e04bc32d" providerId="ADAL" clId="{69CEE87E-0365-4221-853B-304387E44309}" dt="2024-09-12T12:55:30.394" v="56" actId="1035"/>
          <ac:spMkLst>
            <pc:docMk/>
            <pc:sldMk cId="3454572721" sldId="387"/>
            <ac:spMk id="3" creationId="{1F230A3C-B3F7-E642-D224-81FFC1D069A1}"/>
          </ac:spMkLst>
        </pc:spChg>
        <pc:spChg chg="mod">
          <ac:chgData name="Paul Winser" userId="c3146a91-e6bd-4264-bd86-e164e04bc32d" providerId="ADAL" clId="{69CEE87E-0365-4221-853B-304387E44309}" dt="2024-09-12T12:55:30.394" v="56" actId="1035"/>
          <ac:spMkLst>
            <pc:docMk/>
            <pc:sldMk cId="3454572721" sldId="387"/>
            <ac:spMk id="4" creationId="{68511300-B0E3-1A4B-D154-E187ECCD3E8C}"/>
          </ac:spMkLst>
        </pc:spChg>
        <pc:spChg chg="mod">
          <ac:chgData name="Paul Winser" userId="c3146a91-e6bd-4264-bd86-e164e04bc32d" providerId="ADAL" clId="{69CEE87E-0365-4221-853B-304387E44309}" dt="2024-09-12T12:55:30.394" v="56" actId="1035"/>
          <ac:spMkLst>
            <pc:docMk/>
            <pc:sldMk cId="3454572721" sldId="387"/>
            <ac:spMk id="6" creationId="{03170B88-3E28-EED0-D1AA-D7EAA845FE3D}"/>
          </ac:spMkLst>
        </pc:spChg>
        <pc:spChg chg="mod">
          <ac:chgData name="Paul Winser" userId="c3146a91-e6bd-4264-bd86-e164e04bc32d" providerId="ADAL" clId="{69CEE87E-0365-4221-853B-304387E44309}" dt="2024-09-12T12:55:30.394" v="56" actId="1035"/>
          <ac:spMkLst>
            <pc:docMk/>
            <pc:sldMk cId="3454572721" sldId="387"/>
            <ac:spMk id="7" creationId="{2D959A78-4A55-2CC9-404D-E00B15E46FE8}"/>
          </ac:spMkLst>
        </pc:spChg>
        <pc:spChg chg="add mod">
          <ac:chgData name="Paul Winser" userId="c3146a91-e6bd-4264-bd86-e164e04bc32d" providerId="ADAL" clId="{69CEE87E-0365-4221-853B-304387E44309}" dt="2024-09-12T12:55:24.112" v="52"/>
          <ac:spMkLst>
            <pc:docMk/>
            <pc:sldMk cId="3454572721" sldId="387"/>
            <ac:spMk id="8" creationId="{65797D48-948E-273B-3E8D-762B95E2BB51}"/>
          </ac:spMkLst>
        </pc:spChg>
        <pc:spChg chg="mod">
          <ac:chgData name="Paul Winser" userId="c3146a91-e6bd-4264-bd86-e164e04bc32d" providerId="ADAL" clId="{69CEE87E-0365-4221-853B-304387E44309}" dt="2024-09-12T12:55:30.394" v="56" actId="1035"/>
          <ac:spMkLst>
            <pc:docMk/>
            <pc:sldMk cId="3454572721" sldId="387"/>
            <ac:spMk id="9" creationId="{B22A76AB-1885-CCC9-0A3C-F7849770AB25}"/>
          </ac:spMkLst>
        </pc:spChg>
        <pc:spChg chg="mod">
          <ac:chgData name="Paul Winser" userId="c3146a91-e6bd-4264-bd86-e164e04bc32d" providerId="ADAL" clId="{69CEE87E-0365-4221-853B-304387E44309}" dt="2024-09-12T12:55:30.394" v="56" actId="1035"/>
          <ac:spMkLst>
            <pc:docMk/>
            <pc:sldMk cId="3454572721" sldId="387"/>
            <ac:spMk id="11" creationId="{94706C1E-501D-BAC9-DA0A-B8EC745E76FC}"/>
          </ac:spMkLst>
        </pc:spChg>
        <pc:grpChg chg="mod">
          <ac:chgData name="Paul Winser" userId="c3146a91-e6bd-4264-bd86-e164e04bc32d" providerId="ADAL" clId="{69CEE87E-0365-4221-853B-304387E44309}" dt="2024-09-12T12:55:30.394" v="56" actId="1035"/>
          <ac:grpSpMkLst>
            <pc:docMk/>
            <pc:sldMk cId="3454572721" sldId="387"/>
            <ac:grpSpMk id="5" creationId="{4EE4D766-6A2D-BF61-3F3F-9DFA362436F8}"/>
          </ac:grpSpMkLst>
        </pc:grpChg>
      </pc:sldChg>
      <pc:sldChg chg="addSp modSp">
        <pc:chgData name="Paul Winser" userId="c3146a91-e6bd-4264-bd86-e164e04bc32d" providerId="ADAL" clId="{69CEE87E-0365-4221-853B-304387E44309}" dt="2024-09-12T12:55:35.086" v="58"/>
        <pc:sldMkLst>
          <pc:docMk/>
          <pc:sldMk cId="57924284" sldId="388"/>
        </pc:sldMkLst>
        <pc:spChg chg="add mod">
          <ac:chgData name="Paul Winser" userId="c3146a91-e6bd-4264-bd86-e164e04bc32d" providerId="ADAL" clId="{69CEE87E-0365-4221-853B-304387E44309}" dt="2024-09-12T12:55:35.086" v="58"/>
          <ac:spMkLst>
            <pc:docMk/>
            <pc:sldMk cId="57924284" sldId="388"/>
            <ac:spMk id="3" creationId="{03256BFF-6074-7DD8-AAD4-010B86EC7F5A}"/>
          </ac:spMkLst>
        </pc:spChg>
      </pc:sldChg>
      <pc:sldChg chg="addSp modSp">
        <pc:chgData name="Paul Winser" userId="c3146a91-e6bd-4264-bd86-e164e04bc32d" providerId="ADAL" clId="{69CEE87E-0365-4221-853B-304387E44309}" dt="2024-09-12T12:55:37.171" v="59"/>
        <pc:sldMkLst>
          <pc:docMk/>
          <pc:sldMk cId="2490004100" sldId="389"/>
        </pc:sldMkLst>
        <pc:spChg chg="add mod">
          <ac:chgData name="Paul Winser" userId="c3146a91-e6bd-4264-bd86-e164e04bc32d" providerId="ADAL" clId="{69CEE87E-0365-4221-853B-304387E44309}" dt="2024-09-12T12:55:37.171" v="59"/>
          <ac:spMkLst>
            <pc:docMk/>
            <pc:sldMk cId="2490004100" sldId="389"/>
            <ac:spMk id="3" creationId="{3B75D5A9-C723-6C33-E4BC-2BAA07325942}"/>
          </ac:spMkLst>
        </pc:spChg>
      </pc:sldChg>
      <pc:sldChg chg="addSp modSp">
        <pc:chgData name="Paul Winser" userId="c3146a91-e6bd-4264-bd86-e164e04bc32d" providerId="ADAL" clId="{69CEE87E-0365-4221-853B-304387E44309}" dt="2024-09-12T12:55:38.604" v="60"/>
        <pc:sldMkLst>
          <pc:docMk/>
          <pc:sldMk cId="3772040180" sldId="390"/>
        </pc:sldMkLst>
        <pc:spChg chg="add mod">
          <ac:chgData name="Paul Winser" userId="c3146a91-e6bd-4264-bd86-e164e04bc32d" providerId="ADAL" clId="{69CEE87E-0365-4221-853B-304387E44309}" dt="2024-09-12T12:55:38.604" v="60"/>
          <ac:spMkLst>
            <pc:docMk/>
            <pc:sldMk cId="3772040180" sldId="390"/>
            <ac:spMk id="3" creationId="{5F752DCA-6D2B-A8A9-BDAC-F2F5F6A1E826}"/>
          </ac:spMkLst>
        </pc:spChg>
      </pc:sldChg>
      <pc:sldChg chg="addSp modSp">
        <pc:chgData name="Paul Winser" userId="c3146a91-e6bd-4264-bd86-e164e04bc32d" providerId="ADAL" clId="{69CEE87E-0365-4221-853B-304387E44309}" dt="2024-09-12T12:45:03.151" v="25"/>
        <pc:sldMkLst>
          <pc:docMk/>
          <pc:sldMk cId="2592860969" sldId="391"/>
        </pc:sldMkLst>
        <pc:spChg chg="add mod">
          <ac:chgData name="Paul Winser" userId="c3146a91-e6bd-4264-bd86-e164e04bc32d" providerId="ADAL" clId="{69CEE87E-0365-4221-853B-304387E44309}" dt="2024-09-12T12:45:03.151" v="25"/>
          <ac:spMkLst>
            <pc:docMk/>
            <pc:sldMk cId="2592860969" sldId="391"/>
            <ac:spMk id="2" creationId="{6906FA1B-84EB-D753-0FE2-658D33FC996E}"/>
          </ac:spMkLst>
        </pc:spChg>
      </pc:sldChg>
      <pc:sldChg chg="addSp modSp">
        <pc:chgData name="Paul Winser" userId="c3146a91-e6bd-4264-bd86-e164e04bc32d" providerId="ADAL" clId="{69CEE87E-0365-4221-853B-304387E44309}" dt="2024-09-12T12:55:32.913" v="57"/>
        <pc:sldMkLst>
          <pc:docMk/>
          <pc:sldMk cId="1520498751" sldId="392"/>
        </pc:sldMkLst>
        <pc:spChg chg="add mod">
          <ac:chgData name="Paul Winser" userId="c3146a91-e6bd-4264-bd86-e164e04bc32d" providerId="ADAL" clId="{69CEE87E-0365-4221-853B-304387E44309}" dt="2024-09-12T12:55:32.913" v="57"/>
          <ac:spMkLst>
            <pc:docMk/>
            <pc:sldMk cId="1520498751" sldId="392"/>
            <ac:spMk id="3" creationId="{0C4A823B-AF8C-43E1-BCE0-02F656AEEC75}"/>
          </ac:spMkLst>
        </pc:spChg>
      </pc:sldChg>
      <pc:sldChg chg="addSp modSp">
        <pc:chgData name="Paul Winser" userId="c3146a91-e6bd-4264-bd86-e164e04bc32d" providerId="ADAL" clId="{69CEE87E-0365-4221-853B-304387E44309}" dt="2024-09-12T12:55:40.132" v="61"/>
        <pc:sldMkLst>
          <pc:docMk/>
          <pc:sldMk cId="0" sldId="402"/>
        </pc:sldMkLst>
        <pc:spChg chg="add mod">
          <ac:chgData name="Paul Winser" userId="c3146a91-e6bd-4264-bd86-e164e04bc32d" providerId="ADAL" clId="{69CEE87E-0365-4221-853B-304387E44309}" dt="2024-09-12T12:55:40.132" v="61"/>
          <ac:spMkLst>
            <pc:docMk/>
            <pc:sldMk cId="0" sldId="402"/>
            <ac:spMk id="3" creationId="{3A235D28-887F-1BE4-93BF-93348B12C228}"/>
          </ac:spMkLst>
        </pc:spChg>
      </pc:sldChg>
    </pc:docChg>
  </pc:docChgLst>
  <pc:docChgLst>
    <pc:chgData name="Paul Winser" userId="c3146a91-e6bd-4264-bd86-e164e04bc32d" providerId="ADAL" clId="{963A2BCC-035E-4ACD-AA56-3553C3BA321C}"/>
    <pc:docChg chg="undo custSel addSld modSld">
      <pc:chgData name="Paul Winser" userId="c3146a91-e6bd-4264-bd86-e164e04bc32d" providerId="ADAL" clId="{963A2BCC-035E-4ACD-AA56-3553C3BA321C}" dt="2024-08-20T17:18:53.064" v="138" actId="1076"/>
      <pc:docMkLst>
        <pc:docMk/>
      </pc:docMkLst>
      <pc:sldChg chg="modSp mod">
        <pc:chgData name="Paul Winser" userId="c3146a91-e6bd-4264-bd86-e164e04bc32d" providerId="ADAL" clId="{963A2BCC-035E-4ACD-AA56-3553C3BA321C}" dt="2024-08-19T14:13:18.391" v="2" actId="14100"/>
        <pc:sldMkLst>
          <pc:docMk/>
          <pc:sldMk cId="0" sldId="257"/>
        </pc:sldMkLst>
        <pc:spChg chg="mod">
          <ac:chgData name="Paul Winser" userId="c3146a91-e6bd-4264-bd86-e164e04bc32d" providerId="ADAL" clId="{963A2BCC-035E-4ACD-AA56-3553C3BA321C}" dt="2024-08-19T14:13:18.391" v="2" actId="14100"/>
          <ac:spMkLst>
            <pc:docMk/>
            <pc:sldMk cId="0" sldId="257"/>
            <ac:spMk id="30723" creationId="{3C79F714-332C-AB63-03D9-E6D0CAE0623F}"/>
          </ac:spMkLst>
        </pc:spChg>
      </pc:sldChg>
      <pc:sldChg chg="addSp delSp modSp mod">
        <pc:chgData name="Paul Winser" userId="c3146a91-e6bd-4264-bd86-e164e04bc32d" providerId="ADAL" clId="{963A2BCC-035E-4ACD-AA56-3553C3BA321C}" dt="2024-08-20T17:03:11.256" v="60" actId="1076"/>
        <pc:sldMkLst>
          <pc:docMk/>
          <pc:sldMk cId="0" sldId="310"/>
        </pc:sldMkLst>
        <pc:spChg chg="add mod">
          <ac:chgData name="Paul Winser" userId="c3146a91-e6bd-4264-bd86-e164e04bc32d" providerId="ADAL" clId="{963A2BCC-035E-4ACD-AA56-3553C3BA321C}" dt="2024-08-20T17:01:57.652" v="52"/>
          <ac:spMkLst>
            <pc:docMk/>
            <pc:sldMk cId="0" sldId="310"/>
            <ac:spMk id="2" creationId="{6371E739-CA41-222B-1A9E-7030515F8058}"/>
          </ac:spMkLst>
        </pc:spChg>
        <pc:picChg chg="add mod">
          <ac:chgData name="Paul Winser" userId="c3146a91-e6bd-4264-bd86-e164e04bc32d" providerId="ADAL" clId="{963A2BCC-035E-4ACD-AA56-3553C3BA321C}" dt="2024-08-20T17:03:11.256" v="60" actId="1076"/>
          <ac:picMkLst>
            <pc:docMk/>
            <pc:sldMk cId="0" sldId="310"/>
            <ac:picMk id="5" creationId="{5C3C1EA6-D6F7-ECBA-16AE-D9A8B8069F14}"/>
          </ac:picMkLst>
        </pc:picChg>
        <pc:picChg chg="del">
          <ac:chgData name="Paul Winser" userId="c3146a91-e6bd-4264-bd86-e164e04bc32d" providerId="ADAL" clId="{963A2BCC-035E-4ACD-AA56-3553C3BA321C}" dt="2024-08-20T17:03:03.008" v="53" actId="478"/>
          <ac:picMkLst>
            <pc:docMk/>
            <pc:sldMk cId="0" sldId="310"/>
            <ac:picMk id="6" creationId="{4291783A-9A35-B020-A361-3466F86B56C4}"/>
          </ac:picMkLst>
        </pc:picChg>
      </pc:sldChg>
      <pc:sldChg chg="modSp mod">
        <pc:chgData name="Paul Winser" userId="c3146a91-e6bd-4264-bd86-e164e04bc32d" providerId="ADAL" clId="{963A2BCC-035E-4ACD-AA56-3553C3BA321C}" dt="2024-08-19T14:13:31.459" v="12" actId="20577"/>
        <pc:sldMkLst>
          <pc:docMk/>
          <pc:sldMk cId="1462100039" sldId="312"/>
        </pc:sldMkLst>
        <pc:spChg chg="mod">
          <ac:chgData name="Paul Winser" userId="c3146a91-e6bd-4264-bd86-e164e04bc32d" providerId="ADAL" clId="{963A2BCC-035E-4ACD-AA56-3553C3BA321C}" dt="2024-08-19T14:13:31.459" v="12" actId="20577"/>
          <ac:spMkLst>
            <pc:docMk/>
            <pc:sldMk cId="1462100039" sldId="312"/>
            <ac:spMk id="30722" creationId="{FBE43A64-630B-33D8-60B0-723B68362A55}"/>
          </ac:spMkLst>
        </pc:spChg>
      </pc:sldChg>
      <pc:sldChg chg="modSp mod">
        <pc:chgData name="Paul Winser" userId="c3146a91-e6bd-4264-bd86-e164e04bc32d" providerId="ADAL" clId="{963A2BCC-035E-4ACD-AA56-3553C3BA321C}" dt="2024-08-19T14:13:48.049" v="15" actId="1076"/>
        <pc:sldMkLst>
          <pc:docMk/>
          <pc:sldMk cId="0" sldId="314"/>
        </pc:sldMkLst>
        <pc:graphicFrameChg chg="mod">
          <ac:chgData name="Paul Winser" userId="c3146a91-e6bd-4264-bd86-e164e04bc32d" providerId="ADAL" clId="{963A2BCC-035E-4ACD-AA56-3553C3BA321C}" dt="2024-08-19T14:13:48.049" v="15" actId="1076"/>
          <ac:graphicFrameMkLst>
            <pc:docMk/>
            <pc:sldMk cId="0" sldId="314"/>
            <ac:graphicFrameMk id="5" creationId="{4972FC8C-DE48-E72E-644B-B7FEA8508A23}"/>
          </ac:graphicFrameMkLst>
        </pc:graphicFrameChg>
      </pc:sldChg>
      <pc:sldChg chg="modSp mod">
        <pc:chgData name="Paul Winser" userId="c3146a91-e6bd-4264-bd86-e164e04bc32d" providerId="ADAL" clId="{963A2BCC-035E-4ACD-AA56-3553C3BA321C}" dt="2024-08-19T14:14:48.735" v="19" actId="1076"/>
        <pc:sldMkLst>
          <pc:docMk/>
          <pc:sldMk cId="3334210411" sldId="315"/>
        </pc:sldMkLst>
        <pc:graphicFrameChg chg="mod">
          <ac:chgData name="Paul Winser" userId="c3146a91-e6bd-4264-bd86-e164e04bc32d" providerId="ADAL" clId="{963A2BCC-035E-4ACD-AA56-3553C3BA321C}" dt="2024-08-19T14:14:48.735" v="19" actId="1076"/>
          <ac:graphicFrameMkLst>
            <pc:docMk/>
            <pc:sldMk cId="3334210411" sldId="315"/>
            <ac:graphicFrameMk id="5" creationId="{99F3D1CC-E35A-51C3-BB56-C9275B996158}"/>
          </ac:graphicFrameMkLst>
        </pc:graphicFrameChg>
      </pc:sldChg>
      <pc:sldChg chg="modSp mod">
        <pc:chgData name="Paul Winser" userId="c3146a91-e6bd-4264-bd86-e164e04bc32d" providerId="ADAL" clId="{963A2BCC-035E-4ACD-AA56-3553C3BA321C}" dt="2024-08-19T14:15:55.999" v="30" actId="1076"/>
        <pc:sldMkLst>
          <pc:docMk/>
          <pc:sldMk cId="4217359285" sldId="316"/>
        </pc:sldMkLst>
        <pc:graphicFrameChg chg="mod">
          <ac:chgData name="Paul Winser" userId="c3146a91-e6bd-4264-bd86-e164e04bc32d" providerId="ADAL" clId="{963A2BCC-035E-4ACD-AA56-3553C3BA321C}" dt="2024-08-19T14:15:55.999" v="30" actId="1076"/>
          <ac:graphicFrameMkLst>
            <pc:docMk/>
            <pc:sldMk cId="4217359285" sldId="316"/>
            <ac:graphicFrameMk id="5" creationId="{B8D33DF3-44E0-9361-36AB-1A288F380993}"/>
          </ac:graphicFrameMkLst>
        </pc:graphicFrameChg>
      </pc:sldChg>
      <pc:sldChg chg="addSp delSp modSp mod">
        <pc:chgData name="Paul Winser" userId="c3146a91-e6bd-4264-bd86-e164e04bc32d" providerId="ADAL" clId="{963A2BCC-035E-4ACD-AA56-3553C3BA321C}" dt="2024-08-20T17:17:57.987" v="132" actId="1076"/>
        <pc:sldMkLst>
          <pc:docMk/>
          <pc:sldMk cId="2586258292" sldId="330"/>
        </pc:sldMkLst>
        <pc:picChg chg="add mod ord">
          <ac:chgData name="Paul Winser" userId="c3146a91-e6bd-4264-bd86-e164e04bc32d" providerId="ADAL" clId="{963A2BCC-035E-4ACD-AA56-3553C3BA321C}" dt="2024-08-20T17:17:57.987" v="132" actId="1076"/>
          <ac:picMkLst>
            <pc:docMk/>
            <pc:sldMk cId="2586258292" sldId="330"/>
            <ac:picMk id="3" creationId="{DB09C939-A405-1747-52E2-2403829FEF3B}"/>
          </ac:picMkLst>
        </pc:picChg>
        <pc:picChg chg="del">
          <ac:chgData name="Paul Winser" userId="c3146a91-e6bd-4264-bd86-e164e04bc32d" providerId="ADAL" clId="{963A2BCC-035E-4ACD-AA56-3553C3BA321C}" dt="2024-08-20T17:04:40.625" v="97" actId="478"/>
          <ac:picMkLst>
            <pc:docMk/>
            <pc:sldMk cId="2586258292" sldId="330"/>
            <ac:picMk id="6" creationId="{3E515850-21C1-196F-196C-65303D739988}"/>
          </ac:picMkLst>
        </pc:picChg>
      </pc:sldChg>
      <pc:sldChg chg="addSp delSp modSp mod">
        <pc:chgData name="Paul Winser" userId="c3146a91-e6bd-4264-bd86-e164e04bc32d" providerId="ADAL" clId="{963A2BCC-035E-4ACD-AA56-3553C3BA321C}" dt="2024-08-20T17:03:26.620" v="66" actId="1076"/>
        <pc:sldMkLst>
          <pc:docMk/>
          <pc:sldMk cId="641457932" sldId="357"/>
        </pc:sldMkLst>
        <pc:picChg chg="add mod">
          <ac:chgData name="Paul Winser" userId="c3146a91-e6bd-4264-bd86-e164e04bc32d" providerId="ADAL" clId="{963A2BCC-035E-4ACD-AA56-3553C3BA321C}" dt="2024-08-20T17:03:26.620" v="66" actId="1076"/>
          <ac:picMkLst>
            <pc:docMk/>
            <pc:sldMk cId="641457932" sldId="357"/>
            <ac:picMk id="3" creationId="{5073E82C-1F19-728D-7579-B3595FBCF6AC}"/>
          </ac:picMkLst>
        </pc:picChg>
        <pc:picChg chg="del mod">
          <ac:chgData name="Paul Winser" userId="c3146a91-e6bd-4264-bd86-e164e04bc32d" providerId="ADAL" clId="{963A2BCC-035E-4ACD-AA56-3553C3BA321C}" dt="2024-08-20T17:03:19.510" v="61" actId="478"/>
          <ac:picMkLst>
            <pc:docMk/>
            <pc:sldMk cId="641457932" sldId="357"/>
            <ac:picMk id="7" creationId="{D1FF5979-5AB6-0F8D-2CD9-9ADAB71908B4}"/>
          </ac:picMkLst>
        </pc:picChg>
      </pc:sldChg>
      <pc:sldChg chg="modSp mod">
        <pc:chgData name="Paul Winser" userId="c3146a91-e6bd-4264-bd86-e164e04bc32d" providerId="ADAL" clId="{963A2BCC-035E-4ACD-AA56-3553C3BA321C}" dt="2024-08-20T17:03:34.610" v="67" actId="122"/>
        <pc:sldMkLst>
          <pc:docMk/>
          <pc:sldMk cId="1509117227" sldId="359"/>
        </pc:sldMkLst>
        <pc:spChg chg="mod">
          <ac:chgData name="Paul Winser" userId="c3146a91-e6bd-4264-bd86-e164e04bc32d" providerId="ADAL" clId="{963A2BCC-035E-4ACD-AA56-3553C3BA321C}" dt="2024-08-20T17:03:34.610" v="67" actId="122"/>
          <ac:spMkLst>
            <pc:docMk/>
            <pc:sldMk cId="1509117227" sldId="359"/>
            <ac:spMk id="2" creationId="{351F9A19-A707-E49B-0C6C-314CCEA63548}"/>
          </ac:spMkLst>
        </pc:spChg>
      </pc:sldChg>
      <pc:sldChg chg="addSp delSp modSp mod">
        <pc:chgData name="Paul Winser" userId="c3146a91-e6bd-4264-bd86-e164e04bc32d" providerId="ADAL" clId="{963A2BCC-035E-4ACD-AA56-3553C3BA321C}" dt="2024-08-20T17:03:49.734" v="75" actId="1076"/>
        <pc:sldMkLst>
          <pc:docMk/>
          <pc:sldMk cId="1304463549" sldId="360"/>
        </pc:sldMkLst>
        <pc:picChg chg="add mod">
          <ac:chgData name="Paul Winser" userId="c3146a91-e6bd-4264-bd86-e164e04bc32d" providerId="ADAL" clId="{963A2BCC-035E-4ACD-AA56-3553C3BA321C}" dt="2024-08-20T17:03:49.734" v="75" actId="1076"/>
          <ac:picMkLst>
            <pc:docMk/>
            <pc:sldMk cId="1304463549" sldId="360"/>
            <ac:picMk id="7" creationId="{D9C4C228-9733-5558-C38C-6FE896DF819B}"/>
          </ac:picMkLst>
        </pc:picChg>
        <pc:picChg chg="del">
          <ac:chgData name="Paul Winser" userId="c3146a91-e6bd-4264-bd86-e164e04bc32d" providerId="ADAL" clId="{963A2BCC-035E-4ACD-AA56-3553C3BA321C}" dt="2024-08-20T17:03:43.194" v="68" actId="478"/>
          <ac:picMkLst>
            <pc:docMk/>
            <pc:sldMk cId="1304463549" sldId="360"/>
            <ac:picMk id="9" creationId="{2AE849D9-A8E6-F4D5-2D87-62C7C9DAC446}"/>
          </ac:picMkLst>
        </pc:picChg>
      </pc:sldChg>
      <pc:sldChg chg="addSp delSp modSp mod">
        <pc:chgData name="Paul Winser" userId="c3146a91-e6bd-4264-bd86-e164e04bc32d" providerId="ADAL" clId="{963A2BCC-035E-4ACD-AA56-3553C3BA321C}" dt="2024-08-20T17:04:03.049" v="82" actId="1076"/>
        <pc:sldMkLst>
          <pc:docMk/>
          <pc:sldMk cId="737054509" sldId="371"/>
        </pc:sldMkLst>
        <pc:picChg chg="del">
          <ac:chgData name="Paul Winser" userId="c3146a91-e6bd-4264-bd86-e164e04bc32d" providerId="ADAL" clId="{963A2BCC-035E-4ACD-AA56-3553C3BA321C}" dt="2024-08-20T17:03:58.653" v="76" actId="478"/>
          <ac:picMkLst>
            <pc:docMk/>
            <pc:sldMk cId="737054509" sldId="371"/>
            <ac:picMk id="6" creationId="{DA4D96A7-495F-7495-ACDB-00E54C14C582}"/>
          </ac:picMkLst>
        </pc:picChg>
        <pc:picChg chg="add mod">
          <ac:chgData name="Paul Winser" userId="c3146a91-e6bd-4264-bd86-e164e04bc32d" providerId="ADAL" clId="{963A2BCC-035E-4ACD-AA56-3553C3BA321C}" dt="2024-08-20T17:04:03.049" v="82" actId="1076"/>
          <ac:picMkLst>
            <pc:docMk/>
            <pc:sldMk cId="737054509" sldId="371"/>
            <ac:picMk id="7" creationId="{4D322A51-2CBB-DAC6-974C-A69A7E787C88}"/>
          </ac:picMkLst>
        </pc:picChg>
      </pc:sldChg>
      <pc:sldChg chg="addSp delSp modSp mod">
        <pc:chgData name="Paul Winser" userId="c3146a91-e6bd-4264-bd86-e164e04bc32d" providerId="ADAL" clId="{963A2BCC-035E-4ACD-AA56-3553C3BA321C}" dt="2024-08-20T17:05:10.566" v="114" actId="1076"/>
        <pc:sldMkLst>
          <pc:docMk/>
          <pc:sldMk cId="809474778" sldId="376"/>
        </pc:sldMkLst>
        <pc:grpChg chg="mod">
          <ac:chgData name="Paul Winser" userId="c3146a91-e6bd-4264-bd86-e164e04bc32d" providerId="ADAL" clId="{963A2BCC-035E-4ACD-AA56-3553C3BA321C}" dt="2024-08-19T14:15:24.425" v="25" actId="14100"/>
          <ac:grpSpMkLst>
            <pc:docMk/>
            <pc:sldMk cId="809474778" sldId="376"/>
            <ac:grpSpMk id="10" creationId="{EA36C101-82CC-351B-6D9B-07D93CD3AB5D}"/>
          </ac:grpSpMkLst>
        </pc:grpChg>
        <pc:picChg chg="add mod">
          <ac:chgData name="Paul Winser" userId="c3146a91-e6bd-4264-bd86-e164e04bc32d" providerId="ADAL" clId="{963A2BCC-035E-4ACD-AA56-3553C3BA321C}" dt="2024-08-20T17:05:10.566" v="114" actId="1076"/>
          <ac:picMkLst>
            <pc:docMk/>
            <pc:sldMk cId="809474778" sldId="376"/>
            <ac:picMk id="4" creationId="{2179ABB7-48F9-F883-729D-5EB8D206C8B4}"/>
          </ac:picMkLst>
        </pc:picChg>
        <pc:picChg chg="del">
          <ac:chgData name="Paul Winser" userId="c3146a91-e6bd-4264-bd86-e164e04bc32d" providerId="ADAL" clId="{963A2BCC-035E-4ACD-AA56-3553C3BA321C}" dt="2024-08-20T17:05:01.177" v="107" actId="478"/>
          <ac:picMkLst>
            <pc:docMk/>
            <pc:sldMk cId="809474778" sldId="376"/>
            <ac:picMk id="9" creationId="{84386DFC-F392-2DE6-2B28-2BD52FEF10CC}"/>
          </ac:picMkLst>
        </pc:picChg>
      </pc:sldChg>
      <pc:sldChg chg="modSp mod">
        <pc:chgData name="Paul Winser" userId="c3146a91-e6bd-4264-bd86-e164e04bc32d" providerId="ADAL" clId="{963A2BCC-035E-4ACD-AA56-3553C3BA321C}" dt="2024-08-19T14:15:37.136" v="28" actId="255"/>
        <pc:sldMkLst>
          <pc:docMk/>
          <pc:sldMk cId="314991922" sldId="377"/>
        </pc:sldMkLst>
        <pc:graphicFrameChg chg="mod">
          <ac:chgData name="Paul Winser" userId="c3146a91-e6bd-4264-bd86-e164e04bc32d" providerId="ADAL" clId="{963A2BCC-035E-4ACD-AA56-3553C3BA321C}" dt="2024-08-19T14:15:37.136" v="28" actId="255"/>
          <ac:graphicFrameMkLst>
            <pc:docMk/>
            <pc:sldMk cId="314991922" sldId="377"/>
            <ac:graphicFrameMk id="5" creationId="{64E6A0D5-CFA3-060C-276C-A5A77EB2A604}"/>
          </ac:graphicFrameMkLst>
        </pc:graphicFrameChg>
      </pc:sldChg>
      <pc:sldChg chg="modSp mod">
        <pc:chgData name="Paul Winser" userId="c3146a91-e6bd-4264-bd86-e164e04bc32d" providerId="ADAL" clId="{963A2BCC-035E-4ACD-AA56-3553C3BA321C}" dt="2024-08-19T14:16:08.896" v="35" actId="1076"/>
        <pc:sldMkLst>
          <pc:docMk/>
          <pc:sldMk cId="1862986976" sldId="379"/>
        </pc:sldMkLst>
        <pc:spChg chg="mod">
          <ac:chgData name="Paul Winser" userId="c3146a91-e6bd-4264-bd86-e164e04bc32d" providerId="ADAL" clId="{963A2BCC-035E-4ACD-AA56-3553C3BA321C}" dt="2024-08-19T14:16:04.085" v="33" actId="14100"/>
          <ac:spMkLst>
            <pc:docMk/>
            <pc:sldMk cId="1862986976" sldId="379"/>
            <ac:spMk id="4" creationId="{359281FA-FEA6-D6B0-F0BD-CE24341C9EE4}"/>
          </ac:spMkLst>
        </pc:spChg>
        <pc:spChg chg="mod">
          <ac:chgData name="Paul Winser" userId="c3146a91-e6bd-4264-bd86-e164e04bc32d" providerId="ADAL" clId="{963A2BCC-035E-4ACD-AA56-3553C3BA321C}" dt="2024-08-19T14:16:07.010" v="34" actId="1076"/>
          <ac:spMkLst>
            <pc:docMk/>
            <pc:sldMk cId="1862986976" sldId="379"/>
            <ac:spMk id="9" creationId="{A36E277B-182F-07CF-D83E-8CB1A116AB0C}"/>
          </ac:spMkLst>
        </pc:spChg>
        <pc:grpChg chg="mod">
          <ac:chgData name="Paul Winser" userId="c3146a91-e6bd-4264-bd86-e164e04bc32d" providerId="ADAL" clId="{963A2BCC-035E-4ACD-AA56-3553C3BA321C}" dt="2024-08-19T14:16:08.896" v="35" actId="1076"/>
          <ac:grpSpMkLst>
            <pc:docMk/>
            <pc:sldMk cId="1862986976" sldId="379"/>
            <ac:grpSpMk id="7" creationId="{13097A60-A15B-D4FE-F293-7146995E73D1}"/>
          </ac:grpSpMkLst>
        </pc:grpChg>
      </pc:sldChg>
      <pc:sldChg chg="addSp delSp modSp mod">
        <pc:chgData name="Paul Winser" userId="c3146a91-e6bd-4264-bd86-e164e04bc32d" providerId="ADAL" clId="{963A2BCC-035E-4ACD-AA56-3553C3BA321C}" dt="2024-08-20T17:18:53.064" v="138" actId="1076"/>
        <pc:sldMkLst>
          <pc:docMk/>
          <pc:sldMk cId="3513033047" sldId="381"/>
        </pc:sldMkLst>
        <pc:picChg chg="add mod">
          <ac:chgData name="Paul Winser" userId="c3146a91-e6bd-4264-bd86-e164e04bc32d" providerId="ADAL" clId="{963A2BCC-035E-4ACD-AA56-3553C3BA321C}" dt="2024-08-20T17:18:53.064" v="138" actId="1076"/>
          <ac:picMkLst>
            <pc:docMk/>
            <pc:sldMk cId="3513033047" sldId="381"/>
            <ac:picMk id="4" creationId="{418744FB-A8B9-6618-4362-EE178A058819}"/>
          </ac:picMkLst>
        </pc:picChg>
        <pc:picChg chg="del">
          <ac:chgData name="Paul Winser" userId="c3146a91-e6bd-4264-bd86-e164e04bc32d" providerId="ADAL" clId="{963A2BCC-035E-4ACD-AA56-3553C3BA321C}" dt="2024-08-20T17:18:45.206" v="133" actId="478"/>
          <ac:picMkLst>
            <pc:docMk/>
            <pc:sldMk cId="3513033047" sldId="381"/>
            <ac:picMk id="14" creationId="{664A70BB-91EF-5D83-6E2A-E11626C87A31}"/>
          </ac:picMkLst>
        </pc:picChg>
      </pc:sldChg>
      <pc:sldChg chg="modSp mod">
        <pc:chgData name="Paul Winser" userId="c3146a91-e6bd-4264-bd86-e164e04bc32d" providerId="ADAL" clId="{963A2BCC-035E-4ACD-AA56-3553C3BA321C}" dt="2024-08-19T14:16:18.403" v="36" actId="20577"/>
        <pc:sldMkLst>
          <pc:docMk/>
          <pc:sldMk cId="440400399" sldId="384"/>
        </pc:sldMkLst>
        <pc:spChg chg="mod">
          <ac:chgData name="Paul Winser" userId="c3146a91-e6bd-4264-bd86-e164e04bc32d" providerId="ADAL" clId="{963A2BCC-035E-4ACD-AA56-3553C3BA321C}" dt="2024-08-19T14:16:18.403" v="36" actId="20577"/>
          <ac:spMkLst>
            <pc:docMk/>
            <pc:sldMk cId="440400399" sldId="384"/>
            <ac:spMk id="2" creationId="{5570BCBD-D273-2950-CFB8-8AAC25ECE37D}"/>
          </ac:spMkLst>
        </pc:spChg>
      </pc:sldChg>
      <pc:sldChg chg="addSp delSp modSp mod">
        <pc:chgData name="Paul Winser" userId="c3146a91-e6bd-4264-bd86-e164e04bc32d" providerId="ADAL" clId="{963A2BCC-035E-4ACD-AA56-3553C3BA321C}" dt="2024-08-20T17:05:31.790" v="122" actId="1076"/>
        <pc:sldMkLst>
          <pc:docMk/>
          <pc:sldMk cId="708829250" sldId="385"/>
        </pc:sldMkLst>
        <pc:picChg chg="add mod">
          <ac:chgData name="Paul Winser" userId="c3146a91-e6bd-4264-bd86-e164e04bc32d" providerId="ADAL" clId="{963A2BCC-035E-4ACD-AA56-3553C3BA321C}" dt="2024-08-20T17:05:31.790" v="122" actId="1076"/>
          <ac:picMkLst>
            <pc:docMk/>
            <pc:sldMk cId="708829250" sldId="385"/>
            <ac:picMk id="5" creationId="{626DDA24-399C-E864-BA7A-D6495C343981}"/>
          </ac:picMkLst>
        </pc:picChg>
        <pc:picChg chg="del mod">
          <ac:chgData name="Paul Winser" userId="c3146a91-e6bd-4264-bd86-e164e04bc32d" providerId="ADAL" clId="{963A2BCC-035E-4ACD-AA56-3553C3BA321C}" dt="2024-08-20T17:05:27.006" v="116" actId="478"/>
          <ac:picMkLst>
            <pc:docMk/>
            <pc:sldMk cId="708829250" sldId="385"/>
            <ac:picMk id="9" creationId="{145F047F-56BF-1BFE-C9EC-7AED01E076C9}"/>
          </ac:picMkLst>
        </pc:picChg>
      </pc:sldChg>
      <pc:sldChg chg="modSp mod">
        <pc:chgData name="Paul Winser" userId="c3146a91-e6bd-4264-bd86-e164e04bc32d" providerId="ADAL" clId="{963A2BCC-035E-4ACD-AA56-3553C3BA321C}" dt="2024-08-19T14:16:34.945" v="40" actId="14100"/>
        <pc:sldMkLst>
          <pc:docMk/>
          <pc:sldMk cId="3454572721" sldId="387"/>
        </pc:sldMkLst>
        <pc:spChg chg="mod">
          <ac:chgData name="Paul Winser" userId="c3146a91-e6bd-4264-bd86-e164e04bc32d" providerId="ADAL" clId="{963A2BCC-035E-4ACD-AA56-3553C3BA321C}" dt="2024-08-19T14:16:34.945" v="40" actId="14100"/>
          <ac:spMkLst>
            <pc:docMk/>
            <pc:sldMk cId="3454572721" sldId="387"/>
            <ac:spMk id="4" creationId="{68511300-B0E3-1A4B-D154-E187ECCD3E8C}"/>
          </ac:spMkLst>
        </pc:spChg>
        <pc:spChg chg="mod">
          <ac:chgData name="Paul Winser" userId="c3146a91-e6bd-4264-bd86-e164e04bc32d" providerId="ADAL" clId="{963A2BCC-035E-4ACD-AA56-3553C3BA321C}" dt="2024-08-19T14:16:32.127" v="39" actId="14100"/>
          <ac:spMkLst>
            <pc:docMk/>
            <pc:sldMk cId="3454572721" sldId="387"/>
            <ac:spMk id="9" creationId="{B22A76AB-1885-CCC9-0A3C-F7849770AB25}"/>
          </ac:spMkLst>
        </pc:spChg>
      </pc:sldChg>
      <pc:sldChg chg="addSp delSp modSp mod modNotesTx">
        <pc:chgData name="Paul Winser" userId="c3146a91-e6bd-4264-bd86-e164e04bc32d" providerId="ADAL" clId="{963A2BCC-035E-4ACD-AA56-3553C3BA321C}" dt="2024-08-20T17:17:45.596" v="128" actId="1076"/>
        <pc:sldMkLst>
          <pc:docMk/>
          <pc:sldMk cId="2592860969" sldId="391"/>
        </pc:sldMkLst>
        <pc:spChg chg="mod">
          <ac:chgData name="Paul Winser" userId="c3146a91-e6bd-4264-bd86-e164e04bc32d" providerId="ADAL" clId="{963A2BCC-035E-4ACD-AA56-3553C3BA321C}" dt="2024-08-19T14:14:58.717" v="24" actId="27636"/>
          <ac:spMkLst>
            <pc:docMk/>
            <pc:sldMk cId="2592860969" sldId="391"/>
            <ac:spMk id="4" creationId="{BC21C9FA-EABA-FB11-F111-8ECB4CC365D6}"/>
          </ac:spMkLst>
        </pc:spChg>
        <pc:grpChg chg="mod">
          <ac:chgData name="Paul Winser" userId="c3146a91-e6bd-4264-bd86-e164e04bc32d" providerId="ADAL" clId="{963A2BCC-035E-4ACD-AA56-3553C3BA321C}" dt="2024-08-19T14:14:52.683" v="20" actId="1076"/>
          <ac:grpSpMkLst>
            <pc:docMk/>
            <pc:sldMk cId="2592860969" sldId="391"/>
            <ac:grpSpMk id="7" creationId="{9784A7A8-B900-536C-8EFD-0F32ECABC0CA}"/>
          </ac:grpSpMkLst>
        </pc:grpChg>
        <pc:picChg chg="add del mod">
          <ac:chgData name="Paul Winser" userId="c3146a91-e6bd-4264-bd86-e164e04bc32d" providerId="ADAL" clId="{963A2BCC-035E-4ACD-AA56-3553C3BA321C}" dt="2024-08-20T17:04:23.159" v="94"/>
          <ac:picMkLst>
            <pc:docMk/>
            <pc:sldMk cId="2592860969" sldId="391"/>
            <ac:picMk id="3" creationId="{AEC2E14F-D34D-2586-D0F3-68F96E63DEC9}"/>
          </ac:picMkLst>
        </pc:picChg>
        <pc:picChg chg="add mod">
          <ac:chgData name="Paul Winser" userId="c3146a91-e6bd-4264-bd86-e164e04bc32d" providerId="ADAL" clId="{963A2BCC-035E-4ACD-AA56-3553C3BA321C}" dt="2024-08-20T17:17:45.596" v="128" actId="1076"/>
          <ac:picMkLst>
            <pc:docMk/>
            <pc:sldMk cId="2592860969" sldId="391"/>
            <ac:picMk id="3" creationId="{FCC1F4FA-4D1B-F69A-95A2-12736CC1B4C4}"/>
          </ac:picMkLst>
        </pc:picChg>
        <pc:picChg chg="add del">
          <ac:chgData name="Paul Winser" userId="c3146a91-e6bd-4264-bd86-e164e04bc32d" providerId="ADAL" clId="{963A2BCC-035E-4ACD-AA56-3553C3BA321C}" dt="2024-08-20T17:17:38.263" v="123" actId="478"/>
          <ac:picMkLst>
            <pc:docMk/>
            <pc:sldMk cId="2592860969" sldId="391"/>
            <ac:picMk id="6" creationId="{1F828549-901E-72B0-30BE-9204D09CA89E}"/>
          </ac:picMkLst>
        </pc:picChg>
      </pc:sldChg>
      <pc:sldChg chg="modSp mod">
        <pc:chgData name="Paul Winser" userId="c3146a91-e6bd-4264-bd86-e164e04bc32d" providerId="ADAL" clId="{963A2BCC-035E-4ACD-AA56-3553C3BA321C}" dt="2024-08-19T14:16:44.382" v="46" actId="6549"/>
        <pc:sldMkLst>
          <pc:docMk/>
          <pc:sldMk cId="1520498751" sldId="392"/>
        </pc:sldMkLst>
        <pc:spChg chg="mod">
          <ac:chgData name="Paul Winser" userId="c3146a91-e6bd-4264-bd86-e164e04bc32d" providerId="ADAL" clId="{963A2BCC-035E-4ACD-AA56-3553C3BA321C}" dt="2024-08-19T14:16:44.382" v="46" actId="6549"/>
          <ac:spMkLst>
            <pc:docMk/>
            <pc:sldMk cId="1520498751" sldId="392"/>
            <ac:spMk id="5" creationId="{E1211271-D9DB-2C14-E061-FB95B602A51E}"/>
          </ac:spMkLst>
        </pc:spChg>
      </pc:sldChg>
      <pc:sldChg chg="modSp add mod modTransition">
        <pc:chgData name="Paul Winser" userId="c3146a91-e6bd-4264-bd86-e164e04bc32d" providerId="ADAL" clId="{963A2BCC-035E-4ACD-AA56-3553C3BA321C}" dt="2024-08-20T16:36:52.868" v="51" actId="12"/>
        <pc:sldMkLst>
          <pc:docMk/>
          <pc:sldMk cId="0" sldId="402"/>
        </pc:sldMkLst>
        <pc:spChg chg="mod">
          <ac:chgData name="Paul Winser" userId="c3146a91-e6bd-4264-bd86-e164e04bc32d" providerId="ADAL" clId="{963A2BCC-035E-4ACD-AA56-3553C3BA321C}" dt="2024-08-20T16:36:52.868" v="51" actId="12"/>
          <ac:spMkLst>
            <pc:docMk/>
            <pc:sldMk cId="0" sldId="402"/>
            <ac:spMk id="2" creationId="{571ED6DB-1193-D7D6-14BD-76307D6EBFD2}"/>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5.png"/><Relationship Id="rId7" Type="http://schemas.openxmlformats.org/officeDocument/2006/relationships/image" Target="../media/image29.png"/><Relationship Id="rId2" Type="http://schemas.openxmlformats.org/officeDocument/2006/relationships/image" Target="../media/image34.svg"/><Relationship Id="rId1" Type="http://schemas.openxmlformats.org/officeDocument/2006/relationships/image" Target="../media/image25.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ata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35.png"/><Relationship Id="rId7" Type="http://schemas.openxmlformats.org/officeDocument/2006/relationships/image" Target="../media/image19.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5.png"/><Relationship Id="rId7" Type="http://schemas.openxmlformats.org/officeDocument/2006/relationships/image" Target="../media/image29.png"/><Relationship Id="rId2" Type="http://schemas.openxmlformats.org/officeDocument/2006/relationships/image" Target="../media/image34.svg"/><Relationship Id="rId1" Type="http://schemas.openxmlformats.org/officeDocument/2006/relationships/image" Target="../media/image25.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35.png"/><Relationship Id="rId7" Type="http://schemas.openxmlformats.org/officeDocument/2006/relationships/image" Target="../media/image19.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9D95AA-5F20-1448-8D41-90732F51652E}" type="doc">
      <dgm:prSet loTypeId="urn:microsoft.com/office/officeart/2005/8/layout/vList3" loCatId="list" qsTypeId="urn:microsoft.com/office/officeart/2005/8/quickstyle/simple1" qsCatId="simple" csTypeId="urn:microsoft.com/office/officeart/2005/8/colors/accent1_2" csCatId="accent1" phldr="1"/>
      <dgm:spPr/>
      <dgm:t>
        <a:bodyPr rtlCol="1"/>
        <a:lstStyle/>
        <a:p>
          <a:pPr rtl="1"/>
          <a:endParaRPr lang="en-GB"/>
        </a:p>
      </dgm:t>
    </dgm:pt>
    <dgm:pt modelId="{12151B62-820D-1341-B26B-2BF60A36B2D3}">
      <dgm:prSet custT="1"/>
      <dgm:spPr/>
      <dgm:t>
        <a:bodyPr rtlCol="1"/>
        <a:lstStyle/>
        <a:p>
          <a:pPr rtl="1"/>
          <a:r>
            <a:rPr lang="ar" sz="2000" b="0" dirty="0">
              <a:solidFill>
                <a:schemeClr val="tx1"/>
              </a:solidFill>
              <a:latin typeface="Sakkal Majalla" panose="02000000000000000000" pitchFamily="2" charset="-78"/>
              <a:cs typeface="Sakkal Majalla" panose="02000000000000000000" pitchFamily="2" charset="-78"/>
            </a:rPr>
            <a:t>يتم تقييم هذه الوحدة باستخدام ملخصي الواجبات التي قدمها معلمك</a:t>
          </a:r>
          <a:endParaRPr lang="en-GB" sz="2000" b="0" dirty="0">
            <a:latin typeface="Sakkal Majalla" panose="02000000000000000000" pitchFamily="2" charset="-78"/>
            <a:cs typeface="Sakkal Majalla" panose="02000000000000000000" pitchFamily="2" charset="-78"/>
          </a:endParaRPr>
        </a:p>
      </dgm:t>
    </dgm:pt>
    <dgm:pt modelId="{8435A266-883C-2447-B49C-8395E5E48B76}" type="parTrans" cxnId="{65758508-34FA-F945-92A5-E550FCC42695}">
      <dgm:prSet/>
      <dgm:spPr/>
      <dgm:t>
        <a:bodyPr rtlCol="1"/>
        <a:lstStyle/>
        <a:p>
          <a:pPr rtl="1"/>
          <a:endParaRPr lang="en-GB"/>
        </a:p>
      </dgm:t>
    </dgm:pt>
    <dgm:pt modelId="{019BF42C-7CF1-7C44-9AAE-E920ABEDD84F}" type="sibTrans" cxnId="{65758508-34FA-F945-92A5-E550FCC42695}">
      <dgm:prSet/>
      <dgm:spPr/>
      <dgm:t>
        <a:bodyPr rtlCol="1"/>
        <a:lstStyle/>
        <a:p>
          <a:pPr rtl="1"/>
          <a:endParaRPr lang="en-GB"/>
        </a:p>
      </dgm:t>
    </dgm:pt>
    <dgm:pt modelId="{56EE145B-1949-794C-8DF2-32475194C59C}">
      <dgm:prSet custT="1"/>
      <dgm:spPr>
        <a:solidFill>
          <a:schemeClr val="accent6">
            <a:lumMod val="20000"/>
            <a:lumOff val="80000"/>
          </a:schemeClr>
        </a:solidFill>
      </dgm:spPr>
      <dgm:t>
        <a:bodyPr rtlCol="1"/>
        <a:lstStyle/>
        <a:p>
          <a:pPr algn="ctr" rtl="1"/>
          <a:r>
            <a:rPr lang="ar" sz="2000" kern="1200" dirty="0">
              <a:solidFill>
                <a:schemeClr val="tx1"/>
              </a:solidFill>
              <a:latin typeface="Sakkal Majalla" panose="02000000000000000000" pitchFamily="2" charset="-78"/>
              <a:cs typeface="Sakkal Majalla" panose="02000000000000000000" pitchFamily="2" charset="-78"/>
            </a:rPr>
            <a:t>ستبحث في العديد من المؤسسات الكبيرة المختلفة، وجمع الأدلة والإبلاغ عن النتائج التي توصلت إليها</a:t>
          </a:r>
          <a:endParaRPr lang="en-GB" sz="2000" kern="1200" dirty="0">
            <a:solidFill>
              <a:srgbClr val="000000"/>
            </a:solidFill>
            <a:latin typeface="Sakkal Majalla" panose="02000000000000000000" pitchFamily="2" charset="-78"/>
            <a:ea typeface="+mn-ea"/>
            <a:cs typeface="Sakkal Majalla" panose="02000000000000000000" pitchFamily="2" charset="-78"/>
          </a:endParaRPr>
        </a:p>
      </dgm:t>
    </dgm:pt>
    <dgm:pt modelId="{1E6160AA-3483-9E4B-A9E9-CF7F975914E7}" type="parTrans" cxnId="{3A497890-8736-D24E-A38C-6FC999D7A02C}">
      <dgm:prSet/>
      <dgm:spPr/>
      <dgm:t>
        <a:bodyPr rtlCol="1"/>
        <a:lstStyle/>
        <a:p>
          <a:pPr rtl="1"/>
          <a:endParaRPr lang="en-GB"/>
        </a:p>
      </dgm:t>
    </dgm:pt>
    <dgm:pt modelId="{3656389A-5884-3C44-857B-9D27F44D1825}" type="sibTrans" cxnId="{3A497890-8736-D24E-A38C-6FC999D7A02C}">
      <dgm:prSet/>
      <dgm:spPr/>
      <dgm:t>
        <a:bodyPr rtlCol="1"/>
        <a:lstStyle/>
        <a:p>
          <a:pPr rtl="1"/>
          <a:endParaRPr lang="en-GB"/>
        </a:p>
      </dgm:t>
    </dgm:pt>
    <dgm:pt modelId="{6B47433D-B477-3347-98FC-71D9608625F4}">
      <dgm:prSet custT="1"/>
      <dgm:spPr/>
      <dgm:t>
        <a:bodyPr rtlCol="1"/>
        <a:lstStyle/>
        <a:p>
          <a:pPr rtl="1"/>
          <a:r>
            <a:rPr lang="ar" sz="2000" dirty="0">
              <a:solidFill>
                <a:schemeClr val="tx1"/>
              </a:solidFill>
              <a:latin typeface="Sakkal Majalla" panose="02000000000000000000" pitchFamily="2" charset="-78"/>
              <a:cs typeface="Sakkal Majalla" panose="02000000000000000000" pitchFamily="2" charset="-78"/>
            </a:rPr>
            <a:t>ستخضع للتقييم الداخلي الذي يجريه المعلمين وأصحاب العمل أو كلاهما</a:t>
          </a:r>
        </a:p>
      </dgm:t>
    </dgm:pt>
    <dgm:pt modelId="{4D3DCFA9-B275-C742-8154-E10EBE7C5598}" type="parTrans" cxnId="{6B72D3A6-A7BC-284D-857C-00874CADE015}">
      <dgm:prSet/>
      <dgm:spPr/>
      <dgm:t>
        <a:bodyPr rtlCol="1"/>
        <a:lstStyle/>
        <a:p>
          <a:pPr rtl="1"/>
          <a:endParaRPr lang="en-GB"/>
        </a:p>
      </dgm:t>
    </dgm:pt>
    <dgm:pt modelId="{09C290B3-D3BA-F344-842F-DE9C35FCCD3B}" type="sibTrans" cxnId="{6B72D3A6-A7BC-284D-857C-00874CADE015}">
      <dgm:prSet/>
      <dgm:spPr/>
      <dgm:t>
        <a:bodyPr rtlCol="1"/>
        <a:lstStyle/>
        <a:p>
          <a:pPr rtl="1"/>
          <a:endParaRPr lang="en-GB"/>
        </a:p>
      </dgm:t>
    </dgm:pt>
    <dgm:pt modelId="{D83B8ABC-EEF5-E44E-B881-4D845934A57E}" type="pres">
      <dgm:prSet presAssocID="{C19D95AA-5F20-1448-8D41-90732F51652E}" presName="linearFlow" presStyleCnt="0">
        <dgm:presLayoutVars>
          <dgm:dir val="rev"/>
          <dgm:resizeHandles val="exact"/>
        </dgm:presLayoutVars>
      </dgm:prSet>
      <dgm:spPr/>
    </dgm:pt>
    <dgm:pt modelId="{832D9F1E-66B3-EE41-B6C7-299B242B747B}" type="pres">
      <dgm:prSet presAssocID="{12151B62-820D-1341-B26B-2BF60A36B2D3}" presName="composite" presStyleCnt="0"/>
      <dgm:spPr/>
    </dgm:pt>
    <dgm:pt modelId="{07466073-534A-6D46-8ADE-679263BC913B}" type="pres">
      <dgm:prSet presAssocID="{12151B62-820D-1341-B26B-2BF60A36B2D3}" presName="imgShp" presStyleLbl="fgImgPlace1" presStyleIdx="0" presStyleCnt="3" custLinFactNeighborX="57401" custLinFactNeighborY="-102"/>
      <dgm:spPr>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42F9973B-5D49-8A42-BAC4-EF82E5721969}" type="pres">
      <dgm:prSet presAssocID="{12151B62-820D-1341-B26B-2BF60A36B2D3}" presName="txShp" presStyleLbl="node1" presStyleIdx="0" presStyleCnt="3" custLinFactNeighborX="-1440" custLinFactNeighborY="1289">
        <dgm:presLayoutVars>
          <dgm:bulletEnabled val="1"/>
        </dgm:presLayoutVars>
      </dgm:prSet>
      <dgm:spPr/>
    </dgm:pt>
    <dgm:pt modelId="{8553C416-E47D-0C42-AD8A-F8272F7969D7}" type="pres">
      <dgm:prSet presAssocID="{019BF42C-7CF1-7C44-9AAE-E920ABEDD84F}" presName="spacing" presStyleCnt="0"/>
      <dgm:spPr/>
    </dgm:pt>
    <dgm:pt modelId="{5379A52D-C3C4-494B-9090-A4F2B451CBB1}" type="pres">
      <dgm:prSet presAssocID="{56EE145B-1949-794C-8DF2-32475194C59C}" presName="composite" presStyleCnt="0"/>
      <dgm:spPr/>
    </dgm:pt>
    <dgm:pt modelId="{F0BB6657-F43C-A140-B1F2-D744ED259593}" type="pres">
      <dgm:prSet presAssocID="{56EE145B-1949-794C-8DF2-32475194C59C}" presName="imgShp" presStyleLbl="fgImgPlace1" presStyleIdx="1" presStyleCnt="3" custLinFactNeighborX="57401" custLinFactNeighborY="130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Man with solid fill"/>
        </a:ext>
      </dgm:extLst>
    </dgm:pt>
    <dgm:pt modelId="{E5FB1FB1-11BF-224B-AB57-8205C1A8E483}" type="pres">
      <dgm:prSet presAssocID="{56EE145B-1949-794C-8DF2-32475194C59C}" presName="txShp" presStyleLbl="node1" presStyleIdx="1" presStyleCnt="3" custScaleX="102058" custScaleY="149220">
        <dgm:presLayoutVars>
          <dgm:bulletEnabled val="1"/>
        </dgm:presLayoutVars>
      </dgm:prSet>
      <dgm:spPr/>
    </dgm:pt>
    <dgm:pt modelId="{0741BF99-0A0C-4040-9B1D-F435E93D042C}" type="pres">
      <dgm:prSet presAssocID="{3656389A-5884-3C44-857B-9D27F44D1825}" presName="spacing" presStyleCnt="0"/>
      <dgm:spPr/>
    </dgm:pt>
    <dgm:pt modelId="{58AEE212-F7CF-3546-9595-0A70D78A0E3A}" type="pres">
      <dgm:prSet presAssocID="{6B47433D-B477-3347-98FC-71D9608625F4}" presName="composite" presStyleCnt="0"/>
      <dgm:spPr/>
    </dgm:pt>
    <dgm:pt modelId="{EAAD1AC9-DE04-3442-A4F4-1538E3E85E1E}" type="pres">
      <dgm:prSet presAssocID="{6B47433D-B477-3347-98FC-71D9608625F4}" presName="imgShp" presStyleLbl="fgImgPlace1" presStyleIdx="2" presStyleCnt="3" custLinFactNeighborX="63419" custLinFactNeighborY="102"/>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agnifying glass with solid fill"/>
        </a:ext>
      </dgm:extLst>
    </dgm:pt>
    <dgm:pt modelId="{8EC2EE03-B08C-7540-BB3E-0E43195B2D99}" type="pres">
      <dgm:prSet presAssocID="{6B47433D-B477-3347-98FC-71D9608625F4}" presName="txShp" presStyleLbl="node1" presStyleIdx="2" presStyleCnt="3">
        <dgm:presLayoutVars>
          <dgm:bulletEnabled val="1"/>
        </dgm:presLayoutVars>
      </dgm:prSet>
      <dgm:spPr/>
    </dgm:pt>
  </dgm:ptLst>
  <dgm:cxnLst>
    <dgm:cxn modelId="{65758508-34FA-F945-92A5-E550FCC42695}" srcId="{C19D95AA-5F20-1448-8D41-90732F51652E}" destId="{12151B62-820D-1341-B26B-2BF60A36B2D3}" srcOrd="0" destOrd="0" parTransId="{8435A266-883C-2447-B49C-8395E5E48B76}" sibTransId="{019BF42C-7CF1-7C44-9AAE-E920ABEDD84F}"/>
    <dgm:cxn modelId="{4E058F35-57B1-A14A-BA01-552412E7D80D}" type="presOf" srcId="{56EE145B-1949-794C-8DF2-32475194C59C}" destId="{E5FB1FB1-11BF-224B-AB57-8205C1A8E483}" srcOrd="0" destOrd="0" presId="urn:microsoft.com/office/officeart/2005/8/layout/vList3"/>
    <dgm:cxn modelId="{50BFA43B-AF0E-8345-8B70-E5AD2C4ED136}" type="presOf" srcId="{12151B62-820D-1341-B26B-2BF60A36B2D3}" destId="{42F9973B-5D49-8A42-BAC4-EF82E5721969}" srcOrd="0" destOrd="0" presId="urn:microsoft.com/office/officeart/2005/8/layout/vList3"/>
    <dgm:cxn modelId="{E85ABA71-B328-8C46-B58E-D7BA82D2AF66}" type="presOf" srcId="{C19D95AA-5F20-1448-8D41-90732F51652E}" destId="{D83B8ABC-EEF5-E44E-B881-4D845934A57E}" srcOrd="0" destOrd="0" presId="urn:microsoft.com/office/officeart/2005/8/layout/vList3"/>
    <dgm:cxn modelId="{8EA12E84-FC1F-614C-8EB0-F747CFD4C23B}" type="presOf" srcId="{6B47433D-B477-3347-98FC-71D9608625F4}" destId="{8EC2EE03-B08C-7540-BB3E-0E43195B2D99}" srcOrd="0" destOrd="0" presId="urn:microsoft.com/office/officeart/2005/8/layout/vList3"/>
    <dgm:cxn modelId="{3A497890-8736-D24E-A38C-6FC999D7A02C}" srcId="{C19D95AA-5F20-1448-8D41-90732F51652E}" destId="{56EE145B-1949-794C-8DF2-32475194C59C}" srcOrd="1" destOrd="0" parTransId="{1E6160AA-3483-9E4B-A9E9-CF7F975914E7}" sibTransId="{3656389A-5884-3C44-857B-9D27F44D1825}"/>
    <dgm:cxn modelId="{6B72D3A6-A7BC-284D-857C-00874CADE015}" srcId="{C19D95AA-5F20-1448-8D41-90732F51652E}" destId="{6B47433D-B477-3347-98FC-71D9608625F4}" srcOrd="2" destOrd="0" parTransId="{4D3DCFA9-B275-C742-8154-E10EBE7C5598}" sibTransId="{09C290B3-D3BA-F344-842F-DE9C35FCCD3B}"/>
    <dgm:cxn modelId="{C6651D3A-1916-E844-81BA-096F1EEC99CD}" type="presParOf" srcId="{D83B8ABC-EEF5-E44E-B881-4D845934A57E}" destId="{832D9F1E-66B3-EE41-B6C7-299B242B747B}" srcOrd="0" destOrd="0" presId="urn:microsoft.com/office/officeart/2005/8/layout/vList3"/>
    <dgm:cxn modelId="{9BE6AAF5-09F5-6C40-BC80-5C2878D16E4D}" type="presParOf" srcId="{832D9F1E-66B3-EE41-B6C7-299B242B747B}" destId="{07466073-534A-6D46-8ADE-679263BC913B}" srcOrd="0" destOrd="0" presId="urn:microsoft.com/office/officeart/2005/8/layout/vList3"/>
    <dgm:cxn modelId="{286FC109-2F0D-004E-946A-3083DA3BEE7A}" type="presParOf" srcId="{832D9F1E-66B3-EE41-B6C7-299B242B747B}" destId="{42F9973B-5D49-8A42-BAC4-EF82E5721969}" srcOrd="1" destOrd="0" presId="urn:microsoft.com/office/officeart/2005/8/layout/vList3"/>
    <dgm:cxn modelId="{7DBF32A5-BBA3-A849-9A3E-29331BE64ED5}" type="presParOf" srcId="{D83B8ABC-EEF5-E44E-B881-4D845934A57E}" destId="{8553C416-E47D-0C42-AD8A-F8272F7969D7}" srcOrd="1" destOrd="0" presId="urn:microsoft.com/office/officeart/2005/8/layout/vList3"/>
    <dgm:cxn modelId="{8785E874-58F1-F241-BCA3-67C7604A18DF}" type="presParOf" srcId="{D83B8ABC-EEF5-E44E-B881-4D845934A57E}" destId="{5379A52D-C3C4-494B-9090-A4F2B451CBB1}" srcOrd="2" destOrd="0" presId="urn:microsoft.com/office/officeart/2005/8/layout/vList3"/>
    <dgm:cxn modelId="{F1DD3167-70CD-0948-983C-B1C56179D791}" type="presParOf" srcId="{5379A52D-C3C4-494B-9090-A4F2B451CBB1}" destId="{F0BB6657-F43C-A140-B1F2-D744ED259593}" srcOrd="0" destOrd="0" presId="urn:microsoft.com/office/officeart/2005/8/layout/vList3"/>
    <dgm:cxn modelId="{F8C0DFBB-7039-F649-AB28-DECF5C688376}" type="presParOf" srcId="{5379A52D-C3C4-494B-9090-A4F2B451CBB1}" destId="{E5FB1FB1-11BF-224B-AB57-8205C1A8E483}" srcOrd="1" destOrd="0" presId="urn:microsoft.com/office/officeart/2005/8/layout/vList3"/>
    <dgm:cxn modelId="{62AEFB43-06D3-414C-8008-F3E9005A39EF}" type="presParOf" srcId="{D83B8ABC-EEF5-E44E-B881-4D845934A57E}" destId="{0741BF99-0A0C-4040-9B1D-F435E93D042C}" srcOrd="3" destOrd="0" presId="urn:microsoft.com/office/officeart/2005/8/layout/vList3"/>
    <dgm:cxn modelId="{67A5E73E-1A0D-2044-8F93-D5054CD29FBC}" type="presParOf" srcId="{D83B8ABC-EEF5-E44E-B881-4D845934A57E}" destId="{58AEE212-F7CF-3546-9595-0A70D78A0E3A}" srcOrd="4" destOrd="0" presId="urn:microsoft.com/office/officeart/2005/8/layout/vList3"/>
    <dgm:cxn modelId="{F431A290-C829-6E4A-9788-4846E0FC9125}" type="presParOf" srcId="{58AEE212-F7CF-3546-9595-0A70D78A0E3A}" destId="{EAAD1AC9-DE04-3442-A4F4-1538E3E85E1E}" srcOrd="0" destOrd="0" presId="urn:microsoft.com/office/officeart/2005/8/layout/vList3"/>
    <dgm:cxn modelId="{6FE9D366-E100-D645-BB37-4A11BAC509D6}" type="presParOf" srcId="{58AEE212-F7CF-3546-9595-0A70D78A0E3A}" destId="{8EC2EE03-B08C-7540-BB3E-0E43195B2D99}"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816D63-968C-4A55-9BEC-59743BC029E6}"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2B01A0F-D3DB-4483-A684-EB3CDDB8C402}">
      <dgm:prSet custT="1"/>
      <dgm:spPr/>
      <dgm:t>
        <a:bodyPr rtlCol="1"/>
        <a:lstStyle/>
        <a:p>
          <a:pPr rtl="1"/>
          <a:r>
            <a:rPr lang="ar" sz="2200" b="1" dirty="0">
              <a:latin typeface="Sakkal Majalla" panose="02000000000000000000" pitchFamily="2" charset="-78"/>
              <a:cs typeface="Sakkal Majalla" panose="02000000000000000000" pitchFamily="2" charset="-78"/>
            </a:rPr>
            <a:t>أ: </a:t>
          </a:r>
          <a:r>
            <a:rPr lang="ar" sz="2200" dirty="0">
              <a:latin typeface="Sakkal Majalla" panose="02000000000000000000" pitchFamily="2" charset="-78"/>
              <a:cs typeface="Sakkal Majalla" panose="02000000000000000000" pitchFamily="2" charset="-78"/>
            </a:rPr>
            <a:t>استكشاف العوامل التي يمكن أن تؤثر في تخطيط الموارد البشرية في الأعمال</a:t>
          </a:r>
          <a:endParaRPr lang="en-US" sz="2200" dirty="0">
            <a:latin typeface="Sakkal Majalla" panose="02000000000000000000" pitchFamily="2" charset="-78"/>
            <a:cs typeface="Sakkal Majalla" panose="02000000000000000000" pitchFamily="2" charset="-78"/>
          </a:endParaRPr>
        </a:p>
      </dgm:t>
    </dgm:pt>
    <dgm:pt modelId="{244FE7CD-09C9-4649-8078-2981EDCAFAF5}" type="parTrans" cxnId="{7C02C89A-B90E-4191-82FD-9CE4845EA376}">
      <dgm:prSet/>
      <dgm:spPr/>
      <dgm:t>
        <a:bodyPr rtlCol="1"/>
        <a:lstStyle/>
        <a:p>
          <a:pPr rtl="1"/>
          <a:endParaRPr lang="en-US"/>
        </a:p>
      </dgm:t>
    </dgm:pt>
    <dgm:pt modelId="{213FB626-D022-4DCE-A47B-D3479E29F97C}" type="sibTrans" cxnId="{7C02C89A-B90E-4191-82FD-9CE4845EA376}">
      <dgm:prSet/>
      <dgm:spPr/>
      <dgm:t>
        <a:bodyPr rtlCol="1"/>
        <a:lstStyle/>
        <a:p>
          <a:pPr rtl="1"/>
          <a:endParaRPr lang="en-US"/>
        </a:p>
      </dgm:t>
    </dgm:pt>
    <dgm:pt modelId="{56923969-828A-4BA8-B3D8-0D78B3954F0B}">
      <dgm:prSet custT="1"/>
      <dgm:spPr>
        <a:solidFill>
          <a:schemeClr val="accent5"/>
        </a:solidFill>
      </dgm:spPr>
      <dgm:t>
        <a:bodyPr rtlCol="1"/>
        <a:lstStyle/>
        <a:p>
          <a:pPr rtl="1"/>
          <a:r>
            <a:rPr lang="ar" sz="2200" b="1" dirty="0">
              <a:latin typeface="Sakkal Majalla" panose="02000000000000000000" pitchFamily="2" charset="-78"/>
              <a:cs typeface="Sakkal Majalla" panose="02000000000000000000" pitchFamily="2" charset="-78"/>
            </a:rPr>
            <a:t>ب: </a:t>
          </a:r>
          <a:r>
            <a:rPr lang="ar" sz="2200" dirty="0">
              <a:latin typeface="Sakkal Majalla" panose="02000000000000000000" pitchFamily="2" charset="-78"/>
              <a:cs typeface="Sakkal Majalla" panose="02000000000000000000" pitchFamily="2" charset="-78"/>
            </a:rPr>
            <a:t>دراسة طرق إدارة أداء الموظفين وكيفية تأثير التحفيز في أداء الأعمال</a:t>
          </a:r>
          <a:endParaRPr lang="en-US" sz="2200" dirty="0">
            <a:latin typeface="Sakkal Majalla" panose="02000000000000000000" pitchFamily="2" charset="-78"/>
            <a:cs typeface="Sakkal Majalla" panose="02000000000000000000" pitchFamily="2" charset="-78"/>
          </a:endParaRPr>
        </a:p>
      </dgm:t>
    </dgm:pt>
    <dgm:pt modelId="{EDE96EA5-4272-4597-87C5-810736A70304}" type="parTrans" cxnId="{E1B2C347-2E28-49E0-B2E7-EDCC0F166AA5}">
      <dgm:prSet/>
      <dgm:spPr/>
      <dgm:t>
        <a:bodyPr rtlCol="1"/>
        <a:lstStyle/>
        <a:p>
          <a:pPr rtl="1"/>
          <a:endParaRPr lang="en-US"/>
        </a:p>
      </dgm:t>
    </dgm:pt>
    <dgm:pt modelId="{70055B61-415C-4256-B450-DFA4CB0F7EED}" type="sibTrans" cxnId="{E1B2C347-2E28-49E0-B2E7-EDCC0F166AA5}">
      <dgm:prSet/>
      <dgm:spPr/>
      <dgm:t>
        <a:bodyPr rtlCol="1"/>
        <a:lstStyle/>
        <a:p>
          <a:pPr rtl="1"/>
          <a:endParaRPr lang="en-US"/>
        </a:p>
      </dgm:t>
    </dgm:pt>
    <dgm:pt modelId="{598D8A68-E8AD-4E27-A32D-3D74B2BA7A6D}">
      <dgm:prSet custT="1"/>
      <dgm:spPr/>
      <dgm:t>
        <a:bodyPr rtlCol="1"/>
        <a:lstStyle/>
        <a:p>
          <a:pPr rtl="1"/>
          <a:r>
            <a:rPr lang="ar" sz="2200" b="1" dirty="0">
              <a:latin typeface="Sakkal Majalla" panose="02000000000000000000" pitchFamily="2" charset="-78"/>
              <a:cs typeface="Sakkal Majalla" panose="02000000000000000000" pitchFamily="2" charset="-78"/>
            </a:rPr>
            <a:t>ج: </a:t>
          </a:r>
          <a:r>
            <a:rPr lang="ar" sz="2200" dirty="0">
              <a:latin typeface="Sakkal Majalla" panose="02000000000000000000" pitchFamily="2" charset="-78"/>
              <a:cs typeface="Sakkal Majalla" panose="02000000000000000000" pitchFamily="2" charset="-78"/>
            </a:rPr>
            <a:t>دراسة مدى إسهام التوظيف والاختيار الفعال في نجاح الشركة</a:t>
          </a:r>
          <a:endParaRPr lang="en-US" sz="2200" dirty="0">
            <a:latin typeface="Sakkal Majalla" panose="02000000000000000000" pitchFamily="2" charset="-78"/>
            <a:cs typeface="Sakkal Majalla" panose="02000000000000000000" pitchFamily="2" charset="-78"/>
          </a:endParaRPr>
        </a:p>
      </dgm:t>
    </dgm:pt>
    <dgm:pt modelId="{EA6FABF3-11AF-411B-82BF-6182842CCEF1}" type="parTrans" cxnId="{E19F1C02-E2E7-4263-B5BC-C09B8E53EF5C}">
      <dgm:prSet/>
      <dgm:spPr/>
      <dgm:t>
        <a:bodyPr rtlCol="1"/>
        <a:lstStyle/>
        <a:p>
          <a:pPr rtl="1"/>
          <a:endParaRPr lang="en-US"/>
        </a:p>
      </dgm:t>
    </dgm:pt>
    <dgm:pt modelId="{B9AE1657-59C9-45E6-AF59-CFC463F25A19}" type="sibTrans" cxnId="{E19F1C02-E2E7-4263-B5BC-C09B8E53EF5C}">
      <dgm:prSet/>
      <dgm:spPr/>
      <dgm:t>
        <a:bodyPr rtlCol="1"/>
        <a:lstStyle/>
        <a:p>
          <a:pPr rtl="1"/>
          <a:endParaRPr lang="en-US"/>
        </a:p>
      </dgm:t>
    </dgm:pt>
    <dgm:pt modelId="{61067BF9-26D6-4B13-BDFD-7E74DD3567ED}" type="pres">
      <dgm:prSet presAssocID="{49816D63-968C-4A55-9BEC-59743BC029E6}" presName="root" presStyleCnt="0">
        <dgm:presLayoutVars>
          <dgm:dir/>
          <dgm:resizeHandles val="exact"/>
        </dgm:presLayoutVars>
      </dgm:prSet>
      <dgm:spPr/>
    </dgm:pt>
    <dgm:pt modelId="{EE92A8AE-98EB-489C-B356-A192728D5660}" type="pres">
      <dgm:prSet presAssocID="{12B01A0F-D3DB-4483-A684-EB3CDDB8C402}" presName="compNode" presStyleCnt="0"/>
      <dgm:spPr/>
    </dgm:pt>
    <dgm:pt modelId="{C459F91B-A412-4046-9AE9-167787D1DE0B}" type="pres">
      <dgm:prSet presAssocID="{12B01A0F-D3DB-4483-A684-EB3CDDB8C402}" presName="bgRect" presStyleLbl="bgShp" presStyleIdx="0" presStyleCnt="3"/>
      <dgm:spPr/>
    </dgm:pt>
    <dgm:pt modelId="{F189B75D-60E8-4A38-AC23-0DC503925009}" type="pres">
      <dgm:prSet presAssocID="{12B01A0F-D3DB-4483-A684-EB3CDDB8C402}" presName="iconRect" presStyleLbl="node1" presStyleIdx="0" presStyleCnt="3" custLinFactX="538469" custLinFactNeighborX="600000"/>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2A0C591D-F2EB-412E-9E5F-4B0B488D452A}" type="pres">
      <dgm:prSet presAssocID="{12B01A0F-D3DB-4483-A684-EB3CDDB8C402}" presName="spaceRect" presStyleCnt="0"/>
      <dgm:spPr/>
    </dgm:pt>
    <dgm:pt modelId="{BA239B92-C7E8-4937-BA2F-63BBE1282096}" type="pres">
      <dgm:prSet presAssocID="{12B01A0F-D3DB-4483-A684-EB3CDDB8C402}" presName="parTx" presStyleLbl="revTx" presStyleIdx="0" presStyleCnt="3" custLinFactNeighborX="-17442">
        <dgm:presLayoutVars>
          <dgm:chMax val="0"/>
          <dgm:chPref val="0"/>
        </dgm:presLayoutVars>
      </dgm:prSet>
      <dgm:spPr/>
    </dgm:pt>
    <dgm:pt modelId="{25B81F6A-4678-4CB6-B870-DCC32B8BE308}" type="pres">
      <dgm:prSet presAssocID="{213FB626-D022-4DCE-A47B-D3479E29F97C}" presName="sibTrans" presStyleCnt="0"/>
      <dgm:spPr/>
    </dgm:pt>
    <dgm:pt modelId="{580F3AD1-2DCA-4977-8677-DFF4FB7EA121}" type="pres">
      <dgm:prSet presAssocID="{56923969-828A-4BA8-B3D8-0D78B3954F0B}" presName="compNode" presStyleCnt="0"/>
      <dgm:spPr/>
    </dgm:pt>
    <dgm:pt modelId="{F43D942C-5076-405B-826A-BC7DA2026AC7}" type="pres">
      <dgm:prSet presAssocID="{56923969-828A-4BA8-B3D8-0D78B3954F0B}" presName="bgRect" presStyleLbl="bgShp" presStyleIdx="1" presStyleCnt="3"/>
      <dgm:spPr>
        <a:solidFill>
          <a:schemeClr val="accent5"/>
        </a:solidFill>
      </dgm:spPr>
    </dgm:pt>
    <dgm:pt modelId="{8ED43BA3-C6FA-40D0-98FE-78504CE20FC3}" type="pres">
      <dgm:prSet presAssocID="{56923969-828A-4BA8-B3D8-0D78B3954F0B}" presName="iconRect" presStyleLbl="node1" presStyleIdx="1" presStyleCnt="3" custLinFactX="538469" custLinFactNeighborX="600000"/>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379730B0-BB0B-40F6-B12D-8E859490F291}" type="pres">
      <dgm:prSet presAssocID="{56923969-828A-4BA8-B3D8-0D78B3954F0B}" presName="spaceRect" presStyleCnt="0"/>
      <dgm:spPr/>
    </dgm:pt>
    <dgm:pt modelId="{C2A8200A-96B4-428C-8E55-83C8FFDC1FB3}" type="pres">
      <dgm:prSet presAssocID="{56923969-828A-4BA8-B3D8-0D78B3954F0B}" presName="parTx" presStyleLbl="revTx" presStyleIdx="1" presStyleCnt="3" custLinFactNeighborX="-17442">
        <dgm:presLayoutVars>
          <dgm:chMax val="0"/>
          <dgm:chPref val="0"/>
        </dgm:presLayoutVars>
      </dgm:prSet>
      <dgm:spPr/>
    </dgm:pt>
    <dgm:pt modelId="{482FED42-60A7-4FE7-BD43-C9E3D9677997}" type="pres">
      <dgm:prSet presAssocID="{70055B61-415C-4256-B450-DFA4CB0F7EED}" presName="sibTrans" presStyleCnt="0"/>
      <dgm:spPr/>
    </dgm:pt>
    <dgm:pt modelId="{46D7A108-654E-406E-BCC7-B53E4001F28C}" type="pres">
      <dgm:prSet presAssocID="{598D8A68-E8AD-4E27-A32D-3D74B2BA7A6D}" presName="compNode" presStyleCnt="0"/>
      <dgm:spPr/>
    </dgm:pt>
    <dgm:pt modelId="{875D741C-CAD9-4AF6-B4FA-DE20C2DFD952}" type="pres">
      <dgm:prSet presAssocID="{598D8A68-E8AD-4E27-A32D-3D74B2BA7A6D}" presName="bgRect" presStyleLbl="bgShp" presStyleIdx="2" presStyleCnt="3"/>
      <dgm:spPr/>
    </dgm:pt>
    <dgm:pt modelId="{848AB56E-E0E6-4724-B224-7DF8D29317AC}" type="pres">
      <dgm:prSet presAssocID="{598D8A68-E8AD-4E27-A32D-3D74B2BA7A6D}" presName="iconRect" presStyleLbl="node1" presStyleIdx="2" presStyleCnt="3" custLinFactX="538469" custLinFactNeighborX="600000"/>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ard Room"/>
        </a:ext>
      </dgm:extLst>
    </dgm:pt>
    <dgm:pt modelId="{A7CBF6A5-1ACE-4DC2-AC44-C42A787C6B4C}" type="pres">
      <dgm:prSet presAssocID="{598D8A68-E8AD-4E27-A32D-3D74B2BA7A6D}" presName="spaceRect" presStyleCnt="0"/>
      <dgm:spPr/>
    </dgm:pt>
    <dgm:pt modelId="{27D209A1-A39C-4A34-A67B-7F58F8B67DCB}" type="pres">
      <dgm:prSet presAssocID="{598D8A68-E8AD-4E27-A32D-3D74B2BA7A6D}" presName="parTx" presStyleLbl="revTx" presStyleIdx="2" presStyleCnt="3" custLinFactNeighborX="-17442">
        <dgm:presLayoutVars>
          <dgm:chMax val="0"/>
          <dgm:chPref val="0"/>
        </dgm:presLayoutVars>
      </dgm:prSet>
      <dgm:spPr/>
    </dgm:pt>
  </dgm:ptLst>
  <dgm:cxnLst>
    <dgm:cxn modelId="{E19F1C02-E2E7-4263-B5BC-C09B8E53EF5C}" srcId="{49816D63-968C-4A55-9BEC-59743BC029E6}" destId="{598D8A68-E8AD-4E27-A32D-3D74B2BA7A6D}" srcOrd="2" destOrd="0" parTransId="{EA6FABF3-11AF-411B-82BF-6182842CCEF1}" sibTransId="{B9AE1657-59C9-45E6-AF59-CFC463F25A19}"/>
    <dgm:cxn modelId="{21871D64-72DA-4E05-A3A7-0FB94129F53A}" type="presOf" srcId="{12B01A0F-D3DB-4483-A684-EB3CDDB8C402}" destId="{BA239B92-C7E8-4937-BA2F-63BBE1282096}" srcOrd="0" destOrd="0" presId="urn:microsoft.com/office/officeart/2018/2/layout/IconVerticalSolidList"/>
    <dgm:cxn modelId="{E1B2C347-2E28-49E0-B2E7-EDCC0F166AA5}" srcId="{49816D63-968C-4A55-9BEC-59743BC029E6}" destId="{56923969-828A-4BA8-B3D8-0D78B3954F0B}" srcOrd="1" destOrd="0" parTransId="{EDE96EA5-4272-4597-87C5-810736A70304}" sibTransId="{70055B61-415C-4256-B450-DFA4CB0F7EED}"/>
    <dgm:cxn modelId="{2EB42E8D-072D-471C-8F88-52777522F152}" type="presOf" srcId="{56923969-828A-4BA8-B3D8-0D78B3954F0B}" destId="{C2A8200A-96B4-428C-8E55-83C8FFDC1FB3}" srcOrd="0" destOrd="0" presId="urn:microsoft.com/office/officeart/2018/2/layout/IconVerticalSolidList"/>
    <dgm:cxn modelId="{7C02C89A-B90E-4191-82FD-9CE4845EA376}" srcId="{49816D63-968C-4A55-9BEC-59743BC029E6}" destId="{12B01A0F-D3DB-4483-A684-EB3CDDB8C402}" srcOrd="0" destOrd="0" parTransId="{244FE7CD-09C9-4649-8078-2981EDCAFAF5}" sibTransId="{213FB626-D022-4DCE-A47B-D3479E29F97C}"/>
    <dgm:cxn modelId="{F24098B8-8C9A-4C74-8826-7D1C2C7757A8}" type="presOf" srcId="{598D8A68-E8AD-4E27-A32D-3D74B2BA7A6D}" destId="{27D209A1-A39C-4A34-A67B-7F58F8B67DCB}" srcOrd="0" destOrd="0" presId="urn:microsoft.com/office/officeart/2018/2/layout/IconVerticalSolidList"/>
    <dgm:cxn modelId="{390716D4-D918-415D-BB23-40D401583C72}" type="presOf" srcId="{49816D63-968C-4A55-9BEC-59743BC029E6}" destId="{61067BF9-26D6-4B13-BDFD-7E74DD3567ED}" srcOrd="0" destOrd="0" presId="urn:microsoft.com/office/officeart/2018/2/layout/IconVerticalSolidList"/>
    <dgm:cxn modelId="{CEE4C875-104F-4F56-AC4D-07E0D11E2784}" type="presParOf" srcId="{61067BF9-26D6-4B13-BDFD-7E74DD3567ED}" destId="{EE92A8AE-98EB-489C-B356-A192728D5660}" srcOrd="0" destOrd="0" presId="urn:microsoft.com/office/officeart/2018/2/layout/IconVerticalSolidList"/>
    <dgm:cxn modelId="{6BB7D70E-5A1A-4B44-8F6A-EEFC223B3E0E}" type="presParOf" srcId="{EE92A8AE-98EB-489C-B356-A192728D5660}" destId="{C459F91B-A412-4046-9AE9-167787D1DE0B}" srcOrd="0" destOrd="0" presId="urn:microsoft.com/office/officeart/2018/2/layout/IconVerticalSolidList"/>
    <dgm:cxn modelId="{E89F0CE3-15FD-4EF2-943B-F2965FDC7317}" type="presParOf" srcId="{EE92A8AE-98EB-489C-B356-A192728D5660}" destId="{F189B75D-60E8-4A38-AC23-0DC503925009}" srcOrd="1" destOrd="0" presId="urn:microsoft.com/office/officeart/2018/2/layout/IconVerticalSolidList"/>
    <dgm:cxn modelId="{7A0AF181-8637-40C7-A816-94387AC86CCC}" type="presParOf" srcId="{EE92A8AE-98EB-489C-B356-A192728D5660}" destId="{2A0C591D-F2EB-412E-9E5F-4B0B488D452A}" srcOrd="2" destOrd="0" presId="urn:microsoft.com/office/officeart/2018/2/layout/IconVerticalSolidList"/>
    <dgm:cxn modelId="{128FC341-090F-4ED6-99A1-1CF1EE98946B}" type="presParOf" srcId="{EE92A8AE-98EB-489C-B356-A192728D5660}" destId="{BA239B92-C7E8-4937-BA2F-63BBE1282096}" srcOrd="3" destOrd="0" presId="urn:microsoft.com/office/officeart/2018/2/layout/IconVerticalSolidList"/>
    <dgm:cxn modelId="{D238C958-9E0F-4587-9B4F-8CC0813D5DA1}" type="presParOf" srcId="{61067BF9-26D6-4B13-BDFD-7E74DD3567ED}" destId="{25B81F6A-4678-4CB6-B870-DCC32B8BE308}" srcOrd="1" destOrd="0" presId="urn:microsoft.com/office/officeart/2018/2/layout/IconVerticalSolidList"/>
    <dgm:cxn modelId="{4D0B7B5A-6085-4659-AC79-2896A5F43A95}" type="presParOf" srcId="{61067BF9-26D6-4B13-BDFD-7E74DD3567ED}" destId="{580F3AD1-2DCA-4977-8677-DFF4FB7EA121}" srcOrd="2" destOrd="0" presId="urn:microsoft.com/office/officeart/2018/2/layout/IconVerticalSolidList"/>
    <dgm:cxn modelId="{1A411787-0573-4F84-B27E-E69EC2A3C339}" type="presParOf" srcId="{580F3AD1-2DCA-4977-8677-DFF4FB7EA121}" destId="{F43D942C-5076-405B-826A-BC7DA2026AC7}" srcOrd="0" destOrd="0" presId="urn:microsoft.com/office/officeart/2018/2/layout/IconVerticalSolidList"/>
    <dgm:cxn modelId="{83BB126A-927E-4E1F-9431-51C4DBDD6768}" type="presParOf" srcId="{580F3AD1-2DCA-4977-8677-DFF4FB7EA121}" destId="{8ED43BA3-C6FA-40D0-98FE-78504CE20FC3}" srcOrd="1" destOrd="0" presId="urn:microsoft.com/office/officeart/2018/2/layout/IconVerticalSolidList"/>
    <dgm:cxn modelId="{E8658007-9D23-47E4-8C2D-7C1D9AD63447}" type="presParOf" srcId="{580F3AD1-2DCA-4977-8677-DFF4FB7EA121}" destId="{379730B0-BB0B-40F6-B12D-8E859490F291}" srcOrd="2" destOrd="0" presId="urn:microsoft.com/office/officeart/2018/2/layout/IconVerticalSolidList"/>
    <dgm:cxn modelId="{37E0060B-F65C-4FE0-A1ED-0A3EE55B1234}" type="presParOf" srcId="{580F3AD1-2DCA-4977-8677-DFF4FB7EA121}" destId="{C2A8200A-96B4-428C-8E55-83C8FFDC1FB3}" srcOrd="3" destOrd="0" presId="urn:microsoft.com/office/officeart/2018/2/layout/IconVerticalSolidList"/>
    <dgm:cxn modelId="{65F5E5F1-E2A9-4730-BD3B-34329B1B920E}" type="presParOf" srcId="{61067BF9-26D6-4B13-BDFD-7E74DD3567ED}" destId="{482FED42-60A7-4FE7-BD43-C9E3D9677997}" srcOrd="3" destOrd="0" presId="urn:microsoft.com/office/officeart/2018/2/layout/IconVerticalSolidList"/>
    <dgm:cxn modelId="{8D0F1E27-4C28-49D1-BAD5-02750F697AA1}" type="presParOf" srcId="{61067BF9-26D6-4B13-BDFD-7E74DD3567ED}" destId="{46D7A108-654E-406E-BCC7-B53E4001F28C}" srcOrd="4" destOrd="0" presId="urn:microsoft.com/office/officeart/2018/2/layout/IconVerticalSolidList"/>
    <dgm:cxn modelId="{9F0B78CB-DE2A-4480-830A-E1B80C213EAE}" type="presParOf" srcId="{46D7A108-654E-406E-BCC7-B53E4001F28C}" destId="{875D741C-CAD9-4AF6-B4FA-DE20C2DFD952}" srcOrd="0" destOrd="0" presId="urn:microsoft.com/office/officeart/2018/2/layout/IconVerticalSolidList"/>
    <dgm:cxn modelId="{660DFB20-7B2D-4E52-AC36-8110CEDC70C7}" type="presParOf" srcId="{46D7A108-654E-406E-BCC7-B53E4001F28C}" destId="{848AB56E-E0E6-4724-B224-7DF8D29317AC}" srcOrd="1" destOrd="0" presId="urn:microsoft.com/office/officeart/2018/2/layout/IconVerticalSolidList"/>
    <dgm:cxn modelId="{2162CD32-1CD9-477F-AE6F-33AF5191F8AC}" type="presParOf" srcId="{46D7A108-654E-406E-BCC7-B53E4001F28C}" destId="{A7CBF6A5-1ACE-4DC2-AC44-C42A787C6B4C}" srcOrd="2" destOrd="0" presId="urn:microsoft.com/office/officeart/2018/2/layout/IconVerticalSolidList"/>
    <dgm:cxn modelId="{6FCF57F7-E560-4AB5-9E1B-602752354A33}" type="presParOf" srcId="{46D7A108-654E-406E-BCC7-B53E4001F28C}" destId="{27D209A1-A39C-4A34-A67B-7F58F8B67DC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dgm:spPr>
        <a:noFill/>
      </dgm:spPr>
      <dgm:t>
        <a:bodyPr rtlCol="1"/>
        <a:lstStyle/>
        <a:p>
          <a:pPr rtl="1">
            <a:lnSpc>
              <a:spcPct val="100000"/>
            </a:lnSpc>
          </a:pPr>
          <a:r>
            <a:rPr lang="ar" dirty="0">
              <a:latin typeface="Sakkal Majalla" panose="02000000000000000000" pitchFamily="2" charset="-78"/>
              <a:cs typeface="Sakkal Majalla" panose="02000000000000000000" pitchFamily="2" charset="-78"/>
            </a:rPr>
            <a:t>أ1 الموارد البشرية</a:t>
          </a:r>
          <a:endParaRPr lang="en-US"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8A36B54-2CB1-ED4B-B9C0-FC8A2D0861F4}">
      <dgm:prSet/>
      <dgm:spPr/>
      <dgm:t>
        <a:bodyPr rtlCol="1"/>
        <a:lstStyle/>
        <a:p>
          <a:pPr rtl="1">
            <a:lnSpc>
              <a:spcPct val="100000"/>
            </a:lnSpc>
          </a:pPr>
          <a:r>
            <a:rPr lang="ar" b="1" dirty="0">
              <a:latin typeface="Sakkal Majalla" panose="02000000000000000000" pitchFamily="2" charset="-78"/>
              <a:cs typeface="Sakkal Majalla" panose="02000000000000000000" pitchFamily="2" charset="-78"/>
            </a:rPr>
            <a:t>مجالات المحتوى الرئيسة</a:t>
          </a:r>
        </a:p>
      </dgm:t>
    </dgm:pt>
    <dgm:pt modelId="{C3FBB647-007B-4C4D-8ADA-182C0F5A47A6}" type="parTrans" cxnId="{E5F187BC-C410-5E49-93BC-3C584F5DC389}">
      <dgm:prSet/>
      <dgm:spPr/>
      <dgm:t>
        <a:bodyPr rtlCol="1"/>
        <a:lstStyle/>
        <a:p>
          <a:pPr rtl="1"/>
          <a:endParaRPr lang="en-GB"/>
        </a:p>
      </dgm:t>
    </dgm:pt>
    <dgm:pt modelId="{692C18A0-ECE4-024B-B525-1D7488D3C7CB}" type="sibTrans" cxnId="{E5F187BC-C410-5E49-93BC-3C584F5DC389}">
      <dgm:prSet/>
      <dgm:spPr/>
      <dgm:t>
        <a:bodyPr rtlCol="1"/>
        <a:lstStyle/>
        <a:p>
          <a:pPr rtl="1"/>
          <a:endParaRPr lang="en-GB"/>
        </a:p>
      </dgm:t>
    </dgm:pt>
    <dgm:pt modelId="{DF91717C-3053-504E-8D1D-3FD13919CDEF}">
      <dgm:prSet/>
      <dgm:spPr/>
      <dgm:t>
        <a:bodyPr rtlCol="1"/>
        <a:lstStyle/>
        <a:p>
          <a:pPr rtl="1">
            <a:lnSpc>
              <a:spcPct val="100000"/>
            </a:lnSpc>
          </a:pPr>
          <a:r>
            <a:rPr lang="ar" dirty="0">
              <a:latin typeface="Sakkal Majalla" panose="02000000000000000000" pitchFamily="2" charset="-78"/>
              <a:cs typeface="Sakkal Majalla" panose="02000000000000000000" pitchFamily="2" charset="-78"/>
            </a:rPr>
            <a:t>أ2 تخطيط الموارد البشرية</a:t>
          </a:r>
        </a:p>
      </dgm:t>
    </dgm:pt>
    <dgm:pt modelId="{DC7E3E02-2A55-6842-9D8B-13D452DB2B3F}" type="parTrans" cxnId="{FEABB2D2-9888-7748-9CB0-D044EEE5AA6E}">
      <dgm:prSet/>
      <dgm:spPr/>
      <dgm:t>
        <a:bodyPr rtlCol="1"/>
        <a:lstStyle/>
        <a:p>
          <a:pPr rtl="1"/>
          <a:endParaRPr lang="en-GB"/>
        </a:p>
      </dgm:t>
    </dgm:pt>
    <dgm:pt modelId="{4D58377A-B9AA-DF49-B548-20A52831A356}" type="sibTrans" cxnId="{FEABB2D2-9888-7748-9CB0-D044EEE5AA6E}">
      <dgm:prSet/>
      <dgm:spPr/>
      <dgm:t>
        <a:bodyPr rtlCol="1"/>
        <a:lstStyle/>
        <a:p>
          <a:pPr rtl="1"/>
          <a:endParaRPr lang="en-GB"/>
        </a:p>
      </dgm:t>
    </dgm:pt>
    <dgm:pt modelId="{B3B44CE8-9EB0-4E94-AC20-BBFD45B3B64F}" type="pres">
      <dgm:prSet presAssocID="{273F4FFB-BF9F-4EE8-B58E-FFED8E01943B}" presName="root" presStyleCnt="0">
        <dgm:presLayoutVars>
          <dgm:dir/>
          <dgm:resizeHandles val="exact"/>
        </dgm:presLayoutVars>
      </dgm:prSet>
      <dgm:spPr/>
    </dgm:pt>
    <dgm:pt modelId="{11C7BEF1-2345-4A6C-BADC-E727F100EB5A}" type="pres">
      <dgm:prSet presAssocID="{C8A36B54-2CB1-ED4B-B9C0-FC8A2D0861F4}" presName="compNode" presStyleCnt="0"/>
      <dgm:spPr/>
    </dgm:pt>
    <dgm:pt modelId="{4DC6443E-F6CB-4E39-B8B4-8735A3F35C81}" type="pres">
      <dgm:prSet presAssocID="{C8A36B54-2CB1-ED4B-B9C0-FC8A2D0861F4}" presName="bgRect" presStyleLbl="bgShp" presStyleIdx="0" presStyleCnt="3"/>
      <dgm:spPr/>
    </dgm:pt>
    <dgm:pt modelId="{B1E01E3D-6D85-4BA8-8D47-D67B5A12AA05}" type="pres">
      <dgm:prSet presAssocID="{C8A36B54-2CB1-ED4B-B9C0-FC8A2D0861F4}" presName="iconRect" presStyleLbl="node1" presStyleIdx="0" presStyleCnt="3" custLinFactX="200000" custLinFactNeighborX="250201"/>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FB69FCB6-C1BD-49E5-97C3-13958B8ACDB1}" type="pres">
      <dgm:prSet presAssocID="{C8A36B54-2CB1-ED4B-B9C0-FC8A2D0861F4}" presName="spaceRect" presStyleCnt="0"/>
      <dgm:spPr/>
    </dgm:pt>
    <dgm:pt modelId="{A964A834-0AE3-40C9-B5C8-75BE27C4EBF8}" type="pres">
      <dgm:prSet presAssocID="{C8A36B54-2CB1-ED4B-B9C0-FC8A2D0861F4}" presName="parTx" presStyleLbl="revTx" presStyleIdx="0" presStyleCnt="3" custLinFactNeighborX="-38673">
        <dgm:presLayoutVars>
          <dgm:chMax val="0"/>
          <dgm:chPref val="0"/>
        </dgm:presLayoutVars>
      </dgm:prSet>
      <dgm:spPr/>
    </dgm:pt>
    <dgm:pt modelId="{4A8D0571-C022-0942-856F-1235BB03BBE1}" type="pres">
      <dgm:prSet presAssocID="{692C18A0-ECE4-024B-B525-1D7488D3C7CB}" presName="sibTrans" presStyleCnt="0"/>
      <dgm:spPr/>
    </dgm:pt>
    <dgm:pt modelId="{5EBAB49B-8F61-427A-8EB6-147E5E00CCB3}" type="pres">
      <dgm:prSet presAssocID="{5FE25653-A7BA-47FB-8073-2B4FA7940492}" presName="compNode" presStyleCnt="0"/>
      <dgm:spPr/>
    </dgm:pt>
    <dgm:pt modelId="{CF774ABA-3244-4408-901F-6CCE877A456B}" type="pres">
      <dgm:prSet presAssocID="{5FE25653-A7BA-47FB-8073-2B4FA7940492}" presName="bgRect" presStyleLbl="bgShp" presStyleIdx="1" presStyleCnt="3"/>
      <dgm:spPr>
        <a:solidFill>
          <a:schemeClr val="accent5"/>
        </a:solidFill>
      </dgm:spPr>
    </dgm:pt>
    <dgm:pt modelId="{407EE78B-D7B9-41CD-B540-6B48BF9CD5D7}" type="pres">
      <dgm:prSet presAssocID="{5FE25653-A7BA-47FB-8073-2B4FA7940492}" presName="iconRect" presStyleLbl="node1" presStyleIdx="1" presStyleCnt="3" custLinFactX="200000" custLinFactNeighborX="250201"/>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am"/>
        </a:ext>
      </dgm:extLst>
    </dgm:pt>
    <dgm:pt modelId="{589689BB-44B5-4EF3-AD55-DE4BE0B2B633}" type="pres">
      <dgm:prSet presAssocID="{5FE25653-A7BA-47FB-8073-2B4FA7940492}" presName="spaceRect" presStyleCnt="0"/>
      <dgm:spPr/>
    </dgm:pt>
    <dgm:pt modelId="{93BE2D37-BA8E-4389-9AA8-5F0BF3C22FB2}" type="pres">
      <dgm:prSet presAssocID="{5FE25653-A7BA-47FB-8073-2B4FA7940492}" presName="parTx" presStyleLbl="revTx" presStyleIdx="1" presStyleCnt="3" custLinFactNeighborX="-40189">
        <dgm:presLayoutVars>
          <dgm:chMax val="0"/>
          <dgm:chPref val="0"/>
        </dgm:presLayoutVars>
      </dgm:prSet>
      <dgm:spPr/>
    </dgm:pt>
    <dgm:pt modelId="{B4B84ED4-3268-EB44-8CAF-921778764594}" type="pres">
      <dgm:prSet presAssocID="{FD9ABB40-9682-4D97-B80C-F7F64D08F683}" presName="sibTrans" presStyleCnt="0"/>
      <dgm:spPr/>
    </dgm:pt>
    <dgm:pt modelId="{5A3672EB-9E46-8D43-9924-777EAB3F6CEB}" type="pres">
      <dgm:prSet presAssocID="{DF91717C-3053-504E-8D1D-3FD13919CDEF}" presName="compNode" presStyleCnt="0"/>
      <dgm:spPr/>
    </dgm:pt>
    <dgm:pt modelId="{102F6014-A5B3-B742-8B41-63AAFFAB7D50}" type="pres">
      <dgm:prSet presAssocID="{DF91717C-3053-504E-8D1D-3FD13919CDEF}" presName="bgRect" presStyleLbl="bgShp" presStyleIdx="2" presStyleCnt="3"/>
      <dgm:spPr/>
    </dgm:pt>
    <dgm:pt modelId="{4B2D6FAC-4AF0-774A-9D4E-383D48B3593F}" type="pres">
      <dgm:prSet presAssocID="{DF91717C-3053-504E-8D1D-3FD13919CDEF}" presName="iconRect" presStyleLbl="node1" presStyleIdx="2" presStyleCnt="3" custLinFactX="200000" custLinFactNeighborX="260762" custLinFactNeighborY="2730"/>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Thumbs up sign with solid fill"/>
        </a:ext>
      </dgm:extLst>
    </dgm:pt>
    <dgm:pt modelId="{80016FAC-5659-E641-BF82-63F5E1B1FA62}" type="pres">
      <dgm:prSet presAssocID="{DF91717C-3053-504E-8D1D-3FD13919CDEF}" presName="spaceRect" presStyleCnt="0"/>
      <dgm:spPr/>
    </dgm:pt>
    <dgm:pt modelId="{72D3EBB9-1D12-A046-8A0E-7FA5976C30C1}" type="pres">
      <dgm:prSet presAssocID="{DF91717C-3053-504E-8D1D-3FD13919CDEF}" presName="parTx" presStyleLbl="revTx" presStyleIdx="2" presStyleCnt="3" custLinFactNeighborX="-40189">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0B3B720F-15B5-9B4E-B972-A8DD41163097}" type="presOf" srcId="{273F4FFB-BF9F-4EE8-B58E-FFED8E01943B}" destId="{B3B44CE8-9EB0-4E94-AC20-BBFD45B3B64F}" srcOrd="0" destOrd="0" presId="urn:microsoft.com/office/officeart/2018/2/layout/IconVerticalSolidList"/>
    <dgm:cxn modelId="{1BE21714-A0FA-5148-A4F1-06F95FF01B0F}" type="presOf" srcId="{C8A36B54-2CB1-ED4B-B9C0-FC8A2D0861F4}" destId="{A964A834-0AE3-40C9-B5C8-75BE27C4EBF8}" srcOrd="0" destOrd="0" presId="urn:microsoft.com/office/officeart/2018/2/layout/IconVerticalSolidList"/>
    <dgm:cxn modelId="{E5F187BC-C410-5E49-93BC-3C584F5DC389}" srcId="{273F4FFB-BF9F-4EE8-B58E-FFED8E01943B}" destId="{C8A36B54-2CB1-ED4B-B9C0-FC8A2D0861F4}" srcOrd="0" destOrd="0" parTransId="{C3FBB647-007B-4C4D-8ADA-182C0F5A47A6}" sibTransId="{692C18A0-ECE4-024B-B525-1D7488D3C7CB}"/>
    <dgm:cxn modelId="{7FB764D0-EA32-3748-8DED-378ADBB273F8}" type="presOf" srcId="{5FE25653-A7BA-47FB-8073-2B4FA7940492}" destId="{93BE2D37-BA8E-4389-9AA8-5F0BF3C22FB2}" srcOrd="0" destOrd="0" presId="urn:microsoft.com/office/officeart/2018/2/layout/IconVerticalSolidList"/>
    <dgm:cxn modelId="{FEABB2D2-9888-7748-9CB0-D044EEE5AA6E}" srcId="{273F4FFB-BF9F-4EE8-B58E-FFED8E01943B}" destId="{DF91717C-3053-504E-8D1D-3FD13919CDEF}" srcOrd="2" destOrd="0" parTransId="{DC7E3E02-2A55-6842-9D8B-13D452DB2B3F}" sibTransId="{4D58377A-B9AA-DF49-B548-20A52831A356}"/>
    <dgm:cxn modelId="{636ED6DF-8215-BA43-8803-587CE129EDCC}" type="presOf" srcId="{DF91717C-3053-504E-8D1D-3FD13919CDEF}" destId="{72D3EBB9-1D12-A046-8A0E-7FA5976C30C1}" srcOrd="0" destOrd="0" presId="urn:microsoft.com/office/officeart/2018/2/layout/IconVerticalSolidList"/>
    <dgm:cxn modelId="{75ADD115-860D-0945-946F-B2442E64A038}" type="presParOf" srcId="{B3B44CE8-9EB0-4E94-AC20-BBFD45B3B64F}" destId="{11C7BEF1-2345-4A6C-BADC-E727F100EB5A}" srcOrd="0" destOrd="0" presId="urn:microsoft.com/office/officeart/2018/2/layout/IconVerticalSolidList"/>
    <dgm:cxn modelId="{ADFBCC4F-5A62-0C44-B445-3B04043FEEBC}" type="presParOf" srcId="{11C7BEF1-2345-4A6C-BADC-E727F100EB5A}" destId="{4DC6443E-F6CB-4E39-B8B4-8735A3F35C81}" srcOrd="0" destOrd="0" presId="urn:microsoft.com/office/officeart/2018/2/layout/IconVerticalSolidList"/>
    <dgm:cxn modelId="{142409FD-1604-4146-A513-3065197F7227}" type="presParOf" srcId="{11C7BEF1-2345-4A6C-BADC-E727F100EB5A}" destId="{B1E01E3D-6D85-4BA8-8D47-D67B5A12AA05}" srcOrd="1" destOrd="0" presId="urn:microsoft.com/office/officeart/2018/2/layout/IconVerticalSolidList"/>
    <dgm:cxn modelId="{C6C642D1-3A73-CE4E-941E-9E9FA11F6B18}" type="presParOf" srcId="{11C7BEF1-2345-4A6C-BADC-E727F100EB5A}" destId="{FB69FCB6-C1BD-49E5-97C3-13958B8ACDB1}" srcOrd="2" destOrd="0" presId="urn:microsoft.com/office/officeart/2018/2/layout/IconVerticalSolidList"/>
    <dgm:cxn modelId="{C6A0297D-9FBF-114D-B601-5254521F7D73}" type="presParOf" srcId="{11C7BEF1-2345-4A6C-BADC-E727F100EB5A}" destId="{A964A834-0AE3-40C9-B5C8-75BE27C4EBF8}" srcOrd="3" destOrd="0" presId="urn:microsoft.com/office/officeart/2018/2/layout/IconVerticalSolidList"/>
    <dgm:cxn modelId="{F6F0B1E0-F6C4-A44C-B25F-F7C3075A6D1E}" type="presParOf" srcId="{B3B44CE8-9EB0-4E94-AC20-BBFD45B3B64F}" destId="{4A8D0571-C022-0942-856F-1235BB03BBE1}" srcOrd="1" destOrd="0" presId="urn:microsoft.com/office/officeart/2018/2/layout/IconVerticalSolidList"/>
    <dgm:cxn modelId="{A1C48F6A-9FF2-7044-8E6F-C45987947E4E}" type="presParOf" srcId="{B3B44CE8-9EB0-4E94-AC20-BBFD45B3B64F}" destId="{5EBAB49B-8F61-427A-8EB6-147E5E00CCB3}" srcOrd="2" destOrd="0" presId="urn:microsoft.com/office/officeart/2018/2/layout/IconVerticalSolidList"/>
    <dgm:cxn modelId="{C5DF3859-3DAA-9949-BCDA-C7F0F080248C}" type="presParOf" srcId="{5EBAB49B-8F61-427A-8EB6-147E5E00CCB3}" destId="{CF774ABA-3244-4408-901F-6CCE877A456B}" srcOrd="0" destOrd="0" presId="urn:microsoft.com/office/officeart/2018/2/layout/IconVerticalSolidList"/>
    <dgm:cxn modelId="{12278E1A-D374-0B4B-BDA5-39567311E2CF}" type="presParOf" srcId="{5EBAB49B-8F61-427A-8EB6-147E5E00CCB3}" destId="{407EE78B-D7B9-41CD-B540-6B48BF9CD5D7}" srcOrd="1" destOrd="0" presId="urn:microsoft.com/office/officeart/2018/2/layout/IconVerticalSolidList"/>
    <dgm:cxn modelId="{3EBD2A39-250E-B446-90F5-F294828A89D0}" type="presParOf" srcId="{5EBAB49B-8F61-427A-8EB6-147E5E00CCB3}" destId="{589689BB-44B5-4EF3-AD55-DE4BE0B2B633}" srcOrd="2" destOrd="0" presId="urn:microsoft.com/office/officeart/2018/2/layout/IconVerticalSolidList"/>
    <dgm:cxn modelId="{1E8DD7BD-08E2-294F-B7AB-8F02D1175EAB}" type="presParOf" srcId="{5EBAB49B-8F61-427A-8EB6-147E5E00CCB3}" destId="{93BE2D37-BA8E-4389-9AA8-5F0BF3C22FB2}" srcOrd="3" destOrd="0" presId="urn:microsoft.com/office/officeart/2018/2/layout/IconVerticalSolidList"/>
    <dgm:cxn modelId="{4EC0DBA0-63A6-444A-A7C5-FBB2D4E1D7CB}" type="presParOf" srcId="{B3B44CE8-9EB0-4E94-AC20-BBFD45B3B64F}" destId="{B4B84ED4-3268-EB44-8CAF-921778764594}" srcOrd="3" destOrd="0" presId="urn:microsoft.com/office/officeart/2018/2/layout/IconVerticalSolidList"/>
    <dgm:cxn modelId="{CC92A29D-B9A9-9C45-AFFA-BC2CE9BF8F2A}" type="presParOf" srcId="{B3B44CE8-9EB0-4E94-AC20-BBFD45B3B64F}" destId="{5A3672EB-9E46-8D43-9924-777EAB3F6CEB}" srcOrd="4" destOrd="0" presId="urn:microsoft.com/office/officeart/2018/2/layout/IconVerticalSolidList"/>
    <dgm:cxn modelId="{E79DEBFD-18DD-024C-A1F1-A0C514FE9772}" type="presParOf" srcId="{5A3672EB-9E46-8D43-9924-777EAB3F6CEB}" destId="{102F6014-A5B3-B742-8B41-63AAFFAB7D50}" srcOrd="0" destOrd="0" presId="urn:microsoft.com/office/officeart/2018/2/layout/IconVerticalSolidList"/>
    <dgm:cxn modelId="{EFE6859F-589C-CA4B-BB75-CA93E21BEDC7}" type="presParOf" srcId="{5A3672EB-9E46-8D43-9924-777EAB3F6CEB}" destId="{4B2D6FAC-4AF0-774A-9D4E-383D48B3593F}" srcOrd="1" destOrd="0" presId="urn:microsoft.com/office/officeart/2018/2/layout/IconVerticalSolidList"/>
    <dgm:cxn modelId="{6586DE3E-C91C-EB4D-A738-5972D5100C27}" type="presParOf" srcId="{5A3672EB-9E46-8D43-9924-777EAB3F6CEB}" destId="{80016FAC-5659-E641-BF82-63F5E1B1FA62}" srcOrd="2" destOrd="0" presId="urn:microsoft.com/office/officeart/2018/2/layout/IconVerticalSolidList"/>
    <dgm:cxn modelId="{CB8CF3C9-E4F1-784E-909A-C9537B75F63A}" type="presParOf" srcId="{5A3672EB-9E46-8D43-9924-777EAB3F6CEB}" destId="{72D3EBB9-1D12-A046-8A0E-7FA5976C30C1}"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C6E0B3-B298-5F4F-897B-BE64135670B6}" type="doc">
      <dgm:prSet loTypeId="urn:microsoft.com/office/officeart/2005/8/layout/cycle2" loCatId="cycle" qsTypeId="urn:microsoft.com/office/officeart/2005/8/quickstyle/simple1" qsCatId="simple" csTypeId="urn:microsoft.com/office/officeart/2005/8/colors/accent1_2" csCatId="accent1" phldr="1"/>
      <dgm:spPr/>
      <dgm:t>
        <a:bodyPr rtlCol="1"/>
        <a:lstStyle/>
        <a:p>
          <a:pPr rtl="1"/>
          <a:endParaRPr lang="en-GB"/>
        </a:p>
      </dgm:t>
    </dgm:pt>
    <dgm:pt modelId="{83B2AC24-01F5-4440-AE4D-C3A9E59A5FFA}">
      <dgm:prSet custT="1"/>
      <dgm:spPr/>
      <dgm:t>
        <a:bodyPr rtlCol="1"/>
        <a:lstStyle/>
        <a:p>
          <a:pPr rtl="1"/>
          <a:r>
            <a:rPr lang="ar" sz="1800" dirty="0">
              <a:solidFill>
                <a:schemeClr val="accent6"/>
              </a:solidFill>
              <a:latin typeface="Sakkal Majalla" panose="02000000000000000000" pitchFamily="2" charset="-78"/>
              <a:cs typeface="Sakkal Majalla" panose="02000000000000000000" pitchFamily="2" charset="-78"/>
            </a:rPr>
            <a:t>طبيعة العمل</a:t>
          </a:r>
        </a:p>
      </dgm:t>
    </dgm:pt>
    <dgm:pt modelId="{C075CA64-2D09-A94E-9F7A-259C69AACCF4}" type="parTrans" cxnId="{1B0E94C4-2CBA-634E-82D2-42C6192CBF33}">
      <dgm:prSet/>
      <dgm:spPr/>
      <dgm:t>
        <a:bodyPr rtlCol="1"/>
        <a:lstStyle/>
        <a:p>
          <a:pPr rtl="1"/>
          <a:endParaRPr lang="en-GB"/>
        </a:p>
      </dgm:t>
    </dgm:pt>
    <dgm:pt modelId="{49A15419-8F07-C248-BE25-71D796FEA83D}" type="sibTrans" cxnId="{1B0E94C4-2CBA-634E-82D2-42C6192CBF33}">
      <dgm:prSet/>
      <dgm:spPr/>
      <dgm:t>
        <a:bodyPr rtlCol="1"/>
        <a:lstStyle/>
        <a:p>
          <a:pPr rtl="1"/>
          <a:endParaRPr lang="en-GB"/>
        </a:p>
      </dgm:t>
    </dgm:pt>
    <dgm:pt modelId="{818EEF2F-7706-5D44-95D6-BE3BAA2609B4}">
      <dgm:prSet custT="1"/>
      <dgm:spPr/>
      <dgm:t>
        <a:bodyPr rtlCol="1"/>
        <a:lstStyle/>
        <a:p>
          <a:pPr rtl="1"/>
          <a:r>
            <a:rPr lang="ar" sz="1800" dirty="0">
              <a:solidFill>
                <a:schemeClr val="accent6"/>
              </a:solidFill>
              <a:latin typeface="Sakkal Majalla" panose="02000000000000000000" pitchFamily="2" charset="-78"/>
              <a:cs typeface="Sakkal Majalla" panose="02000000000000000000" pitchFamily="2" charset="-78"/>
            </a:rPr>
            <a:t>الطلب على المنتجات أو الخدمات</a:t>
          </a:r>
        </a:p>
      </dgm:t>
    </dgm:pt>
    <dgm:pt modelId="{E9C39370-908D-864E-863A-DC14CB5E8A56}" type="parTrans" cxnId="{629742DC-51CC-3E43-AD24-69B95AE21796}">
      <dgm:prSet/>
      <dgm:spPr/>
      <dgm:t>
        <a:bodyPr rtlCol="1"/>
        <a:lstStyle/>
        <a:p>
          <a:pPr rtl="1"/>
          <a:endParaRPr lang="en-GB"/>
        </a:p>
      </dgm:t>
    </dgm:pt>
    <dgm:pt modelId="{BD4D2AF0-07CB-8740-BD8D-AEABBA0E7318}" type="sibTrans" cxnId="{629742DC-51CC-3E43-AD24-69B95AE21796}">
      <dgm:prSet/>
      <dgm:spPr/>
      <dgm:t>
        <a:bodyPr rtlCol="1"/>
        <a:lstStyle/>
        <a:p>
          <a:pPr rtl="1"/>
          <a:endParaRPr lang="en-GB"/>
        </a:p>
      </dgm:t>
    </dgm:pt>
    <dgm:pt modelId="{1F563030-EC63-674D-9407-3453EBA75DEA}">
      <dgm:prSet custT="1"/>
      <dgm:spPr/>
      <dgm:t>
        <a:bodyPr rtlCol="1"/>
        <a:lstStyle/>
        <a:p>
          <a:pPr rtl="1"/>
          <a:r>
            <a:rPr lang="ar" sz="1800" dirty="0">
              <a:solidFill>
                <a:schemeClr val="accent6"/>
              </a:solidFill>
              <a:latin typeface="Sakkal Majalla" panose="02000000000000000000" pitchFamily="2" charset="-78"/>
              <a:cs typeface="Sakkal Majalla" panose="02000000000000000000" pitchFamily="2" charset="-78"/>
            </a:rPr>
            <a:t>متطلبات المهارات والنقص فيها</a:t>
          </a:r>
        </a:p>
      </dgm:t>
    </dgm:pt>
    <dgm:pt modelId="{2CD10777-7D9B-8E44-B636-BD68DF62D56B}" type="parTrans" cxnId="{1DD3864E-0F14-8F4F-AED0-37FC1ED15189}">
      <dgm:prSet/>
      <dgm:spPr/>
      <dgm:t>
        <a:bodyPr rtlCol="1"/>
        <a:lstStyle/>
        <a:p>
          <a:pPr rtl="1"/>
          <a:endParaRPr lang="en-GB"/>
        </a:p>
      </dgm:t>
    </dgm:pt>
    <dgm:pt modelId="{F9DA3CD6-3FCB-8B48-B0D2-90324A17BACA}" type="sibTrans" cxnId="{1DD3864E-0F14-8F4F-AED0-37FC1ED15189}">
      <dgm:prSet/>
      <dgm:spPr/>
      <dgm:t>
        <a:bodyPr rtlCol="1"/>
        <a:lstStyle/>
        <a:p>
          <a:pPr rtl="1"/>
          <a:endParaRPr lang="en-GB"/>
        </a:p>
      </dgm:t>
    </dgm:pt>
    <dgm:pt modelId="{16571E9F-4883-C348-B8F5-3EED9A7A2251}">
      <dgm:prSet custT="1"/>
      <dgm:spPr/>
      <dgm:t>
        <a:bodyPr rtlCol="1"/>
        <a:lstStyle/>
        <a:p>
          <a:pPr rtl="1"/>
          <a:r>
            <a:rPr lang="ar" sz="1800" dirty="0">
              <a:solidFill>
                <a:schemeClr val="accent6"/>
              </a:solidFill>
              <a:latin typeface="Sakkal Majalla" panose="02000000000000000000" pitchFamily="2" charset="-78"/>
              <a:cs typeface="Sakkal Majalla" panose="02000000000000000000" pitchFamily="2" charset="-78"/>
            </a:rPr>
            <a:t>الموقع</a:t>
          </a:r>
        </a:p>
      </dgm:t>
    </dgm:pt>
    <dgm:pt modelId="{7BEBCB71-6606-A543-AF36-8B00065278D2}" type="parTrans" cxnId="{6F9B1B86-75FA-1343-9867-A3223D07B675}">
      <dgm:prSet/>
      <dgm:spPr/>
      <dgm:t>
        <a:bodyPr rtlCol="1"/>
        <a:lstStyle/>
        <a:p>
          <a:pPr rtl="1"/>
          <a:endParaRPr lang="en-GB"/>
        </a:p>
      </dgm:t>
    </dgm:pt>
    <dgm:pt modelId="{AE096346-3AD8-924D-94E0-610AB37B5054}" type="sibTrans" cxnId="{6F9B1B86-75FA-1343-9867-A3223D07B675}">
      <dgm:prSet/>
      <dgm:spPr/>
      <dgm:t>
        <a:bodyPr rtlCol="1"/>
        <a:lstStyle/>
        <a:p>
          <a:pPr rtl="1"/>
          <a:endParaRPr lang="en-GB"/>
        </a:p>
      </dgm:t>
    </dgm:pt>
    <dgm:pt modelId="{0DE59046-E42A-014F-848B-B4186BBA0FD9}">
      <dgm:prSet custT="1"/>
      <dgm:spPr/>
      <dgm:t>
        <a:bodyPr rtlCol="1"/>
        <a:lstStyle/>
        <a:p>
          <a:pPr rtl="1"/>
          <a:r>
            <a:rPr lang="ar" sz="1800" dirty="0">
              <a:solidFill>
                <a:schemeClr val="accent6"/>
              </a:solidFill>
              <a:latin typeface="Sakkal Majalla" panose="02000000000000000000" pitchFamily="2" charset="-78"/>
              <a:cs typeface="Sakkal Majalla" panose="02000000000000000000" pitchFamily="2" charset="-78"/>
            </a:rPr>
            <a:t>المنافسة في سوق العمل</a:t>
          </a:r>
          <a:endParaRPr lang="en-GB" sz="1800" dirty="0"/>
        </a:p>
      </dgm:t>
    </dgm:pt>
    <dgm:pt modelId="{041531DB-9462-8E4B-879B-001C884886CF}" type="parTrans" cxnId="{829ACA0D-B7FA-7B44-8740-8BC666A315B2}">
      <dgm:prSet/>
      <dgm:spPr/>
      <dgm:t>
        <a:bodyPr rtlCol="1"/>
        <a:lstStyle/>
        <a:p>
          <a:pPr rtl="1"/>
          <a:endParaRPr lang="en-GB"/>
        </a:p>
      </dgm:t>
    </dgm:pt>
    <dgm:pt modelId="{EF02641C-A8E4-6C47-BFA2-2FDA665B9F78}" type="sibTrans" cxnId="{829ACA0D-B7FA-7B44-8740-8BC666A315B2}">
      <dgm:prSet/>
      <dgm:spPr/>
      <dgm:t>
        <a:bodyPr rtlCol="1"/>
        <a:lstStyle/>
        <a:p>
          <a:pPr rtl="1"/>
          <a:endParaRPr lang="en-GB"/>
        </a:p>
      </dgm:t>
    </dgm:pt>
    <dgm:pt modelId="{76DAB349-65AD-6A4A-98F0-549E3C347333}" type="pres">
      <dgm:prSet presAssocID="{0FC6E0B3-B298-5F4F-897B-BE64135670B6}" presName="cycle" presStyleCnt="0">
        <dgm:presLayoutVars>
          <dgm:dir val="rev"/>
          <dgm:resizeHandles val="exact"/>
        </dgm:presLayoutVars>
      </dgm:prSet>
      <dgm:spPr/>
    </dgm:pt>
    <dgm:pt modelId="{56F68030-B86A-3A4E-955A-FCCAAEC76B82}" type="pres">
      <dgm:prSet presAssocID="{83B2AC24-01F5-4440-AE4D-C3A9E59A5FFA}" presName="node" presStyleLbl="node1" presStyleIdx="0" presStyleCnt="5" custScaleX="136266" custScaleY="130489">
        <dgm:presLayoutVars>
          <dgm:bulletEnabled val="1"/>
        </dgm:presLayoutVars>
      </dgm:prSet>
      <dgm:spPr/>
    </dgm:pt>
    <dgm:pt modelId="{A325477F-AE3A-1C42-81F4-15D57D7EC10E}" type="pres">
      <dgm:prSet presAssocID="{49A15419-8F07-C248-BE25-71D796FEA83D}" presName="sibTrans" presStyleLbl="sibTrans2D1" presStyleIdx="0" presStyleCnt="5"/>
      <dgm:spPr/>
    </dgm:pt>
    <dgm:pt modelId="{D467C6C9-6B42-D044-97ED-14A48842D023}" type="pres">
      <dgm:prSet presAssocID="{49A15419-8F07-C248-BE25-71D796FEA83D}" presName="connectorText" presStyleLbl="sibTrans2D1" presStyleIdx="0" presStyleCnt="5"/>
      <dgm:spPr/>
    </dgm:pt>
    <dgm:pt modelId="{2562193D-9FB1-824F-B20E-96C31DF59C78}" type="pres">
      <dgm:prSet presAssocID="{818EEF2F-7706-5D44-95D6-BE3BAA2609B4}" presName="node" presStyleLbl="node1" presStyleIdx="1" presStyleCnt="5" custScaleX="144282" custScaleY="144266">
        <dgm:presLayoutVars>
          <dgm:bulletEnabled val="1"/>
        </dgm:presLayoutVars>
      </dgm:prSet>
      <dgm:spPr/>
    </dgm:pt>
    <dgm:pt modelId="{064BB9F9-C391-7E42-A8FB-DA1DDCB3D2A9}" type="pres">
      <dgm:prSet presAssocID="{BD4D2AF0-07CB-8740-BD8D-AEABBA0E7318}" presName="sibTrans" presStyleLbl="sibTrans2D1" presStyleIdx="1" presStyleCnt="5"/>
      <dgm:spPr/>
    </dgm:pt>
    <dgm:pt modelId="{55F42CEF-C735-7F49-9153-BECB0F80BEA1}" type="pres">
      <dgm:prSet presAssocID="{BD4D2AF0-07CB-8740-BD8D-AEABBA0E7318}" presName="connectorText" presStyleLbl="sibTrans2D1" presStyleIdx="1" presStyleCnt="5"/>
      <dgm:spPr/>
    </dgm:pt>
    <dgm:pt modelId="{876F121C-DD2B-1C47-8E8E-668DDD97BD56}" type="pres">
      <dgm:prSet presAssocID="{1F563030-EC63-674D-9407-3453EBA75DEA}" presName="node" presStyleLbl="node1" presStyleIdx="2" presStyleCnt="5" custScaleX="142885" custScaleY="127478">
        <dgm:presLayoutVars>
          <dgm:bulletEnabled val="1"/>
        </dgm:presLayoutVars>
      </dgm:prSet>
      <dgm:spPr/>
    </dgm:pt>
    <dgm:pt modelId="{9C71249F-9094-3346-9241-02C0BCE1E5ED}" type="pres">
      <dgm:prSet presAssocID="{F9DA3CD6-3FCB-8B48-B0D2-90324A17BACA}" presName="sibTrans" presStyleLbl="sibTrans2D1" presStyleIdx="2" presStyleCnt="5"/>
      <dgm:spPr/>
    </dgm:pt>
    <dgm:pt modelId="{D370F8F9-681C-DD4E-8551-B8E085BB1FB5}" type="pres">
      <dgm:prSet presAssocID="{F9DA3CD6-3FCB-8B48-B0D2-90324A17BACA}" presName="connectorText" presStyleLbl="sibTrans2D1" presStyleIdx="2" presStyleCnt="5"/>
      <dgm:spPr/>
    </dgm:pt>
    <dgm:pt modelId="{0F032B75-7323-5B47-823D-66F6A924E7D2}" type="pres">
      <dgm:prSet presAssocID="{16571E9F-4883-C348-B8F5-3EED9A7A2251}" presName="node" presStyleLbl="node1" presStyleIdx="3" presStyleCnt="5" custScaleX="137148" custScaleY="137064">
        <dgm:presLayoutVars>
          <dgm:bulletEnabled val="1"/>
        </dgm:presLayoutVars>
      </dgm:prSet>
      <dgm:spPr/>
    </dgm:pt>
    <dgm:pt modelId="{45B82B69-1360-BE42-A794-6F7C08DD516A}" type="pres">
      <dgm:prSet presAssocID="{AE096346-3AD8-924D-94E0-610AB37B5054}" presName="sibTrans" presStyleLbl="sibTrans2D1" presStyleIdx="3" presStyleCnt="5"/>
      <dgm:spPr/>
    </dgm:pt>
    <dgm:pt modelId="{62BE733D-2D4F-C141-8D5A-F574128D51D0}" type="pres">
      <dgm:prSet presAssocID="{AE096346-3AD8-924D-94E0-610AB37B5054}" presName="connectorText" presStyleLbl="sibTrans2D1" presStyleIdx="3" presStyleCnt="5"/>
      <dgm:spPr/>
    </dgm:pt>
    <dgm:pt modelId="{BEEED762-175F-804F-B0AD-C2CB7CE82377}" type="pres">
      <dgm:prSet presAssocID="{0DE59046-E42A-014F-848B-B4186BBA0FD9}" presName="node" presStyleLbl="node1" presStyleIdx="4" presStyleCnt="5" custScaleX="147530" custScaleY="138907">
        <dgm:presLayoutVars>
          <dgm:bulletEnabled val="1"/>
        </dgm:presLayoutVars>
      </dgm:prSet>
      <dgm:spPr/>
    </dgm:pt>
    <dgm:pt modelId="{FCF7AEE7-F813-0C4F-80CB-2228BBFC4661}" type="pres">
      <dgm:prSet presAssocID="{EF02641C-A8E4-6C47-BFA2-2FDA665B9F78}" presName="sibTrans" presStyleLbl="sibTrans2D1" presStyleIdx="4" presStyleCnt="5"/>
      <dgm:spPr/>
    </dgm:pt>
    <dgm:pt modelId="{0722E30B-9123-F74B-8AF7-315320252248}" type="pres">
      <dgm:prSet presAssocID="{EF02641C-A8E4-6C47-BFA2-2FDA665B9F78}" presName="connectorText" presStyleLbl="sibTrans2D1" presStyleIdx="4" presStyleCnt="5"/>
      <dgm:spPr/>
    </dgm:pt>
  </dgm:ptLst>
  <dgm:cxnLst>
    <dgm:cxn modelId="{84B75D04-7167-E54E-A268-4ECE5C8AB1F4}" type="presOf" srcId="{BD4D2AF0-07CB-8740-BD8D-AEABBA0E7318}" destId="{55F42CEF-C735-7F49-9153-BECB0F80BEA1}" srcOrd="1" destOrd="0" presId="urn:microsoft.com/office/officeart/2005/8/layout/cycle2"/>
    <dgm:cxn modelId="{829ACA0D-B7FA-7B44-8740-8BC666A315B2}" srcId="{0FC6E0B3-B298-5F4F-897B-BE64135670B6}" destId="{0DE59046-E42A-014F-848B-B4186BBA0FD9}" srcOrd="4" destOrd="0" parTransId="{041531DB-9462-8E4B-879B-001C884886CF}" sibTransId="{EF02641C-A8E4-6C47-BFA2-2FDA665B9F78}"/>
    <dgm:cxn modelId="{9AF36015-F3E3-A04D-9307-ED25CD4A3810}" type="presOf" srcId="{818EEF2F-7706-5D44-95D6-BE3BAA2609B4}" destId="{2562193D-9FB1-824F-B20E-96C31DF59C78}" srcOrd="0" destOrd="0" presId="urn:microsoft.com/office/officeart/2005/8/layout/cycle2"/>
    <dgm:cxn modelId="{1A4DD230-F635-5349-9B28-B02E9D81DE0C}" type="presOf" srcId="{BD4D2AF0-07CB-8740-BD8D-AEABBA0E7318}" destId="{064BB9F9-C391-7E42-A8FB-DA1DDCB3D2A9}" srcOrd="0" destOrd="0" presId="urn:microsoft.com/office/officeart/2005/8/layout/cycle2"/>
    <dgm:cxn modelId="{0EB50935-5E71-DC4D-91E0-12C1477D1C02}" type="presOf" srcId="{AE096346-3AD8-924D-94E0-610AB37B5054}" destId="{45B82B69-1360-BE42-A794-6F7C08DD516A}" srcOrd="0" destOrd="0" presId="urn:microsoft.com/office/officeart/2005/8/layout/cycle2"/>
    <dgm:cxn modelId="{38534E5B-86E4-2F4E-B667-750E26ED2EBB}" type="presOf" srcId="{0DE59046-E42A-014F-848B-B4186BBA0FD9}" destId="{BEEED762-175F-804F-B0AD-C2CB7CE82377}" srcOrd="0" destOrd="0" presId="urn:microsoft.com/office/officeart/2005/8/layout/cycle2"/>
    <dgm:cxn modelId="{7A69C95B-6959-7849-8D9D-D3601D691549}" type="presOf" srcId="{EF02641C-A8E4-6C47-BFA2-2FDA665B9F78}" destId="{FCF7AEE7-F813-0C4F-80CB-2228BBFC4661}" srcOrd="0" destOrd="0" presId="urn:microsoft.com/office/officeart/2005/8/layout/cycle2"/>
    <dgm:cxn modelId="{0E324F5C-0F98-1944-AC18-D9B4CB02007A}" type="presOf" srcId="{1F563030-EC63-674D-9407-3453EBA75DEA}" destId="{876F121C-DD2B-1C47-8E8E-668DDD97BD56}" srcOrd="0" destOrd="0" presId="urn:microsoft.com/office/officeart/2005/8/layout/cycle2"/>
    <dgm:cxn modelId="{356D9469-706D-DC41-8C9A-443B49C289C9}" type="presOf" srcId="{16571E9F-4883-C348-B8F5-3EED9A7A2251}" destId="{0F032B75-7323-5B47-823D-66F6A924E7D2}" srcOrd="0" destOrd="0" presId="urn:microsoft.com/office/officeart/2005/8/layout/cycle2"/>
    <dgm:cxn modelId="{1DD3864E-0F14-8F4F-AED0-37FC1ED15189}" srcId="{0FC6E0B3-B298-5F4F-897B-BE64135670B6}" destId="{1F563030-EC63-674D-9407-3453EBA75DEA}" srcOrd="2" destOrd="0" parTransId="{2CD10777-7D9B-8E44-B636-BD68DF62D56B}" sibTransId="{F9DA3CD6-3FCB-8B48-B0D2-90324A17BACA}"/>
    <dgm:cxn modelId="{B7F74359-DFDE-2E43-825E-12D6CA87F458}" type="presOf" srcId="{49A15419-8F07-C248-BE25-71D796FEA83D}" destId="{D467C6C9-6B42-D044-97ED-14A48842D023}" srcOrd="1" destOrd="0" presId="urn:microsoft.com/office/officeart/2005/8/layout/cycle2"/>
    <dgm:cxn modelId="{6F9B1B86-75FA-1343-9867-A3223D07B675}" srcId="{0FC6E0B3-B298-5F4F-897B-BE64135670B6}" destId="{16571E9F-4883-C348-B8F5-3EED9A7A2251}" srcOrd="3" destOrd="0" parTransId="{7BEBCB71-6606-A543-AF36-8B00065278D2}" sibTransId="{AE096346-3AD8-924D-94E0-610AB37B5054}"/>
    <dgm:cxn modelId="{C08BC589-6DA2-1C4D-84FC-39BC8B41B92E}" type="presOf" srcId="{EF02641C-A8E4-6C47-BFA2-2FDA665B9F78}" destId="{0722E30B-9123-F74B-8AF7-315320252248}" srcOrd="1" destOrd="0" presId="urn:microsoft.com/office/officeart/2005/8/layout/cycle2"/>
    <dgm:cxn modelId="{A8607790-3FB1-4446-854C-63FA7F250294}" type="presOf" srcId="{0FC6E0B3-B298-5F4F-897B-BE64135670B6}" destId="{76DAB349-65AD-6A4A-98F0-549E3C347333}" srcOrd="0" destOrd="0" presId="urn:microsoft.com/office/officeart/2005/8/layout/cycle2"/>
    <dgm:cxn modelId="{6E09E4A9-E1A5-8146-82C5-7C2F44133F42}" type="presOf" srcId="{49A15419-8F07-C248-BE25-71D796FEA83D}" destId="{A325477F-AE3A-1C42-81F4-15D57D7EC10E}" srcOrd="0" destOrd="0" presId="urn:microsoft.com/office/officeart/2005/8/layout/cycle2"/>
    <dgm:cxn modelId="{2C4591BF-1A68-BD41-B09C-B3AD69AA583E}" type="presOf" srcId="{F9DA3CD6-3FCB-8B48-B0D2-90324A17BACA}" destId="{D370F8F9-681C-DD4E-8551-B8E085BB1FB5}" srcOrd="1" destOrd="0" presId="urn:microsoft.com/office/officeart/2005/8/layout/cycle2"/>
    <dgm:cxn modelId="{1B0E94C4-2CBA-634E-82D2-42C6192CBF33}" srcId="{0FC6E0B3-B298-5F4F-897B-BE64135670B6}" destId="{83B2AC24-01F5-4440-AE4D-C3A9E59A5FFA}" srcOrd="0" destOrd="0" parTransId="{C075CA64-2D09-A94E-9F7A-259C69AACCF4}" sibTransId="{49A15419-8F07-C248-BE25-71D796FEA83D}"/>
    <dgm:cxn modelId="{CF3BDAC9-1DD6-9D49-B16C-1572242E7C84}" type="presOf" srcId="{F9DA3CD6-3FCB-8B48-B0D2-90324A17BACA}" destId="{9C71249F-9094-3346-9241-02C0BCE1E5ED}" srcOrd="0" destOrd="0" presId="urn:microsoft.com/office/officeart/2005/8/layout/cycle2"/>
    <dgm:cxn modelId="{629742DC-51CC-3E43-AD24-69B95AE21796}" srcId="{0FC6E0B3-B298-5F4F-897B-BE64135670B6}" destId="{818EEF2F-7706-5D44-95D6-BE3BAA2609B4}" srcOrd="1" destOrd="0" parTransId="{E9C39370-908D-864E-863A-DC14CB5E8A56}" sibTransId="{BD4D2AF0-07CB-8740-BD8D-AEABBA0E7318}"/>
    <dgm:cxn modelId="{F526E1E3-B18B-5947-BCAC-2963859FFBD0}" type="presOf" srcId="{83B2AC24-01F5-4440-AE4D-C3A9E59A5FFA}" destId="{56F68030-B86A-3A4E-955A-FCCAAEC76B82}" srcOrd="0" destOrd="0" presId="urn:microsoft.com/office/officeart/2005/8/layout/cycle2"/>
    <dgm:cxn modelId="{B0D89CFF-D75A-3444-8D76-2BFA8141C3E5}" type="presOf" srcId="{AE096346-3AD8-924D-94E0-610AB37B5054}" destId="{62BE733D-2D4F-C141-8D5A-F574128D51D0}" srcOrd="1" destOrd="0" presId="urn:microsoft.com/office/officeart/2005/8/layout/cycle2"/>
    <dgm:cxn modelId="{A04487FD-EA79-5A4C-BC6F-B8488A6D35BF}" type="presParOf" srcId="{76DAB349-65AD-6A4A-98F0-549E3C347333}" destId="{56F68030-B86A-3A4E-955A-FCCAAEC76B82}" srcOrd="0" destOrd="0" presId="urn:microsoft.com/office/officeart/2005/8/layout/cycle2"/>
    <dgm:cxn modelId="{04226F5F-882E-BD4A-8FD4-AD2CE72B1C0E}" type="presParOf" srcId="{76DAB349-65AD-6A4A-98F0-549E3C347333}" destId="{A325477F-AE3A-1C42-81F4-15D57D7EC10E}" srcOrd="1" destOrd="0" presId="urn:microsoft.com/office/officeart/2005/8/layout/cycle2"/>
    <dgm:cxn modelId="{8D453F53-B8DB-FE49-ADED-A2D0E248B153}" type="presParOf" srcId="{A325477F-AE3A-1C42-81F4-15D57D7EC10E}" destId="{D467C6C9-6B42-D044-97ED-14A48842D023}" srcOrd="0" destOrd="0" presId="urn:microsoft.com/office/officeart/2005/8/layout/cycle2"/>
    <dgm:cxn modelId="{411C000A-1235-A440-8C04-E0BD9F2B1617}" type="presParOf" srcId="{76DAB349-65AD-6A4A-98F0-549E3C347333}" destId="{2562193D-9FB1-824F-B20E-96C31DF59C78}" srcOrd="2" destOrd="0" presId="urn:microsoft.com/office/officeart/2005/8/layout/cycle2"/>
    <dgm:cxn modelId="{9D5A1DAD-28FD-2E41-B294-1FCD0D22011F}" type="presParOf" srcId="{76DAB349-65AD-6A4A-98F0-549E3C347333}" destId="{064BB9F9-C391-7E42-A8FB-DA1DDCB3D2A9}" srcOrd="3" destOrd="0" presId="urn:microsoft.com/office/officeart/2005/8/layout/cycle2"/>
    <dgm:cxn modelId="{D0415001-9067-AE4F-BDE4-38686E6D7AB6}" type="presParOf" srcId="{064BB9F9-C391-7E42-A8FB-DA1DDCB3D2A9}" destId="{55F42CEF-C735-7F49-9153-BECB0F80BEA1}" srcOrd="0" destOrd="0" presId="urn:microsoft.com/office/officeart/2005/8/layout/cycle2"/>
    <dgm:cxn modelId="{6C5C5483-1DF8-F349-9C34-F02173093540}" type="presParOf" srcId="{76DAB349-65AD-6A4A-98F0-549E3C347333}" destId="{876F121C-DD2B-1C47-8E8E-668DDD97BD56}" srcOrd="4" destOrd="0" presId="urn:microsoft.com/office/officeart/2005/8/layout/cycle2"/>
    <dgm:cxn modelId="{B5D198BF-ABF3-E14C-B823-20ADE95CE711}" type="presParOf" srcId="{76DAB349-65AD-6A4A-98F0-549E3C347333}" destId="{9C71249F-9094-3346-9241-02C0BCE1E5ED}" srcOrd="5" destOrd="0" presId="urn:microsoft.com/office/officeart/2005/8/layout/cycle2"/>
    <dgm:cxn modelId="{9AF16D33-9665-B141-9E00-B999DDBEDC7C}" type="presParOf" srcId="{9C71249F-9094-3346-9241-02C0BCE1E5ED}" destId="{D370F8F9-681C-DD4E-8551-B8E085BB1FB5}" srcOrd="0" destOrd="0" presId="urn:microsoft.com/office/officeart/2005/8/layout/cycle2"/>
    <dgm:cxn modelId="{136C13E6-2D97-6E49-A727-C41327D07129}" type="presParOf" srcId="{76DAB349-65AD-6A4A-98F0-549E3C347333}" destId="{0F032B75-7323-5B47-823D-66F6A924E7D2}" srcOrd="6" destOrd="0" presId="urn:microsoft.com/office/officeart/2005/8/layout/cycle2"/>
    <dgm:cxn modelId="{EE4F8979-4053-BB4E-AA92-13F51EAC2C5D}" type="presParOf" srcId="{76DAB349-65AD-6A4A-98F0-549E3C347333}" destId="{45B82B69-1360-BE42-A794-6F7C08DD516A}" srcOrd="7" destOrd="0" presId="urn:microsoft.com/office/officeart/2005/8/layout/cycle2"/>
    <dgm:cxn modelId="{EB218A19-1779-CF42-AAA7-C184216A2721}" type="presParOf" srcId="{45B82B69-1360-BE42-A794-6F7C08DD516A}" destId="{62BE733D-2D4F-C141-8D5A-F574128D51D0}" srcOrd="0" destOrd="0" presId="urn:microsoft.com/office/officeart/2005/8/layout/cycle2"/>
    <dgm:cxn modelId="{B6ABC9CF-6010-4042-A164-71965A1DA178}" type="presParOf" srcId="{76DAB349-65AD-6A4A-98F0-549E3C347333}" destId="{BEEED762-175F-804F-B0AD-C2CB7CE82377}" srcOrd="8" destOrd="0" presId="urn:microsoft.com/office/officeart/2005/8/layout/cycle2"/>
    <dgm:cxn modelId="{4DC95B3E-B6E6-884F-94F8-7B4E3C95BC03}" type="presParOf" srcId="{76DAB349-65AD-6A4A-98F0-549E3C347333}" destId="{FCF7AEE7-F813-0C4F-80CB-2228BBFC4661}" srcOrd="9" destOrd="0" presId="urn:microsoft.com/office/officeart/2005/8/layout/cycle2"/>
    <dgm:cxn modelId="{F2885006-5EAE-7D45-B690-2C29C74AD939}" type="presParOf" srcId="{FCF7AEE7-F813-0C4F-80CB-2228BBFC4661}" destId="{0722E30B-9123-F74B-8AF7-315320252248}"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noFill/>
      </dgm:spPr>
      <dgm:t>
        <a:bodyPr rtlCol="1"/>
        <a:lstStyle/>
        <a:p>
          <a:pPr rtl="1">
            <a:lnSpc>
              <a:spcPct val="100000"/>
            </a:lnSpc>
          </a:pPr>
          <a:r>
            <a:rPr lang="ar" sz="2400" dirty="0">
              <a:latin typeface="Sakkal Majalla" panose="02000000000000000000" pitchFamily="2" charset="-78"/>
              <a:cs typeface="Sakkal Majalla" panose="02000000000000000000" pitchFamily="2" charset="-78"/>
            </a:rPr>
            <a:t>ب1 التحفيز في مكان العمل</a:t>
          </a:r>
          <a:endParaRPr lang="en-US" sz="2400"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2400" dirty="0">
              <a:latin typeface="Sakkal Majalla" panose="02000000000000000000" pitchFamily="2" charset="-78"/>
              <a:cs typeface="Sakkal Majalla" panose="02000000000000000000" pitchFamily="2" charset="-78"/>
            </a:rPr>
            <a:t>ب2 التدريب والتطوير</a:t>
          </a:r>
          <a:endParaRPr lang="en-US" sz="2400" dirty="0">
            <a:latin typeface="Sakkal Majalla" panose="02000000000000000000" pitchFamily="2" charset="-78"/>
            <a:cs typeface="Sakkal Majalla" panose="02000000000000000000" pitchFamily="2" charset="-78"/>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52968F88-400B-174F-BDB6-BBF0DB8511A5}">
      <dgm:prSet custT="1"/>
      <dgm:spPr/>
      <dgm:t>
        <a:bodyPr rtlCol="1"/>
        <a:lstStyle/>
        <a:p>
          <a:pPr rtl="1">
            <a:lnSpc>
              <a:spcPct val="100000"/>
            </a:lnSpc>
          </a:pPr>
          <a:r>
            <a:rPr lang="ar" sz="2400" dirty="0">
              <a:latin typeface="Sakkal Majalla" panose="02000000000000000000" pitchFamily="2" charset="-78"/>
              <a:cs typeface="Sakkal Majalla" panose="02000000000000000000" pitchFamily="2" charset="-78"/>
            </a:rPr>
            <a:t>مجالات المحتوى الرئيسة</a:t>
          </a:r>
          <a:endParaRPr lang="en-US" sz="2400" dirty="0">
            <a:latin typeface="Sakkal Majalla" panose="02000000000000000000" pitchFamily="2" charset="-78"/>
            <a:cs typeface="Sakkal Majalla" panose="02000000000000000000" pitchFamily="2" charset="-78"/>
          </a:endParaRPr>
        </a:p>
      </dgm:t>
    </dgm:pt>
    <dgm:pt modelId="{7ADB110D-0D55-5546-922D-F3A6F954F482}" type="parTrans" cxnId="{91BC1A53-D125-8B49-98FE-F1D2120E33F7}">
      <dgm:prSet/>
      <dgm:spPr/>
      <dgm:t>
        <a:bodyPr rtlCol="1"/>
        <a:lstStyle/>
        <a:p>
          <a:pPr rtl="1"/>
          <a:endParaRPr lang="en-GB"/>
        </a:p>
      </dgm:t>
    </dgm:pt>
    <dgm:pt modelId="{57F561BD-EB30-5F4A-AF80-6D264356F11C}" type="sibTrans" cxnId="{91BC1A53-D125-8B49-98FE-F1D2120E33F7}">
      <dgm:prSet/>
      <dgm:spPr/>
      <dgm:t>
        <a:bodyPr rtlCol="1"/>
        <a:lstStyle/>
        <a:p>
          <a:pPr rtl="1"/>
          <a:endParaRPr lang="en-GB"/>
        </a:p>
      </dgm:t>
    </dgm:pt>
    <dgm:pt modelId="{698417B7-1265-AA4E-B8EE-F6D48B1E625A}">
      <dgm:prSet custT="1"/>
      <dgm:spPr/>
      <dgm:t>
        <a:bodyPr rtlCol="1"/>
        <a:lstStyle/>
        <a:p>
          <a:pPr rtl="1">
            <a:lnSpc>
              <a:spcPct val="100000"/>
            </a:lnSpc>
          </a:pPr>
          <a:r>
            <a:rPr lang="ar" sz="2400" dirty="0">
              <a:latin typeface="Sakkal Majalla" panose="02000000000000000000" pitchFamily="2" charset="-78"/>
              <a:cs typeface="Sakkal Majalla" panose="02000000000000000000" pitchFamily="2" charset="-78"/>
            </a:rPr>
            <a:t>ب3 تقييم الأداء</a:t>
          </a:r>
        </a:p>
      </dgm:t>
    </dgm:pt>
    <dgm:pt modelId="{6F44E85A-6148-E34D-94C5-3C6043B78696}" type="parTrans" cxnId="{0AEC6CEE-F12F-BD45-BF07-E536AC815280}">
      <dgm:prSet/>
      <dgm:spPr/>
      <dgm:t>
        <a:bodyPr rtlCol="1"/>
        <a:lstStyle/>
        <a:p>
          <a:pPr rtl="1"/>
          <a:endParaRPr lang="en-GB"/>
        </a:p>
      </dgm:t>
    </dgm:pt>
    <dgm:pt modelId="{EBDEA5DA-D0EF-9848-93AA-57BF5EBA75F4}" type="sibTrans" cxnId="{0AEC6CEE-F12F-BD45-BF07-E536AC815280}">
      <dgm:prSet/>
      <dgm:spPr/>
      <dgm:t>
        <a:bodyPr rtlCol="1"/>
        <a:lstStyle/>
        <a:p>
          <a:pPr rtl="1"/>
          <a:endParaRPr lang="en-GB"/>
        </a:p>
      </dgm:t>
    </dgm:pt>
    <dgm:pt modelId="{863AB74E-3625-45B1-8EEF-82074F2886A5}" type="pres">
      <dgm:prSet presAssocID="{273F4FFB-BF9F-4EE8-B58E-FFED8E01943B}" presName="root" presStyleCnt="0">
        <dgm:presLayoutVars>
          <dgm:dir/>
          <dgm:resizeHandles val="exact"/>
        </dgm:presLayoutVars>
      </dgm:prSet>
      <dgm:spPr/>
    </dgm:pt>
    <dgm:pt modelId="{DBA91AB4-0F8C-4E02-A259-591E230C10CE}" type="pres">
      <dgm:prSet presAssocID="{52968F88-400B-174F-BDB6-BBF0DB8511A5}" presName="compNode" presStyleCnt="0"/>
      <dgm:spPr/>
    </dgm:pt>
    <dgm:pt modelId="{D9198611-7235-4BB4-BB31-D216AABCC317}" type="pres">
      <dgm:prSet presAssocID="{52968F88-400B-174F-BDB6-BBF0DB8511A5}" presName="bgRect" presStyleLbl="bgShp" presStyleIdx="0" presStyleCnt="4"/>
      <dgm:spPr/>
    </dgm:pt>
    <dgm:pt modelId="{E2776590-B244-4374-8BBB-C0658B713B0F}" type="pres">
      <dgm:prSet presAssocID="{52968F88-400B-174F-BDB6-BBF0DB8511A5}" presName="iconRect" presStyleLbl="node1" presStyleIdx="0" presStyleCnt="4" custLinFactX="312980" custLinFactNeighborX="400000"/>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4F50E5B-51DC-46C4-B36B-184882E0313F}" type="pres">
      <dgm:prSet presAssocID="{52968F88-400B-174F-BDB6-BBF0DB8511A5}" presName="spaceRect" presStyleCnt="0"/>
      <dgm:spPr/>
    </dgm:pt>
    <dgm:pt modelId="{33EEE30D-ABB2-471B-872D-A85FEFC192CD}" type="pres">
      <dgm:prSet presAssocID="{52968F88-400B-174F-BDB6-BBF0DB8511A5}" presName="parTx" presStyleLbl="revTx" presStyleIdx="0" presStyleCnt="4" custLinFactNeighborX="-27818">
        <dgm:presLayoutVars>
          <dgm:chMax val="0"/>
          <dgm:chPref val="0"/>
        </dgm:presLayoutVars>
      </dgm:prSet>
      <dgm:spPr/>
    </dgm:pt>
    <dgm:pt modelId="{68E1EC49-CCBB-4CA9-9876-8B6D2D3C9943}" type="pres">
      <dgm:prSet presAssocID="{57F561BD-EB30-5F4A-AF80-6D264356F11C}" presName="sibTrans" presStyleCnt="0"/>
      <dgm:spPr/>
    </dgm:pt>
    <dgm:pt modelId="{49459B3E-5676-4676-8856-8E627AB3FB07}" type="pres">
      <dgm:prSet presAssocID="{5FE25653-A7BA-47FB-8073-2B4FA7940492}" presName="compNode" presStyleCnt="0"/>
      <dgm:spPr/>
    </dgm:pt>
    <dgm:pt modelId="{CFBCFFB1-6659-4D2F-B414-B2122CCC09F7}" type="pres">
      <dgm:prSet presAssocID="{5FE25653-A7BA-47FB-8073-2B4FA7940492}" presName="bgRect" presStyleLbl="bgShp" presStyleIdx="1" presStyleCnt="4"/>
      <dgm:spPr>
        <a:solidFill>
          <a:schemeClr val="accent5"/>
        </a:solidFill>
      </dgm:spPr>
    </dgm:pt>
    <dgm:pt modelId="{E4205DB3-070F-4243-94BB-88B6A8D354CE}" type="pres">
      <dgm:prSet presAssocID="{5FE25653-A7BA-47FB-8073-2B4FA7940492}" presName="iconRect" presStyleLbl="node1" presStyleIdx="1" presStyleCnt="4" custLinFactX="312980" custLinFactNeighborX="400000"/>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8B2FF412-4138-4381-900E-74C0FA3A2EB7}" type="pres">
      <dgm:prSet presAssocID="{5FE25653-A7BA-47FB-8073-2B4FA7940492}" presName="spaceRect" presStyleCnt="0"/>
      <dgm:spPr/>
    </dgm:pt>
    <dgm:pt modelId="{7262A4DF-EEB9-409B-BC1D-1F45D0A27FDC}" type="pres">
      <dgm:prSet presAssocID="{5FE25653-A7BA-47FB-8073-2B4FA7940492}" presName="parTx" presStyleLbl="revTx" presStyleIdx="1" presStyleCnt="4" custLinFactNeighborX="-27818">
        <dgm:presLayoutVars>
          <dgm:chMax val="0"/>
          <dgm:chPref val="0"/>
        </dgm:presLayoutVars>
      </dgm:prSet>
      <dgm:spPr/>
    </dgm:pt>
    <dgm:pt modelId="{46069B57-539B-486A-8A71-7E2ED541BEDA}" type="pres">
      <dgm:prSet presAssocID="{FD9ABB40-9682-4D97-B80C-F7F64D08F683}" presName="sibTrans" presStyleCnt="0"/>
      <dgm:spPr/>
    </dgm:pt>
    <dgm:pt modelId="{23EDF490-3A71-456F-8C5A-5A1A29AFF28C}" type="pres">
      <dgm:prSet presAssocID="{CCCABDE4-D42F-4A79-80D9-607472E8A4AF}" presName="compNode" presStyleCnt="0"/>
      <dgm:spPr/>
    </dgm:pt>
    <dgm:pt modelId="{2797CF68-E5BF-41A3-ABCF-8E79F0896476}" type="pres">
      <dgm:prSet presAssocID="{CCCABDE4-D42F-4A79-80D9-607472E8A4AF}" presName="bgRect" presStyleLbl="bgShp" presStyleIdx="2" presStyleCnt="4"/>
      <dgm:spPr/>
    </dgm:pt>
    <dgm:pt modelId="{53052375-894A-423B-8CC9-89FA86F3D286}" type="pres">
      <dgm:prSet presAssocID="{CCCABDE4-D42F-4A79-80D9-607472E8A4AF}" presName="iconRect" presStyleLbl="node1" presStyleIdx="2" presStyleCnt="4" custLinFactX="312980" custLinFactNeighborX="400000"/>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acher"/>
        </a:ext>
      </dgm:extLst>
    </dgm:pt>
    <dgm:pt modelId="{097FB52C-EEAE-4FA8-86A6-1EEB37BFEDC3}" type="pres">
      <dgm:prSet presAssocID="{CCCABDE4-D42F-4A79-80D9-607472E8A4AF}" presName="spaceRect" presStyleCnt="0"/>
      <dgm:spPr/>
    </dgm:pt>
    <dgm:pt modelId="{854AA2ED-FFEE-4717-8F97-F43CEB41CECA}" type="pres">
      <dgm:prSet presAssocID="{CCCABDE4-D42F-4A79-80D9-607472E8A4AF}" presName="parTx" presStyleLbl="revTx" presStyleIdx="2" presStyleCnt="4" custLinFactNeighborX="-27818">
        <dgm:presLayoutVars>
          <dgm:chMax val="0"/>
          <dgm:chPref val="0"/>
        </dgm:presLayoutVars>
      </dgm:prSet>
      <dgm:spPr/>
    </dgm:pt>
    <dgm:pt modelId="{3C9F59D1-49E0-4845-BC0B-661E27910603}" type="pres">
      <dgm:prSet presAssocID="{F2E7893A-50A6-440B-AD9A-267ED4D45C29}" presName="sibTrans" presStyleCnt="0"/>
      <dgm:spPr/>
    </dgm:pt>
    <dgm:pt modelId="{BBDBB062-55F7-A545-9D42-3969CAC16A89}" type="pres">
      <dgm:prSet presAssocID="{698417B7-1265-AA4E-B8EE-F6D48B1E625A}" presName="compNode" presStyleCnt="0"/>
      <dgm:spPr/>
    </dgm:pt>
    <dgm:pt modelId="{96121E20-46B8-CD44-B499-F284ECF1976E}" type="pres">
      <dgm:prSet presAssocID="{698417B7-1265-AA4E-B8EE-F6D48B1E625A}" presName="bgRect" presStyleLbl="bgShp" presStyleIdx="3" presStyleCnt="4"/>
      <dgm:spPr/>
    </dgm:pt>
    <dgm:pt modelId="{F354826F-BE82-824F-AC70-51E074E47509}" type="pres">
      <dgm:prSet presAssocID="{698417B7-1265-AA4E-B8EE-F6D48B1E625A}" presName="iconRect" presStyleLbl="node1" presStyleIdx="3" presStyleCnt="4" custLinFactX="312980" custLinFactNeighborX="400000"/>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Thumbs up sign with solid fill"/>
        </a:ext>
      </dgm:extLst>
    </dgm:pt>
    <dgm:pt modelId="{62F55941-5C7B-B94C-8E01-60743FEAF294}" type="pres">
      <dgm:prSet presAssocID="{698417B7-1265-AA4E-B8EE-F6D48B1E625A}" presName="spaceRect" presStyleCnt="0"/>
      <dgm:spPr/>
    </dgm:pt>
    <dgm:pt modelId="{D8D9BCF4-E79C-BF4E-82A1-D2A421C74DD6}" type="pres">
      <dgm:prSet presAssocID="{698417B7-1265-AA4E-B8EE-F6D48B1E625A}" presName="parTx" presStyleLbl="revTx" presStyleIdx="3" presStyleCnt="4" custLinFactNeighborX="-27818">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BCCD8A38-88D4-DF47-9E26-DC3BF613AF4E}" type="presOf" srcId="{52968F88-400B-174F-BDB6-BBF0DB8511A5}" destId="{33EEE30D-ABB2-471B-872D-A85FEFC192CD}" srcOrd="0" destOrd="0" presId="urn:microsoft.com/office/officeart/2018/2/layout/IconVerticalSolidList"/>
    <dgm:cxn modelId="{91BC1A53-D125-8B49-98FE-F1D2120E33F7}" srcId="{273F4FFB-BF9F-4EE8-B58E-FFED8E01943B}" destId="{52968F88-400B-174F-BDB6-BBF0DB8511A5}" srcOrd="0" destOrd="0" parTransId="{7ADB110D-0D55-5546-922D-F3A6F954F482}" sibTransId="{57F561BD-EB30-5F4A-AF80-6D264356F11C}"/>
    <dgm:cxn modelId="{1154BE59-1B58-418C-9504-EC0D688BA33C}" srcId="{273F4FFB-BF9F-4EE8-B58E-FFED8E01943B}" destId="{CCCABDE4-D42F-4A79-80D9-607472E8A4AF}" srcOrd="2" destOrd="0" parTransId="{EAAD90EE-0E21-4401-A75A-1643B5084443}" sibTransId="{F2E7893A-50A6-440B-AD9A-267ED4D45C29}"/>
    <dgm:cxn modelId="{39A06588-161C-2E4E-BA4F-48E34227CEC5}" type="presOf" srcId="{CCCABDE4-D42F-4A79-80D9-607472E8A4AF}" destId="{854AA2ED-FFEE-4717-8F97-F43CEB41CECA}" srcOrd="0" destOrd="0" presId="urn:microsoft.com/office/officeart/2018/2/layout/IconVerticalSolidList"/>
    <dgm:cxn modelId="{6ADADCB9-6218-C54C-8EE6-DFB45CC10C47}" type="presOf" srcId="{273F4FFB-BF9F-4EE8-B58E-FFED8E01943B}" destId="{863AB74E-3625-45B1-8EEF-82074F2886A5}" srcOrd="0" destOrd="0" presId="urn:microsoft.com/office/officeart/2018/2/layout/IconVerticalSolidList"/>
    <dgm:cxn modelId="{292ACBCE-A173-E54A-A460-BBFAF61B1664}" type="presOf" srcId="{698417B7-1265-AA4E-B8EE-F6D48B1E625A}" destId="{D8D9BCF4-E79C-BF4E-82A1-D2A421C74DD6}" srcOrd="0" destOrd="0" presId="urn:microsoft.com/office/officeart/2018/2/layout/IconVerticalSolidList"/>
    <dgm:cxn modelId="{0AEC6CEE-F12F-BD45-BF07-E536AC815280}" srcId="{273F4FFB-BF9F-4EE8-B58E-FFED8E01943B}" destId="{698417B7-1265-AA4E-B8EE-F6D48B1E625A}" srcOrd="3" destOrd="0" parTransId="{6F44E85A-6148-E34D-94C5-3C6043B78696}" sibTransId="{EBDEA5DA-D0EF-9848-93AA-57BF5EBA75F4}"/>
    <dgm:cxn modelId="{D02F91F2-4EB5-D841-8294-20EC321709E7}" type="presOf" srcId="{5FE25653-A7BA-47FB-8073-2B4FA7940492}" destId="{7262A4DF-EEB9-409B-BC1D-1F45D0A27FDC}" srcOrd="0" destOrd="0" presId="urn:microsoft.com/office/officeart/2018/2/layout/IconVerticalSolidList"/>
    <dgm:cxn modelId="{CDFF1C99-170E-6048-B43E-E419E890FA59}" type="presParOf" srcId="{863AB74E-3625-45B1-8EEF-82074F2886A5}" destId="{DBA91AB4-0F8C-4E02-A259-591E230C10CE}" srcOrd="0" destOrd="0" presId="urn:microsoft.com/office/officeart/2018/2/layout/IconVerticalSolidList"/>
    <dgm:cxn modelId="{76D4E39F-B1A6-DA49-A0FE-1E247E89A80D}" type="presParOf" srcId="{DBA91AB4-0F8C-4E02-A259-591E230C10CE}" destId="{D9198611-7235-4BB4-BB31-D216AABCC317}" srcOrd="0" destOrd="0" presId="urn:microsoft.com/office/officeart/2018/2/layout/IconVerticalSolidList"/>
    <dgm:cxn modelId="{A97109A0-EDCF-8D48-B356-91204481D6B1}" type="presParOf" srcId="{DBA91AB4-0F8C-4E02-A259-591E230C10CE}" destId="{E2776590-B244-4374-8BBB-C0658B713B0F}" srcOrd="1" destOrd="0" presId="urn:microsoft.com/office/officeart/2018/2/layout/IconVerticalSolidList"/>
    <dgm:cxn modelId="{B0CDB994-EBD6-1646-9E0B-EC642784ABFF}" type="presParOf" srcId="{DBA91AB4-0F8C-4E02-A259-591E230C10CE}" destId="{D4F50E5B-51DC-46C4-B36B-184882E0313F}" srcOrd="2" destOrd="0" presId="urn:microsoft.com/office/officeart/2018/2/layout/IconVerticalSolidList"/>
    <dgm:cxn modelId="{2B9C9D85-1143-E54D-A0F8-4CBC3CDAEE00}" type="presParOf" srcId="{DBA91AB4-0F8C-4E02-A259-591E230C10CE}" destId="{33EEE30D-ABB2-471B-872D-A85FEFC192CD}" srcOrd="3" destOrd="0" presId="urn:microsoft.com/office/officeart/2018/2/layout/IconVerticalSolidList"/>
    <dgm:cxn modelId="{6F8D95CA-EB15-CA4F-B65A-32B42D1EE37A}" type="presParOf" srcId="{863AB74E-3625-45B1-8EEF-82074F2886A5}" destId="{68E1EC49-CCBB-4CA9-9876-8B6D2D3C9943}" srcOrd="1" destOrd="0" presId="urn:microsoft.com/office/officeart/2018/2/layout/IconVerticalSolidList"/>
    <dgm:cxn modelId="{9CE936D1-E24F-D643-8ADB-6F6139BD888E}" type="presParOf" srcId="{863AB74E-3625-45B1-8EEF-82074F2886A5}" destId="{49459B3E-5676-4676-8856-8E627AB3FB07}" srcOrd="2" destOrd="0" presId="urn:microsoft.com/office/officeart/2018/2/layout/IconVerticalSolidList"/>
    <dgm:cxn modelId="{08A3C282-5B89-9F44-8F82-46A3AB76C8BB}" type="presParOf" srcId="{49459B3E-5676-4676-8856-8E627AB3FB07}" destId="{CFBCFFB1-6659-4D2F-B414-B2122CCC09F7}" srcOrd="0" destOrd="0" presId="urn:microsoft.com/office/officeart/2018/2/layout/IconVerticalSolidList"/>
    <dgm:cxn modelId="{9F85E871-36AF-6C48-85A4-1F22948B4ADC}" type="presParOf" srcId="{49459B3E-5676-4676-8856-8E627AB3FB07}" destId="{E4205DB3-070F-4243-94BB-88B6A8D354CE}" srcOrd="1" destOrd="0" presId="urn:microsoft.com/office/officeart/2018/2/layout/IconVerticalSolidList"/>
    <dgm:cxn modelId="{5D200912-D726-F94A-851F-EB26BDC10213}" type="presParOf" srcId="{49459B3E-5676-4676-8856-8E627AB3FB07}" destId="{8B2FF412-4138-4381-900E-74C0FA3A2EB7}" srcOrd="2" destOrd="0" presId="urn:microsoft.com/office/officeart/2018/2/layout/IconVerticalSolidList"/>
    <dgm:cxn modelId="{35B00E79-93CE-444B-B463-B53E3C44D509}" type="presParOf" srcId="{49459B3E-5676-4676-8856-8E627AB3FB07}" destId="{7262A4DF-EEB9-409B-BC1D-1F45D0A27FDC}" srcOrd="3" destOrd="0" presId="urn:microsoft.com/office/officeart/2018/2/layout/IconVerticalSolidList"/>
    <dgm:cxn modelId="{C347EBDB-FAF8-8C40-A499-42DDD2C1BFEE}" type="presParOf" srcId="{863AB74E-3625-45B1-8EEF-82074F2886A5}" destId="{46069B57-539B-486A-8A71-7E2ED541BEDA}" srcOrd="3" destOrd="0" presId="urn:microsoft.com/office/officeart/2018/2/layout/IconVerticalSolidList"/>
    <dgm:cxn modelId="{A328B44A-C928-8445-96C1-38C0B8C4C6A9}" type="presParOf" srcId="{863AB74E-3625-45B1-8EEF-82074F2886A5}" destId="{23EDF490-3A71-456F-8C5A-5A1A29AFF28C}" srcOrd="4" destOrd="0" presId="urn:microsoft.com/office/officeart/2018/2/layout/IconVerticalSolidList"/>
    <dgm:cxn modelId="{B3AF0508-B93E-CE48-A443-E4C3AE614934}" type="presParOf" srcId="{23EDF490-3A71-456F-8C5A-5A1A29AFF28C}" destId="{2797CF68-E5BF-41A3-ABCF-8E79F0896476}" srcOrd="0" destOrd="0" presId="urn:microsoft.com/office/officeart/2018/2/layout/IconVerticalSolidList"/>
    <dgm:cxn modelId="{C5B1FED2-68D3-5946-8100-9382EAE3EA20}" type="presParOf" srcId="{23EDF490-3A71-456F-8C5A-5A1A29AFF28C}" destId="{53052375-894A-423B-8CC9-89FA86F3D286}" srcOrd="1" destOrd="0" presId="urn:microsoft.com/office/officeart/2018/2/layout/IconVerticalSolidList"/>
    <dgm:cxn modelId="{FE176165-E2F8-2F4A-86D7-091F787C496A}" type="presParOf" srcId="{23EDF490-3A71-456F-8C5A-5A1A29AFF28C}" destId="{097FB52C-EEAE-4FA8-86A6-1EEB37BFEDC3}" srcOrd="2" destOrd="0" presId="urn:microsoft.com/office/officeart/2018/2/layout/IconVerticalSolidList"/>
    <dgm:cxn modelId="{7CB52128-92A3-C748-B47D-229265C94B61}" type="presParOf" srcId="{23EDF490-3A71-456F-8C5A-5A1A29AFF28C}" destId="{854AA2ED-FFEE-4717-8F97-F43CEB41CECA}" srcOrd="3" destOrd="0" presId="urn:microsoft.com/office/officeart/2018/2/layout/IconVerticalSolidList"/>
    <dgm:cxn modelId="{51431B45-ACBF-A444-89D7-422D88818B98}" type="presParOf" srcId="{863AB74E-3625-45B1-8EEF-82074F2886A5}" destId="{3C9F59D1-49E0-4845-BC0B-661E27910603}" srcOrd="5" destOrd="0" presId="urn:microsoft.com/office/officeart/2018/2/layout/IconVerticalSolidList"/>
    <dgm:cxn modelId="{D51FD499-5604-9946-8508-C6232F29BC7B}" type="presParOf" srcId="{863AB74E-3625-45B1-8EEF-82074F2886A5}" destId="{BBDBB062-55F7-A545-9D42-3969CAC16A89}" srcOrd="6" destOrd="0" presId="urn:microsoft.com/office/officeart/2018/2/layout/IconVerticalSolidList"/>
    <dgm:cxn modelId="{580DFFF3-3859-EB42-85EF-1A6078048737}" type="presParOf" srcId="{BBDBB062-55F7-A545-9D42-3969CAC16A89}" destId="{96121E20-46B8-CD44-B499-F284ECF1976E}" srcOrd="0" destOrd="0" presId="urn:microsoft.com/office/officeart/2018/2/layout/IconVerticalSolidList"/>
    <dgm:cxn modelId="{F05141E9-1498-9B49-9B93-48258C47BDCB}" type="presParOf" srcId="{BBDBB062-55F7-A545-9D42-3969CAC16A89}" destId="{F354826F-BE82-824F-AC70-51E074E47509}" srcOrd="1" destOrd="0" presId="urn:microsoft.com/office/officeart/2018/2/layout/IconVerticalSolidList"/>
    <dgm:cxn modelId="{19ECBA71-1F50-5D47-BE7B-88B1B2DFDA62}" type="presParOf" srcId="{BBDBB062-55F7-A545-9D42-3969CAC16A89}" destId="{62F55941-5C7B-B94C-8E01-60743FEAF294}" srcOrd="2" destOrd="0" presId="urn:microsoft.com/office/officeart/2018/2/layout/IconVerticalSolidList"/>
    <dgm:cxn modelId="{28E9836C-CE12-FF48-B168-A753AC8DC9E8}" type="presParOf" srcId="{BBDBB062-55F7-A545-9D42-3969CAC16A89}" destId="{D8D9BCF4-E79C-BF4E-82A1-D2A421C74DD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D1704D2-E21B-BD49-914F-DF98296F82AB}" type="doc">
      <dgm:prSet loTypeId="urn:microsoft.com/office/officeart/2005/8/layout/pyramid2" loCatId="pyramid" qsTypeId="urn:microsoft.com/office/officeart/2005/8/quickstyle/simple1" qsCatId="simple" csTypeId="urn:microsoft.com/office/officeart/2005/8/colors/accent1_2" csCatId="accent1" phldr="1"/>
      <dgm:spPr/>
    </dgm:pt>
    <dgm:pt modelId="{DEF8F653-13FF-6F48-892A-4B927F241368}">
      <dgm:prSet phldrT="[Text]" custT="1"/>
      <dgm:spPr>
        <a:solidFill>
          <a:schemeClr val="accent5">
            <a:alpha val="90000"/>
          </a:schemeClr>
        </a:solidFill>
      </dgm:spPr>
      <dgm:t>
        <a:bodyPr rtlCol="1"/>
        <a:lstStyle/>
        <a:p>
          <a:pPr rtl="1"/>
          <a:r>
            <a:rPr lang="ar" sz="1300" dirty="0">
              <a:latin typeface="Sakkal Majalla" panose="02000000000000000000" pitchFamily="2" charset="-78"/>
              <a:cs typeface="Sakkal Majalla" panose="02000000000000000000" pitchFamily="2" charset="-78"/>
            </a:rPr>
            <a:t>تحقيق الذات (تحقيق الذات، الغرض، التحفيز الذهني)</a:t>
          </a:r>
        </a:p>
      </dgm:t>
    </dgm:pt>
    <dgm:pt modelId="{49901766-180C-5149-BE95-7B48C8E98E1E}" type="parTrans" cxnId="{05A624BE-2DFB-B54F-981A-01D7772CE76A}">
      <dgm:prSet/>
      <dgm:spPr/>
      <dgm:t>
        <a:bodyPr rtlCol="1"/>
        <a:lstStyle/>
        <a:p>
          <a:pPr rtl="1"/>
          <a:endParaRPr lang="en-GB"/>
        </a:p>
      </dgm:t>
    </dgm:pt>
    <dgm:pt modelId="{462589F5-41B1-D640-A244-36054952E00B}" type="sibTrans" cxnId="{05A624BE-2DFB-B54F-981A-01D7772CE76A}">
      <dgm:prSet/>
      <dgm:spPr/>
      <dgm:t>
        <a:bodyPr rtlCol="1"/>
        <a:lstStyle/>
        <a:p>
          <a:pPr rtl="1"/>
          <a:endParaRPr lang="en-GB"/>
        </a:p>
      </dgm:t>
    </dgm:pt>
    <dgm:pt modelId="{0ECB5887-BA8A-784B-9CB2-D188D62347B2}">
      <dgm:prSet phldrT="[Text]" custT="1"/>
      <dgm:spPr>
        <a:solidFill>
          <a:schemeClr val="accent5">
            <a:alpha val="90000"/>
          </a:schemeClr>
        </a:solidFill>
      </dgm:spPr>
      <dgm:t>
        <a:bodyPr rtlCol="1"/>
        <a:lstStyle/>
        <a:p>
          <a:pPr rtl="1"/>
          <a:r>
            <a:rPr lang="ar" sz="1300" spc="-20" baseline="0" dirty="0">
              <a:latin typeface="Sakkal Majalla" panose="02000000000000000000" pitchFamily="2" charset="-78"/>
              <a:cs typeface="Sakkal Majalla" panose="02000000000000000000" pitchFamily="2" charset="-78"/>
            </a:rPr>
            <a:t>الاحتياجات الاجتماعية (الحب، المودة، الصداقة، الانتماء، الشعور بالتقدير)</a:t>
          </a:r>
        </a:p>
      </dgm:t>
    </dgm:pt>
    <dgm:pt modelId="{F966A40E-943D-AC41-A04A-E298DDC75B43}" type="parTrans" cxnId="{53DE3995-F533-D14B-B0A8-7E133DB8B81C}">
      <dgm:prSet/>
      <dgm:spPr/>
      <dgm:t>
        <a:bodyPr rtlCol="1"/>
        <a:lstStyle/>
        <a:p>
          <a:pPr rtl="1"/>
          <a:endParaRPr lang="en-GB"/>
        </a:p>
      </dgm:t>
    </dgm:pt>
    <dgm:pt modelId="{ACB61CCA-3997-2C48-B1D8-6618F2427EA7}" type="sibTrans" cxnId="{53DE3995-F533-D14B-B0A8-7E133DB8B81C}">
      <dgm:prSet/>
      <dgm:spPr/>
      <dgm:t>
        <a:bodyPr rtlCol="1"/>
        <a:lstStyle/>
        <a:p>
          <a:pPr rtl="1"/>
          <a:endParaRPr lang="en-GB"/>
        </a:p>
      </dgm:t>
    </dgm:pt>
    <dgm:pt modelId="{26485AF3-F76F-8C40-9739-5BC9FC8AF50F}">
      <dgm:prSet phldrT="[Text]" custT="1"/>
      <dgm:spPr>
        <a:solidFill>
          <a:schemeClr val="accent6">
            <a:lumMod val="20000"/>
            <a:lumOff val="80000"/>
            <a:alpha val="90000"/>
          </a:schemeClr>
        </a:solidFill>
      </dgm:spPr>
      <dgm:t>
        <a:bodyPr rtlCol="1"/>
        <a:lstStyle/>
        <a:p>
          <a:pPr rtl="1"/>
          <a:r>
            <a:rPr lang="ar" sz="1300" dirty="0">
              <a:latin typeface="Sakkal Majalla" panose="02000000000000000000" pitchFamily="2" charset="-78"/>
              <a:cs typeface="Sakkal Majalla" panose="02000000000000000000" pitchFamily="2" charset="-78"/>
            </a:rPr>
            <a:t>احترام الذات (الإنجاز والاحترام وتقدير الذات)</a:t>
          </a:r>
        </a:p>
      </dgm:t>
    </dgm:pt>
    <dgm:pt modelId="{C32D616A-58BE-0E40-B57B-A60FCA82B617}" type="sibTrans" cxnId="{F3E8BF31-CEF3-044A-9488-BCDB04B6E50F}">
      <dgm:prSet/>
      <dgm:spPr/>
      <dgm:t>
        <a:bodyPr rtlCol="1"/>
        <a:lstStyle/>
        <a:p>
          <a:pPr rtl="1"/>
          <a:endParaRPr lang="en-GB"/>
        </a:p>
      </dgm:t>
    </dgm:pt>
    <dgm:pt modelId="{8877382B-761D-B546-B7B1-F3CF9AAED945}" type="parTrans" cxnId="{F3E8BF31-CEF3-044A-9488-BCDB04B6E50F}">
      <dgm:prSet/>
      <dgm:spPr/>
      <dgm:t>
        <a:bodyPr rtlCol="1"/>
        <a:lstStyle/>
        <a:p>
          <a:pPr rtl="1"/>
          <a:endParaRPr lang="en-GB"/>
        </a:p>
      </dgm:t>
    </dgm:pt>
    <dgm:pt modelId="{E24AADB7-7E93-B749-A0F4-E5FE65094612}">
      <dgm:prSet phldrT="[Text]" custT="1"/>
      <dgm:spPr>
        <a:solidFill>
          <a:schemeClr val="accent6">
            <a:lumMod val="20000"/>
            <a:lumOff val="80000"/>
            <a:alpha val="90000"/>
          </a:schemeClr>
        </a:solidFill>
      </dgm:spPr>
      <dgm:t>
        <a:bodyPr rtlCol="1"/>
        <a:lstStyle/>
        <a:p>
          <a:pPr rtl="1"/>
          <a:r>
            <a:rPr lang="ar" sz="1300" dirty="0">
              <a:latin typeface="Sakkal Majalla" panose="02000000000000000000" pitchFamily="2" charset="-78"/>
              <a:cs typeface="Sakkal Majalla" panose="02000000000000000000" pitchFamily="2" charset="-78"/>
            </a:rPr>
            <a:t>احتياجات السلامة والأمن (الشعور بالأمان والحماية العاطفية والاجتماعية)</a:t>
          </a:r>
        </a:p>
      </dgm:t>
    </dgm:pt>
    <dgm:pt modelId="{6F4CABB4-00B5-F24C-9F00-C4D252EB0CA3}" type="parTrans" cxnId="{94B1145B-D790-2041-998B-90CB4F1FF30E}">
      <dgm:prSet/>
      <dgm:spPr/>
      <dgm:t>
        <a:bodyPr rtlCol="1"/>
        <a:lstStyle/>
        <a:p>
          <a:pPr rtl="1"/>
          <a:endParaRPr lang="en-GB"/>
        </a:p>
      </dgm:t>
    </dgm:pt>
    <dgm:pt modelId="{FCF66E36-9CF6-D742-9BBB-A1CAE9E256B5}" type="sibTrans" cxnId="{94B1145B-D790-2041-998B-90CB4F1FF30E}">
      <dgm:prSet/>
      <dgm:spPr/>
      <dgm:t>
        <a:bodyPr rtlCol="1"/>
        <a:lstStyle/>
        <a:p>
          <a:pPr rtl="1"/>
          <a:endParaRPr lang="en-GB"/>
        </a:p>
      </dgm:t>
    </dgm:pt>
    <dgm:pt modelId="{2C28E9E7-6C91-2F4F-BAE2-EAB9636E8890}">
      <dgm:prSet phldrT="[Text]" custT="1"/>
      <dgm:spPr>
        <a:solidFill>
          <a:schemeClr val="accent5">
            <a:alpha val="90000"/>
          </a:schemeClr>
        </a:solidFill>
      </dgm:spPr>
      <dgm:t>
        <a:bodyPr rtlCol="1"/>
        <a:lstStyle/>
        <a:p>
          <a:pPr rtl="1"/>
          <a:r>
            <a:rPr lang="ar" sz="1300" dirty="0">
              <a:latin typeface="Sakkal Majalla" panose="02000000000000000000" pitchFamily="2" charset="-78"/>
              <a:cs typeface="Sakkal Majalla" panose="02000000000000000000" pitchFamily="2" charset="-78"/>
            </a:rPr>
            <a:t>الاحتياجات المادية (الغذاء والماء والمأوى والدفء والملابس)</a:t>
          </a:r>
        </a:p>
      </dgm:t>
    </dgm:pt>
    <dgm:pt modelId="{805E49C1-0A94-8845-9DDC-6646A67BF582}" type="parTrans" cxnId="{0E728D1B-81D2-C146-84E4-9A3A866F99F1}">
      <dgm:prSet/>
      <dgm:spPr/>
      <dgm:t>
        <a:bodyPr rtlCol="1"/>
        <a:lstStyle/>
        <a:p>
          <a:pPr rtl="1"/>
          <a:endParaRPr lang="en-GB"/>
        </a:p>
      </dgm:t>
    </dgm:pt>
    <dgm:pt modelId="{56F4BE6A-0DAA-7441-9DA9-AAB9D96C7C6C}" type="sibTrans" cxnId="{0E728D1B-81D2-C146-84E4-9A3A866F99F1}">
      <dgm:prSet/>
      <dgm:spPr/>
      <dgm:t>
        <a:bodyPr rtlCol="1"/>
        <a:lstStyle/>
        <a:p>
          <a:pPr rtl="1"/>
          <a:endParaRPr lang="en-GB"/>
        </a:p>
      </dgm:t>
    </dgm:pt>
    <dgm:pt modelId="{5E2FD61B-2517-F64A-80F3-601DEB4CA52C}" type="pres">
      <dgm:prSet presAssocID="{ED1704D2-E21B-BD49-914F-DF98296F82AB}" presName="compositeShape" presStyleCnt="0">
        <dgm:presLayoutVars>
          <dgm:dir/>
          <dgm:resizeHandles/>
        </dgm:presLayoutVars>
      </dgm:prSet>
      <dgm:spPr/>
    </dgm:pt>
    <dgm:pt modelId="{A6018302-167B-E04B-9A5F-048CBAC9029B}" type="pres">
      <dgm:prSet presAssocID="{ED1704D2-E21B-BD49-914F-DF98296F82AB}" presName="pyramid" presStyleLbl="node1" presStyleIdx="0" presStyleCnt="1" custLinFactNeighborX="13137"/>
      <dgm:spPr>
        <a:solidFill>
          <a:schemeClr val="bg2">
            <a:lumMod val="20000"/>
            <a:lumOff val="80000"/>
          </a:schemeClr>
        </a:solidFill>
        <a:ln>
          <a:solidFill>
            <a:srgbClr val="7030A0"/>
          </a:solidFill>
        </a:ln>
      </dgm:spPr>
    </dgm:pt>
    <dgm:pt modelId="{02535424-A54D-234E-8309-8DFC60C4B532}" type="pres">
      <dgm:prSet presAssocID="{ED1704D2-E21B-BD49-914F-DF98296F82AB}" presName="theList" presStyleCnt="0"/>
      <dgm:spPr/>
    </dgm:pt>
    <dgm:pt modelId="{96FCB0B1-314B-FA49-9EA6-7FF371BD4B00}" type="pres">
      <dgm:prSet presAssocID="{DEF8F653-13FF-6F48-892A-4B927F241368}" presName="aNode" presStyleLbl="fgAcc1" presStyleIdx="0" presStyleCnt="5" custScaleX="117866" custScaleY="24500" custLinFactNeighborX="-29895" custLinFactNeighborY="66159">
        <dgm:presLayoutVars>
          <dgm:bulletEnabled val="1"/>
        </dgm:presLayoutVars>
      </dgm:prSet>
      <dgm:spPr/>
    </dgm:pt>
    <dgm:pt modelId="{3EC25F03-0FA4-9347-AADB-174AEC660EE6}" type="pres">
      <dgm:prSet presAssocID="{DEF8F653-13FF-6F48-892A-4B927F241368}" presName="aSpace" presStyleCnt="0"/>
      <dgm:spPr/>
    </dgm:pt>
    <dgm:pt modelId="{3DC7F478-A11E-F248-8134-76CB32A84703}" type="pres">
      <dgm:prSet presAssocID="{26485AF3-F76F-8C40-9739-5BC9FC8AF50F}" presName="aNode" presStyleLbl="fgAcc1" presStyleIdx="1" presStyleCnt="5" custScaleX="131475" custScaleY="21257" custLinFactY="2128" custLinFactNeighborX="-26940" custLinFactNeighborY="100000">
        <dgm:presLayoutVars>
          <dgm:bulletEnabled val="1"/>
        </dgm:presLayoutVars>
      </dgm:prSet>
      <dgm:spPr/>
    </dgm:pt>
    <dgm:pt modelId="{ED779E2B-59B4-0043-80CB-4026FACBB12B}" type="pres">
      <dgm:prSet presAssocID="{26485AF3-F76F-8C40-9739-5BC9FC8AF50F}" presName="aSpace" presStyleCnt="0"/>
      <dgm:spPr/>
    </dgm:pt>
    <dgm:pt modelId="{14D5B6F1-B577-D641-BB84-8D1449CFD0E4}" type="pres">
      <dgm:prSet presAssocID="{0ECB5887-BA8A-784B-9CB2-D188D62347B2}" presName="aNode" presStyleLbl="fgAcc1" presStyleIdx="2" presStyleCnt="5" custScaleX="134363" custScaleY="24866" custLinFactY="7006" custLinFactNeighborX="-28784" custLinFactNeighborY="100000">
        <dgm:presLayoutVars>
          <dgm:bulletEnabled val="1"/>
        </dgm:presLayoutVars>
      </dgm:prSet>
      <dgm:spPr/>
    </dgm:pt>
    <dgm:pt modelId="{26C04CEB-BA7C-1742-BB53-FE5D2F5B30D9}" type="pres">
      <dgm:prSet presAssocID="{0ECB5887-BA8A-784B-9CB2-D188D62347B2}" presName="aSpace" presStyleCnt="0"/>
      <dgm:spPr/>
    </dgm:pt>
    <dgm:pt modelId="{47C71B41-E51F-9D4F-959C-2EEB9440C009}" type="pres">
      <dgm:prSet presAssocID="{E24AADB7-7E93-B749-A0F4-E5FE65094612}" presName="aNode" presStyleLbl="fgAcc1" presStyleIdx="3" presStyleCnt="5" custScaleX="145244" custScaleY="21845" custLinFactY="8647" custLinFactNeighborX="-31735" custLinFactNeighborY="100000">
        <dgm:presLayoutVars>
          <dgm:bulletEnabled val="1"/>
        </dgm:presLayoutVars>
      </dgm:prSet>
      <dgm:spPr/>
    </dgm:pt>
    <dgm:pt modelId="{384565E4-3EBF-C449-B27E-843E6948E7B4}" type="pres">
      <dgm:prSet presAssocID="{E24AADB7-7E93-B749-A0F4-E5FE65094612}" presName="aSpace" presStyleCnt="0"/>
      <dgm:spPr/>
    </dgm:pt>
    <dgm:pt modelId="{6062E3BE-0479-7847-9E2A-436D23F7D697}" type="pres">
      <dgm:prSet presAssocID="{2C28E9E7-6C91-2F4F-BAE2-EAB9636E8890}" presName="aNode" presStyleLbl="fgAcc1" presStyleIdx="4" presStyleCnt="5" custScaleX="164863" custScaleY="21954" custLinFactY="13202" custLinFactNeighborX="-32218" custLinFactNeighborY="100000">
        <dgm:presLayoutVars>
          <dgm:bulletEnabled val="1"/>
        </dgm:presLayoutVars>
      </dgm:prSet>
      <dgm:spPr/>
    </dgm:pt>
    <dgm:pt modelId="{234105CA-F28C-1B40-A628-129471D30E75}" type="pres">
      <dgm:prSet presAssocID="{2C28E9E7-6C91-2F4F-BAE2-EAB9636E8890}" presName="aSpace" presStyleCnt="0"/>
      <dgm:spPr/>
    </dgm:pt>
  </dgm:ptLst>
  <dgm:cxnLst>
    <dgm:cxn modelId="{0E728D1B-81D2-C146-84E4-9A3A866F99F1}" srcId="{ED1704D2-E21B-BD49-914F-DF98296F82AB}" destId="{2C28E9E7-6C91-2F4F-BAE2-EAB9636E8890}" srcOrd="4" destOrd="0" parTransId="{805E49C1-0A94-8845-9DDC-6646A67BF582}" sibTransId="{56F4BE6A-0DAA-7441-9DA9-AAB9D96C7C6C}"/>
    <dgm:cxn modelId="{6DA74122-4A41-204B-AE0F-20656C3132BF}" type="presOf" srcId="{E24AADB7-7E93-B749-A0F4-E5FE65094612}" destId="{47C71B41-E51F-9D4F-959C-2EEB9440C009}" srcOrd="0" destOrd="0" presId="urn:microsoft.com/office/officeart/2005/8/layout/pyramid2"/>
    <dgm:cxn modelId="{F3E8BF31-CEF3-044A-9488-BCDB04B6E50F}" srcId="{ED1704D2-E21B-BD49-914F-DF98296F82AB}" destId="{26485AF3-F76F-8C40-9739-5BC9FC8AF50F}" srcOrd="1" destOrd="0" parTransId="{8877382B-761D-B546-B7B1-F3CF9AAED945}" sibTransId="{C32D616A-58BE-0E40-B57B-A60FCA82B617}"/>
    <dgm:cxn modelId="{94B1145B-D790-2041-998B-90CB4F1FF30E}" srcId="{ED1704D2-E21B-BD49-914F-DF98296F82AB}" destId="{E24AADB7-7E93-B749-A0F4-E5FE65094612}" srcOrd="3" destOrd="0" parTransId="{6F4CABB4-00B5-F24C-9F00-C4D252EB0CA3}" sibTransId="{FCF66E36-9CF6-D742-9BBB-A1CAE9E256B5}"/>
    <dgm:cxn modelId="{1F5CCE41-5726-6E4F-AFF7-55D1DB0A4414}" type="presOf" srcId="{DEF8F653-13FF-6F48-892A-4B927F241368}" destId="{96FCB0B1-314B-FA49-9EA6-7FF371BD4B00}" srcOrd="0" destOrd="0" presId="urn:microsoft.com/office/officeart/2005/8/layout/pyramid2"/>
    <dgm:cxn modelId="{136B4A49-5FAD-7B4D-93A9-DCE4EE6E6578}" type="presOf" srcId="{26485AF3-F76F-8C40-9739-5BC9FC8AF50F}" destId="{3DC7F478-A11E-F248-8134-76CB32A84703}" srcOrd="0" destOrd="0" presId="urn:microsoft.com/office/officeart/2005/8/layout/pyramid2"/>
    <dgm:cxn modelId="{FC442E54-F588-174D-81C8-CCEB1985ED32}" type="presOf" srcId="{2C28E9E7-6C91-2F4F-BAE2-EAB9636E8890}" destId="{6062E3BE-0479-7847-9E2A-436D23F7D697}" srcOrd="0" destOrd="0" presId="urn:microsoft.com/office/officeart/2005/8/layout/pyramid2"/>
    <dgm:cxn modelId="{BBEB5990-6B7F-B847-8AA1-6D461864EEAE}" type="presOf" srcId="{ED1704D2-E21B-BD49-914F-DF98296F82AB}" destId="{5E2FD61B-2517-F64A-80F3-601DEB4CA52C}" srcOrd="0" destOrd="0" presId="urn:microsoft.com/office/officeart/2005/8/layout/pyramid2"/>
    <dgm:cxn modelId="{53DE3995-F533-D14B-B0A8-7E133DB8B81C}" srcId="{ED1704D2-E21B-BD49-914F-DF98296F82AB}" destId="{0ECB5887-BA8A-784B-9CB2-D188D62347B2}" srcOrd="2" destOrd="0" parTransId="{F966A40E-943D-AC41-A04A-E298DDC75B43}" sibTransId="{ACB61CCA-3997-2C48-B1D8-6618F2427EA7}"/>
    <dgm:cxn modelId="{05A624BE-2DFB-B54F-981A-01D7772CE76A}" srcId="{ED1704D2-E21B-BD49-914F-DF98296F82AB}" destId="{DEF8F653-13FF-6F48-892A-4B927F241368}" srcOrd="0" destOrd="0" parTransId="{49901766-180C-5149-BE95-7B48C8E98E1E}" sibTransId="{462589F5-41B1-D640-A244-36054952E00B}"/>
    <dgm:cxn modelId="{59C94AD2-E5D0-CC43-8736-ACC76BB6877E}" type="presOf" srcId="{0ECB5887-BA8A-784B-9CB2-D188D62347B2}" destId="{14D5B6F1-B577-D641-BB84-8D1449CFD0E4}" srcOrd="0" destOrd="0" presId="urn:microsoft.com/office/officeart/2005/8/layout/pyramid2"/>
    <dgm:cxn modelId="{EF214BDC-653C-CC4F-BFF3-C8B218EE32C1}" type="presParOf" srcId="{5E2FD61B-2517-F64A-80F3-601DEB4CA52C}" destId="{A6018302-167B-E04B-9A5F-048CBAC9029B}" srcOrd="0" destOrd="0" presId="urn:microsoft.com/office/officeart/2005/8/layout/pyramid2"/>
    <dgm:cxn modelId="{C2D54F7A-1716-1649-B575-AFE75BE55EEC}" type="presParOf" srcId="{5E2FD61B-2517-F64A-80F3-601DEB4CA52C}" destId="{02535424-A54D-234E-8309-8DFC60C4B532}" srcOrd="1" destOrd="0" presId="urn:microsoft.com/office/officeart/2005/8/layout/pyramid2"/>
    <dgm:cxn modelId="{ACECDF25-91CC-CC4F-B88B-2A59757650AB}" type="presParOf" srcId="{02535424-A54D-234E-8309-8DFC60C4B532}" destId="{96FCB0B1-314B-FA49-9EA6-7FF371BD4B00}" srcOrd="0" destOrd="0" presId="urn:microsoft.com/office/officeart/2005/8/layout/pyramid2"/>
    <dgm:cxn modelId="{0F8B7E5D-FCCA-D54B-B0AA-301E822046FB}" type="presParOf" srcId="{02535424-A54D-234E-8309-8DFC60C4B532}" destId="{3EC25F03-0FA4-9347-AADB-174AEC660EE6}" srcOrd="1" destOrd="0" presId="urn:microsoft.com/office/officeart/2005/8/layout/pyramid2"/>
    <dgm:cxn modelId="{648ADBAE-B4C3-3F4A-A42B-BB2ADAA72754}" type="presParOf" srcId="{02535424-A54D-234E-8309-8DFC60C4B532}" destId="{3DC7F478-A11E-F248-8134-76CB32A84703}" srcOrd="2" destOrd="0" presId="urn:microsoft.com/office/officeart/2005/8/layout/pyramid2"/>
    <dgm:cxn modelId="{16F39B68-24B1-2E40-8F9A-B16416B632E5}" type="presParOf" srcId="{02535424-A54D-234E-8309-8DFC60C4B532}" destId="{ED779E2B-59B4-0043-80CB-4026FACBB12B}" srcOrd="3" destOrd="0" presId="urn:microsoft.com/office/officeart/2005/8/layout/pyramid2"/>
    <dgm:cxn modelId="{9E350F73-C673-014D-92AA-A5676EB3EDB0}" type="presParOf" srcId="{02535424-A54D-234E-8309-8DFC60C4B532}" destId="{14D5B6F1-B577-D641-BB84-8D1449CFD0E4}" srcOrd="4" destOrd="0" presId="urn:microsoft.com/office/officeart/2005/8/layout/pyramid2"/>
    <dgm:cxn modelId="{940A3FBD-25C4-6549-8CD3-9128D3DF97D3}" type="presParOf" srcId="{02535424-A54D-234E-8309-8DFC60C4B532}" destId="{26C04CEB-BA7C-1742-BB53-FE5D2F5B30D9}" srcOrd="5" destOrd="0" presId="urn:microsoft.com/office/officeart/2005/8/layout/pyramid2"/>
    <dgm:cxn modelId="{E7542656-E908-DD45-999F-FBC35E219BBB}" type="presParOf" srcId="{02535424-A54D-234E-8309-8DFC60C4B532}" destId="{47C71B41-E51F-9D4F-959C-2EEB9440C009}" srcOrd="6" destOrd="0" presId="urn:microsoft.com/office/officeart/2005/8/layout/pyramid2"/>
    <dgm:cxn modelId="{FBF93A48-84A8-E24E-9534-28819E85F85C}" type="presParOf" srcId="{02535424-A54D-234E-8309-8DFC60C4B532}" destId="{384565E4-3EBF-C449-B27E-843E6948E7B4}" srcOrd="7" destOrd="0" presId="urn:microsoft.com/office/officeart/2005/8/layout/pyramid2"/>
    <dgm:cxn modelId="{60FBC494-3778-A844-8322-B43553C2692D}" type="presParOf" srcId="{02535424-A54D-234E-8309-8DFC60C4B532}" destId="{6062E3BE-0479-7847-9E2A-436D23F7D697}" srcOrd="8" destOrd="0" presId="urn:microsoft.com/office/officeart/2005/8/layout/pyramid2"/>
    <dgm:cxn modelId="{9C07ED52-2372-AB4C-BAE1-FB72B2366D8D}" type="presParOf" srcId="{02535424-A54D-234E-8309-8DFC60C4B532}" destId="{234105CA-F28C-1B40-A628-129471D30E75}" srcOrd="9"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92A8E4B-616D-2A49-B451-969CC9B5D687}" type="doc">
      <dgm:prSet loTypeId="urn:microsoft.com/office/officeart/2005/8/layout/lProcess3" loCatId="process" qsTypeId="urn:microsoft.com/office/officeart/2005/8/quickstyle/simple1" qsCatId="simple" csTypeId="urn:microsoft.com/office/officeart/2005/8/colors/accent1_2" csCatId="accent1" phldr="1"/>
      <dgm:spPr/>
      <dgm:t>
        <a:bodyPr rtlCol="1"/>
        <a:lstStyle/>
        <a:p>
          <a:pPr rtl="1"/>
          <a:endParaRPr lang="en-GB"/>
        </a:p>
      </dgm:t>
    </dgm:pt>
    <dgm:pt modelId="{A14A0010-66FF-5446-8769-195671FFABB5}">
      <dgm:prSet custT="1"/>
      <dgm:spPr>
        <a:solidFill>
          <a:schemeClr val="accent6">
            <a:lumMod val="20000"/>
            <a:lumOff val="80000"/>
          </a:schemeClr>
        </a:solidFill>
      </dgm:spPr>
      <dgm:t>
        <a:bodyPr rtlCol="1"/>
        <a:lstStyle/>
        <a:p>
          <a:pPr rtl="1"/>
          <a:r>
            <a:rPr lang="ar" sz="1700" b="1" i="0" u="none" kern="1200" dirty="0">
              <a:solidFill>
                <a:srgbClr val="2D2D8A"/>
              </a:solidFill>
              <a:latin typeface="Sakkal Majalla" panose="02000000000000000000" pitchFamily="2" charset="-78"/>
              <a:ea typeface="+mn-ea"/>
              <a:cs typeface="Sakkal Majalla" panose="02000000000000000000" pitchFamily="2" charset="-78"/>
            </a:rPr>
            <a:t>يُقدَّم التدريب الداخلي </a:t>
          </a:r>
          <a:r>
            <a:rPr lang="ar" sz="1700" b="0" i="0" u="none" kern="1200" dirty="0">
              <a:solidFill>
                <a:srgbClr val="2D2D8A"/>
              </a:solidFill>
              <a:latin typeface="Sakkal Majalla" panose="02000000000000000000" pitchFamily="2" charset="-78"/>
              <a:ea typeface="+mn-ea"/>
              <a:cs typeface="Sakkal Majalla" panose="02000000000000000000" pitchFamily="2" charset="-78"/>
            </a:rPr>
            <a:t>من جانب شخص يعمل في المؤسسة.</a:t>
          </a:r>
        </a:p>
        <a:p>
          <a:pPr rtl="1"/>
          <a:r>
            <a:rPr lang="ar" sz="1700" b="0" i="0" u="none" kern="1200" dirty="0">
              <a:solidFill>
                <a:srgbClr val="2D2D8A"/>
              </a:solidFill>
              <a:latin typeface="Sakkal Majalla" panose="02000000000000000000" pitchFamily="2" charset="-78"/>
              <a:ea typeface="+mn-ea"/>
              <a:cs typeface="Sakkal Majalla" panose="02000000000000000000" pitchFamily="2" charset="-78"/>
            </a:rPr>
            <a:t>يُقدَّم </a:t>
          </a:r>
          <a:r>
            <a:rPr lang="ar" sz="1700" b="1" i="0" u="none" kern="1200" dirty="0">
              <a:solidFill>
                <a:srgbClr val="2D2D8A"/>
              </a:solidFill>
              <a:latin typeface="Sakkal Majalla" panose="02000000000000000000" pitchFamily="2" charset="-78"/>
              <a:ea typeface="+mn-ea"/>
              <a:cs typeface="Sakkal Majalla" panose="02000000000000000000" pitchFamily="2" charset="-78"/>
            </a:rPr>
            <a:t>التدريب الخارجي </a:t>
          </a:r>
          <a:r>
            <a:rPr lang="ar" sz="1700" b="0" i="0" u="none" kern="1200" dirty="0">
              <a:solidFill>
                <a:srgbClr val="2D2D8A"/>
              </a:solidFill>
              <a:latin typeface="Sakkal Majalla" panose="02000000000000000000" pitchFamily="2" charset="-78"/>
              <a:ea typeface="+mn-ea"/>
              <a:cs typeface="Sakkal Majalla" panose="02000000000000000000" pitchFamily="2" charset="-78"/>
            </a:rPr>
            <a:t>شخص من خارج المؤسسة</a:t>
          </a:r>
        </a:p>
      </dgm:t>
    </dgm:pt>
    <dgm:pt modelId="{6DB15011-7E2A-8342-8BEB-2B0742A4615E}" type="parTrans" cxnId="{29653E05-7CEE-4D4A-A5B8-ABD5B17AB25A}">
      <dgm:prSet/>
      <dgm:spPr/>
      <dgm:t>
        <a:bodyPr rtlCol="1"/>
        <a:lstStyle/>
        <a:p>
          <a:pPr rtl="1"/>
          <a:endParaRPr lang="en-GB">
            <a:solidFill>
              <a:schemeClr val="accent4"/>
            </a:solidFill>
          </a:endParaRPr>
        </a:p>
      </dgm:t>
    </dgm:pt>
    <dgm:pt modelId="{D4D70DB0-49DE-5946-B8D1-224B00689598}" type="sibTrans" cxnId="{29653E05-7CEE-4D4A-A5B8-ABD5B17AB25A}">
      <dgm:prSet/>
      <dgm:spPr/>
      <dgm:t>
        <a:bodyPr rtlCol="1"/>
        <a:lstStyle/>
        <a:p>
          <a:pPr rtl="1"/>
          <a:endParaRPr lang="en-GB">
            <a:solidFill>
              <a:schemeClr val="accent4"/>
            </a:solidFill>
          </a:endParaRPr>
        </a:p>
      </dgm:t>
    </dgm:pt>
    <dgm:pt modelId="{0AA0366B-95A7-1147-854E-0DD9514D53B9}">
      <dgm:prSet custT="1"/>
      <dgm:spPr/>
      <dgm:t>
        <a:bodyPr rtlCol="1"/>
        <a:lstStyle/>
        <a:p>
          <a:pPr rtl="1"/>
          <a:r>
            <a:rPr lang="ar" sz="1700" b="1" dirty="0">
              <a:solidFill>
                <a:schemeClr val="accent6"/>
              </a:solidFill>
              <a:latin typeface="Sakkal Majalla" panose="02000000000000000000" pitchFamily="2" charset="-78"/>
              <a:cs typeface="Sakkal Majalla" panose="02000000000000000000" pitchFamily="2" charset="-78"/>
            </a:rPr>
            <a:t>يجري</a:t>
          </a:r>
          <a:r>
            <a:rPr lang="ar" sz="1700" dirty="0">
              <a:solidFill>
                <a:schemeClr val="accent6"/>
              </a:solidFill>
              <a:latin typeface="Sakkal Majalla" panose="02000000000000000000" pitchFamily="2" charset="-78"/>
              <a:cs typeface="Sakkal Majalla" panose="02000000000000000000" pitchFamily="2" charset="-78"/>
            </a:rPr>
            <a:t> </a:t>
          </a:r>
          <a:r>
            <a:rPr lang="ar" sz="1700" b="1" dirty="0">
              <a:solidFill>
                <a:schemeClr val="accent6"/>
              </a:solidFill>
              <a:latin typeface="Sakkal Majalla" panose="02000000000000000000" pitchFamily="2" charset="-78"/>
              <a:cs typeface="Sakkal Majalla" panose="02000000000000000000" pitchFamily="2" charset="-78"/>
            </a:rPr>
            <a:t>التدريب في أثناء العمل</a:t>
          </a:r>
          <a:r>
            <a:rPr lang="ar" sz="1700" dirty="0">
              <a:solidFill>
                <a:schemeClr val="accent6"/>
              </a:solidFill>
              <a:latin typeface="Sakkal Majalla" panose="02000000000000000000" pitchFamily="2" charset="-78"/>
              <a:cs typeface="Sakkal Majalla" panose="02000000000000000000" pitchFamily="2" charset="-78"/>
            </a:rPr>
            <a:t> في بيئة العمل العادية، على سبيل المثال حول كيفية استخدام </a:t>
          </a:r>
          <a:br>
            <a:rPr lang="en-US" sz="1700" dirty="0">
              <a:solidFill>
                <a:schemeClr val="accent6"/>
              </a:solidFill>
              <a:latin typeface="Sakkal Majalla" panose="02000000000000000000" pitchFamily="2" charset="-78"/>
              <a:cs typeface="Sakkal Majalla" panose="02000000000000000000" pitchFamily="2" charset="-78"/>
            </a:rPr>
          </a:br>
          <a:r>
            <a:rPr lang="ar" sz="1700" dirty="0">
              <a:solidFill>
                <a:schemeClr val="accent6"/>
              </a:solidFill>
              <a:latin typeface="Sakkal Majalla" panose="02000000000000000000" pitchFamily="2" charset="-78"/>
              <a:cs typeface="Sakkal Majalla" panose="02000000000000000000" pitchFamily="2" charset="-78"/>
            </a:rPr>
            <a:t>أنظمة تكنولوجيا المعلومات الخاصة بالمؤسسة </a:t>
          </a:r>
        </a:p>
        <a:p>
          <a:pPr rtl="1"/>
          <a:r>
            <a:rPr lang="ar" sz="1700" b="1" dirty="0">
              <a:solidFill>
                <a:schemeClr val="accent6"/>
              </a:solidFill>
              <a:latin typeface="Sakkal Majalla" panose="02000000000000000000" pitchFamily="2" charset="-78"/>
              <a:cs typeface="Sakkal Majalla" panose="02000000000000000000" pitchFamily="2" charset="-78"/>
            </a:rPr>
            <a:t>يجري</a:t>
          </a:r>
          <a:r>
            <a:rPr lang="ar" sz="1700" dirty="0">
              <a:solidFill>
                <a:schemeClr val="accent6"/>
              </a:solidFill>
              <a:latin typeface="Sakkal Majalla" panose="02000000000000000000" pitchFamily="2" charset="-78"/>
              <a:cs typeface="Sakkal Majalla" panose="02000000000000000000" pitchFamily="2" charset="-78"/>
            </a:rPr>
            <a:t> </a:t>
          </a:r>
          <a:r>
            <a:rPr lang="ar" sz="1700" b="1" dirty="0">
              <a:solidFill>
                <a:schemeClr val="accent6"/>
              </a:solidFill>
              <a:latin typeface="Sakkal Majalla" panose="02000000000000000000" pitchFamily="2" charset="-78"/>
              <a:cs typeface="Sakkal Majalla" panose="02000000000000000000" pitchFamily="2" charset="-78"/>
            </a:rPr>
            <a:t>التدريب خارج العمل</a:t>
          </a:r>
          <a:r>
            <a:rPr lang="ar" sz="1700" dirty="0">
              <a:solidFill>
                <a:schemeClr val="accent6"/>
              </a:solidFill>
              <a:latin typeface="Sakkal Majalla" panose="02000000000000000000" pitchFamily="2" charset="-78"/>
              <a:cs typeface="Sakkal Majalla" panose="02000000000000000000" pitchFamily="2" charset="-78"/>
            </a:rPr>
            <a:t> بعيدًا عن بيئة العمل العادية، على سبيل المثال في مركز التدريب </a:t>
          </a:r>
          <a:br>
            <a:rPr lang="en-US" sz="1700" dirty="0">
              <a:solidFill>
                <a:schemeClr val="accent6"/>
              </a:solidFill>
              <a:latin typeface="Sakkal Majalla" panose="02000000000000000000" pitchFamily="2" charset="-78"/>
              <a:cs typeface="Sakkal Majalla" panose="02000000000000000000" pitchFamily="2" charset="-78"/>
            </a:rPr>
          </a:br>
          <a:r>
            <a:rPr lang="ar" sz="1700" dirty="0">
              <a:solidFill>
                <a:schemeClr val="accent6"/>
              </a:solidFill>
              <a:latin typeface="Sakkal Majalla" panose="02000000000000000000" pitchFamily="2" charset="-78"/>
              <a:cs typeface="Sakkal Majalla" panose="02000000000000000000" pitchFamily="2" charset="-78"/>
            </a:rPr>
            <a:t>أو الكلية  </a:t>
          </a:r>
        </a:p>
      </dgm:t>
    </dgm:pt>
    <dgm:pt modelId="{16868821-B3DB-4B42-A6D5-A310027641A2}" type="parTrans" cxnId="{A021EEB6-905D-7143-8BC0-CA250DE73694}">
      <dgm:prSet/>
      <dgm:spPr/>
      <dgm:t>
        <a:bodyPr rtlCol="1"/>
        <a:lstStyle/>
        <a:p>
          <a:pPr rtl="1"/>
          <a:endParaRPr lang="en-GB">
            <a:solidFill>
              <a:schemeClr val="accent4"/>
            </a:solidFill>
          </a:endParaRPr>
        </a:p>
      </dgm:t>
    </dgm:pt>
    <dgm:pt modelId="{51CB169E-AEBA-3148-91B3-45C8C1E3C9A3}" type="sibTrans" cxnId="{A021EEB6-905D-7143-8BC0-CA250DE73694}">
      <dgm:prSet/>
      <dgm:spPr/>
      <dgm:t>
        <a:bodyPr rtlCol="1"/>
        <a:lstStyle/>
        <a:p>
          <a:pPr rtl="1"/>
          <a:endParaRPr lang="en-GB">
            <a:solidFill>
              <a:schemeClr val="accent4"/>
            </a:solidFill>
          </a:endParaRPr>
        </a:p>
      </dgm:t>
    </dgm:pt>
    <dgm:pt modelId="{87E67BB1-F31D-5C40-BC06-D080B7DAE45E}">
      <dgm:prSet custT="1"/>
      <dgm:spPr>
        <a:solidFill>
          <a:schemeClr val="accent6">
            <a:lumMod val="20000"/>
            <a:lumOff val="80000"/>
          </a:schemeClr>
        </a:solidFill>
      </dgm:spPr>
      <dgm:t>
        <a:bodyPr rtlCol="1"/>
        <a:lstStyle/>
        <a:p>
          <a:pPr rtl="1"/>
          <a:r>
            <a:rPr lang="ar" sz="1700" b="1" dirty="0">
              <a:solidFill>
                <a:schemeClr val="accent6"/>
              </a:solidFill>
              <a:latin typeface="Sakkal Majalla" panose="02000000000000000000" pitchFamily="2" charset="-78"/>
              <a:cs typeface="Sakkal Majalla" panose="02000000000000000000" pitchFamily="2" charset="-78"/>
            </a:rPr>
            <a:t>يقدم لك الموجهون</a:t>
          </a:r>
          <a:r>
            <a:rPr lang="ar" sz="1700" dirty="0">
              <a:solidFill>
                <a:schemeClr val="accent6"/>
              </a:solidFill>
              <a:latin typeface="Sakkal Majalla" panose="02000000000000000000" pitchFamily="2" charset="-78"/>
              <a:cs typeface="Sakkal Majalla" panose="02000000000000000000" pitchFamily="2" charset="-78"/>
            </a:rPr>
            <a:t> الدعم والمشورة لمساعدتك على الوصول إلى أهدافك، واقتراح مسارات للمستقبل</a:t>
          </a:r>
        </a:p>
        <a:p>
          <a:pPr rtl="1"/>
          <a:r>
            <a:rPr lang="ar" sz="1700" b="1" dirty="0">
              <a:solidFill>
                <a:schemeClr val="accent6"/>
              </a:solidFill>
              <a:latin typeface="Sakkal Majalla" panose="02000000000000000000" pitchFamily="2" charset="-78"/>
              <a:cs typeface="Sakkal Majalla" panose="02000000000000000000" pitchFamily="2" charset="-78"/>
            </a:rPr>
            <a:t>يساعدك المدربون</a:t>
          </a:r>
          <a:r>
            <a:rPr lang="ar" sz="1700" dirty="0">
              <a:solidFill>
                <a:schemeClr val="accent6"/>
              </a:solidFill>
              <a:latin typeface="Sakkal Majalla" panose="02000000000000000000" pitchFamily="2" charset="-78"/>
              <a:cs typeface="Sakkal Majalla" panose="02000000000000000000" pitchFamily="2" charset="-78"/>
            </a:rPr>
            <a:t> على تطوير مهاراتك وتحسينها وتنفيذ المهام بشكلٍ صحيح          </a:t>
          </a:r>
        </a:p>
      </dgm:t>
    </dgm:pt>
    <dgm:pt modelId="{ED4EEA19-A817-494F-950A-0FE399A5719A}" type="parTrans" cxnId="{935421F4-C3AA-AB45-A40C-A424646318B0}">
      <dgm:prSet/>
      <dgm:spPr/>
      <dgm:t>
        <a:bodyPr rtlCol="1"/>
        <a:lstStyle/>
        <a:p>
          <a:pPr rtl="1"/>
          <a:endParaRPr lang="en-GB">
            <a:solidFill>
              <a:schemeClr val="accent4"/>
            </a:solidFill>
          </a:endParaRPr>
        </a:p>
      </dgm:t>
    </dgm:pt>
    <dgm:pt modelId="{007AD34E-8DD7-1548-A9D0-280CD4A708FE}" type="sibTrans" cxnId="{935421F4-C3AA-AB45-A40C-A424646318B0}">
      <dgm:prSet/>
      <dgm:spPr/>
      <dgm:t>
        <a:bodyPr rtlCol="1"/>
        <a:lstStyle/>
        <a:p>
          <a:pPr rtl="1"/>
          <a:endParaRPr lang="en-GB">
            <a:solidFill>
              <a:schemeClr val="accent4"/>
            </a:solidFill>
          </a:endParaRPr>
        </a:p>
      </dgm:t>
    </dgm:pt>
    <dgm:pt modelId="{3CC1302F-1C22-8F41-B117-AC3E98340524}" type="pres">
      <dgm:prSet presAssocID="{D92A8E4B-616D-2A49-B451-969CC9B5D687}" presName="Name0" presStyleCnt="0">
        <dgm:presLayoutVars>
          <dgm:chPref val="3"/>
          <dgm:dir val="rev"/>
          <dgm:animLvl val="lvl"/>
          <dgm:resizeHandles/>
        </dgm:presLayoutVars>
      </dgm:prSet>
      <dgm:spPr/>
    </dgm:pt>
    <dgm:pt modelId="{4E02691B-9081-B84D-858A-B05F424B34E4}" type="pres">
      <dgm:prSet presAssocID="{A14A0010-66FF-5446-8769-195671FFABB5}" presName="horFlow" presStyleCnt="0"/>
      <dgm:spPr/>
    </dgm:pt>
    <dgm:pt modelId="{F169A9D8-2306-364C-8550-7B153007CD5F}" type="pres">
      <dgm:prSet presAssocID="{A14A0010-66FF-5446-8769-195671FFABB5}" presName="bigChev" presStyleLbl="node1" presStyleIdx="0" presStyleCnt="3" custScaleX="216145" custScaleY="90377"/>
      <dgm:spPr/>
    </dgm:pt>
    <dgm:pt modelId="{0780E2E3-5353-734A-A598-C9B3697210BA}" type="pres">
      <dgm:prSet presAssocID="{A14A0010-66FF-5446-8769-195671FFABB5}" presName="vSp" presStyleCnt="0"/>
      <dgm:spPr/>
    </dgm:pt>
    <dgm:pt modelId="{FA74D515-E7DE-6143-B16E-6FAA58DF3C50}" type="pres">
      <dgm:prSet presAssocID="{0AA0366B-95A7-1147-854E-0DD9514D53B9}" presName="horFlow" presStyleCnt="0"/>
      <dgm:spPr/>
    </dgm:pt>
    <dgm:pt modelId="{D084A444-B880-CF4B-98F2-78860751432B}" type="pres">
      <dgm:prSet presAssocID="{0AA0366B-95A7-1147-854E-0DD9514D53B9}" presName="bigChev" presStyleLbl="node1" presStyleIdx="1" presStyleCnt="3" custScaleX="218080"/>
      <dgm:spPr/>
    </dgm:pt>
    <dgm:pt modelId="{0F02F183-9248-584B-9958-9106AC492934}" type="pres">
      <dgm:prSet presAssocID="{0AA0366B-95A7-1147-854E-0DD9514D53B9}" presName="vSp" presStyleCnt="0"/>
      <dgm:spPr/>
    </dgm:pt>
    <dgm:pt modelId="{75FEBCDC-38BA-B144-B064-AA1036036F94}" type="pres">
      <dgm:prSet presAssocID="{87E67BB1-F31D-5C40-BC06-D080B7DAE45E}" presName="horFlow" presStyleCnt="0"/>
      <dgm:spPr/>
    </dgm:pt>
    <dgm:pt modelId="{A83D8892-AF41-7F4D-BE8B-4A3C2851ACBC}" type="pres">
      <dgm:prSet presAssocID="{87E67BB1-F31D-5C40-BC06-D080B7DAE45E}" presName="bigChev" presStyleLbl="node1" presStyleIdx="2" presStyleCnt="3" custScaleX="219979" custLinFactNeighborX="-4234"/>
      <dgm:spPr/>
    </dgm:pt>
  </dgm:ptLst>
  <dgm:cxnLst>
    <dgm:cxn modelId="{29653E05-7CEE-4D4A-A5B8-ABD5B17AB25A}" srcId="{D92A8E4B-616D-2A49-B451-969CC9B5D687}" destId="{A14A0010-66FF-5446-8769-195671FFABB5}" srcOrd="0" destOrd="0" parTransId="{6DB15011-7E2A-8342-8BEB-2B0742A4615E}" sibTransId="{D4D70DB0-49DE-5946-B8D1-224B00689598}"/>
    <dgm:cxn modelId="{86EB9C22-62A1-B343-BB20-F139E9F1F42E}" type="presOf" srcId="{87E67BB1-F31D-5C40-BC06-D080B7DAE45E}" destId="{A83D8892-AF41-7F4D-BE8B-4A3C2851ACBC}" srcOrd="0" destOrd="0" presId="urn:microsoft.com/office/officeart/2005/8/layout/lProcess3"/>
    <dgm:cxn modelId="{6DDA70AF-C41F-D748-B978-6C16DD600842}" type="presOf" srcId="{A14A0010-66FF-5446-8769-195671FFABB5}" destId="{F169A9D8-2306-364C-8550-7B153007CD5F}" srcOrd="0" destOrd="0" presId="urn:microsoft.com/office/officeart/2005/8/layout/lProcess3"/>
    <dgm:cxn modelId="{A021EEB6-905D-7143-8BC0-CA250DE73694}" srcId="{D92A8E4B-616D-2A49-B451-969CC9B5D687}" destId="{0AA0366B-95A7-1147-854E-0DD9514D53B9}" srcOrd="1" destOrd="0" parTransId="{16868821-B3DB-4B42-A6D5-A310027641A2}" sibTransId="{51CB169E-AEBA-3148-91B3-45C8C1E3C9A3}"/>
    <dgm:cxn modelId="{8F4422EB-AD35-3B49-A556-1726BE283F81}" type="presOf" srcId="{D92A8E4B-616D-2A49-B451-969CC9B5D687}" destId="{3CC1302F-1C22-8F41-B117-AC3E98340524}" srcOrd="0" destOrd="0" presId="urn:microsoft.com/office/officeart/2005/8/layout/lProcess3"/>
    <dgm:cxn modelId="{D37098EC-D47B-154C-9AEE-18F50F221C0F}" type="presOf" srcId="{0AA0366B-95A7-1147-854E-0DD9514D53B9}" destId="{D084A444-B880-CF4B-98F2-78860751432B}" srcOrd="0" destOrd="0" presId="urn:microsoft.com/office/officeart/2005/8/layout/lProcess3"/>
    <dgm:cxn modelId="{935421F4-C3AA-AB45-A40C-A424646318B0}" srcId="{D92A8E4B-616D-2A49-B451-969CC9B5D687}" destId="{87E67BB1-F31D-5C40-BC06-D080B7DAE45E}" srcOrd="2" destOrd="0" parTransId="{ED4EEA19-A817-494F-950A-0FE399A5719A}" sibTransId="{007AD34E-8DD7-1548-A9D0-280CD4A708FE}"/>
    <dgm:cxn modelId="{013C620B-F134-5E43-8ACC-641F7CBDAEAA}" type="presParOf" srcId="{3CC1302F-1C22-8F41-B117-AC3E98340524}" destId="{4E02691B-9081-B84D-858A-B05F424B34E4}" srcOrd="0" destOrd="0" presId="urn:microsoft.com/office/officeart/2005/8/layout/lProcess3"/>
    <dgm:cxn modelId="{D115AB4F-A9CD-1C47-AB8C-EAE5A3B7166F}" type="presParOf" srcId="{4E02691B-9081-B84D-858A-B05F424B34E4}" destId="{F169A9D8-2306-364C-8550-7B153007CD5F}" srcOrd="0" destOrd="0" presId="urn:microsoft.com/office/officeart/2005/8/layout/lProcess3"/>
    <dgm:cxn modelId="{9B16C9AA-77A6-3845-9A3C-48B0090F6621}" type="presParOf" srcId="{3CC1302F-1C22-8F41-B117-AC3E98340524}" destId="{0780E2E3-5353-734A-A598-C9B3697210BA}" srcOrd="1" destOrd="0" presId="urn:microsoft.com/office/officeart/2005/8/layout/lProcess3"/>
    <dgm:cxn modelId="{02E86EEB-08F7-4C44-9C3D-F9C38296CB11}" type="presParOf" srcId="{3CC1302F-1C22-8F41-B117-AC3E98340524}" destId="{FA74D515-E7DE-6143-B16E-6FAA58DF3C50}" srcOrd="2" destOrd="0" presId="urn:microsoft.com/office/officeart/2005/8/layout/lProcess3"/>
    <dgm:cxn modelId="{25F44695-E64A-3E40-BFE1-2940784524FB}" type="presParOf" srcId="{FA74D515-E7DE-6143-B16E-6FAA58DF3C50}" destId="{D084A444-B880-CF4B-98F2-78860751432B}" srcOrd="0" destOrd="0" presId="urn:microsoft.com/office/officeart/2005/8/layout/lProcess3"/>
    <dgm:cxn modelId="{6408E8A6-D8EB-4B4A-B511-55787A31DFD6}" type="presParOf" srcId="{3CC1302F-1C22-8F41-B117-AC3E98340524}" destId="{0F02F183-9248-584B-9958-9106AC492934}" srcOrd="3" destOrd="0" presId="urn:microsoft.com/office/officeart/2005/8/layout/lProcess3"/>
    <dgm:cxn modelId="{D72A39D2-B0C5-A944-863C-86183C7C32D8}" type="presParOf" srcId="{3CC1302F-1C22-8F41-B117-AC3E98340524}" destId="{75FEBCDC-38BA-B144-B064-AA1036036F94}" srcOrd="4" destOrd="0" presId="urn:microsoft.com/office/officeart/2005/8/layout/lProcess3"/>
    <dgm:cxn modelId="{CF0A8E25-A0D0-7942-AC76-7A0251EF9559}" type="presParOf" srcId="{75FEBCDC-38BA-B144-B064-AA1036036F94}" destId="{A83D8892-AF41-7F4D-BE8B-4A3C2851ACBC}" srcOrd="0" destOrd="0" presId="urn:microsoft.com/office/officeart/2005/8/layout/l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A926EE-3661-A54A-93B7-436DFE7E3411}" type="doc">
      <dgm:prSet loTypeId="urn:microsoft.com/office/officeart/2005/8/layout/lProcess3" loCatId="process" qsTypeId="urn:microsoft.com/office/officeart/2005/8/quickstyle/simple1" qsCatId="simple" csTypeId="urn:microsoft.com/office/officeart/2005/8/colors/accent1_2" csCatId="accent1" phldr="1"/>
      <dgm:spPr/>
      <dgm:t>
        <a:bodyPr rtlCol="1"/>
        <a:lstStyle/>
        <a:p>
          <a:pPr rtl="1"/>
          <a:endParaRPr lang="en-GB"/>
        </a:p>
      </dgm:t>
    </dgm:pt>
    <dgm:pt modelId="{8DB2D4A2-79E8-8C47-A37A-08FA74C22A2D}">
      <dgm:prSet custT="1"/>
      <dgm:spPr/>
      <dgm:t>
        <a:bodyPr rtlCol="1"/>
        <a:lstStyle/>
        <a:p>
          <a:pPr rtl="1"/>
          <a:r>
            <a:rPr lang="ar" sz="2100" dirty="0">
              <a:solidFill>
                <a:schemeClr val="accent4"/>
              </a:solidFill>
              <a:latin typeface="Sakkal Majalla" panose="02000000000000000000" pitchFamily="2" charset="-78"/>
              <a:cs typeface="Sakkal Majalla" panose="02000000000000000000" pitchFamily="2" charset="-78"/>
            </a:rPr>
            <a:t>شكاوى العملاء </a:t>
          </a:r>
        </a:p>
      </dgm:t>
    </dgm:pt>
    <dgm:pt modelId="{AB020B2A-D053-C846-83E5-C57B277B4FB2}" type="parTrans" cxnId="{014287C2-62C5-3846-B7BB-1B8AC6F37589}">
      <dgm:prSet/>
      <dgm:spPr/>
      <dgm:t>
        <a:bodyPr rtlCol="1"/>
        <a:lstStyle/>
        <a:p>
          <a:pPr rtl="1"/>
          <a:endParaRPr lang="en-GB">
            <a:solidFill>
              <a:schemeClr val="accent4"/>
            </a:solidFill>
          </a:endParaRPr>
        </a:p>
      </dgm:t>
    </dgm:pt>
    <dgm:pt modelId="{69AD66B7-809D-B54C-B6A6-2903CE6E42B7}" type="sibTrans" cxnId="{014287C2-62C5-3846-B7BB-1B8AC6F37589}">
      <dgm:prSet/>
      <dgm:spPr/>
      <dgm:t>
        <a:bodyPr rtlCol="1"/>
        <a:lstStyle/>
        <a:p>
          <a:pPr rtl="1"/>
          <a:endParaRPr lang="en-GB">
            <a:solidFill>
              <a:schemeClr val="accent4"/>
            </a:solidFill>
          </a:endParaRPr>
        </a:p>
      </dgm:t>
    </dgm:pt>
    <dgm:pt modelId="{3541250B-1255-6E49-9036-1ECF467E1B32}">
      <dgm:prSet custT="1"/>
      <dgm:spPr/>
      <dgm:t>
        <a:bodyPr rtlCol="1"/>
        <a:lstStyle/>
        <a:p>
          <a:pPr rtl="1"/>
          <a:r>
            <a:rPr lang="ar" sz="2100" dirty="0">
              <a:solidFill>
                <a:schemeClr val="accent4"/>
              </a:solidFill>
              <a:latin typeface="Sakkal Majalla" panose="02000000000000000000" pitchFamily="2" charset="-78"/>
              <a:cs typeface="Sakkal Majalla" panose="02000000000000000000" pitchFamily="2" charset="-78"/>
            </a:rPr>
            <a:t>رضا العملاء </a:t>
          </a:r>
        </a:p>
      </dgm:t>
    </dgm:pt>
    <dgm:pt modelId="{BC687FFF-AD5A-704B-8D4E-E05C9212DB91}" type="parTrans" cxnId="{DDE1F49E-8BC9-FB41-8F61-63E6B3295782}">
      <dgm:prSet/>
      <dgm:spPr/>
      <dgm:t>
        <a:bodyPr rtlCol="1"/>
        <a:lstStyle/>
        <a:p>
          <a:pPr rtl="1"/>
          <a:endParaRPr lang="en-GB">
            <a:solidFill>
              <a:schemeClr val="accent4"/>
            </a:solidFill>
          </a:endParaRPr>
        </a:p>
      </dgm:t>
    </dgm:pt>
    <dgm:pt modelId="{16392343-953D-D241-BB5E-E0BFEA57A778}" type="sibTrans" cxnId="{DDE1F49E-8BC9-FB41-8F61-63E6B3295782}">
      <dgm:prSet/>
      <dgm:spPr/>
      <dgm:t>
        <a:bodyPr rtlCol="1"/>
        <a:lstStyle/>
        <a:p>
          <a:pPr rtl="1"/>
          <a:endParaRPr lang="en-GB">
            <a:solidFill>
              <a:schemeClr val="accent4"/>
            </a:solidFill>
          </a:endParaRPr>
        </a:p>
      </dgm:t>
    </dgm:pt>
    <dgm:pt modelId="{9BADA52F-D86F-9949-96AD-AC93C46DED13}">
      <dgm:prSet custT="1"/>
      <dgm:spPr/>
      <dgm:t>
        <a:bodyPr rtlCol="1"/>
        <a:lstStyle/>
        <a:p>
          <a:pPr rtl="1"/>
          <a:r>
            <a:rPr lang="ar" sz="2100" dirty="0">
              <a:solidFill>
                <a:schemeClr val="accent4"/>
              </a:solidFill>
              <a:latin typeface="Sakkal Majalla" panose="02000000000000000000" pitchFamily="2" charset="-78"/>
              <a:cs typeface="Sakkal Majalla" panose="02000000000000000000" pitchFamily="2" charset="-78"/>
            </a:rPr>
            <a:t>تحفيز الموظفين </a:t>
          </a:r>
        </a:p>
      </dgm:t>
    </dgm:pt>
    <dgm:pt modelId="{064ED28A-5A32-574F-B2DB-7807813FE147}" type="parTrans" cxnId="{483CFCA4-555F-EB46-B098-CDCA976BC813}">
      <dgm:prSet/>
      <dgm:spPr/>
      <dgm:t>
        <a:bodyPr rtlCol="1"/>
        <a:lstStyle/>
        <a:p>
          <a:pPr rtl="1"/>
          <a:endParaRPr lang="en-GB">
            <a:solidFill>
              <a:schemeClr val="accent4"/>
            </a:solidFill>
          </a:endParaRPr>
        </a:p>
      </dgm:t>
    </dgm:pt>
    <dgm:pt modelId="{F4D98CB2-D9DC-7043-8449-95B749F87EBD}" type="sibTrans" cxnId="{483CFCA4-555F-EB46-B098-CDCA976BC813}">
      <dgm:prSet/>
      <dgm:spPr/>
      <dgm:t>
        <a:bodyPr rtlCol="1"/>
        <a:lstStyle/>
        <a:p>
          <a:pPr rtl="1"/>
          <a:endParaRPr lang="en-GB">
            <a:solidFill>
              <a:schemeClr val="accent4"/>
            </a:solidFill>
          </a:endParaRPr>
        </a:p>
      </dgm:t>
    </dgm:pt>
    <dgm:pt modelId="{8A0C8242-65DE-9541-9B67-673E03EC276B}">
      <dgm:prSet custT="1"/>
      <dgm:spPr/>
      <dgm:t>
        <a:bodyPr rtlCol="1"/>
        <a:lstStyle/>
        <a:p>
          <a:pPr rtl="1"/>
          <a:r>
            <a:rPr lang="ar" sz="2000" dirty="0">
              <a:solidFill>
                <a:schemeClr val="accent4"/>
              </a:solidFill>
              <a:latin typeface="Sakkal Majalla" panose="02000000000000000000" pitchFamily="2" charset="-78"/>
              <a:cs typeface="Sakkal Majalla" panose="02000000000000000000" pitchFamily="2" charset="-78"/>
            </a:rPr>
            <a:t>عدد السلع التي يجري إرجاعها وانخفاض إيرادات المبيعات</a:t>
          </a:r>
          <a:endParaRPr lang="en-GB" sz="2000" dirty="0">
            <a:latin typeface="Sakkal Majalla" panose="02000000000000000000" pitchFamily="2" charset="-78"/>
            <a:cs typeface="Sakkal Majalla" panose="02000000000000000000" pitchFamily="2" charset="-78"/>
          </a:endParaRPr>
        </a:p>
      </dgm:t>
    </dgm:pt>
    <dgm:pt modelId="{377EDD11-F709-5D47-86CA-BEE574F7B9EA}" type="parTrans" cxnId="{1BE778C0-15FD-6843-8037-043663180895}">
      <dgm:prSet/>
      <dgm:spPr/>
      <dgm:t>
        <a:bodyPr rtlCol="1"/>
        <a:lstStyle/>
        <a:p>
          <a:pPr rtl="1"/>
          <a:endParaRPr lang="en-GB"/>
        </a:p>
      </dgm:t>
    </dgm:pt>
    <dgm:pt modelId="{A7CE4BF7-16B2-9F40-8D16-947EC9B48057}" type="sibTrans" cxnId="{1BE778C0-15FD-6843-8037-043663180895}">
      <dgm:prSet/>
      <dgm:spPr/>
      <dgm:t>
        <a:bodyPr rtlCol="1"/>
        <a:lstStyle/>
        <a:p>
          <a:pPr rtl="1"/>
          <a:endParaRPr lang="en-GB"/>
        </a:p>
      </dgm:t>
    </dgm:pt>
    <dgm:pt modelId="{7A619817-40FE-5947-8FF1-92854EE3CFE7}">
      <dgm:prSet custT="1"/>
      <dgm:spPr/>
      <dgm:t>
        <a:bodyPr rtlCol="1"/>
        <a:lstStyle/>
        <a:p>
          <a:pPr rtl="1"/>
          <a:r>
            <a:rPr lang="ar" sz="2000" dirty="0">
              <a:solidFill>
                <a:schemeClr val="accent4"/>
              </a:solidFill>
              <a:latin typeface="Sakkal Majalla" panose="02000000000000000000" pitchFamily="2" charset="-78"/>
              <a:cs typeface="Sakkal Majalla" panose="02000000000000000000" pitchFamily="2" charset="-78"/>
            </a:rPr>
            <a:t>الآراء الإيجابية والمراسلات من العملاء واستطلاعات تعقيبات العملاء</a:t>
          </a:r>
          <a:endParaRPr lang="en-GB" sz="2000" dirty="0">
            <a:latin typeface="Sakkal Majalla" panose="02000000000000000000" pitchFamily="2" charset="-78"/>
            <a:cs typeface="Sakkal Majalla" panose="02000000000000000000" pitchFamily="2" charset="-78"/>
          </a:endParaRPr>
        </a:p>
      </dgm:t>
    </dgm:pt>
    <dgm:pt modelId="{F582E410-BE64-4044-8647-8B50799C85FD}" type="parTrans" cxnId="{01473D1C-17A0-B84E-AEE1-A1CD38C21210}">
      <dgm:prSet/>
      <dgm:spPr/>
      <dgm:t>
        <a:bodyPr rtlCol="1"/>
        <a:lstStyle/>
        <a:p>
          <a:pPr rtl="1"/>
          <a:endParaRPr lang="en-GB"/>
        </a:p>
      </dgm:t>
    </dgm:pt>
    <dgm:pt modelId="{C72071A4-3F18-5A44-811C-D26FE473A878}" type="sibTrans" cxnId="{01473D1C-17A0-B84E-AEE1-A1CD38C21210}">
      <dgm:prSet/>
      <dgm:spPr/>
      <dgm:t>
        <a:bodyPr rtlCol="1"/>
        <a:lstStyle/>
        <a:p>
          <a:pPr rtl="1"/>
          <a:endParaRPr lang="en-GB"/>
        </a:p>
      </dgm:t>
    </dgm:pt>
    <dgm:pt modelId="{1C377FCE-53AF-F049-9E6B-4F4DB2498998}">
      <dgm:prSet custT="1"/>
      <dgm:spPr/>
      <dgm:t>
        <a:bodyPr rtlCol="1"/>
        <a:lstStyle/>
        <a:p>
          <a:pPr rtl="1"/>
          <a:r>
            <a:rPr lang="ar" sz="2000" dirty="0">
              <a:solidFill>
                <a:schemeClr val="accent4"/>
              </a:solidFill>
              <a:latin typeface="Sakkal Majalla" panose="02000000000000000000" pitchFamily="2" charset="-78"/>
              <a:cs typeface="Sakkal Majalla" panose="02000000000000000000" pitchFamily="2" charset="-78"/>
            </a:rPr>
            <a:t>زيادة مستويات الإنتاجية واستطلاعات رضا الموظفين الإيجابية وزيادة المبيعات</a:t>
          </a:r>
          <a:endParaRPr lang="en-GB" sz="2000" dirty="0">
            <a:latin typeface="Sakkal Majalla" panose="02000000000000000000" pitchFamily="2" charset="-78"/>
            <a:cs typeface="Sakkal Majalla" panose="02000000000000000000" pitchFamily="2" charset="-78"/>
          </a:endParaRPr>
        </a:p>
      </dgm:t>
    </dgm:pt>
    <dgm:pt modelId="{038B817F-CCA0-B64A-B4A7-F1F662AA1B58}" type="parTrans" cxnId="{FC231FFB-12FA-CC4D-89D2-DA731BA50DF3}">
      <dgm:prSet/>
      <dgm:spPr/>
      <dgm:t>
        <a:bodyPr rtlCol="1"/>
        <a:lstStyle/>
        <a:p>
          <a:pPr rtl="1"/>
          <a:endParaRPr lang="en-GB"/>
        </a:p>
      </dgm:t>
    </dgm:pt>
    <dgm:pt modelId="{D61E91E6-3955-0A45-A1CC-559B0A32CEA5}" type="sibTrans" cxnId="{FC231FFB-12FA-CC4D-89D2-DA731BA50DF3}">
      <dgm:prSet/>
      <dgm:spPr/>
      <dgm:t>
        <a:bodyPr rtlCol="1"/>
        <a:lstStyle/>
        <a:p>
          <a:pPr rtl="1"/>
          <a:endParaRPr lang="en-GB"/>
        </a:p>
      </dgm:t>
    </dgm:pt>
    <dgm:pt modelId="{18A301CC-4B87-5B4D-9B37-33E99CB02AD5}" type="pres">
      <dgm:prSet presAssocID="{09A926EE-3661-A54A-93B7-436DFE7E3411}" presName="Name0" presStyleCnt="0">
        <dgm:presLayoutVars>
          <dgm:chPref val="3"/>
          <dgm:dir val="rev"/>
          <dgm:animLvl val="lvl"/>
          <dgm:resizeHandles/>
        </dgm:presLayoutVars>
      </dgm:prSet>
      <dgm:spPr/>
    </dgm:pt>
    <dgm:pt modelId="{5A9882FB-165B-774C-9265-E0A32637FC78}" type="pres">
      <dgm:prSet presAssocID="{8DB2D4A2-79E8-8C47-A37A-08FA74C22A2D}" presName="horFlow" presStyleCnt="0"/>
      <dgm:spPr/>
    </dgm:pt>
    <dgm:pt modelId="{BD54878E-AACA-E743-8865-BF7E10303E09}" type="pres">
      <dgm:prSet presAssocID="{8DB2D4A2-79E8-8C47-A37A-08FA74C22A2D}" presName="bigChev" presStyleLbl="node1" presStyleIdx="0" presStyleCnt="3"/>
      <dgm:spPr/>
    </dgm:pt>
    <dgm:pt modelId="{5D0A17D9-BF67-4A4E-A849-28DF562F78E3}" type="pres">
      <dgm:prSet presAssocID="{377EDD11-F709-5D47-86CA-BEE574F7B9EA}" presName="parTrans" presStyleCnt="0"/>
      <dgm:spPr/>
    </dgm:pt>
    <dgm:pt modelId="{1EA32053-837E-FD42-B6AA-709E74252EC3}" type="pres">
      <dgm:prSet presAssocID="{8A0C8242-65DE-9541-9B67-673E03EC276B}" presName="node" presStyleLbl="alignAccFollowNode1" presStyleIdx="0" presStyleCnt="3" custScaleX="247002" custScaleY="113314">
        <dgm:presLayoutVars>
          <dgm:bulletEnabled val="1"/>
        </dgm:presLayoutVars>
      </dgm:prSet>
      <dgm:spPr/>
    </dgm:pt>
    <dgm:pt modelId="{FD22E1F0-0E4A-6845-B3C2-579EF87508AF}" type="pres">
      <dgm:prSet presAssocID="{8DB2D4A2-79E8-8C47-A37A-08FA74C22A2D}" presName="vSp" presStyleCnt="0"/>
      <dgm:spPr/>
    </dgm:pt>
    <dgm:pt modelId="{75DF563D-654B-594F-9577-67A299C38859}" type="pres">
      <dgm:prSet presAssocID="{3541250B-1255-6E49-9036-1ECF467E1B32}" presName="horFlow" presStyleCnt="0"/>
      <dgm:spPr/>
    </dgm:pt>
    <dgm:pt modelId="{608A08CF-3A61-8342-BF5B-17C3D8BC3727}" type="pres">
      <dgm:prSet presAssocID="{3541250B-1255-6E49-9036-1ECF467E1B32}" presName="bigChev" presStyleLbl="node1" presStyleIdx="1" presStyleCnt="3"/>
      <dgm:spPr/>
    </dgm:pt>
    <dgm:pt modelId="{5EF1F13B-E572-0A4C-B722-353FD6AD340D}" type="pres">
      <dgm:prSet presAssocID="{F582E410-BE64-4044-8647-8B50799C85FD}" presName="parTrans" presStyleCnt="0"/>
      <dgm:spPr/>
    </dgm:pt>
    <dgm:pt modelId="{30B7A199-2080-9043-92CA-1E1DAB3BC3CC}" type="pres">
      <dgm:prSet presAssocID="{7A619817-40FE-5947-8FF1-92854EE3CFE7}" presName="node" presStyleLbl="alignAccFollowNode1" presStyleIdx="1" presStyleCnt="3" custScaleX="253119" custScaleY="97645" custLinFactNeighborX="11614" custLinFactNeighborY="485">
        <dgm:presLayoutVars>
          <dgm:bulletEnabled val="1"/>
        </dgm:presLayoutVars>
      </dgm:prSet>
      <dgm:spPr/>
    </dgm:pt>
    <dgm:pt modelId="{A7268D75-A557-0A49-A662-6DBB21E71C33}" type="pres">
      <dgm:prSet presAssocID="{3541250B-1255-6E49-9036-1ECF467E1B32}" presName="vSp" presStyleCnt="0"/>
      <dgm:spPr/>
    </dgm:pt>
    <dgm:pt modelId="{6D6AC78D-7A85-834C-95C2-17D0508CF7A4}" type="pres">
      <dgm:prSet presAssocID="{9BADA52F-D86F-9949-96AD-AC93C46DED13}" presName="horFlow" presStyleCnt="0"/>
      <dgm:spPr/>
    </dgm:pt>
    <dgm:pt modelId="{2438DEAC-274D-2141-839A-9C12FC779A08}" type="pres">
      <dgm:prSet presAssocID="{9BADA52F-D86F-9949-96AD-AC93C46DED13}" presName="bigChev" presStyleLbl="node1" presStyleIdx="2" presStyleCnt="3"/>
      <dgm:spPr/>
    </dgm:pt>
    <dgm:pt modelId="{408CA636-374B-5245-922D-8DF0FBE372CD}" type="pres">
      <dgm:prSet presAssocID="{038B817F-CCA0-B64A-B4A7-F1F662AA1B58}" presName="parTrans" presStyleCnt="0"/>
      <dgm:spPr/>
    </dgm:pt>
    <dgm:pt modelId="{8D43DD08-F4A7-AE46-A094-82B1CFA6D58C}" type="pres">
      <dgm:prSet presAssocID="{1C377FCE-53AF-F049-9E6B-4F4DB2498998}" presName="node" presStyleLbl="alignAccFollowNode1" presStyleIdx="2" presStyleCnt="3" custScaleX="246888">
        <dgm:presLayoutVars>
          <dgm:bulletEnabled val="1"/>
        </dgm:presLayoutVars>
      </dgm:prSet>
      <dgm:spPr/>
    </dgm:pt>
  </dgm:ptLst>
  <dgm:cxnLst>
    <dgm:cxn modelId="{80A62201-B02C-B446-84CA-01D80CA7E512}" type="presOf" srcId="{7A619817-40FE-5947-8FF1-92854EE3CFE7}" destId="{30B7A199-2080-9043-92CA-1E1DAB3BC3CC}" srcOrd="0" destOrd="0" presId="urn:microsoft.com/office/officeart/2005/8/layout/lProcess3"/>
    <dgm:cxn modelId="{C489BE14-5DB5-984C-918C-69B38643694C}" type="presOf" srcId="{8DB2D4A2-79E8-8C47-A37A-08FA74C22A2D}" destId="{BD54878E-AACA-E743-8865-BF7E10303E09}" srcOrd="0" destOrd="0" presId="urn:microsoft.com/office/officeart/2005/8/layout/lProcess3"/>
    <dgm:cxn modelId="{01473D1C-17A0-B84E-AEE1-A1CD38C21210}" srcId="{3541250B-1255-6E49-9036-1ECF467E1B32}" destId="{7A619817-40FE-5947-8FF1-92854EE3CFE7}" srcOrd="0" destOrd="0" parTransId="{F582E410-BE64-4044-8647-8B50799C85FD}" sibTransId="{C72071A4-3F18-5A44-811C-D26FE473A878}"/>
    <dgm:cxn modelId="{086EC71E-E41A-5044-BBF5-8EA6AF2F2F98}" type="presOf" srcId="{1C377FCE-53AF-F049-9E6B-4F4DB2498998}" destId="{8D43DD08-F4A7-AE46-A094-82B1CFA6D58C}" srcOrd="0" destOrd="0" presId="urn:microsoft.com/office/officeart/2005/8/layout/lProcess3"/>
    <dgm:cxn modelId="{CC625D22-29A0-E04D-B9EB-3C17262F5868}" type="presOf" srcId="{09A926EE-3661-A54A-93B7-436DFE7E3411}" destId="{18A301CC-4B87-5B4D-9B37-33E99CB02AD5}" srcOrd="0" destOrd="0" presId="urn:microsoft.com/office/officeart/2005/8/layout/lProcess3"/>
    <dgm:cxn modelId="{9390EE40-39C3-AF42-827E-FDBFEA4182DF}" type="presOf" srcId="{3541250B-1255-6E49-9036-1ECF467E1B32}" destId="{608A08CF-3A61-8342-BF5B-17C3D8BC3727}" srcOrd="0" destOrd="0" presId="urn:microsoft.com/office/officeart/2005/8/layout/lProcess3"/>
    <dgm:cxn modelId="{DDE1F49E-8BC9-FB41-8F61-63E6B3295782}" srcId="{09A926EE-3661-A54A-93B7-436DFE7E3411}" destId="{3541250B-1255-6E49-9036-1ECF467E1B32}" srcOrd="1" destOrd="0" parTransId="{BC687FFF-AD5A-704B-8D4E-E05C9212DB91}" sibTransId="{16392343-953D-D241-BB5E-E0BFEA57A778}"/>
    <dgm:cxn modelId="{235C26A2-B44F-0542-9A54-9B4E996980C7}" type="presOf" srcId="{9BADA52F-D86F-9949-96AD-AC93C46DED13}" destId="{2438DEAC-274D-2141-839A-9C12FC779A08}" srcOrd="0" destOrd="0" presId="urn:microsoft.com/office/officeart/2005/8/layout/lProcess3"/>
    <dgm:cxn modelId="{483CFCA4-555F-EB46-B098-CDCA976BC813}" srcId="{09A926EE-3661-A54A-93B7-436DFE7E3411}" destId="{9BADA52F-D86F-9949-96AD-AC93C46DED13}" srcOrd="2" destOrd="0" parTransId="{064ED28A-5A32-574F-B2DB-7807813FE147}" sibTransId="{F4D98CB2-D9DC-7043-8449-95B749F87EBD}"/>
    <dgm:cxn modelId="{1BE778C0-15FD-6843-8037-043663180895}" srcId="{8DB2D4A2-79E8-8C47-A37A-08FA74C22A2D}" destId="{8A0C8242-65DE-9541-9B67-673E03EC276B}" srcOrd="0" destOrd="0" parTransId="{377EDD11-F709-5D47-86CA-BEE574F7B9EA}" sibTransId="{A7CE4BF7-16B2-9F40-8D16-947EC9B48057}"/>
    <dgm:cxn modelId="{014287C2-62C5-3846-B7BB-1B8AC6F37589}" srcId="{09A926EE-3661-A54A-93B7-436DFE7E3411}" destId="{8DB2D4A2-79E8-8C47-A37A-08FA74C22A2D}" srcOrd="0" destOrd="0" parTransId="{AB020B2A-D053-C846-83E5-C57B277B4FB2}" sibTransId="{69AD66B7-809D-B54C-B6A6-2903CE6E42B7}"/>
    <dgm:cxn modelId="{2C4F93F0-7B1A-BA40-B196-3A7A37DF08BE}" type="presOf" srcId="{8A0C8242-65DE-9541-9B67-673E03EC276B}" destId="{1EA32053-837E-FD42-B6AA-709E74252EC3}" srcOrd="0" destOrd="0" presId="urn:microsoft.com/office/officeart/2005/8/layout/lProcess3"/>
    <dgm:cxn modelId="{FC231FFB-12FA-CC4D-89D2-DA731BA50DF3}" srcId="{9BADA52F-D86F-9949-96AD-AC93C46DED13}" destId="{1C377FCE-53AF-F049-9E6B-4F4DB2498998}" srcOrd="0" destOrd="0" parTransId="{038B817F-CCA0-B64A-B4A7-F1F662AA1B58}" sibTransId="{D61E91E6-3955-0A45-A1CC-559B0A32CEA5}"/>
    <dgm:cxn modelId="{5E8075DC-4D3B-4A49-81E4-CFE703F89F6B}" type="presParOf" srcId="{18A301CC-4B87-5B4D-9B37-33E99CB02AD5}" destId="{5A9882FB-165B-774C-9265-E0A32637FC78}" srcOrd="0" destOrd="0" presId="urn:microsoft.com/office/officeart/2005/8/layout/lProcess3"/>
    <dgm:cxn modelId="{AAF01208-000F-8748-9D15-58927A0831BC}" type="presParOf" srcId="{5A9882FB-165B-774C-9265-E0A32637FC78}" destId="{BD54878E-AACA-E743-8865-BF7E10303E09}" srcOrd="0" destOrd="0" presId="urn:microsoft.com/office/officeart/2005/8/layout/lProcess3"/>
    <dgm:cxn modelId="{172086AF-1589-F54F-8BEE-6FE97D1BCD5B}" type="presParOf" srcId="{5A9882FB-165B-774C-9265-E0A32637FC78}" destId="{5D0A17D9-BF67-4A4E-A849-28DF562F78E3}" srcOrd="1" destOrd="0" presId="urn:microsoft.com/office/officeart/2005/8/layout/lProcess3"/>
    <dgm:cxn modelId="{6FA5F24B-C2D1-4247-B4E3-A6ECB02945CC}" type="presParOf" srcId="{5A9882FB-165B-774C-9265-E0A32637FC78}" destId="{1EA32053-837E-FD42-B6AA-709E74252EC3}" srcOrd="2" destOrd="0" presId="urn:microsoft.com/office/officeart/2005/8/layout/lProcess3"/>
    <dgm:cxn modelId="{76F4CBA0-D0DD-724C-80D6-2FF05860079B}" type="presParOf" srcId="{18A301CC-4B87-5B4D-9B37-33E99CB02AD5}" destId="{FD22E1F0-0E4A-6845-B3C2-579EF87508AF}" srcOrd="1" destOrd="0" presId="urn:microsoft.com/office/officeart/2005/8/layout/lProcess3"/>
    <dgm:cxn modelId="{83CBC263-E617-0E46-8E2A-B461096E19A5}" type="presParOf" srcId="{18A301CC-4B87-5B4D-9B37-33E99CB02AD5}" destId="{75DF563D-654B-594F-9577-67A299C38859}" srcOrd="2" destOrd="0" presId="urn:microsoft.com/office/officeart/2005/8/layout/lProcess3"/>
    <dgm:cxn modelId="{35B6C537-4320-4247-8F57-9C99CF1C5CBD}" type="presParOf" srcId="{75DF563D-654B-594F-9577-67A299C38859}" destId="{608A08CF-3A61-8342-BF5B-17C3D8BC3727}" srcOrd="0" destOrd="0" presId="urn:microsoft.com/office/officeart/2005/8/layout/lProcess3"/>
    <dgm:cxn modelId="{B4A0CB6A-F989-DD4B-9ECB-390CE6C6C24A}" type="presParOf" srcId="{75DF563D-654B-594F-9577-67A299C38859}" destId="{5EF1F13B-E572-0A4C-B722-353FD6AD340D}" srcOrd="1" destOrd="0" presId="urn:microsoft.com/office/officeart/2005/8/layout/lProcess3"/>
    <dgm:cxn modelId="{27B7D3C8-F233-424A-B118-DA56C80DDB2F}" type="presParOf" srcId="{75DF563D-654B-594F-9577-67A299C38859}" destId="{30B7A199-2080-9043-92CA-1E1DAB3BC3CC}" srcOrd="2" destOrd="0" presId="urn:microsoft.com/office/officeart/2005/8/layout/lProcess3"/>
    <dgm:cxn modelId="{B596B08E-9C10-EC4C-930D-33DF4720AEF0}" type="presParOf" srcId="{18A301CC-4B87-5B4D-9B37-33E99CB02AD5}" destId="{A7268D75-A557-0A49-A662-6DBB21E71C33}" srcOrd="3" destOrd="0" presId="urn:microsoft.com/office/officeart/2005/8/layout/lProcess3"/>
    <dgm:cxn modelId="{34FA737F-852F-744C-B2FB-6C02D8B7262C}" type="presParOf" srcId="{18A301CC-4B87-5B4D-9B37-33E99CB02AD5}" destId="{6D6AC78D-7A85-834C-95C2-17D0508CF7A4}" srcOrd="4" destOrd="0" presId="urn:microsoft.com/office/officeart/2005/8/layout/lProcess3"/>
    <dgm:cxn modelId="{EAF741DB-5A50-EA4D-BA3B-FB2B3E14B715}" type="presParOf" srcId="{6D6AC78D-7A85-834C-95C2-17D0508CF7A4}" destId="{2438DEAC-274D-2141-839A-9C12FC779A08}" srcOrd="0" destOrd="0" presId="urn:microsoft.com/office/officeart/2005/8/layout/lProcess3"/>
    <dgm:cxn modelId="{FEC9BF7F-6BD5-7B41-8500-72B0B0268E17}" type="presParOf" srcId="{6D6AC78D-7A85-834C-95C2-17D0508CF7A4}" destId="{408CA636-374B-5245-922D-8DF0FBE372CD}" srcOrd="1" destOrd="0" presId="urn:microsoft.com/office/officeart/2005/8/layout/lProcess3"/>
    <dgm:cxn modelId="{5C284BE0-6542-8E40-B5F2-B511173FB039}" type="presParOf" srcId="{6D6AC78D-7A85-834C-95C2-17D0508CF7A4}" destId="{8D43DD08-F4A7-AE46-A094-82B1CFA6D58C}" srcOrd="2" destOrd="0" presId="urn:microsoft.com/office/officeart/2005/8/layout/l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noFill/>
      </dgm:spPr>
      <dgm:t>
        <a:bodyPr rtlCol="1"/>
        <a:lstStyle/>
        <a:p>
          <a:pPr rtl="1">
            <a:lnSpc>
              <a:spcPct val="100000"/>
            </a:lnSpc>
          </a:pPr>
          <a:r>
            <a:rPr lang="ar" sz="1700" dirty="0">
              <a:latin typeface="Sakkal Majalla" panose="02000000000000000000" pitchFamily="2" charset="-78"/>
              <a:cs typeface="Sakkal Majalla" panose="02000000000000000000" pitchFamily="2" charset="-78"/>
            </a:rPr>
            <a:t>ج1 أسباب توظيف موظفين جدد</a:t>
          </a:r>
          <a:endParaRPr lang="en-US" sz="1700"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1700" dirty="0">
              <a:latin typeface="Sakkal Majalla" panose="02000000000000000000" pitchFamily="2" charset="-78"/>
              <a:cs typeface="Sakkal Majalla" panose="02000000000000000000" pitchFamily="2" charset="-78"/>
            </a:rPr>
            <a:t>ج2 عمليات التوظيف والاختيار</a:t>
          </a:r>
          <a:endParaRPr lang="en-US" sz="1700" dirty="0">
            <a:latin typeface="Sakkal Majalla" panose="02000000000000000000" pitchFamily="2" charset="-78"/>
            <a:cs typeface="Sakkal Majalla" panose="02000000000000000000" pitchFamily="2" charset="-78"/>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D26852E-4EBB-497C-89F8-723E96217B92}">
      <dgm:prSet custT="1"/>
      <dgm:spPr/>
      <dgm:t>
        <a:bodyPr rtlCol="1"/>
        <a:lstStyle/>
        <a:p>
          <a:pPr rtl="1">
            <a:lnSpc>
              <a:spcPct val="100000"/>
            </a:lnSpc>
          </a:pPr>
          <a:r>
            <a:rPr lang="ar" sz="1700" dirty="0">
              <a:latin typeface="Sakkal Majalla" panose="02000000000000000000" pitchFamily="2" charset="-78"/>
              <a:cs typeface="Sakkal Majalla" panose="02000000000000000000" pitchFamily="2" charset="-78"/>
            </a:rPr>
            <a:t>ج3 الاعتبارات الأخلاقية والقانونية في عملية التوظيف</a:t>
          </a:r>
          <a:endParaRPr lang="en-US" sz="1700" dirty="0">
            <a:latin typeface="Sakkal Majalla" panose="02000000000000000000" pitchFamily="2" charset="-78"/>
            <a:cs typeface="Sakkal Majalla" panose="02000000000000000000" pitchFamily="2" charset="-78"/>
          </a:endParaRPr>
        </a:p>
      </dgm:t>
    </dgm:pt>
    <dgm:pt modelId="{FF44BC0D-6132-4107-9BDB-91E2E0B05775}" type="parTrans" cxnId="{BC2540DE-653A-4042-BE5C-F0EE87DAF75D}">
      <dgm:prSet/>
      <dgm:spPr/>
      <dgm:t>
        <a:bodyPr rtlCol="1"/>
        <a:lstStyle/>
        <a:p>
          <a:pPr rtl="1"/>
          <a:endParaRPr lang="en-US"/>
        </a:p>
      </dgm:t>
    </dgm:pt>
    <dgm:pt modelId="{28DEC12D-D78E-456D-B314-F141468F4213}" type="sibTrans" cxnId="{BC2540DE-653A-4042-BE5C-F0EE87DAF75D}">
      <dgm:prSet/>
      <dgm:spPr/>
      <dgm:t>
        <a:bodyPr rtlCol="1"/>
        <a:lstStyle/>
        <a:p>
          <a:pPr rtl="1"/>
          <a:endParaRPr lang="en-US"/>
        </a:p>
      </dgm:t>
    </dgm:pt>
    <dgm:pt modelId="{B3E40236-01E4-E849-886D-0AAA9274A51D}">
      <dgm:prSet custT="1"/>
      <dgm:spPr/>
      <dgm:t>
        <a:bodyPr rtlCol="1"/>
        <a:lstStyle/>
        <a:p>
          <a:pPr rtl="1">
            <a:lnSpc>
              <a:spcPct val="100000"/>
            </a:lnSpc>
          </a:pPr>
          <a:r>
            <a:rPr lang="ar" sz="1700" dirty="0">
              <a:latin typeface="Sakkal Majalla" panose="02000000000000000000" pitchFamily="2" charset="-78"/>
              <a:cs typeface="Sakkal Majalla" panose="02000000000000000000" pitchFamily="2" charset="-78"/>
            </a:rPr>
            <a:t>مجالات المحتوى الرئيسة</a:t>
          </a:r>
          <a:endParaRPr lang="en-US" sz="1700" dirty="0">
            <a:latin typeface="Sakkal Majalla" panose="02000000000000000000" pitchFamily="2" charset="-78"/>
            <a:cs typeface="Sakkal Majalla" panose="02000000000000000000" pitchFamily="2" charset="-78"/>
          </a:endParaRPr>
        </a:p>
      </dgm:t>
    </dgm:pt>
    <dgm:pt modelId="{ABB73F2F-33A7-554E-92CF-F3D4CA5C1C45}" type="parTrans" cxnId="{DD1C6DEB-2A23-0046-ADBB-59533B98F33A}">
      <dgm:prSet/>
      <dgm:spPr/>
      <dgm:t>
        <a:bodyPr rtlCol="1"/>
        <a:lstStyle/>
        <a:p>
          <a:pPr rtl="1"/>
          <a:endParaRPr lang="en-GB"/>
        </a:p>
      </dgm:t>
    </dgm:pt>
    <dgm:pt modelId="{E441F681-B033-394A-A6F3-016D54FD861B}" type="sibTrans" cxnId="{DD1C6DEB-2A23-0046-ADBB-59533B98F33A}">
      <dgm:prSet/>
      <dgm:spPr/>
      <dgm:t>
        <a:bodyPr rtlCol="1"/>
        <a:lstStyle/>
        <a:p>
          <a:pPr rtl="1"/>
          <a:endParaRPr lang="en-GB"/>
        </a:p>
      </dgm:t>
    </dgm:pt>
    <dgm:pt modelId="{57E0B8B7-80A4-4D6D-AA7F-342AE6F49DE4}" type="pres">
      <dgm:prSet presAssocID="{273F4FFB-BF9F-4EE8-B58E-FFED8E01943B}" presName="root" presStyleCnt="0">
        <dgm:presLayoutVars>
          <dgm:dir/>
          <dgm:resizeHandles val="exact"/>
        </dgm:presLayoutVars>
      </dgm:prSet>
      <dgm:spPr/>
    </dgm:pt>
    <dgm:pt modelId="{0DAD184A-5A4E-45BA-947B-1282D1947127}" type="pres">
      <dgm:prSet presAssocID="{B3E40236-01E4-E849-886D-0AAA9274A51D}" presName="compNode" presStyleCnt="0"/>
      <dgm:spPr/>
    </dgm:pt>
    <dgm:pt modelId="{EA82447C-A09F-49E0-BA7C-D19BFE7F5D21}" type="pres">
      <dgm:prSet presAssocID="{B3E40236-01E4-E849-886D-0AAA9274A51D}" presName="bgRect" presStyleLbl="bgShp" presStyleIdx="0" presStyleCnt="4"/>
      <dgm:spPr/>
    </dgm:pt>
    <dgm:pt modelId="{F069BA0E-6BC5-4F4F-97B0-334046D80796}" type="pres">
      <dgm:prSet presAssocID="{B3E40236-01E4-E849-886D-0AAA9274A51D}" presName="iconRect" presStyleLbl="node1" presStyleIdx="0" presStyleCnt="4" custLinFactX="300000" custLinFactNeighborX="39358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105A0D9E-76C3-4CF5-845C-B37F39DF362F}" type="pres">
      <dgm:prSet presAssocID="{B3E40236-01E4-E849-886D-0AAA9274A51D}" presName="spaceRect" presStyleCnt="0"/>
      <dgm:spPr/>
    </dgm:pt>
    <dgm:pt modelId="{B2B3E7C3-08CF-4500-8A6C-75773C10FE98}" type="pres">
      <dgm:prSet presAssocID="{B3E40236-01E4-E849-886D-0AAA9274A51D}" presName="parTx" presStyleLbl="revTx" presStyleIdx="0" presStyleCnt="4" custLinFactNeighborX="-28837">
        <dgm:presLayoutVars>
          <dgm:chMax val="0"/>
          <dgm:chPref val="0"/>
        </dgm:presLayoutVars>
      </dgm:prSet>
      <dgm:spPr/>
    </dgm:pt>
    <dgm:pt modelId="{5D3B68A3-5B22-264B-90EB-A9F0AA75BAF2}" type="pres">
      <dgm:prSet presAssocID="{E441F681-B033-394A-A6F3-016D54FD861B}" presName="sibTrans" presStyleCnt="0"/>
      <dgm:spPr/>
    </dgm:pt>
    <dgm:pt modelId="{CC11F0ED-D27D-44E4-BF32-E769F6BC76A0}" type="pres">
      <dgm:prSet presAssocID="{5FE25653-A7BA-47FB-8073-2B4FA7940492}" presName="compNode" presStyleCnt="0"/>
      <dgm:spPr/>
    </dgm:pt>
    <dgm:pt modelId="{1C5A6EAA-054D-4B3D-8248-253F928DB802}" type="pres">
      <dgm:prSet presAssocID="{5FE25653-A7BA-47FB-8073-2B4FA7940492}" presName="bgRect" presStyleLbl="bgShp" presStyleIdx="1" presStyleCnt="4"/>
      <dgm:spPr>
        <a:solidFill>
          <a:schemeClr val="accent5"/>
        </a:solidFill>
      </dgm:spPr>
    </dgm:pt>
    <dgm:pt modelId="{BCD9EDF0-E4D8-45BD-B17D-243ED28F6FB1}" type="pres">
      <dgm:prSet presAssocID="{5FE25653-A7BA-47FB-8073-2B4FA7940492}" presName="iconRect" presStyleLbl="node1" presStyleIdx="1" presStyleCnt="4" custLinFactX="300000" custLinFactNeighborX="39358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AAAAFA4-13EE-4B2A-85DB-3F03E0647516}" type="pres">
      <dgm:prSet presAssocID="{5FE25653-A7BA-47FB-8073-2B4FA7940492}" presName="spaceRect" presStyleCnt="0"/>
      <dgm:spPr/>
    </dgm:pt>
    <dgm:pt modelId="{E8E2BA44-AFD4-473F-ABD8-0CEFF642A732}" type="pres">
      <dgm:prSet presAssocID="{5FE25653-A7BA-47FB-8073-2B4FA7940492}" presName="parTx" presStyleLbl="revTx" presStyleIdx="1" presStyleCnt="4" custLinFactNeighborX="-28388">
        <dgm:presLayoutVars>
          <dgm:chMax val="0"/>
          <dgm:chPref val="0"/>
        </dgm:presLayoutVars>
      </dgm:prSet>
      <dgm:spPr/>
    </dgm:pt>
    <dgm:pt modelId="{5EB71706-488A-4777-BF7B-C29B8CFF2D79}" type="pres">
      <dgm:prSet presAssocID="{FD9ABB40-9682-4D97-B80C-F7F64D08F683}" presName="sibTrans" presStyleCnt="0"/>
      <dgm:spPr/>
    </dgm:pt>
    <dgm:pt modelId="{A26B6FFB-AEB3-4E2B-BF07-7AE4E4FD6391}" type="pres">
      <dgm:prSet presAssocID="{CCCABDE4-D42F-4A79-80D9-607472E8A4AF}" presName="compNode" presStyleCnt="0"/>
      <dgm:spPr/>
    </dgm:pt>
    <dgm:pt modelId="{6227D517-992E-4D07-A0F0-B1790FAA652B}" type="pres">
      <dgm:prSet presAssocID="{CCCABDE4-D42F-4A79-80D9-607472E8A4AF}" presName="bgRect" presStyleLbl="bgShp" presStyleIdx="2" presStyleCnt="4"/>
      <dgm:spPr/>
    </dgm:pt>
    <dgm:pt modelId="{6CD55DE2-2B80-44D0-BBBE-117A6457671C}" type="pres">
      <dgm:prSet presAssocID="{CCCABDE4-D42F-4A79-80D9-607472E8A4AF}" presName="iconRect" presStyleLbl="node1" presStyleIdx="2" presStyleCnt="4" custLinFactX="300000" custLinFactNeighborX="393583"/>
      <dgm:spPr>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list"/>
        </a:ext>
      </dgm:extLst>
    </dgm:pt>
    <dgm:pt modelId="{641F3F23-BD18-4ADE-9390-A9E6A40B0169}" type="pres">
      <dgm:prSet presAssocID="{CCCABDE4-D42F-4A79-80D9-607472E8A4AF}" presName="spaceRect" presStyleCnt="0"/>
      <dgm:spPr/>
    </dgm:pt>
    <dgm:pt modelId="{853A16D4-5485-4EB9-899D-2E179D971C7F}" type="pres">
      <dgm:prSet presAssocID="{CCCABDE4-D42F-4A79-80D9-607472E8A4AF}" presName="parTx" presStyleLbl="revTx" presStyleIdx="2" presStyleCnt="4" custLinFactNeighborX="-28388">
        <dgm:presLayoutVars>
          <dgm:chMax val="0"/>
          <dgm:chPref val="0"/>
        </dgm:presLayoutVars>
      </dgm:prSet>
      <dgm:spPr/>
    </dgm:pt>
    <dgm:pt modelId="{C6444E11-8150-4DB9-9652-44798132BD97}" type="pres">
      <dgm:prSet presAssocID="{F2E7893A-50A6-440B-AD9A-267ED4D45C29}" presName="sibTrans" presStyleCnt="0"/>
      <dgm:spPr/>
    </dgm:pt>
    <dgm:pt modelId="{ABC0C39B-BB5A-4260-9F3B-3F588E34920B}" type="pres">
      <dgm:prSet presAssocID="{CD26852E-4EBB-497C-89F8-723E96217B92}" presName="compNode" presStyleCnt="0"/>
      <dgm:spPr/>
    </dgm:pt>
    <dgm:pt modelId="{3781B64D-BC11-491A-B751-2B59376B54BF}" type="pres">
      <dgm:prSet presAssocID="{CD26852E-4EBB-497C-89F8-723E96217B92}" presName="bgRect" presStyleLbl="bgShp" presStyleIdx="3" presStyleCnt="4"/>
      <dgm:spPr>
        <a:solidFill>
          <a:schemeClr val="accent5"/>
        </a:solidFill>
      </dgm:spPr>
    </dgm:pt>
    <dgm:pt modelId="{E111C25C-D7EE-4CC1-BA7F-E3E6B058CAB1}" type="pres">
      <dgm:prSet presAssocID="{CD26852E-4EBB-497C-89F8-723E96217B92}" presName="iconRect" presStyleLbl="node1" presStyleIdx="3" presStyleCnt="4" custLinFactX="300000" custLinFactNeighborX="393583"/>
      <dgm:spPr>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andshake"/>
        </a:ext>
      </dgm:extLst>
    </dgm:pt>
    <dgm:pt modelId="{0BB76497-7760-467D-A90F-F260E499DF87}" type="pres">
      <dgm:prSet presAssocID="{CD26852E-4EBB-497C-89F8-723E96217B92}" presName="spaceRect" presStyleCnt="0"/>
      <dgm:spPr/>
    </dgm:pt>
    <dgm:pt modelId="{A9C9025B-3B46-4590-9B5B-9D17A40C7730}" type="pres">
      <dgm:prSet presAssocID="{CD26852E-4EBB-497C-89F8-723E96217B92}" presName="parTx" presStyleLbl="revTx" presStyleIdx="3" presStyleCnt="4" custLinFactNeighborX="-28388">
        <dgm:presLayoutVars>
          <dgm:chMax val="0"/>
          <dgm:chPref val="0"/>
        </dgm:presLayoutVars>
      </dgm:prSet>
      <dgm:spPr/>
    </dgm:pt>
  </dgm:ptLst>
  <dgm:cxnLst>
    <dgm:cxn modelId="{37130502-34D2-ED47-B49A-A25C975C5734}" type="presOf" srcId="{CD26852E-4EBB-497C-89F8-723E96217B92}" destId="{A9C9025B-3B46-4590-9B5B-9D17A40C7730}" srcOrd="0" destOrd="0" presId="urn:microsoft.com/office/officeart/2018/2/layout/IconVerticalSolidList"/>
    <dgm:cxn modelId="{2A0C2303-6DF6-4B31-916D-18CE0E3115D3}" srcId="{273F4FFB-BF9F-4EE8-B58E-FFED8E01943B}" destId="{5FE25653-A7BA-47FB-8073-2B4FA7940492}" srcOrd="1" destOrd="0" parTransId="{2FF7EEA5-BA7F-4838-809B-A6AA6FFC522A}" sibTransId="{FD9ABB40-9682-4D97-B80C-F7F64D08F683}"/>
    <dgm:cxn modelId="{5D57443C-53FD-714A-8C65-EF1B285B4EC0}" type="presOf" srcId="{273F4FFB-BF9F-4EE8-B58E-FFED8E01943B}" destId="{57E0B8B7-80A4-4D6D-AA7F-342AE6F49DE4}" srcOrd="0" destOrd="0" presId="urn:microsoft.com/office/officeart/2018/2/layout/IconVerticalSolidList"/>
    <dgm:cxn modelId="{DC7B8857-98DF-624E-A1AF-1895FBDD1916}" type="presOf" srcId="{5FE25653-A7BA-47FB-8073-2B4FA7940492}" destId="{E8E2BA44-AFD4-473F-ABD8-0CEFF642A732}" srcOrd="0" destOrd="0" presId="urn:microsoft.com/office/officeart/2018/2/layout/IconVerticalSolidList"/>
    <dgm:cxn modelId="{1154BE59-1B58-418C-9504-EC0D688BA33C}" srcId="{273F4FFB-BF9F-4EE8-B58E-FFED8E01943B}" destId="{CCCABDE4-D42F-4A79-80D9-607472E8A4AF}" srcOrd="2" destOrd="0" parTransId="{EAAD90EE-0E21-4401-A75A-1643B5084443}" sibTransId="{F2E7893A-50A6-440B-AD9A-267ED4D45C29}"/>
    <dgm:cxn modelId="{3CB507A5-5966-3343-B546-0A34556AB381}" type="presOf" srcId="{CCCABDE4-D42F-4A79-80D9-607472E8A4AF}" destId="{853A16D4-5485-4EB9-899D-2E179D971C7F}" srcOrd="0" destOrd="0" presId="urn:microsoft.com/office/officeart/2018/2/layout/IconVerticalSolidList"/>
    <dgm:cxn modelId="{BC2540DE-653A-4042-BE5C-F0EE87DAF75D}" srcId="{273F4FFB-BF9F-4EE8-B58E-FFED8E01943B}" destId="{CD26852E-4EBB-497C-89F8-723E96217B92}" srcOrd="3" destOrd="0" parTransId="{FF44BC0D-6132-4107-9BDB-91E2E0B05775}" sibTransId="{28DEC12D-D78E-456D-B314-F141468F4213}"/>
    <dgm:cxn modelId="{DD1C6DEB-2A23-0046-ADBB-59533B98F33A}" srcId="{273F4FFB-BF9F-4EE8-B58E-FFED8E01943B}" destId="{B3E40236-01E4-E849-886D-0AAA9274A51D}" srcOrd="0" destOrd="0" parTransId="{ABB73F2F-33A7-554E-92CF-F3D4CA5C1C45}" sibTransId="{E441F681-B033-394A-A6F3-016D54FD861B}"/>
    <dgm:cxn modelId="{D47906FD-0969-4B4E-BBAF-1108BE96F49E}" type="presOf" srcId="{B3E40236-01E4-E849-886D-0AAA9274A51D}" destId="{B2B3E7C3-08CF-4500-8A6C-75773C10FE98}" srcOrd="0" destOrd="0" presId="urn:microsoft.com/office/officeart/2018/2/layout/IconVerticalSolidList"/>
    <dgm:cxn modelId="{09254415-E612-2D44-9247-858FE908BCB0}" type="presParOf" srcId="{57E0B8B7-80A4-4D6D-AA7F-342AE6F49DE4}" destId="{0DAD184A-5A4E-45BA-947B-1282D1947127}" srcOrd="0" destOrd="0" presId="urn:microsoft.com/office/officeart/2018/2/layout/IconVerticalSolidList"/>
    <dgm:cxn modelId="{BF60F0EB-371F-694C-B955-3904BB3A6AFE}" type="presParOf" srcId="{0DAD184A-5A4E-45BA-947B-1282D1947127}" destId="{EA82447C-A09F-49E0-BA7C-D19BFE7F5D21}" srcOrd="0" destOrd="0" presId="urn:microsoft.com/office/officeart/2018/2/layout/IconVerticalSolidList"/>
    <dgm:cxn modelId="{5E73464C-F013-6E4D-99D4-2C87F0DC7C2C}" type="presParOf" srcId="{0DAD184A-5A4E-45BA-947B-1282D1947127}" destId="{F069BA0E-6BC5-4F4F-97B0-334046D80796}" srcOrd="1" destOrd="0" presId="urn:microsoft.com/office/officeart/2018/2/layout/IconVerticalSolidList"/>
    <dgm:cxn modelId="{E1510EFF-AD62-3848-A3CB-A58F4872F40B}" type="presParOf" srcId="{0DAD184A-5A4E-45BA-947B-1282D1947127}" destId="{105A0D9E-76C3-4CF5-845C-B37F39DF362F}" srcOrd="2" destOrd="0" presId="urn:microsoft.com/office/officeart/2018/2/layout/IconVerticalSolidList"/>
    <dgm:cxn modelId="{710F23D1-4C51-9248-8FDE-6928918C52F5}" type="presParOf" srcId="{0DAD184A-5A4E-45BA-947B-1282D1947127}" destId="{B2B3E7C3-08CF-4500-8A6C-75773C10FE98}" srcOrd="3" destOrd="0" presId="urn:microsoft.com/office/officeart/2018/2/layout/IconVerticalSolidList"/>
    <dgm:cxn modelId="{4CF778A0-4131-984A-9EE6-8C46A60C9F2F}" type="presParOf" srcId="{57E0B8B7-80A4-4D6D-AA7F-342AE6F49DE4}" destId="{5D3B68A3-5B22-264B-90EB-A9F0AA75BAF2}" srcOrd="1" destOrd="0" presId="urn:microsoft.com/office/officeart/2018/2/layout/IconVerticalSolidList"/>
    <dgm:cxn modelId="{4A475ACD-9563-C842-8649-C1A16E158501}" type="presParOf" srcId="{57E0B8B7-80A4-4D6D-AA7F-342AE6F49DE4}" destId="{CC11F0ED-D27D-44E4-BF32-E769F6BC76A0}" srcOrd="2" destOrd="0" presId="urn:microsoft.com/office/officeart/2018/2/layout/IconVerticalSolidList"/>
    <dgm:cxn modelId="{C946A1EF-05C5-FD42-955D-C12E9ACB8143}" type="presParOf" srcId="{CC11F0ED-D27D-44E4-BF32-E769F6BC76A0}" destId="{1C5A6EAA-054D-4B3D-8248-253F928DB802}" srcOrd="0" destOrd="0" presId="urn:microsoft.com/office/officeart/2018/2/layout/IconVerticalSolidList"/>
    <dgm:cxn modelId="{EDCA6AD4-7CE5-D048-9207-EEEC8210F24C}" type="presParOf" srcId="{CC11F0ED-D27D-44E4-BF32-E769F6BC76A0}" destId="{BCD9EDF0-E4D8-45BD-B17D-243ED28F6FB1}" srcOrd="1" destOrd="0" presId="urn:microsoft.com/office/officeart/2018/2/layout/IconVerticalSolidList"/>
    <dgm:cxn modelId="{D6F6A6FE-7992-AE49-B81E-32D6D8B5BDAB}" type="presParOf" srcId="{CC11F0ED-D27D-44E4-BF32-E769F6BC76A0}" destId="{AAAAAFA4-13EE-4B2A-85DB-3F03E0647516}" srcOrd="2" destOrd="0" presId="urn:microsoft.com/office/officeart/2018/2/layout/IconVerticalSolidList"/>
    <dgm:cxn modelId="{7F139D26-E86C-A441-A1E7-9C09D615FAFF}" type="presParOf" srcId="{CC11F0ED-D27D-44E4-BF32-E769F6BC76A0}" destId="{E8E2BA44-AFD4-473F-ABD8-0CEFF642A732}" srcOrd="3" destOrd="0" presId="urn:microsoft.com/office/officeart/2018/2/layout/IconVerticalSolidList"/>
    <dgm:cxn modelId="{A332B893-44E6-5346-8775-3CA83EAA42B4}" type="presParOf" srcId="{57E0B8B7-80A4-4D6D-AA7F-342AE6F49DE4}" destId="{5EB71706-488A-4777-BF7B-C29B8CFF2D79}" srcOrd="3" destOrd="0" presId="urn:microsoft.com/office/officeart/2018/2/layout/IconVerticalSolidList"/>
    <dgm:cxn modelId="{15872844-E354-B045-91DF-7B81A2BC572D}" type="presParOf" srcId="{57E0B8B7-80A4-4D6D-AA7F-342AE6F49DE4}" destId="{A26B6FFB-AEB3-4E2B-BF07-7AE4E4FD6391}" srcOrd="4" destOrd="0" presId="urn:microsoft.com/office/officeart/2018/2/layout/IconVerticalSolidList"/>
    <dgm:cxn modelId="{E77680DE-C554-0444-A5F8-44C2E2B2A13F}" type="presParOf" srcId="{A26B6FFB-AEB3-4E2B-BF07-7AE4E4FD6391}" destId="{6227D517-992E-4D07-A0F0-B1790FAA652B}" srcOrd="0" destOrd="0" presId="urn:microsoft.com/office/officeart/2018/2/layout/IconVerticalSolidList"/>
    <dgm:cxn modelId="{AD6A2168-0546-A44C-A11B-356015B63E3E}" type="presParOf" srcId="{A26B6FFB-AEB3-4E2B-BF07-7AE4E4FD6391}" destId="{6CD55DE2-2B80-44D0-BBBE-117A6457671C}" srcOrd="1" destOrd="0" presId="urn:microsoft.com/office/officeart/2018/2/layout/IconVerticalSolidList"/>
    <dgm:cxn modelId="{B58BB095-CF44-8A46-B935-13900658FD4F}" type="presParOf" srcId="{A26B6FFB-AEB3-4E2B-BF07-7AE4E4FD6391}" destId="{641F3F23-BD18-4ADE-9390-A9E6A40B0169}" srcOrd="2" destOrd="0" presId="urn:microsoft.com/office/officeart/2018/2/layout/IconVerticalSolidList"/>
    <dgm:cxn modelId="{1E900670-3FC9-1541-BF32-BD8CCD287512}" type="presParOf" srcId="{A26B6FFB-AEB3-4E2B-BF07-7AE4E4FD6391}" destId="{853A16D4-5485-4EB9-899D-2E179D971C7F}" srcOrd="3" destOrd="0" presId="urn:microsoft.com/office/officeart/2018/2/layout/IconVerticalSolidList"/>
    <dgm:cxn modelId="{89E2FDA9-05B0-F74A-ACFE-D1AF420ED313}" type="presParOf" srcId="{57E0B8B7-80A4-4D6D-AA7F-342AE6F49DE4}" destId="{C6444E11-8150-4DB9-9652-44798132BD97}" srcOrd="5" destOrd="0" presId="urn:microsoft.com/office/officeart/2018/2/layout/IconVerticalSolidList"/>
    <dgm:cxn modelId="{AE560FDF-5132-FA48-A4DE-E2E8C7AEE340}" type="presParOf" srcId="{57E0B8B7-80A4-4D6D-AA7F-342AE6F49DE4}" destId="{ABC0C39B-BB5A-4260-9F3B-3F588E34920B}" srcOrd="6" destOrd="0" presId="urn:microsoft.com/office/officeart/2018/2/layout/IconVerticalSolidList"/>
    <dgm:cxn modelId="{0D9D77F6-9DBF-414C-821C-2392FE262F9F}" type="presParOf" srcId="{ABC0C39B-BB5A-4260-9F3B-3F588E34920B}" destId="{3781B64D-BC11-491A-B751-2B59376B54BF}" srcOrd="0" destOrd="0" presId="urn:microsoft.com/office/officeart/2018/2/layout/IconVerticalSolidList"/>
    <dgm:cxn modelId="{42CB365F-C5B2-6342-80EB-4D21175FCBEE}" type="presParOf" srcId="{ABC0C39B-BB5A-4260-9F3B-3F588E34920B}" destId="{E111C25C-D7EE-4CC1-BA7F-E3E6B058CAB1}" srcOrd="1" destOrd="0" presId="urn:microsoft.com/office/officeart/2018/2/layout/IconVerticalSolidList"/>
    <dgm:cxn modelId="{CF331B95-59EF-7D41-B17C-C3353237D9DB}" type="presParOf" srcId="{ABC0C39B-BB5A-4260-9F3B-3F588E34920B}" destId="{0BB76497-7760-467D-A90F-F260E499DF87}" srcOrd="2" destOrd="0" presId="urn:microsoft.com/office/officeart/2018/2/layout/IconVerticalSolidList"/>
    <dgm:cxn modelId="{EFFD8ED8-D839-4C4E-9507-56805F3A53FF}" type="presParOf" srcId="{ABC0C39B-BB5A-4260-9F3B-3F588E34920B}" destId="{A9C9025B-3B46-4590-9B5B-9D17A40C773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2369384-B28A-FD49-BC42-16F752782AA2}" type="doc">
      <dgm:prSet loTypeId="urn:microsoft.com/office/officeart/2005/8/layout/default" loCatId="relationship" qsTypeId="urn:microsoft.com/office/officeart/2005/8/quickstyle/3d2" qsCatId="3D" csTypeId="urn:microsoft.com/office/officeart/2005/8/colors/accent1_2" csCatId="accent1" phldr="1"/>
      <dgm:spPr/>
      <dgm:t>
        <a:bodyPr rtlCol="1"/>
        <a:lstStyle/>
        <a:p>
          <a:pPr rtl="1"/>
          <a:endParaRPr lang="en-GB"/>
        </a:p>
      </dgm:t>
    </dgm:pt>
    <dgm:pt modelId="{0BA5B197-C8D0-C046-A357-091449B1416F}">
      <dgm:prSet/>
      <dgm:spPr/>
      <dgm:t>
        <a:bodyPr rtlCol="1"/>
        <a:lstStyle/>
        <a:p>
          <a:pPr rtl="1"/>
          <a:r>
            <a:rPr lang="ar" b="1" dirty="0">
              <a:solidFill>
                <a:schemeClr val="accent4"/>
              </a:solidFill>
              <a:latin typeface="Sakkal Majalla" panose="02000000000000000000" pitchFamily="2" charset="-78"/>
              <a:cs typeface="Sakkal Majalla" panose="02000000000000000000" pitchFamily="2" charset="-78"/>
            </a:rPr>
            <a:t>إعلان الوظيفة</a:t>
          </a:r>
          <a:r>
            <a:rPr lang="ar" dirty="0">
              <a:solidFill>
                <a:schemeClr val="accent4"/>
              </a:solidFill>
              <a:latin typeface="Sakkal Majalla" panose="02000000000000000000" pitchFamily="2" charset="-78"/>
              <a:cs typeface="Sakkal Majalla" panose="02000000000000000000" pitchFamily="2" charset="-78"/>
            </a:rPr>
            <a:t> - يُوضع داخليًا أو خارجيًا </a:t>
          </a:r>
          <a:endParaRPr lang="en-GB" dirty="0">
            <a:solidFill>
              <a:schemeClr val="accent4"/>
            </a:solidFill>
            <a:latin typeface="Sakkal Majalla" panose="02000000000000000000" pitchFamily="2" charset="-78"/>
            <a:cs typeface="Sakkal Majalla" panose="02000000000000000000" pitchFamily="2" charset="-78"/>
          </a:endParaRPr>
        </a:p>
      </dgm:t>
    </dgm:pt>
    <dgm:pt modelId="{CBAE7F80-2381-8F49-B5E0-7346B110F73B}" type="parTrans" cxnId="{4A054A84-3BB1-3F43-A46F-1714A76EE1DB}">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A863FD6B-CA0E-5248-BDC1-B302685A236F}" type="sibTrans" cxnId="{4A054A84-3BB1-3F43-A46F-1714A76EE1DB}">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1D0CDA1C-1D20-A748-912F-9F72596948DE}">
      <dgm:prSet/>
      <dgm:spPr>
        <a:solidFill>
          <a:schemeClr val="accent6">
            <a:lumMod val="20000"/>
            <a:lumOff val="80000"/>
          </a:schemeClr>
        </a:solidFill>
      </dgm:spPr>
      <dgm:t>
        <a:bodyPr rtlCol="1"/>
        <a:lstStyle/>
        <a:p>
          <a:pPr rtl="1"/>
          <a:r>
            <a:rPr lang="ar" b="1" dirty="0">
              <a:solidFill>
                <a:schemeClr val="accent4"/>
              </a:solidFill>
              <a:latin typeface="Sakkal Majalla" panose="02000000000000000000" pitchFamily="2" charset="-78"/>
              <a:cs typeface="Sakkal Majalla" panose="02000000000000000000" pitchFamily="2" charset="-78"/>
            </a:rPr>
            <a:t>تحليل الوظيفة</a:t>
          </a:r>
          <a:r>
            <a:rPr lang="ar" dirty="0">
              <a:solidFill>
                <a:schemeClr val="accent4"/>
              </a:solidFill>
              <a:latin typeface="Sakkal Majalla" panose="02000000000000000000" pitchFamily="2" charset="-78"/>
              <a:cs typeface="Sakkal Majalla" panose="02000000000000000000" pitchFamily="2" charset="-78"/>
            </a:rPr>
            <a:t> - يُستخدم لكتابة الوصف الوظيفي ومواصفات الشخص</a:t>
          </a:r>
          <a:endParaRPr lang="en-GB" dirty="0">
            <a:solidFill>
              <a:schemeClr val="accent4"/>
            </a:solidFill>
            <a:latin typeface="Sakkal Majalla" panose="02000000000000000000" pitchFamily="2" charset="-78"/>
            <a:cs typeface="Sakkal Majalla" panose="02000000000000000000" pitchFamily="2" charset="-78"/>
          </a:endParaRPr>
        </a:p>
      </dgm:t>
    </dgm:pt>
    <dgm:pt modelId="{F32619ED-6577-F443-A747-E49E353748DD}" type="parTrans" cxnId="{8F059EB5-085C-3141-AFAB-CAB3B087DF99}">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25AB8B16-528F-6E45-A562-D972863B95A6}" type="sibTrans" cxnId="{8F059EB5-085C-3141-AFAB-CAB3B087DF99}">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BC77745D-E029-BA4C-9385-4E79643840F2}">
      <dgm:prSet/>
      <dgm:spPr/>
      <dgm:t>
        <a:bodyPr rtlCol="1"/>
        <a:lstStyle/>
        <a:p>
          <a:pPr rtl="1"/>
          <a:r>
            <a:rPr lang="ar" b="1" dirty="0">
              <a:solidFill>
                <a:schemeClr val="accent4"/>
              </a:solidFill>
              <a:latin typeface="Sakkal Majalla" panose="02000000000000000000" pitchFamily="2" charset="-78"/>
              <a:cs typeface="Sakkal Majalla" panose="02000000000000000000" pitchFamily="2" charset="-78"/>
            </a:rPr>
            <a:t>الوصف الوظيفي</a:t>
          </a:r>
          <a:r>
            <a:rPr lang="ar" dirty="0">
              <a:solidFill>
                <a:schemeClr val="accent4"/>
              </a:solidFill>
              <a:latin typeface="Sakkal Majalla" panose="02000000000000000000" pitchFamily="2" charset="-78"/>
              <a:cs typeface="Sakkal Majalla" panose="02000000000000000000" pitchFamily="2" charset="-78"/>
            </a:rPr>
            <a:t> – يعرض محتوى مهام ومسؤوليات الوظيفة</a:t>
          </a:r>
          <a:endParaRPr lang="en-GB" dirty="0">
            <a:solidFill>
              <a:schemeClr val="accent4"/>
            </a:solidFill>
            <a:latin typeface="Sakkal Majalla" panose="02000000000000000000" pitchFamily="2" charset="-78"/>
            <a:cs typeface="Sakkal Majalla" panose="02000000000000000000" pitchFamily="2" charset="-78"/>
          </a:endParaRPr>
        </a:p>
      </dgm:t>
    </dgm:pt>
    <dgm:pt modelId="{97D38463-367B-9B41-88BA-2FDFFCF21773}" type="parTrans" cxnId="{007445AD-8A33-E949-8ACB-9D0F55543CB3}">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9F2F8ED4-3C63-BF4A-B98C-0F12040A40B7}" type="sibTrans" cxnId="{007445AD-8A33-E949-8ACB-9D0F55543CB3}">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F207CEA5-197F-AC4C-9384-F39B77A034BB}">
      <dgm:prSet/>
      <dgm:spPr>
        <a:solidFill>
          <a:schemeClr val="accent6">
            <a:lumMod val="20000"/>
            <a:lumOff val="80000"/>
          </a:schemeClr>
        </a:solidFill>
      </dgm:spPr>
      <dgm:t>
        <a:bodyPr rtlCol="1"/>
        <a:lstStyle/>
        <a:p>
          <a:pPr rtl="1"/>
          <a:r>
            <a:rPr lang="ar" b="1" dirty="0">
              <a:solidFill>
                <a:schemeClr val="accent4"/>
              </a:solidFill>
              <a:latin typeface="Sakkal Majalla" panose="02000000000000000000" pitchFamily="2" charset="-78"/>
              <a:cs typeface="Sakkal Majalla" panose="02000000000000000000" pitchFamily="2" charset="-78"/>
            </a:rPr>
            <a:t>مواصفات الشخص</a:t>
          </a:r>
          <a:r>
            <a:rPr lang="ar" dirty="0">
              <a:solidFill>
                <a:schemeClr val="accent4"/>
              </a:solidFill>
              <a:latin typeface="Sakkal Majalla" panose="02000000000000000000" pitchFamily="2" charset="-78"/>
              <a:cs typeface="Sakkal Majalla" panose="02000000000000000000" pitchFamily="2" charset="-78"/>
            </a:rPr>
            <a:t> - تُظهر المهارات والسمات الأساسية والمرغوبة</a:t>
          </a:r>
        </a:p>
      </dgm:t>
    </dgm:pt>
    <dgm:pt modelId="{F8C5C1AC-0124-5341-96B2-52A08D5F3500}" type="parTrans" cxnId="{6C45ACD1-4F3F-D744-A925-7633FC832CE3}">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03CA0F73-32D2-9248-86B7-B9F166FDD304}" type="sibTrans" cxnId="{6C45ACD1-4F3F-D744-A925-7633FC832CE3}">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DB454198-31CC-B54B-AA96-F5D97B78FE20}">
      <dgm:prSet/>
      <dgm:spPr/>
      <dgm:t>
        <a:bodyPr rtlCol="1"/>
        <a:lstStyle/>
        <a:p>
          <a:pPr rtl="1"/>
          <a:r>
            <a:rPr lang="ar" b="1" dirty="0">
              <a:solidFill>
                <a:schemeClr val="accent4"/>
              </a:solidFill>
              <a:latin typeface="Sakkal Majalla" panose="02000000000000000000" pitchFamily="2" charset="-78"/>
              <a:cs typeface="Sakkal Majalla" panose="02000000000000000000" pitchFamily="2" charset="-78"/>
            </a:rPr>
            <a:t>السيرة الذاتية </a:t>
          </a:r>
          <a:r>
            <a:rPr lang="ar" dirty="0">
              <a:solidFill>
                <a:schemeClr val="accent4"/>
              </a:solidFill>
              <a:latin typeface="Sakkal Majalla" panose="02000000000000000000" pitchFamily="2" charset="-78"/>
              <a:cs typeface="Sakkal Majalla" panose="02000000000000000000" pitchFamily="2" charset="-78"/>
            </a:rPr>
            <a:t> - نظرة عامة على مهارات المتقدمين وخبراتهم ومؤهلاتهم</a:t>
          </a:r>
        </a:p>
      </dgm:t>
    </dgm:pt>
    <dgm:pt modelId="{4B76360F-2FC8-F843-9A9C-8290926D3A55}" type="parTrans" cxnId="{553173D6-DD3A-2A43-9086-8D83B79CFA24}">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E01DA801-056E-1641-BC62-83E8E7EA8745}" type="sibTrans" cxnId="{553173D6-DD3A-2A43-9086-8D83B79CFA24}">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3C6F8CD6-A846-5743-96F6-8129B9FE826D}">
      <dgm:prSet/>
      <dgm:spPr/>
      <dgm:t>
        <a:bodyPr rtlCol="1"/>
        <a:lstStyle/>
        <a:p>
          <a:pPr rtl="1"/>
          <a:r>
            <a:rPr lang="ar" b="1" dirty="0">
              <a:solidFill>
                <a:schemeClr val="accent4"/>
              </a:solidFill>
              <a:latin typeface="Sakkal Majalla" panose="02000000000000000000" pitchFamily="2" charset="-78"/>
              <a:cs typeface="Sakkal Majalla" panose="02000000000000000000" pitchFamily="2" charset="-78"/>
            </a:rPr>
            <a:t>خطاب التقديم</a:t>
          </a:r>
          <a:r>
            <a:rPr lang="ar" dirty="0">
              <a:solidFill>
                <a:schemeClr val="accent4"/>
              </a:solidFill>
              <a:latin typeface="Sakkal Majalla" panose="02000000000000000000" pitchFamily="2" charset="-78"/>
              <a:cs typeface="Sakkal Majalla" panose="02000000000000000000" pitchFamily="2" charset="-78"/>
            </a:rPr>
            <a:t> - يسلط الضوء على سبب ملاءمة مقدم الطلب للوظيفة المعلن عنها</a:t>
          </a:r>
          <a:endParaRPr lang="en-GB" dirty="0">
            <a:solidFill>
              <a:schemeClr val="accent4"/>
            </a:solidFill>
            <a:latin typeface="Sakkal Majalla" panose="02000000000000000000" pitchFamily="2" charset="-78"/>
            <a:cs typeface="Sakkal Majalla" panose="02000000000000000000" pitchFamily="2" charset="-78"/>
          </a:endParaRPr>
        </a:p>
      </dgm:t>
    </dgm:pt>
    <dgm:pt modelId="{C0DCD34C-1987-FC4A-8273-7812D56E4C18}" type="parTrans" cxnId="{516D0690-C17D-4D42-88EE-CF3EB51217DD}">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E1A8A5BB-B631-024F-8B6C-59D483DC4FAB}" type="sibTrans" cxnId="{516D0690-C17D-4D42-88EE-CF3EB51217DD}">
      <dgm:prSet/>
      <dgm:spPr/>
      <dgm:t>
        <a:bodyPr rtlCol="1"/>
        <a:lstStyle/>
        <a:p>
          <a:pPr rtl="1"/>
          <a:endParaRPr lang="en-GB">
            <a:solidFill>
              <a:schemeClr val="accent4"/>
            </a:solidFill>
            <a:latin typeface="Arial" panose="020B0604020202020204" pitchFamily="34" charset="0"/>
            <a:cs typeface="Arial" panose="020B0604020202020204" pitchFamily="34" charset="0"/>
          </a:endParaRPr>
        </a:p>
      </dgm:t>
    </dgm:pt>
    <dgm:pt modelId="{6881D167-6E82-7C45-B2EF-4BFFBA89676D}">
      <dgm:prSet/>
      <dgm:spPr/>
      <dgm:t>
        <a:bodyPr rtlCol="1"/>
        <a:lstStyle/>
        <a:p>
          <a:pPr rtl="1"/>
          <a:r>
            <a:rPr lang="ar" b="1" dirty="0">
              <a:solidFill>
                <a:schemeClr val="accent4"/>
              </a:solidFill>
              <a:latin typeface="Sakkal Majalla" panose="02000000000000000000" pitchFamily="2" charset="-78"/>
              <a:cs typeface="Sakkal Majalla" panose="02000000000000000000" pitchFamily="2" charset="-78"/>
            </a:rPr>
            <a:t>مستندات التوظيف عبر الإنترنت</a:t>
          </a:r>
          <a:r>
            <a:rPr lang="ar" dirty="0">
              <a:solidFill>
                <a:schemeClr val="accent4"/>
              </a:solidFill>
              <a:latin typeface="Sakkal Majalla" panose="02000000000000000000" pitchFamily="2" charset="-78"/>
              <a:cs typeface="Sakkal Majalla" panose="02000000000000000000" pitchFamily="2" charset="-78"/>
            </a:rPr>
            <a:t> - الإعلانات عبر الإنترنت ونماذج الطلبات</a:t>
          </a:r>
        </a:p>
      </dgm:t>
    </dgm:pt>
    <dgm:pt modelId="{F645A036-4ADE-E749-9231-47E72C81CF1B}" type="parTrans" cxnId="{8FDD251F-F207-834E-9EA7-AF085C7BF313}">
      <dgm:prSet/>
      <dgm:spPr/>
      <dgm:t>
        <a:bodyPr rtlCol="1"/>
        <a:lstStyle/>
        <a:p>
          <a:pPr rtl="1"/>
          <a:endParaRPr lang="en-GB">
            <a:solidFill>
              <a:schemeClr val="accent4"/>
            </a:solidFill>
          </a:endParaRPr>
        </a:p>
      </dgm:t>
    </dgm:pt>
    <dgm:pt modelId="{2D15EAE7-E885-5B49-B333-D7FC9D68C330}" type="sibTrans" cxnId="{8FDD251F-F207-834E-9EA7-AF085C7BF313}">
      <dgm:prSet/>
      <dgm:spPr/>
      <dgm:t>
        <a:bodyPr rtlCol="1"/>
        <a:lstStyle/>
        <a:p>
          <a:pPr rtl="1"/>
          <a:endParaRPr lang="en-GB">
            <a:solidFill>
              <a:schemeClr val="accent4"/>
            </a:solidFill>
          </a:endParaRPr>
        </a:p>
      </dgm:t>
    </dgm:pt>
    <dgm:pt modelId="{D2FD4E39-92CA-5149-998D-A6E73095EE64}">
      <dgm:prSet/>
      <dgm:spPr>
        <a:solidFill>
          <a:schemeClr val="accent6">
            <a:lumMod val="20000"/>
            <a:lumOff val="80000"/>
          </a:schemeClr>
        </a:solidFill>
      </dgm:spPr>
      <dgm:t>
        <a:bodyPr rtlCol="1"/>
        <a:lstStyle/>
        <a:p>
          <a:pPr rtl="1"/>
          <a:r>
            <a:rPr lang="ar" b="1" dirty="0">
              <a:solidFill>
                <a:schemeClr val="accent4"/>
              </a:solidFill>
              <a:latin typeface="Sakkal Majalla" panose="02000000000000000000" pitchFamily="2" charset="-78"/>
              <a:cs typeface="Sakkal Majalla" panose="02000000000000000000" pitchFamily="2" charset="-78"/>
            </a:rPr>
            <a:t>نماذج الطلب </a:t>
          </a:r>
          <a:r>
            <a:rPr lang="ar" dirty="0">
              <a:solidFill>
                <a:schemeClr val="accent4"/>
              </a:solidFill>
              <a:latin typeface="Sakkal Majalla" panose="02000000000000000000" pitchFamily="2" charset="-78"/>
              <a:cs typeface="Sakkal Majalla" panose="02000000000000000000" pitchFamily="2" charset="-78"/>
            </a:rPr>
            <a:t>– النموذج القياسي الذي يجب يملأه جميع المتقدمين</a:t>
          </a:r>
          <a:endParaRPr lang="en-GB" dirty="0">
            <a:solidFill>
              <a:schemeClr val="accent4"/>
            </a:solidFill>
          </a:endParaRPr>
        </a:p>
      </dgm:t>
    </dgm:pt>
    <dgm:pt modelId="{F99EC253-D5B8-F34C-8A18-CABCC61E75F9}" type="parTrans" cxnId="{984DA0F0-0B0F-0442-BF4A-2AAE2D82EA72}">
      <dgm:prSet/>
      <dgm:spPr/>
      <dgm:t>
        <a:bodyPr rtlCol="1"/>
        <a:lstStyle/>
        <a:p>
          <a:pPr rtl="1"/>
          <a:endParaRPr lang="en-GB">
            <a:solidFill>
              <a:schemeClr val="accent4"/>
            </a:solidFill>
          </a:endParaRPr>
        </a:p>
      </dgm:t>
    </dgm:pt>
    <dgm:pt modelId="{BDE92258-63A1-9B45-BF26-BBA0213ADDCF}" type="sibTrans" cxnId="{984DA0F0-0B0F-0442-BF4A-2AAE2D82EA72}">
      <dgm:prSet/>
      <dgm:spPr/>
      <dgm:t>
        <a:bodyPr rtlCol="1"/>
        <a:lstStyle/>
        <a:p>
          <a:pPr rtl="1"/>
          <a:endParaRPr lang="en-GB">
            <a:solidFill>
              <a:schemeClr val="accent4"/>
            </a:solidFill>
          </a:endParaRPr>
        </a:p>
      </dgm:t>
    </dgm:pt>
    <dgm:pt modelId="{3E3EEAC6-5541-3E49-8026-7E78D61A21F4}" type="pres">
      <dgm:prSet presAssocID="{72369384-B28A-FD49-BC42-16F752782AA2}" presName="diagram" presStyleCnt="0">
        <dgm:presLayoutVars>
          <dgm:dir val="rev"/>
          <dgm:resizeHandles val="exact"/>
        </dgm:presLayoutVars>
      </dgm:prSet>
      <dgm:spPr/>
    </dgm:pt>
    <dgm:pt modelId="{1D79D70C-887F-3342-A0EE-59C8AA641EA8}" type="pres">
      <dgm:prSet presAssocID="{0BA5B197-C8D0-C046-A357-091449B1416F}" presName="node" presStyleLbl="node1" presStyleIdx="0" presStyleCnt="8">
        <dgm:presLayoutVars>
          <dgm:bulletEnabled val="1"/>
        </dgm:presLayoutVars>
      </dgm:prSet>
      <dgm:spPr/>
    </dgm:pt>
    <dgm:pt modelId="{D5830620-64A1-8B42-930D-DC3B868A86AF}" type="pres">
      <dgm:prSet presAssocID="{A863FD6B-CA0E-5248-BDC1-B302685A236F}" presName="sibTrans" presStyleCnt="0"/>
      <dgm:spPr/>
    </dgm:pt>
    <dgm:pt modelId="{7B12CADF-7484-3743-A986-B9C3AF8072E6}" type="pres">
      <dgm:prSet presAssocID="{1D0CDA1C-1D20-A748-912F-9F72596948DE}" presName="node" presStyleLbl="node1" presStyleIdx="1" presStyleCnt="8">
        <dgm:presLayoutVars>
          <dgm:bulletEnabled val="1"/>
        </dgm:presLayoutVars>
      </dgm:prSet>
      <dgm:spPr/>
    </dgm:pt>
    <dgm:pt modelId="{8B86EC58-EA78-844B-B2BE-FA4E01475C10}" type="pres">
      <dgm:prSet presAssocID="{25AB8B16-528F-6E45-A562-D972863B95A6}" presName="sibTrans" presStyleCnt="0"/>
      <dgm:spPr/>
    </dgm:pt>
    <dgm:pt modelId="{8C146FAF-EEC9-7A4B-A30A-79C9CA3CFCE2}" type="pres">
      <dgm:prSet presAssocID="{BC77745D-E029-BA4C-9385-4E79643840F2}" presName="node" presStyleLbl="node1" presStyleIdx="2" presStyleCnt="8">
        <dgm:presLayoutVars>
          <dgm:bulletEnabled val="1"/>
        </dgm:presLayoutVars>
      </dgm:prSet>
      <dgm:spPr/>
    </dgm:pt>
    <dgm:pt modelId="{D04C59A5-9AA7-B34E-A08F-1DA407F5082C}" type="pres">
      <dgm:prSet presAssocID="{9F2F8ED4-3C63-BF4A-B98C-0F12040A40B7}" presName="sibTrans" presStyleCnt="0"/>
      <dgm:spPr/>
    </dgm:pt>
    <dgm:pt modelId="{99608614-6181-7E41-8A22-2E64AE8A690F}" type="pres">
      <dgm:prSet presAssocID="{F207CEA5-197F-AC4C-9384-F39B77A034BB}" presName="node" presStyleLbl="node1" presStyleIdx="3" presStyleCnt="8">
        <dgm:presLayoutVars>
          <dgm:bulletEnabled val="1"/>
        </dgm:presLayoutVars>
      </dgm:prSet>
      <dgm:spPr/>
    </dgm:pt>
    <dgm:pt modelId="{78BA1C0A-3B01-854E-82E4-C462EB428F01}" type="pres">
      <dgm:prSet presAssocID="{03CA0F73-32D2-9248-86B7-B9F166FDD304}" presName="sibTrans" presStyleCnt="0"/>
      <dgm:spPr/>
    </dgm:pt>
    <dgm:pt modelId="{AB6BF502-4DFB-6A42-9795-28E5E6E2ACA8}" type="pres">
      <dgm:prSet presAssocID="{DB454198-31CC-B54B-AA96-F5D97B78FE20}" presName="node" presStyleLbl="node1" presStyleIdx="4" presStyleCnt="8">
        <dgm:presLayoutVars>
          <dgm:bulletEnabled val="1"/>
        </dgm:presLayoutVars>
      </dgm:prSet>
      <dgm:spPr/>
    </dgm:pt>
    <dgm:pt modelId="{1B18FEA5-BEF0-0E44-9134-DC0CA141AC91}" type="pres">
      <dgm:prSet presAssocID="{E01DA801-056E-1641-BC62-83E8E7EA8745}" presName="sibTrans" presStyleCnt="0"/>
      <dgm:spPr/>
    </dgm:pt>
    <dgm:pt modelId="{156292E4-7004-944F-9DD3-B5B5EBA29F6E}" type="pres">
      <dgm:prSet presAssocID="{D2FD4E39-92CA-5149-998D-A6E73095EE64}" presName="node" presStyleLbl="node1" presStyleIdx="5" presStyleCnt="8">
        <dgm:presLayoutVars>
          <dgm:bulletEnabled val="1"/>
        </dgm:presLayoutVars>
      </dgm:prSet>
      <dgm:spPr/>
    </dgm:pt>
    <dgm:pt modelId="{9A94E285-A9EB-B84E-994D-534425B4CC62}" type="pres">
      <dgm:prSet presAssocID="{BDE92258-63A1-9B45-BF26-BBA0213ADDCF}" presName="sibTrans" presStyleCnt="0"/>
      <dgm:spPr/>
    </dgm:pt>
    <dgm:pt modelId="{AF45388F-DA2E-8D4D-84D2-6E270F20931E}" type="pres">
      <dgm:prSet presAssocID="{3C6F8CD6-A846-5743-96F6-8129B9FE826D}" presName="node" presStyleLbl="node1" presStyleIdx="6" presStyleCnt="8">
        <dgm:presLayoutVars>
          <dgm:bulletEnabled val="1"/>
        </dgm:presLayoutVars>
      </dgm:prSet>
      <dgm:spPr/>
    </dgm:pt>
    <dgm:pt modelId="{99C23659-1E19-EA4C-BA9B-58CDF75DF747}" type="pres">
      <dgm:prSet presAssocID="{E1A8A5BB-B631-024F-8B6C-59D483DC4FAB}" presName="sibTrans" presStyleCnt="0"/>
      <dgm:spPr/>
    </dgm:pt>
    <dgm:pt modelId="{43F8DD81-A6C1-5C41-8A9B-C439DDEA5DCB}" type="pres">
      <dgm:prSet presAssocID="{6881D167-6E82-7C45-B2EF-4BFFBA89676D}" presName="node" presStyleLbl="node1" presStyleIdx="7" presStyleCnt="8">
        <dgm:presLayoutVars>
          <dgm:bulletEnabled val="1"/>
        </dgm:presLayoutVars>
      </dgm:prSet>
      <dgm:spPr/>
    </dgm:pt>
  </dgm:ptLst>
  <dgm:cxnLst>
    <dgm:cxn modelId="{8FDD251F-F207-834E-9EA7-AF085C7BF313}" srcId="{72369384-B28A-FD49-BC42-16F752782AA2}" destId="{6881D167-6E82-7C45-B2EF-4BFFBA89676D}" srcOrd="7" destOrd="0" parTransId="{F645A036-4ADE-E749-9231-47E72C81CF1B}" sibTransId="{2D15EAE7-E885-5B49-B333-D7FC9D68C330}"/>
    <dgm:cxn modelId="{3D892830-6B3E-1D44-82F4-A97BEE48456D}" type="presOf" srcId="{F207CEA5-197F-AC4C-9384-F39B77A034BB}" destId="{99608614-6181-7E41-8A22-2E64AE8A690F}" srcOrd="0" destOrd="0" presId="urn:microsoft.com/office/officeart/2005/8/layout/default"/>
    <dgm:cxn modelId="{6F659D30-7C0A-7B4C-9EC3-A13F9070A034}" type="presOf" srcId="{3C6F8CD6-A846-5743-96F6-8129B9FE826D}" destId="{AF45388F-DA2E-8D4D-84D2-6E270F20931E}" srcOrd="0" destOrd="0" presId="urn:microsoft.com/office/officeart/2005/8/layout/default"/>
    <dgm:cxn modelId="{82624F45-BECF-BE43-8352-41DF2BBCB0F4}" type="presOf" srcId="{BC77745D-E029-BA4C-9385-4E79643840F2}" destId="{8C146FAF-EEC9-7A4B-A30A-79C9CA3CFCE2}" srcOrd="0" destOrd="0" presId="urn:microsoft.com/office/officeart/2005/8/layout/default"/>
    <dgm:cxn modelId="{0B42F950-495D-4641-9C57-F1744E77EF4F}" type="presOf" srcId="{D2FD4E39-92CA-5149-998D-A6E73095EE64}" destId="{156292E4-7004-944F-9DD3-B5B5EBA29F6E}" srcOrd="0" destOrd="0" presId="urn:microsoft.com/office/officeart/2005/8/layout/default"/>
    <dgm:cxn modelId="{4A8A9258-2D60-A14B-891F-8F949170F332}" type="presOf" srcId="{72369384-B28A-FD49-BC42-16F752782AA2}" destId="{3E3EEAC6-5541-3E49-8026-7E78D61A21F4}" srcOrd="0" destOrd="0" presId="urn:microsoft.com/office/officeart/2005/8/layout/default"/>
    <dgm:cxn modelId="{4A054A84-3BB1-3F43-A46F-1714A76EE1DB}" srcId="{72369384-B28A-FD49-BC42-16F752782AA2}" destId="{0BA5B197-C8D0-C046-A357-091449B1416F}" srcOrd="0" destOrd="0" parTransId="{CBAE7F80-2381-8F49-B5E0-7346B110F73B}" sibTransId="{A863FD6B-CA0E-5248-BDC1-B302685A236F}"/>
    <dgm:cxn modelId="{516D0690-C17D-4D42-88EE-CF3EB51217DD}" srcId="{72369384-B28A-FD49-BC42-16F752782AA2}" destId="{3C6F8CD6-A846-5743-96F6-8129B9FE826D}" srcOrd="6" destOrd="0" parTransId="{C0DCD34C-1987-FC4A-8273-7812D56E4C18}" sibTransId="{E1A8A5BB-B631-024F-8B6C-59D483DC4FAB}"/>
    <dgm:cxn modelId="{C62EE2A9-096D-534E-A5ED-D25F04630816}" type="presOf" srcId="{0BA5B197-C8D0-C046-A357-091449B1416F}" destId="{1D79D70C-887F-3342-A0EE-59C8AA641EA8}" srcOrd="0" destOrd="0" presId="urn:microsoft.com/office/officeart/2005/8/layout/default"/>
    <dgm:cxn modelId="{007445AD-8A33-E949-8ACB-9D0F55543CB3}" srcId="{72369384-B28A-FD49-BC42-16F752782AA2}" destId="{BC77745D-E029-BA4C-9385-4E79643840F2}" srcOrd="2" destOrd="0" parTransId="{97D38463-367B-9B41-88BA-2FDFFCF21773}" sibTransId="{9F2F8ED4-3C63-BF4A-B98C-0F12040A40B7}"/>
    <dgm:cxn modelId="{8F059EB5-085C-3141-AFAB-CAB3B087DF99}" srcId="{72369384-B28A-FD49-BC42-16F752782AA2}" destId="{1D0CDA1C-1D20-A748-912F-9F72596948DE}" srcOrd="1" destOrd="0" parTransId="{F32619ED-6577-F443-A747-E49E353748DD}" sibTransId="{25AB8B16-528F-6E45-A562-D972863B95A6}"/>
    <dgm:cxn modelId="{6C45ACD1-4F3F-D744-A925-7633FC832CE3}" srcId="{72369384-B28A-FD49-BC42-16F752782AA2}" destId="{F207CEA5-197F-AC4C-9384-F39B77A034BB}" srcOrd="3" destOrd="0" parTransId="{F8C5C1AC-0124-5341-96B2-52A08D5F3500}" sibTransId="{03CA0F73-32D2-9248-86B7-B9F166FDD304}"/>
    <dgm:cxn modelId="{553173D6-DD3A-2A43-9086-8D83B79CFA24}" srcId="{72369384-B28A-FD49-BC42-16F752782AA2}" destId="{DB454198-31CC-B54B-AA96-F5D97B78FE20}" srcOrd="4" destOrd="0" parTransId="{4B76360F-2FC8-F843-9A9C-8290926D3A55}" sibTransId="{E01DA801-056E-1641-BC62-83E8E7EA8745}"/>
    <dgm:cxn modelId="{50D9AFE0-872C-9248-B75A-AFFB580C0D08}" type="presOf" srcId="{DB454198-31CC-B54B-AA96-F5D97B78FE20}" destId="{AB6BF502-4DFB-6A42-9795-28E5E6E2ACA8}" srcOrd="0" destOrd="0" presId="urn:microsoft.com/office/officeart/2005/8/layout/default"/>
    <dgm:cxn modelId="{8529EFE2-38E0-3440-83B4-797673A54CFA}" type="presOf" srcId="{1D0CDA1C-1D20-A748-912F-9F72596948DE}" destId="{7B12CADF-7484-3743-A986-B9C3AF8072E6}" srcOrd="0" destOrd="0" presId="urn:microsoft.com/office/officeart/2005/8/layout/default"/>
    <dgm:cxn modelId="{D6E7D6E6-3A33-4444-BD9A-D93BF0A7B0E6}" type="presOf" srcId="{6881D167-6E82-7C45-B2EF-4BFFBA89676D}" destId="{43F8DD81-A6C1-5C41-8A9B-C439DDEA5DCB}" srcOrd="0" destOrd="0" presId="urn:microsoft.com/office/officeart/2005/8/layout/default"/>
    <dgm:cxn modelId="{984DA0F0-0B0F-0442-BF4A-2AAE2D82EA72}" srcId="{72369384-B28A-FD49-BC42-16F752782AA2}" destId="{D2FD4E39-92CA-5149-998D-A6E73095EE64}" srcOrd="5" destOrd="0" parTransId="{F99EC253-D5B8-F34C-8A18-CABCC61E75F9}" sibTransId="{BDE92258-63A1-9B45-BF26-BBA0213ADDCF}"/>
    <dgm:cxn modelId="{D603E97A-F8FA-8145-8469-0D84F9440960}" type="presParOf" srcId="{3E3EEAC6-5541-3E49-8026-7E78D61A21F4}" destId="{1D79D70C-887F-3342-A0EE-59C8AA641EA8}" srcOrd="0" destOrd="0" presId="urn:microsoft.com/office/officeart/2005/8/layout/default"/>
    <dgm:cxn modelId="{096A64AB-D44B-8A47-B312-1E30F636F59E}" type="presParOf" srcId="{3E3EEAC6-5541-3E49-8026-7E78D61A21F4}" destId="{D5830620-64A1-8B42-930D-DC3B868A86AF}" srcOrd="1" destOrd="0" presId="urn:microsoft.com/office/officeart/2005/8/layout/default"/>
    <dgm:cxn modelId="{22101A7F-0102-C24D-972D-C93508DC14BF}" type="presParOf" srcId="{3E3EEAC6-5541-3E49-8026-7E78D61A21F4}" destId="{7B12CADF-7484-3743-A986-B9C3AF8072E6}" srcOrd="2" destOrd="0" presId="urn:microsoft.com/office/officeart/2005/8/layout/default"/>
    <dgm:cxn modelId="{A1FF7F9C-4B3A-784B-AF5A-F841690DDF0C}" type="presParOf" srcId="{3E3EEAC6-5541-3E49-8026-7E78D61A21F4}" destId="{8B86EC58-EA78-844B-B2BE-FA4E01475C10}" srcOrd="3" destOrd="0" presId="urn:microsoft.com/office/officeart/2005/8/layout/default"/>
    <dgm:cxn modelId="{0684F4D6-E6F9-2744-A260-C2E30C6BBD02}" type="presParOf" srcId="{3E3EEAC6-5541-3E49-8026-7E78D61A21F4}" destId="{8C146FAF-EEC9-7A4B-A30A-79C9CA3CFCE2}" srcOrd="4" destOrd="0" presId="urn:microsoft.com/office/officeart/2005/8/layout/default"/>
    <dgm:cxn modelId="{57BDA90E-C63F-874E-AAFC-6A487C7C9D75}" type="presParOf" srcId="{3E3EEAC6-5541-3E49-8026-7E78D61A21F4}" destId="{D04C59A5-9AA7-B34E-A08F-1DA407F5082C}" srcOrd="5" destOrd="0" presId="urn:microsoft.com/office/officeart/2005/8/layout/default"/>
    <dgm:cxn modelId="{68D99F1E-6A69-0146-ACD9-E28EF893BCAF}" type="presParOf" srcId="{3E3EEAC6-5541-3E49-8026-7E78D61A21F4}" destId="{99608614-6181-7E41-8A22-2E64AE8A690F}" srcOrd="6" destOrd="0" presId="urn:microsoft.com/office/officeart/2005/8/layout/default"/>
    <dgm:cxn modelId="{89B3EC03-63E0-FD4C-AE31-9344AFC66D40}" type="presParOf" srcId="{3E3EEAC6-5541-3E49-8026-7E78D61A21F4}" destId="{78BA1C0A-3B01-854E-82E4-C462EB428F01}" srcOrd="7" destOrd="0" presId="urn:microsoft.com/office/officeart/2005/8/layout/default"/>
    <dgm:cxn modelId="{F569120B-39B9-7B46-AA6B-276A1D6ACA00}" type="presParOf" srcId="{3E3EEAC6-5541-3E49-8026-7E78D61A21F4}" destId="{AB6BF502-4DFB-6A42-9795-28E5E6E2ACA8}" srcOrd="8" destOrd="0" presId="urn:microsoft.com/office/officeart/2005/8/layout/default"/>
    <dgm:cxn modelId="{E0839EF9-5C05-1446-AC7C-D1128FC5D31F}" type="presParOf" srcId="{3E3EEAC6-5541-3E49-8026-7E78D61A21F4}" destId="{1B18FEA5-BEF0-0E44-9134-DC0CA141AC91}" srcOrd="9" destOrd="0" presId="urn:microsoft.com/office/officeart/2005/8/layout/default"/>
    <dgm:cxn modelId="{8919A9CF-EF81-2E41-BF4D-26E1A4C8FA88}" type="presParOf" srcId="{3E3EEAC6-5541-3E49-8026-7E78D61A21F4}" destId="{156292E4-7004-944F-9DD3-B5B5EBA29F6E}" srcOrd="10" destOrd="0" presId="urn:microsoft.com/office/officeart/2005/8/layout/default"/>
    <dgm:cxn modelId="{73BC8370-A951-CA44-89C9-FBBB89F86877}" type="presParOf" srcId="{3E3EEAC6-5541-3E49-8026-7E78D61A21F4}" destId="{9A94E285-A9EB-B84E-994D-534425B4CC62}" srcOrd="11" destOrd="0" presId="urn:microsoft.com/office/officeart/2005/8/layout/default"/>
    <dgm:cxn modelId="{9871BD67-1DE2-4C4C-9F47-5C26A419C639}" type="presParOf" srcId="{3E3EEAC6-5541-3E49-8026-7E78D61A21F4}" destId="{AF45388F-DA2E-8D4D-84D2-6E270F20931E}" srcOrd="12" destOrd="0" presId="urn:microsoft.com/office/officeart/2005/8/layout/default"/>
    <dgm:cxn modelId="{3AE7AED2-9D86-2F4B-819A-6A793B908EB6}" type="presParOf" srcId="{3E3EEAC6-5541-3E49-8026-7E78D61A21F4}" destId="{99C23659-1E19-EA4C-BA9B-58CDF75DF747}" srcOrd="13" destOrd="0" presId="urn:microsoft.com/office/officeart/2005/8/layout/default"/>
    <dgm:cxn modelId="{FFFE25A5-F65C-FA43-A502-67E2BA3E258C}" type="presParOf" srcId="{3E3EEAC6-5541-3E49-8026-7E78D61A21F4}" destId="{43F8DD81-A6C1-5C41-8A9B-C439DDEA5DCB}" srcOrd="1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6BB9A16-3D1F-40B0-BDE0-DE212B81803F}" type="doc">
      <dgm:prSet loTypeId="urn:microsoft.com/office/officeart/2005/8/layout/vList5" loCatId="list" qsTypeId="urn:microsoft.com/office/officeart/2005/8/quickstyle/simple5" qsCatId="simple" csTypeId="urn:microsoft.com/office/officeart/2005/8/colors/accent3_2" csCatId="accent3" phldr="1"/>
      <dgm:spPr/>
      <dgm:t>
        <a:bodyPr rtlCol="1"/>
        <a:lstStyle/>
        <a:p>
          <a:pPr rtl="1"/>
          <a:endParaRPr lang="en-US"/>
        </a:p>
      </dgm:t>
    </dgm:pt>
    <dgm:pt modelId="{3A03A9C7-13E5-4ADE-827C-24E881668954}">
      <dgm:prSet custT="1"/>
      <dgm:spPr>
        <a:solidFill>
          <a:schemeClr val="accent5"/>
        </a:solidFill>
      </dgm:spPr>
      <dgm:t>
        <a:bodyPr rtlCol="1"/>
        <a:lstStyle/>
        <a:p>
          <a:pPr rtl="1"/>
          <a:r>
            <a:rPr lang="ar" sz="2300" dirty="0">
              <a:solidFill>
                <a:schemeClr val="accent4"/>
              </a:solidFill>
              <a:latin typeface="Sakkal Majalla" panose="02000000000000000000" pitchFamily="2" charset="-78"/>
              <a:cs typeface="Sakkal Majalla" panose="02000000000000000000" pitchFamily="2" charset="-78"/>
            </a:rPr>
            <a:t>التحلي بالصدق في إعلانات الوظائف</a:t>
          </a:r>
          <a:endParaRPr lang="en-US" sz="2300" dirty="0">
            <a:solidFill>
              <a:schemeClr val="accent4"/>
            </a:solidFill>
            <a:latin typeface="Sakkal Majalla" panose="02000000000000000000" pitchFamily="2" charset="-78"/>
            <a:cs typeface="Sakkal Majalla" panose="02000000000000000000" pitchFamily="2" charset="-78"/>
          </a:endParaRPr>
        </a:p>
      </dgm:t>
    </dgm:pt>
    <dgm:pt modelId="{37BF5351-5B17-4A61-808C-B909547258C7}" type="parTrans" cxnId="{E81736B3-4CE1-46B9-B218-2005A043C3EC}">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ED832242-DFAF-4C61-A165-834CFDCAF251}" type="sibTrans" cxnId="{E81736B3-4CE1-46B9-B218-2005A043C3EC}">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E0B89197-03FF-4837-8383-56C39635B34B}">
      <dgm:prSet custT="1"/>
      <dgm:spPr>
        <a:solidFill>
          <a:schemeClr val="accent6">
            <a:lumMod val="20000"/>
            <a:lumOff val="80000"/>
          </a:schemeClr>
        </a:solidFill>
      </dgm:spPr>
      <dgm:t>
        <a:bodyPr rtlCol="1"/>
        <a:lstStyle/>
        <a:p>
          <a:pPr rtl="1"/>
          <a:r>
            <a:rPr lang="ar" sz="2300" dirty="0">
              <a:solidFill>
                <a:schemeClr val="accent4"/>
              </a:solidFill>
              <a:latin typeface="Sakkal Majalla" panose="02000000000000000000" pitchFamily="2" charset="-78"/>
              <a:cs typeface="Sakkal Majalla" panose="02000000000000000000" pitchFamily="2" charset="-78"/>
            </a:rPr>
            <a:t>الحفاظ على سرية المرشحين</a:t>
          </a:r>
          <a:endParaRPr lang="en-US" sz="2300" dirty="0">
            <a:solidFill>
              <a:schemeClr val="accent4"/>
            </a:solidFill>
            <a:latin typeface="Sakkal Majalla" panose="02000000000000000000" pitchFamily="2" charset="-78"/>
            <a:cs typeface="Sakkal Majalla" panose="02000000000000000000" pitchFamily="2" charset="-78"/>
          </a:endParaRPr>
        </a:p>
      </dgm:t>
    </dgm:pt>
    <dgm:pt modelId="{1B2C40C5-1B21-4064-869B-BDB34697C427}" type="parTrans" cxnId="{A7188F7A-BEDA-4A20-A320-8CF17377D641}">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62218476-CB11-45A7-8A9D-5926562AD968}" type="sibTrans" cxnId="{A7188F7A-BEDA-4A20-A320-8CF17377D641}">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10B8609B-A713-427F-BE55-3EC711C666B4}">
      <dgm:prSet custT="1"/>
      <dgm:spPr>
        <a:solidFill>
          <a:schemeClr val="accent5"/>
        </a:solidFill>
      </dgm:spPr>
      <dgm:t>
        <a:bodyPr rtlCol="1"/>
        <a:lstStyle/>
        <a:p>
          <a:pPr rtl="1"/>
          <a:r>
            <a:rPr lang="ar" sz="2300" dirty="0">
              <a:solidFill>
                <a:schemeClr val="accent4"/>
              </a:solidFill>
              <a:latin typeface="Sakkal Majalla" panose="02000000000000000000" pitchFamily="2" charset="-78"/>
              <a:cs typeface="Sakkal Majalla" panose="02000000000000000000" pitchFamily="2" charset="-78"/>
            </a:rPr>
            <a:t>إظهار الإنصاف من خلال طرح أسئلة قياسية على جميع المرشحين الذين جرى مقابلتهم</a:t>
          </a:r>
          <a:endParaRPr lang="en-US" sz="2300" dirty="0">
            <a:solidFill>
              <a:schemeClr val="accent4"/>
            </a:solidFill>
            <a:latin typeface="Sakkal Majalla" panose="02000000000000000000" pitchFamily="2" charset="-78"/>
            <a:cs typeface="Sakkal Majalla" panose="02000000000000000000" pitchFamily="2" charset="-78"/>
          </a:endParaRPr>
        </a:p>
      </dgm:t>
    </dgm:pt>
    <dgm:pt modelId="{DBFF3E47-EF47-4D31-8656-F1F6F36BF759}" type="parTrans" cxnId="{D7108088-1151-4B59-A9AA-025576CA2212}">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0FF3F60B-C600-43A7-A653-A4F751C97535}" type="sibTrans" cxnId="{D7108088-1151-4B59-A9AA-025576CA2212}">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7295A4DA-24AA-412D-B0E4-5DC46111F448}">
      <dgm:prSet custT="1"/>
      <dgm:spPr>
        <a:solidFill>
          <a:schemeClr val="accent6">
            <a:lumMod val="20000"/>
            <a:lumOff val="80000"/>
          </a:schemeClr>
        </a:solidFill>
      </dgm:spPr>
      <dgm:t>
        <a:bodyPr rtlCol="1"/>
        <a:lstStyle/>
        <a:p>
          <a:pPr rtl="1"/>
          <a:r>
            <a:rPr lang="ar" sz="2300" dirty="0">
              <a:solidFill>
                <a:schemeClr val="accent4"/>
              </a:solidFill>
              <a:latin typeface="Sakkal Majalla" panose="02000000000000000000" pitchFamily="2" charset="-78"/>
              <a:cs typeface="Sakkal Majalla" panose="02000000000000000000" pitchFamily="2" charset="-78"/>
            </a:rPr>
            <a:t>استخدام المعايير نفسها لتوظيف جميع المتقدمين</a:t>
          </a:r>
          <a:endParaRPr lang="en-US" sz="2300" dirty="0">
            <a:solidFill>
              <a:schemeClr val="accent4"/>
            </a:solidFill>
            <a:latin typeface="Sakkal Majalla" panose="02000000000000000000" pitchFamily="2" charset="-78"/>
            <a:cs typeface="Sakkal Majalla" panose="02000000000000000000" pitchFamily="2" charset="-78"/>
          </a:endParaRPr>
        </a:p>
      </dgm:t>
    </dgm:pt>
    <dgm:pt modelId="{03755382-0342-4A98-8618-9EBA3F91E691}" type="parTrans" cxnId="{490A6B77-C23E-4981-85FC-6BF0BC3D8501}">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6F65F839-59F7-44FB-B221-662919EB9704}" type="sibTrans" cxnId="{490A6B77-C23E-4981-85FC-6BF0BC3D8501}">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9D2A44B8-F236-4067-8F02-01023BFAFF5E}">
      <dgm:prSet custT="1"/>
      <dgm:spPr>
        <a:solidFill>
          <a:schemeClr val="accent5"/>
        </a:solidFill>
      </dgm:spPr>
      <dgm:t>
        <a:bodyPr rtlCol="1"/>
        <a:lstStyle/>
        <a:p>
          <a:pPr rtl="1"/>
          <a:r>
            <a:rPr lang="ar" sz="2200" dirty="0">
              <a:solidFill>
                <a:schemeClr val="accent4"/>
              </a:solidFill>
              <a:latin typeface="Sakkal Majalla" panose="02000000000000000000" pitchFamily="2" charset="-78"/>
              <a:cs typeface="Sakkal Majalla" panose="02000000000000000000" pitchFamily="2" charset="-78"/>
            </a:rPr>
            <a:t>التأكد من أن المرشحين يكشفون إذا كان أي فرد من أفراد الأسرة أو الأصدقاء يعملون في المؤسسة نفسها.</a:t>
          </a:r>
          <a:endParaRPr lang="en-US" sz="2200" dirty="0">
            <a:solidFill>
              <a:schemeClr val="accent4"/>
            </a:solidFill>
            <a:latin typeface="Sakkal Majalla" panose="02000000000000000000" pitchFamily="2" charset="-78"/>
            <a:cs typeface="Sakkal Majalla" panose="02000000000000000000" pitchFamily="2" charset="-78"/>
          </a:endParaRPr>
        </a:p>
      </dgm:t>
    </dgm:pt>
    <dgm:pt modelId="{C8594457-3149-466C-BCFF-8ACA05214115}" type="parTrans" cxnId="{DA0496B9-783D-4EB9-8525-279893489E39}">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A93EC17A-E4EC-48B3-A068-9B4F0B54E4FC}" type="sibTrans" cxnId="{DA0496B9-783D-4EB9-8525-279893489E39}">
      <dgm:prSet/>
      <dgm:spPr/>
      <dgm:t>
        <a:bodyPr rtlCol="1"/>
        <a:lstStyle/>
        <a:p>
          <a:pPr rtl="1"/>
          <a:endParaRPr lang="en-US">
            <a:solidFill>
              <a:schemeClr val="accent4"/>
            </a:solidFill>
            <a:latin typeface="Arial" panose="020B0604020202020204" pitchFamily="34" charset="0"/>
            <a:cs typeface="Arial" panose="020B0604020202020204" pitchFamily="34" charset="0"/>
          </a:endParaRPr>
        </a:p>
      </dgm:t>
    </dgm:pt>
    <dgm:pt modelId="{362A72A7-B76A-8A43-A99F-4A4194B2981D}" type="pres">
      <dgm:prSet presAssocID="{46BB9A16-3D1F-40B0-BDE0-DE212B81803F}" presName="Name0" presStyleCnt="0">
        <dgm:presLayoutVars>
          <dgm:dir/>
          <dgm:animLvl val="lvl"/>
          <dgm:resizeHandles val="exact"/>
        </dgm:presLayoutVars>
      </dgm:prSet>
      <dgm:spPr/>
    </dgm:pt>
    <dgm:pt modelId="{EE504353-E4BB-F348-93FD-5D2C4422AA52}" type="pres">
      <dgm:prSet presAssocID="{3A03A9C7-13E5-4ADE-827C-24E881668954}" presName="linNode" presStyleCnt="0"/>
      <dgm:spPr/>
    </dgm:pt>
    <dgm:pt modelId="{A80B8B56-8160-A14A-8E1A-BE297BCC52EA}" type="pres">
      <dgm:prSet presAssocID="{3A03A9C7-13E5-4ADE-827C-24E881668954}" presName="parentText" presStyleLbl="node1" presStyleIdx="0" presStyleCnt="5" custScaleX="185305">
        <dgm:presLayoutVars>
          <dgm:chMax val="1"/>
          <dgm:bulletEnabled val="1"/>
        </dgm:presLayoutVars>
      </dgm:prSet>
      <dgm:spPr/>
    </dgm:pt>
    <dgm:pt modelId="{B024FF73-24B3-DF49-921B-3E62634A7AC2}" type="pres">
      <dgm:prSet presAssocID="{ED832242-DFAF-4C61-A165-834CFDCAF251}" presName="sp" presStyleCnt="0"/>
      <dgm:spPr/>
    </dgm:pt>
    <dgm:pt modelId="{06CF9A7A-43F3-A146-AD1B-877168332790}" type="pres">
      <dgm:prSet presAssocID="{E0B89197-03FF-4837-8383-56C39635B34B}" presName="linNode" presStyleCnt="0"/>
      <dgm:spPr/>
    </dgm:pt>
    <dgm:pt modelId="{09B85657-A434-424A-B684-8166FE20E007}" type="pres">
      <dgm:prSet presAssocID="{E0B89197-03FF-4837-8383-56C39635B34B}" presName="parentText" presStyleLbl="node1" presStyleIdx="1" presStyleCnt="5" custScaleX="185305">
        <dgm:presLayoutVars>
          <dgm:chMax val="1"/>
          <dgm:bulletEnabled val="1"/>
        </dgm:presLayoutVars>
      </dgm:prSet>
      <dgm:spPr/>
    </dgm:pt>
    <dgm:pt modelId="{52421B36-9F29-DC41-A245-E0008EB270FC}" type="pres">
      <dgm:prSet presAssocID="{62218476-CB11-45A7-8A9D-5926562AD968}" presName="sp" presStyleCnt="0"/>
      <dgm:spPr/>
    </dgm:pt>
    <dgm:pt modelId="{1EFD77A1-AB61-6A45-94B9-86D0C4B6A509}" type="pres">
      <dgm:prSet presAssocID="{10B8609B-A713-427F-BE55-3EC711C666B4}" presName="linNode" presStyleCnt="0"/>
      <dgm:spPr/>
    </dgm:pt>
    <dgm:pt modelId="{A193BD83-BFCE-9A45-85DF-3BAA57F4A7B5}" type="pres">
      <dgm:prSet presAssocID="{10B8609B-A713-427F-BE55-3EC711C666B4}" presName="parentText" presStyleLbl="node1" presStyleIdx="2" presStyleCnt="5" custScaleX="185305">
        <dgm:presLayoutVars>
          <dgm:chMax val="1"/>
          <dgm:bulletEnabled val="1"/>
        </dgm:presLayoutVars>
      </dgm:prSet>
      <dgm:spPr/>
    </dgm:pt>
    <dgm:pt modelId="{F1E398B3-765C-3E4F-8A54-67215CF13598}" type="pres">
      <dgm:prSet presAssocID="{0FF3F60B-C600-43A7-A653-A4F751C97535}" presName="sp" presStyleCnt="0"/>
      <dgm:spPr/>
    </dgm:pt>
    <dgm:pt modelId="{B51BE5C6-9884-364F-87E8-E40DF9B7DC6B}" type="pres">
      <dgm:prSet presAssocID="{7295A4DA-24AA-412D-B0E4-5DC46111F448}" presName="linNode" presStyleCnt="0"/>
      <dgm:spPr/>
    </dgm:pt>
    <dgm:pt modelId="{48D95C29-6ABB-654D-99CD-565B32ECA15F}" type="pres">
      <dgm:prSet presAssocID="{7295A4DA-24AA-412D-B0E4-5DC46111F448}" presName="parentText" presStyleLbl="node1" presStyleIdx="3" presStyleCnt="5" custScaleX="185305">
        <dgm:presLayoutVars>
          <dgm:chMax val="1"/>
          <dgm:bulletEnabled val="1"/>
        </dgm:presLayoutVars>
      </dgm:prSet>
      <dgm:spPr/>
    </dgm:pt>
    <dgm:pt modelId="{AED50BDA-63FC-D44F-A2BD-D39A444814B1}" type="pres">
      <dgm:prSet presAssocID="{6F65F839-59F7-44FB-B221-662919EB9704}" presName="sp" presStyleCnt="0"/>
      <dgm:spPr/>
    </dgm:pt>
    <dgm:pt modelId="{F7101009-1AC2-9B4C-9B19-EAC42AE59DC4}" type="pres">
      <dgm:prSet presAssocID="{9D2A44B8-F236-4067-8F02-01023BFAFF5E}" presName="linNode" presStyleCnt="0"/>
      <dgm:spPr/>
    </dgm:pt>
    <dgm:pt modelId="{9766FC21-3B3D-DA43-BE4B-06B45444944B}" type="pres">
      <dgm:prSet presAssocID="{9D2A44B8-F236-4067-8F02-01023BFAFF5E}" presName="parentText" presStyleLbl="node1" presStyleIdx="4" presStyleCnt="5" custScaleX="182742">
        <dgm:presLayoutVars>
          <dgm:chMax val="1"/>
          <dgm:bulletEnabled val="1"/>
        </dgm:presLayoutVars>
      </dgm:prSet>
      <dgm:spPr/>
    </dgm:pt>
  </dgm:ptLst>
  <dgm:cxnLst>
    <dgm:cxn modelId="{44A1A317-9F74-3643-9327-886531D0E393}" type="presOf" srcId="{46BB9A16-3D1F-40B0-BDE0-DE212B81803F}" destId="{362A72A7-B76A-8A43-A99F-4A4194B2981D}" srcOrd="0" destOrd="0" presId="urn:microsoft.com/office/officeart/2005/8/layout/vList5"/>
    <dgm:cxn modelId="{C023E022-B390-3347-819A-7CC98C2D9A52}" type="presOf" srcId="{9D2A44B8-F236-4067-8F02-01023BFAFF5E}" destId="{9766FC21-3B3D-DA43-BE4B-06B45444944B}" srcOrd="0" destOrd="0" presId="urn:microsoft.com/office/officeart/2005/8/layout/vList5"/>
    <dgm:cxn modelId="{CDCE035E-A7C5-CE49-A192-F915AC701AEF}" type="presOf" srcId="{3A03A9C7-13E5-4ADE-827C-24E881668954}" destId="{A80B8B56-8160-A14A-8E1A-BE297BCC52EA}" srcOrd="0" destOrd="0" presId="urn:microsoft.com/office/officeart/2005/8/layout/vList5"/>
    <dgm:cxn modelId="{490A6B77-C23E-4981-85FC-6BF0BC3D8501}" srcId="{46BB9A16-3D1F-40B0-BDE0-DE212B81803F}" destId="{7295A4DA-24AA-412D-B0E4-5DC46111F448}" srcOrd="3" destOrd="0" parTransId="{03755382-0342-4A98-8618-9EBA3F91E691}" sibTransId="{6F65F839-59F7-44FB-B221-662919EB9704}"/>
    <dgm:cxn modelId="{A7188F7A-BEDA-4A20-A320-8CF17377D641}" srcId="{46BB9A16-3D1F-40B0-BDE0-DE212B81803F}" destId="{E0B89197-03FF-4837-8383-56C39635B34B}" srcOrd="1" destOrd="0" parTransId="{1B2C40C5-1B21-4064-869B-BDB34697C427}" sibTransId="{62218476-CB11-45A7-8A9D-5926562AD968}"/>
    <dgm:cxn modelId="{D7108088-1151-4B59-A9AA-025576CA2212}" srcId="{46BB9A16-3D1F-40B0-BDE0-DE212B81803F}" destId="{10B8609B-A713-427F-BE55-3EC711C666B4}" srcOrd="2" destOrd="0" parTransId="{DBFF3E47-EF47-4D31-8656-F1F6F36BF759}" sibTransId="{0FF3F60B-C600-43A7-A653-A4F751C97535}"/>
    <dgm:cxn modelId="{73C48297-B0AB-054E-BAC6-89D5191865D5}" type="presOf" srcId="{E0B89197-03FF-4837-8383-56C39635B34B}" destId="{09B85657-A434-424A-B684-8166FE20E007}" srcOrd="0" destOrd="0" presId="urn:microsoft.com/office/officeart/2005/8/layout/vList5"/>
    <dgm:cxn modelId="{E81736B3-4CE1-46B9-B218-2005A043C3EC}" srcId="{46BB9A16-3D1F-40B0-BDE0-DE212B81803F}" destId="{3A03A9C7-13E5-4ADE-827C-24E881668954}" srcOrd="0" destOrd="0" parTransId="{37BF5351-5B17-4A61-808C-B909547258C7}" sibTransId="{ED832242-DFAF-4C61-A165-834CFDCAF251}"/>
    <dgm:cxn modelId="{DA0496B9-783D-4EB9-8525-279893489E39}" srcId="{46BB9A16-3D1F-40B0-BDE0-DE212B81803F}" destId="{9D2A44B8-F236-4067-8F02-01023BFAFF5E}" srcOrd="4" destOrd="0" parTransId="{C8594457-3149-466C-BCFF-8ACA05214115}" sibTransId="{A93EC17A-E4EC-48B3-A068-9B4F0B54E4FC}"/>
    <dgm:cxn modelId="{BCEC98CA-B09C-704D-A2AE-E53E77C4F162}" type="presOf" srcId="{7295A4DA-24AA-412D-B0E4-5DC46111F448}" destId="{48D95C29-6ABB-654D-99CD-565B32ECA15F}" srcOrd="0" destOrd="0" presId="urn:microsoft.com/office/officeart/2005/8/layout/vList5"/>
    <dgm:cxn modelId="{4CC4CCD1-6E16-7840-BA35-150C48BC7172}" type="presOf" srcId="{10B8609B-A713-427F-BE55-3EC711C666B4}" destId="{A193BD83-BFCE-9A45-85DF-3BAA57F4A7B5}" srcOrd="0" destOrd="0" presId="urn:microsoft.com/office/officeart/2005/8/layout/vList5"/>
    <dgm:cxn modelId="{2AE34C1D-7C1B-7746-8C38-555F52AF45CE}" type="presParOf" srcId="{362A72A7-B76A-8A43-A99F-4A4194B2981D}" destId="{EE504353-E4BB-F348-93FD-5D2C4422AA52}" srcOrd="0" destOrd="0" presId="urn:microsoft.com/office/officeart/2005/8/layout/vList5"/>
    <dgm:cxn modelId="{E7668390-0011-6343-A40A-D0D16EBB24CB}" type="presParOf" srcId="{EE504353-E4BB-F348-93FD-5D2C4422AA52}" destId="{A80B8B56-8160-A14A-8E1A-BE297BCC52EA}" srcOrd="0" destOrd="0" presId="urn:microsoft.com/office/officeart/2005/8/layout/vList5"/>
    <dgm:cxn modelId="{AA46C2F0-71AF-E744-B658-4D6374C8370B}" type="presParOf" srcId="{362A72A7-B76A-8A43-A99F-4A4194B2981D}" destId="{B024FF73-24B3-DF49-921B-3E62634A7AC2}" srcOrd="1" destOrd="0" presId="urn:microsoft.com/office/officeart/2005/8/layout/vList5"/>
    <dgm:cxn modelId="{4D276B79-B603-9340-83F3-BE5885E128B7}" type="presParOf" srcId="{362A72A7-B76A-8A43-A99F-4A4194B2981D}" destId="{06CF9A7A-43F3-A146-AD1B-877168332790}" srcOrd="2" destOrd="0" presId="urn:microsoft.com/office/officeart/2005/8/layout/vList5"/>
    <dgm:cxn modelId="{3AF13B6F-030C-364B-AE56-0D6A64FB6B4A}" type="presParOf" srcId="{06CF9A7A-43F3-A146-AD1B-877168332790}" destId="{09B85657-A434-424A-B684-8166FE20E007}" srcOrd="0" destOrd="0" presId="urn:microsoft.com/office/officeart/2005/8/layout/vList5"/>
    <dgm:cxn modelId="{F4A20F12-4173-6543-B5D2-18566ACA2104}" type="presParOf" srcId="{362A72A7-B76A-8A43-A99F-4A4194B2981D}" destId="{52421B36-9F29-DC41-A245-E0008EB270FC}" srcOrd="3" destOrd="0" presId="urn:microsoft.com/office/officeart/2005/8/layout/vList5"/>
    <dgm:cxn modelId="{1B5EC623-030F-974F-9E9C-CCEA1E80D1E8}" type="presParOf" srcId="{362A72A7-B76A-8A43-A99F-4A4194B2981D}" destId="{1EFD77A1-AB61-6A45-94B9-86D0C4B6A509}" srcOrd="4" destOrd="0" presId="urn:microsoft.com/office/officeart/2005/8/layout/vList5"/>
    <dgm:cxn modelId="{5C00B7EB-47A8-954A-9727-91476BF17134}" type="presParOf" srcId="{1EFD77A1-AB61-6A45-94B9-86D0C4B6A509}" destId="{A193BD83-BFCE-9A45-85DF-3BAA57F4A7B5}" srcOrd="0" destOrd="0" presId="urn:microsoft.com/office/officeart/2005/8/layout/vList5"/>
    <dgm:cxn modelId="{5D8B6021-26A7-7045-ACBE-7F15B92F5E8F}" type="presParOf" srcId="{362A72A7-B76A-8A43-A99F-4A4194B2981D}" destId="{F1E398B3-765C-3E4F-8A54-67215CF13598}" srcOrd="5" destOrd="0" presId="urn:microsoft.com/office/officeart/2005/8/layout/vList5"/>
    <dgm:cxn modelId="{FC3A78E4-5668-2D4E-9E5C-73FB97583B16}" type="presParOf" srcId="{362A72A7-B76A-8A43-A99F-4A4194B2981D}" destId="{B51BE5C6-9884-364F-87E8-E40DF9B7DC6B}" srcOrd="6" destOrd="0" presId="urn:microsoft.com/office/officeart/2005/8/layout/vList5"/>
    <dgm:cxn modelId="{DA0C05D4-657C-3144-B1B5-04AE75CCEC79}" type="presParOf" srcId="{B51BE5C6-9884-364F-87E8-E40DF9B7DC6B}" destId="{48D95C29-6ABB-654D-99CD-565B32ECA15F}" srcOrd="0" destOrd="0" presId="urn:microsoft.com/office/officeart/2005/8/layout/vList5"/>
    <dgm:cxn modelId="{9925A7B0-BD23-B547-95A8-5874E94510E1}" type="presParOf" srcId="{362A72A7-B76A-8A43-A99F-4A4194B2981D}" destId="{AED50BDA-63FC-D44F-A2BD-D39A444814B1}" srcOrd="7" destOrd="0" presId="urn:microsoft.com/office/officeart/2005/8/layout/vList5"/>
    <dgm:cxn modelId="{7DF35572-4842-FA4B-B1F3-1B7D4AA6818F}" type="presParOf" srcId="{362A72A7-B76A-8A43-A99F-4A4194B2981D}" destId="{F7101009-1AC2-9B4C-9B19-EAC42AE59DC4}" srcOrd="8" destOrd="0" presId="urn:microsoft.com/office/officeart/2005/8/layout/vList5"/>
    <dgm:cxn modelId="{B28E7904-F5B0-9A4D-877B-6462280A96F4}" type="presParOf" srcId="{F7101009-1AC2-9B4C-9B19-EAC42AE59DC4}" destId="{9766FC21-3B3D-DA43-BE4B-06B45444944B}"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100401F-410F-48DF-97B2-B8D18BCCB5CF}" type="doc">
      <dgm:prSet loTypeId="urn:microsoft.com/office/officeart/2005/8/layout/vList2" loCatId="list" qsTypeId="urn:microsoft.com/office/officeart/2005/8/quickstyle/simple1" qsCatId="simple" csTypeId="urn:microsoft.com/office/officeart/2005/8/colors/accent1_2" csCatId="accent1" phldr="1"/>
      <dgm:spPr/>
      <dgm:t>
        <a:bodyPr rtlCol="1"/>
        <a:lstStyle/>
        <a:p>
          <a:pPr rtl="1"/>
          <a:endParaRPr lang="en-US"/>
        </a:p>
      </dgm:t>
    </dgm:pt>
    <dgm:pt modelId="{82140DE5-1C77-490A-A8F3-5CD675EF088E}">
      <dgm:prSet custT="1"/>
      <dgm:spPr/>
      <dgm:t>
        <a:bodyPr rtlCol="1"/>
        <a:lstStyle/>
        <a:p>
          <a:pPr rtl="1"/>
          <a:r>
            <a:rPr lang="ar" sz="2200" dirty="0">
              <a:solidFill>
                <a:schemeClr val="accent4"/>
              </a:solidFill>
              <a:latin typeface="Sakkal Majalla" panose="02000000000000000000" pitchFamily="2" charset="-78"/>
              <a:cs typeface="Sakkal Majalla" panose="02000000000000000000" pitchFamily="2" charset="-78"/>
            </a:rPr>
            <a:t>الامتثال لتشريعات الحق في العمل الحالية والتحقق من المستندات</a:t>
          </a:r>
          <a:endParaRPr lang="en-US" sz="2200" dirty="0">
            <a:solidFill>
              <a:schemeClr val="accent4"/>
            </a:solidFill>
            <a:latin typeface="Sakkal Majalla" panose="02000000000000000000" pitchFamily="2" charset="-78"/>
            <a:cs typeface="Sakkal Majalla" panose="02000000000000000000" pitchFamily="2" charset="-78"/>
          </a:endParaRPr>
        </a:p>
      </dgm:t>
    </dgm:pt>
    <dgm:pt modelId="{0D6635CF-306B-4100-A6EB-0DD620D12134}" type="parTrans" cxnId="{7795EC1D-CEA1-4322-8651-687AB1CBE45C}">
      <dgm:prSet/>
      <dgm:spPr/>
      <dgm:t>
        <a:bodyPr rtlCol="1"/>
        <a:lstStyle/>
        <a:p>
          <a:pPr rtl="1"/>
          <a:endParaRPr lang="en-US" sz="2000">
            <a:solidFill>
              <a:schemeClr val="accent4"/>
            </a:solidFill>
            <a:latin typeface="Arial" panose="020B0604020202020204" pitchFamily="34" charset="0"/>
            <a:cs typeface="Arial" panose="020B0604020202020204" pitchFamily="34" charset="0"/>
          </a:endParaRPr>
        </a:p>
      </dgm:t>
    </dgm:pt>
    <dgm:pt modelId="{EFA41613-9CFD-4085-961D-173A913D4672}" type="sibTrans" cxnId="{7795EC1D-CEA1-4322-8651-687AB1CBE45C}">
      <dgm:prSet/>
      <dgm:spPr/>
      <dgm:t>
        <a:bodyPr rtlCol="1"/>
        <a:lstStyle/>
        <a:p>
          <a:pPr rtl="1"/>
          <a:endParaRPr lang="en-US" sz="2000">
            <a:solidFill>
              <a:schemeClr val="accent4"/>
            </a:solidFill>
            <a:latin typeface="Arial" panose="020B0604020202020204" pitchFamily="34" charset="0"/>
            <a:cs typeface="Arial" panose="020B0604020202020204" pitchFamily="34" charset="0"/>
          </a:endParaRPr>
        </a:p>
      </dgm:t>
    </dgm:pt>
    <dgm:pt modelId="{66B8EE71-9224-43F6-804E-F021D5C24AF9}">
      <dgm:prSet custT="1"/>
      <dgm:spPr>
        <a:solidFill>
          <a:schemeClr val="accent6">
            <a:lumMod val="20000"/>
            <a:lumOff val="80000"/>
          </a:schemeClr>
        </a:solidFill>
      </dgm:spPr>
      <dgm:t>
        <a:bodyPr rtlCol="1"/>
        <a:lstStyle/>
        <a:p>
          <a:pPr rtl="1"/>
          <a:r>
            <a:rPr lang="ar" sz="2200" dirty="0">
              <a:solidFill>
                <a:schemeClr val="accent4"/>
              </a:solidFill>
              <a:latin typeface="Sakkal Majalla" panose="02000000000000000000" pitchFamily="2" charset="-78"/>
              <a:cs typeface="Sakkal Majalla" panose="02000000000000000000" pitchFamily="2" charset="-78"/>
            </a:rPr>
            <a:t>الامتثال لتشريعات العمل المحلية الأخرى</a:t>
          </a:r>
          <a:endParaRPr lang="en-US" sz="2200" dirty="0">
            <a:solidFill>
              <a:schemeClr val="accent4"/>
            </a:solidFill>
            <a:latin typeface="Sakkal Majalla" panose="02000000000000000000" pitchFamily="2" charset="-78"/>
            <a:cs typeface="Sakkal Majalla" panose="02000000000000000000" pitchFamily="2" charset="-78"/>
          </a:endParaRPr>
        </a:p>
      </dgm:t>
    </dgm:pt>
    <dgm:pt modelId="{CF8F436A-733B-49B4-9629-A12961CDDA2F}" type="parTrans" cxnId="{E31C9765-7E56-47C4-AABE-814308E815EA}">
      <dgm:prSet/>
      <dgm:spPr/>
      <dgm:t>
        <a:bodyPr rtlCol="1"/>
        <a:lstStyle/>
        <a:p>
          <a:pPr rtl="1"/>
          <a:endParaRPr lang="en-US" sz="2000">
            <a:solidFill>
              <a:schemeClr val="accent4"/>
            </a:solidFill>
            <a:latin typeface="Arial" panose="020B0604020202020204" pitchFamily="34" charset="0"/>
            <a:cs typeface="Arial" panose="020B0604020202020204" pitchFamily="34" charset="0"/>
          </a:endParaRPr>
        </a:p>
      </dgm:t>
    </dgm:pt>
    <dgm:pt modelId="{126005CC-AAB4-445E-928B-9908752D0CFC}" type="sibTrans" cxnId="{E31C9765-7E56-47C4-AABE-814308E815EA}">
      <dgm:prSet/>
      <dgm:spPr/>
      <dgm:t>
        <a:bodyPr rtlCol="1"/>
        <a:lstStyle/>
        <a:p>
          <a:pPr rtl="1"/>
          <a:endParaRPr lang="en-US" sz="2000">
            <a:solidFill>
              <a:schemeClr val="accent4"/>
            </a:solidFill>
            <a:latin typeface="Arial" panose="020B0604020202020204" pitchFamily="34" charset="0"/>
            <a:cs typeface="Arial" panose="020B0604020202020204" pitchFamily="34" charset="0"/>
          </a:endParaRPr>
        </a:p>
      </dgm:t>
    </dgm:pt>
    <dgm:pt modelId="{006A4876-55E6-4B69-9927-DCF3F5A514F7}">
      <dgm:prSet custT="1"/>
      <dgm:spPr/>
      <dgm:t>
        <a:bodyPr rtlCol="1"/>
        <a:lstStyle/>
        <a:p>
          <a:pPr rtl="1"/>
          <a:r>
            <a:rPr lang="ar" sz="2200" dirty="0">
              <a:solidFill>
                <a:schemeClr val="accent4"/>
              </a:solidFill>
              <a:latin typeface="Sakkal Majalla" panose="02000000000000000000" pitchFamily="2" charset="-78"/>
              <a:cs typeface="Sakkal Majalla" panose="02000000000000000000" pitchFamily="2" charset="-78"/>
            </a:rPr>
            <a:t>الوعي بالمشكلات المرتبطة بعدم الامتثال للتشريعات</a:t>
          </a:r>
          <a:endParaRPr lang="en-US" sz="2200" dirty="0">
            <a:solidFill>
              <a:schemeClr val="accent4"/>
            </a:solidFill>
            <a:latin typeface="Sakkal Majalla" panose="02000000000000000000" pitchFamily="2" charset="-78"/>
            <a:cs typeface="Sakkal Majalla" panose="02000000000000000000" pitchFamily="2" charset="-78"/>
          </a:endParaRPr>
        </a:p>
      </dgm:t>
    </dgm:pt>
    <dgm:pt modelId="{8B0E86B5-A42F-4F87-8FC5-EA0A26CFEA65}" type="parTrans" cxnId="{74D83C31-4EB0-475E-97E2-C9554655B726}">
      <dgm:prSet/>
      <dgm:spPr/>
      <dgm:t>
        <a:bodyPr rtlCol="1"/>
        <a:lstStyle/>
        <a:p>
          <a:pPr rtl="1"/>
          <a:endParaRPr lang="en-US" sz="2000">
            <a:solidFill>
              <a:schemeClr val="accent4"/>
            </a:solidFill>
            <a:latin typeface="Arial" panose="020B0604020202020204" pitchFamily="34" charset="0"/>
            <a:cs typeface="Arial" panose="020B0604020202020204" pitchFamily="34" charset="0"/>
          </a:endParaRPr>
        </a:p>
      </dgm:t>
    </dgm:pt>
    <dgm:pt modelId="{61167E66-F4F9-4A4A-83D7-2CD673BDE072}" type="sibTrans" cxnId="{74D83C31-4EB0-475E-97E2-C9554655B726}">
      <dgm:prSet/>
      <dgm:spPr/>
      <dgm:t>
        <a:bodyPr rtlCol="1"/>
        <a:lstStyle/>
        <a:p>
          <a:pPr rtl="1"/>
          <a:endParaRPr lang="en-US" sz="2000">
            <a:solidFill>
              <a:schemeClr val="accent4"/>
            </a:solidFill>
            <a:latin typeface="Arial" panose="020B0604020202020204" pitchFamily="34" charset="0"/>
            <a:cs typeface="Arial" panose="020B0604020202020204" pitchFamily="34" charset="0"/>
          </a:endParaRPr>
        </a:p>
      </dgm:t>
    </dgm:pt>
    <dgm:pt modelId="{AD55B978-2BD3-E240-9625-FCF245DFE20C}" type="pres">
      <dgm:prSet presAssocID="{9100401F-410F-48DF-97B2-B8D18BCCB5CF}" presName="linear" presStyleCnt="0">
        <dgm:presLayoutVars>
          <dgm:animLvl val="lvl"/>
          <dgm:resizeHandles val="exact"/>
        </dgm:presLayoutVars>
      </dgm:prSet>
      <dgm:spPr/>
    </dgm:pt>
    <dgm:pt modelId="{62412175-FC6C-D242-8DE7-9D63E23EE43E}" type="pres">
      <dgm:prSet presAssocID="{82140DE5-1C77-490A-A8F3-5CD675EF088E}" presName="parentText" presStyleLbl="node1" presStyleIdx="0" presStyleCnt="3">
        <dgm:presLayoutVars>
          <dgm:chMax val="0"/>
          <dgm:bulletEnabled val="1"/>
        </dgm:presLayoutVars>
      </dgm:prSet>
      <dgm:spPr/>
    </dgm:pt>
    <dgm:pt modelId="{61E8CEA7-2E33-C141-B474-A809FBA48370}" type="pres">
      <dgm:prSet presAssocID="{EFA41613-9CFD-4085-961D-173A913D4672}" presName="spacer" presStyleCnt="0"/>
      <dgm:spPr/>
    </dgm:pt>
    <dgm:pt modelId="{E849AC02-BEDC-A846-9B0F-BC22656E886F}" type="pres">
      <dgm:prSet presAssocID="{66B8EE71-9224-43F6-804E-F021D5C24AF9}" presName="parentText" presStyleLbl="node1" presStyleIdx="1" presStyleCnt="3">
        <dgm:presLayoutVars>
          <dgm:chMax val="0"/>
          <dgm:bulletEnabled val="1"/>
        </dgm:presLayoutVars>
      </dgm:prSet>
      <dgm:spPr/>
    </dgm:pt>
    <dgm:pt modelId="{B9DDE9F0-11A7-0C42-A531-4B1F8E76C537}" type="pres">
      <dgm:prSet presAssocID="{126005CC-AAB4-445E-928B-9908752D0CFC}" presName="spacer" presStyleCnt="0"/>
      <dgm:spPr/>
    </dgm:pt>
    <dgm:pt modelId="{4ABCF4B3-877E-044C-BFFB-7426A11300E0}" type="pres">
      <dgm:prSet presAssocID="{006A4876-55E6-4B69-9927-DCF3F5A514F7}" presName="parentText" presStyleLbl="node1" presStyleIdx="2" presStyleCnt="3">
        <dgm:presLayoutVars>
          <dgm:chMax val="0"/>
          <dgm:bulletEnabled val="1"/>
        </dgm:presLayoutVars>
      </dgm:prSet>
      <dgm:spPr/>
    </dgm:pt>
  </dgm:ptLst>
  <dgm:cxnLst>
    <dgm:cxn modelId="{7795EC1D-CEA1-4322-8651-687AB1CBE45C}" srcId="{9100401F-410F-48DF-97B2-B8D18BCCB5CF}" destId="{82140DE5-1C77-490A-A8F3-5CD675EF088E}" srcOrd="0" destOrd="0" parTransId="{0D6635CF-306B-4100-A6EB-0DD620D12134}" sibTransId="{EFA41613-9CFD-4085-961D-173A913D4672}"/>
    <dgm:cxn modelId="{74D83C31-4EB0-475E-97E2-C9554655B726}" srcId="{9100401F-410F-48DF-97B2-B8D18BCCB5CF}" destId="{006A4876-55E6-4B69-9927-DCF3F5A514F7}" srcOrd="2" destOrd="0" parTransId="{8B0E86B5-A42F-4F87-8FC5-EA0A26CFEA65}" sibTransId="{61167E66-F4F9-4A4A-83D7-2CD673BDE072}"/>
    <dgm:cxn modelId="{44D1213A-D6B7-3B46-81FB-2B512BDDA77E}" type="presOf" srcId="{82140DE5-1C77-490A-A8F3-5CD675EF088E}" destId="{62412175-FC6C-D242-8DE7-9D63E23EE43E}" srcOrd="0" destOrd="0" presId="urn:microsoft.com/office/officeart/2005/8/layout/vList2"/>
    <dgm:cxn modelId="{1D09EC5B-A77E-E548-BDDD-A7D481EDCC67}" type="presOf" srcId="{9100401F-410F-48DF-97B2-B8D18BCCB5CF}" destId="{AD55B978-2BD3-E240-9625-FCF245DFE20C}" srcOrd="0" destOrd="0" presId="urn:microsoft.com/office/officeart/2005/8/layout/vList2"/>
    <dgm:cxn modelId="{E31C9765-7E56-47C4-AABE-814308E815EA}" srcId="{9100401F-410F-48DF-97B2-B8D18BCCB5CF}" destId="{66B8EE71-9224-43F6-804E-F021D5C24AF9}" srcOrd="1" destOrd="0" parTransId="{CF8F436A-733B-49B4-9629-A12961CDDA2F}" sibTransId="{126005CC-AAB4-445E-928B-9908752D0CFC}"/>
    <dgm:cxn modelId="{876A8FD1-15DF-094E-8C53-518C7CD5D6CE}" type="presOf" srcId="{006A4876-55E6-4B69-9927-DCF3F5A514F7}" destId="{4ABCF4B3-877E-044C-BFFB-7426A11300E0}" srcOrd="0" destOrd="0" presId="urn:microsoft.com/office/officeart/2005/8/layout/vList2"/>
    <dgm:cxn modelId="{3B9775F2-D131-9744-AD99-C0EE37802BE1}" type="presOf" srcId="{66B8EE71-9224-43F6-804E-F021D5C24AF9}" destId="{E849AC02-BEDC-A846-9B0F-BC22656E886F}" srcOrd="0" destOrd="0" presId="urn:microsoft.com/office/officeart/2005/8/layout/vList2"/>
    <dgm:cxn modelId="{6DE6451E-17E8-7D4A-9D6A-5BB48B683FB8}" type="presParOf" srcId="{AD55B978-2BD3-E240-9625-FCF245DFE20C}" destId="{62412175-FC6C-D242-8DE7-9D63E23EE43E}" srcOrd="0" destOrd="0" presId="urn:microsoft.com/office/officeart/2005/8/layout/vList2"/>
    <dgm:cxn modelId="{AC3ABEBD-ED8D-AF44-8600-D93485E97D1E}" type="presParOf" srcId="{AD55B978-2BD3-E240-9625-FCF245DFE20C}" destId="{61E8CEA7-2E33-C141-B474-A809FBA48370}" srcOrd="1" destOrd="0" presId="urn:microsoft.com/office/officeart/2005/8/layout/vList2"/>
    <dgm:cxn modelId="{B5EF5647-781E-1647-9415-D8FACBCF8183}" type="presParOf" srcId="{AD55B978-2BD3-E240-9625-FCF245DFE20C}" destId="{E849AC02-BEDC-A846-9B0F-BC22656E886F}" srcOrd="2" destOrd="0" presId="urn:microsoft.com/office/officeart/2005/8/layout/vList2"/>
    <dgm:cxn modelId="{3AD53061-9FD3-7D4A-8295-E5C2F7BD70AD}" type="presParOf" srcId="{AD55B978-2BD3-E240-9625-FCF245DFE20C}" destId="{B9DDE9F0-11A7-0C42-A531-4B1F8E76C537}" srcOrd="3" destOrd="0" presId="urn:microsoft.com/office/officeart/2005/8/layout/vList2"/>
    <dgm:cxn modelId="{814CE778-C0F7-4342-B811-C02B9823C281}" type="presParOf" srcId="{AD55B978-2BD3-E240-9625-FCF245DFE20C}" destId="{4ABCF4B3-877E-044C-BFFB-7426A11300E0}"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9973B-5D49-8A42-BAC4-EF82E5721969}">
      <dsp:nvSpPr>
        <dsp:cNvPr id="0" name=""/>
        <dsp:cNvSpPr/>
      </dsp:nvSpPr>
      <dsp:spPr>
        <a:xfrm>
          <a:off x="1021809" y="14640"/>
          <a:ext cx="5411041" cy="105281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464261" bIns="76200" numCol="1" spcCol="1270" rtlCol="1" anchor="ctr" anchorCtr="0">
          <a:noAutofit/>
        </a:bodyPr>
        <a:lstStyle/>
        <a:p>
          <a:pPr marL="0" lvl="0" indent="0" algn="ctr" defTabSz="889000" rtl="1">
            <a:lnSpc>
              <a:spcPct val="90000"/>
            </a:lnSpc>
            <a:spcBef>
              <a:spcPct val="0"/>
            </a:spcBef>
            <a:spcAft>
              <a:spcPct val="35000"/>
            </a:spcAft>
            <a:buNone/>
          </a:pPr>
          <a:r>
            <a:rPr lang="ar" sz="2000" b="0" kern="1200" dirty="0">
              <a:solidFill>
                <a:schemeClr val="tx1"/>
              </a:solidFill>
              <a:latin typeface="Sakkal Majalla" panose="02000000000000000000" pitchFamily="2" charset="-78"/>
              <a:cs typeface="Sakkal Majalla" panose="02000000000000000000" pitchFamily="2" charset="-78"/>
            </a:rPr>
            <a:t>يتم تقييم هذه الوحدة باستخدام ملخصي الواجبات التي قدمها معلمك</a:t>
          </a:r>
          <a:endParaRPr lang="en-GB" sz="2000" b="0" kern="1200" dirty="0">
            <a:latin typeface="Sakkal Majalla" panose="02000000000000000000" pitchFamily="2" charset="-78"/>
            <a:cs typeface="Sakkal Majalla" panose="02000000000000000000" pitchFamily="2" charset="-78"/>
          </a:endParaRPr>
        </a:p>
      </dsp:txBody>
      <dsp:txXfrm>
        <a:off x="1021809" y="14640"/>
        <a:ext cx="5147838" cy="1052811"/>
      </dsp:txXfrm>
    </dsp:sp>
    <dsp:sp modelId="{07466073-534A-6D46-8ADE-679263BC913B}">
      <dsp:nvSpPr>
        <dsp:cNvPr id="0" name=""/>
        <dsp:cNvSpPr/>
      </dsp:nvSpPr>
      <dsp:spPr>
        <a:xfrm>
          <a:off x="6588688" y="0"/>
          <a:ext cx="1052811" cy="1052811"/>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FB1FB1-11BF-224B-AB57-8205C1A8E483}">
      <dsp:nvSpPr>
        <dsp:cNvPr id="0" name=""/>
        <dsp:cNvSpPr/>
      </dsp:nvSpPr>
      <dsp:spPr>
        <a:xfrm>
          <a:off x="1071888" y="1368153"/>
          <a:ext cx="5522400" cy="1571004"/>
        </a:xfrm>
        <a:prstGeom prst="homePlate">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464261"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ستبحث في العديد من المؤسسات الكبيرة المختلفة، وجمع الأدلة والإبلاغ عن النتائج التي توصلت إليها</a:t>
          </a:r>
          <a:endParaRPr lang="en-GB" sz="2000" kern="1200" dirty="0">
            <a:solidFill>
              <a:srgbClr val="000000"/>
            </a:solidFill>
            <a:latin typeface="Sakkal Majalla" panose="02000000000000000000" pitchFamily="2" charset="-78"/>
            <a:ea typeface="+mn-ea"/>
            <a:cs typeface="Sakkal Majalla" panose="02000000000000000000" pitchFamily="2" charset="-78"/>
          </a:endParaRPr>
        </a:p>
      </dsp:txBody>
      <dsp:txXfrm>
        <a:off x="1071888" y="1368153"/>
        <a:ext cx="5129649" cy="1571004"/>
      </dsp:txXfrm>
    </dsp:sp>
    <dsp:sp modelId="{F0BB6657-F43C-A140-B1F2-D744ED259593}">
      <dsp:nvSpPr>
        <dsp:cNvPr id="0" name=""/>
        <dsp:cNvSpPr/>
      </dsp:nvSpPr>
      <dsp:spPr>
        <a:xfrm>
          <a:off x="6616528" y="1640999"/>
          <a:ext cx="1052811" cy="1052811"/>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C2EE03-B08C-7540-BB3E-0E43195B2D99}">
      <dsp:nvSpPr>
        <dsp:cNvPr id="0" name=""/>
        <dsp:cNvSpPr/>
      </dsp:nvSpPr>
      <dsp:spPr>
        <a:xfrm>
          <a:off x="1099728" y="3253430"/>
          <a:ext cx="5411041" cy="105281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464261"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ستخضع للتقييم الداخلي الذي يجريه المعلمين وأصحاب العمل أو كلاهما</a:t>
          </a:r>
        </a:p>
      </dsp:txBody>
      <dsp:txXfrm>
        <a:off x="1099728" y="3253430"/>
        <a:ext cx="5147838" cy="1052811"/>
      </dsp:txXfrm>
    </dsp:sp>
    <dsp:sp modelId="{EAAD1AC9-DE04-3442-A4F4-1538E3E85E1E}">
      <dsp:nvSpPr>
        <dsp:cNvPr id="0" name=""/>
        <dsp:cNvSpPr/>
      </dsp:nvSpPr>
      <dsp:spPr>
        <a:xfrm>
          <a:off x="6652046" y="3254499"/>
          <a:ext cx="1052811" cy="1052811"/>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9F91B-A412-4046-9AE9-167787D1DE0B}">
      <dsp:nvSpPr>
        <dsp:cNvPr id="0" name=""/>
        <dsp:cNvSpPr/>
      </dsp:nvSpPr>
      <dsp:spPr>
        <a:xfrm>
          <a:off x="0" y="473"/>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89B75D-60E8-4A38-AC23-0DC503925009}">
      <dsp:nvSpPr>
        <dsp:cNvPr id="0" name=""/>
        <dsp:cNvSpPr/>
      </dsp:nvSpPr>
      <dsp:spPr>
        <a:xfrm>
          <a:off x="7272041" y="249740"/>
          <a:ext cx="609319" cy="609319"/>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239B92-C7E8-4937-BA2F-63BBE1282096}">
      <dsp:nvSpPr>
        <dsp:cNvPr id="0" name=""/>
        <dsp:cNvSpPr/>
      </dsp:nvSpPr>
      <dsp:spPr>
        <a:xfrm>
          <a:off x="71223" y="473"/>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9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أ: </a:t>
          </a:r>
          <a:r>
            <a:rPr lang="ar" sz="2200" kern="1200" dirty="0">
              <a:latin typeface="Sakkal Majalla" panose="02000000000000000000" pitchFamily="2" charset="-78"/>
              <a:cs typeface="Sakkal Majalla" panose="02000000000000000000" pitchFamily="2" charset="-78"/>
            </a:rPr>
            <a:t>استكشاف العوامل التي يمكن أن تؤثر في تخطيط الموارد البشرية في الأعمال</a:t>
          </a:r>
          <a:endParaRPr lang="en-US" sz="2200" kern="1200" dirty="0">
            <a:latin typeface="Sakkal Majalla" panose="02000000000000000000" pitchFamily="2" charset="-78"/>
            <a:cs typeface="Sakkal Majalla" panose="02000000000000000000" pitchFamily="2" charset="-78"/>
          </a:endParaRPr>
        </a:p>
      </dsp:txBody>
      <dsp:txXfrm>
        <a:off x="71223" y="473"/>
        <a:ext cx="6927803" cy="1107854"/>
      </dsp:txXfrm>
    </dsp:sp>
    <dsp:sp modelId="{F43D942C-5076-405B-826A-BC7DA2026AC7}">
      <dsp:nvSpPr>
        <dsp:cNvPr id="0" name=""/>
        <dsp:cNvSpPr/>
      </dsp:nvSpPr>
      <dsp:spPr>
        <a:xfrm>
          <a:off x="0" y="1385290"/>
          <a:ext cx="8207375" cy="1107854"/>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8ED43BA3-C6FA-40D0-98FE-78504CE20FC3}">
      <dsp:nvSpPr>
        <dsp:cNvPr id="0" name=""/>
        <dsp:cNvSpPr/>
      </dsp:nvSpPr>
      <dsp:spPr>
        <a:xfrm>
          <a:off x="7272041" y="1634558"/>
          <a:ext cx="609319" cy="609319"/>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A8200A-96B4-428C-8E55-83C8FFDC1FB3}">
      <dsp:nvSpPr>
        <dsp:cNvPr id="0" name=""/>
        <dsp:cNvSpPr/>
      </dsp:nvSpPr>
      <dsp:spPr>
        <a:xfrm>
          <a:off x="71223" y="1385290"/>
          <a:ext cx="6927803" cy="1107854"/>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9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ب: </a:t>
          </a:r>
          <a:r>
            <a:rPr lang="ar" sz="2200" kern="1200" dirty="0">
              <a:latin typeface="Sakkal Majalla" panose="02000000000000000000" pitchFamily="2" charset="-78"/>
              <a:cs typeface="Sakkal Majalla" panose="02000000000000000000" pitchFamily="2" charset="-78"/>
            </a:rPr>
            <a:t>دراسة طرق إدارة أداء الموظفين وكيفية تأثير التحفيز في أداء الأعمال</a:t>
          </a:r>
          <a:endParaRPr lang="en-US" sz="2200" kern="1200" dirty="0">
            <a:latin typeface="Sakkal Majalla" panose="02000000000000000000" pitchFamily="2" charset="-78"/>
            <a:cs typeface="Sakkal Majalla" panose="02000000000000000000" pitchFamily="2" charset="-78"/>
          </a:endParaRPr>
        </a:p>
      </dsp:txBody>
      <dsp:txXfrm>
        <a:off x="71223" y="1385290"/>
        <a:ext cx="6927803" cy="1107854"/>
      </dsp:txXfrm>
    </dsp:sp>
    <dsp:sp modelId="{875D741C-CAD9-4AF6-B4FA-DE20C2DFD952}">
      <dsp:nvSpPr>
        <dsp:cNvPr id="0" name=""/>
        <dsp:cNvSpPr/>
      </dsp:nvSpPr>
      <dsp:spPr>
        <a:xfrm>
          <a:off x="0" y="2770108"/>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8AB56E-E0E6-4724-B224-7DF8D29317AC}">
      <dsp:nvSpPr>
        <dsp:cNvPr id="0" name=""/>
        <dsp:cNvSpPr/>
      </dsp:nvSpPr>
      <dsp:spPr>
        <a:xfrm>
          <a:off x="7272041" y="3019375"/>
          <a:ext cx="609319" cy="609319"/>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D209A1-A39C-4A34-A67B-7F58F8B67DCB}">
      <dsp:nvSpPr>
        <dsp:cNvPr id="0" name=""/>
        <dsp:cNvSpPr/>
      </dsp:nvSpPr>
      <dsp:spPr>
        <a:xfrm>
          <a:off x="71223" y="2770108"/>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9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ج: </a:t>
          </a:r>
          <a:r>
            <a:rPr lang="ar" sz="2200" kern="1200" dirty="0">
              <a:latin typeface="Sakkal Majalla" panose="02000000000000000000" pitchFamily="2" charset="-78"/>
              <a:cs typeface="Sakkal Majalla" panose="02000000000000000000" pitchFamily="2" charset="-78"/>
            </a:rPr>
            <a:t>دراسة مدى إسهام التوظيف والاختيار الفعال في نجاح الشركة</a:t>
          </a:r>
          <a:endParaRPr lang="en-US" sz="2200" kern="1200" dirty="0">
            <a:latin typeface="Sakkal Majalla" panose="02000000000000000000" pitchFamily="2" charset="-78"/>
            <a:cs typeface="Sakkal Majalla" panose="02000000000000000000" pitchFamily="2" charset="-78"/>
          </a:endParaRPr>
        </a:p>
      </dsp:txBody>
      <dsp:txXfrm>
        <a:off x="71223" y="2770108"/>
        <a:ext cx="6927803" cy="11078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6443E-F6CB-4E39-B8B4-8735A3F35C81}">
      <dsp:nvSpPr>
        <dsp:cNvPr id="0" name=""/>
        <dsp:cNvSpPr/>
      </dsp:nvSpPr>
      <dsp:spPr>
        <a:xfrm>
          <a:off x="0" y="518"/>
          <a:ext cx="4381326" cy="121399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E01E3D-6D85-4BA8-8D47-D67B5A12AA05}">
      <dsp:nvSpPr>
        <dsp:cNvPr id="0" name=""/>
        <dsp:cNvSpPr/>
      </dsp:nvSpPr>
      <dsp:spPr>
        <a:xfrm>
          <a:off x="3373215" y="273667"/>
          <a:ext cx="667697" cy="667697"/>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4A834-0AE3-40C9-B5C8-75BE27C4EBF8}">
      <dsp:nvSpPr>
        <dsp:cNvPr id="0" name=""/>
        <dsp:cNvSpPr/>
      </dsp:nvSpPr>
      <dsp:spPr>
        <a:xfrm>
          <a:off x="250034" y="518"/>
          <a:ext cx="2979160" cy="121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481" tIns="128481" rIns="128481" bIns="128481" numCol="1" spcCol="1270" rtlCol="1" anchor="ctr" anchorCtr="0">
          <a:noAutofit/>
        </a:bodyPr>
        <a:lstStyle/>
        <a:p>
          <a:pPr marL="0" lvl="0" indent="0" algn="r" defTabSz="1111250" rtl="1">
            <a:lnSpc>
              <a:spcPct val="100000"/>
            </a:lnSpc>
            <a:spcBef>
              <a:spcPct val="0"/>
            </a:spcBef>
            <a:spcAft>
              <a:spcPct val="35000"/>
            </a:spcAft>
            <a:buNone/>
          </a:pPr>
          <a:r>
            <a:rPr lang="ar" sz="2500" b="1" kern="1200" dirty="0">
              <a:latin typeface="Sakkal Majalla" panose="02000000000000000000" pitchFamily="2" charset="-78"/>
              <a:cs typeface="Sakkal Majalla" panose="02000000000000000000" pitchFamily="2" charset="-78"/>
            </a:rPr>
            <a:t>مجالات المحتوى الرئيسة</a:t>
          </a:r>
        </a:p>
      </dsp:txBody>
      <dsp:txXfrm>
        <a:off x="250034" y="518"/>
        <a:ext cx="2979160" cy="1213995"/>
      </dsp:txXfrm>
    </dsp:sp>
    <dsp:sp modelId="{CF774ABA-3244-4408-901F-6CCE877A456B}">
      <dsp:nvSpPr>
        <dsp:cNvPr id="0" name=""/>
        <dsp:cNvSpPr/>
      </dsp:nvSpPr>
      <dsp:spPr>
        <a:xfrm>
          <a:off x="0" y="1518013"/>
          <a:ext cx="4381326" cy="121399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407EE78B-D7B9-41CD-B540-6B48BF9CD5D7}">
      <dsp:nvSpPr>
        <dsp:cNvPr id="0" name=""/>
        <dsp:cNvSpPr/>
      </dsp:nvSpPr>
      <dsp:spPr>
        <a:xfrm>
          <a:off x="3373215" y="1791162"/>
          <a:ext cx="667697" cy="667697"/>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BE2D37-BA8E-4389-9AA8-5F0BF3C22FB2}">
      <dsp:nvSpPr>
        <dsp:cNvPr id="0" name=""/>
        <dsp:cNvSpPr/>
      </dsp:nvSpPr>
      <dsp:spPr>
        <a:xfrm>
          <a:off x="204870" y="1518013"/>
          <a:ext cx="2979160" cy="121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481" tIns="128481" rIns="128481" bIns="128481" numCol="1" spcCol="1270" rtlCol="1" anchor="ctr" anchorCtr="0">
          <a:noAutofit/>
        </a:bodyPr>
        <a:lstStyle/>
        <a:p>
          <a:pPr marL="0" lvl="0" indent="0" algn="r" defTabSz="1111250" rtl="1">
            <a:lnSpc>
              <a:spcPct val="100000"/>
            </a:lnSpc>
            <a:spcBef>
              <a:spcPct val="0"/>
            </a:spcBef>
            <a:spcAft>
              <a:spcPct val="35000"/>
            </a:spcAft>
            <a:buNone/>
          </a:pPr>
          <a:r>
            <a:rPr lang="ar" sz="2500" kern="1200" dirty="0">
              <a:latin typeface="Sakkal Majalla" panose="02000000000000000000" pitchFamily="2" charset="-78"/>
              <a:cs typeface="Sakkal Majalla" panose="02000000000000000000" pitchFamily="2" charset="-78"/>
            </a:rPr>
            <a:t>أ1 الموارد البشرية</a:t>
          </a:r>
          <a:endParaRPr lang="en-US" sz="2500" kern="1200" dirty="0">
            <a:latin typeface="Sakkal Majalla" panose="02000000000000000000" pitchFamily="2" charset="-78"/>
            <a:cs typeface="Sakkal Majalla" panose="02000000000000000000" pitchFamily="2" charset="-78"/>
          </a:endParaRPr>
        </a:p>
      </dsp:txBody>
      <dsp:txXfrm>
        <a:off x="204870" y="1518013"/>
        <a:ext cx="2979160" cy="1213995"/>
      </dsp:txXfrm>
    </dsp:sp>
    <dsp:sp modelId="{102F6014-A5B3-B742-8B41-63AAFFAB7D50}">
      <dsp:nvSpPr>
        <dsp:cNvPr id="0" name=""/>
        <dsp:cNvSpPr/>
      </dsp:nvSpPr>
      <dsp:spPr>
        <a:xfrm>
          <a:off x="0" y="3035508"/>
          <a:ext cx="4381326" cy="121399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2D6FAC-4AF0-774A-9D4E-383D48B3593F}">
      <dsp:nvSpPr>
        <dsp:cNvPr id="0" name=""/>
        <dsp:cNvSpPr/>
      </dsp:nvSpPr>
      <dsp:spPr>
        <a:xfrm>
          <a:off x="3443731" y="3326885"/>
          <a:ext cx="667697" cy="66769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D3EBB9-1D12-A046-8A0E-7FA5976C30C1}">
      <dsp:nvSpPr>
        <dsp:cNvPr id="0" name=""/>
        <dsp:cNvSpPr/>
      </dsp:nvSpPr>
      <dsp:spPr>
        <a:xfrm>
          <a:off x="204870" y="3035508"/>
          <a:ext cx="2979160" cy="121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481" tIns="128481" rIns="128481" bIns="128481" numCol="1" spcCol="1270" rtlCol="1" anchor="ctr" anchorCtr="0">
          <a:noAutofit/>
        </a:bodyPr>
        <a:lstStyle/>
        <a:p>
          <a:pPr marL="0" lvl="0" indent="0" algn="r" defTabSz="1111250" rtl="1">
            <a:lnSpc>
              <a:spcPct val="100000"/>
            </a:lnSpc>
            <a:spcBef>
              <a:spcPct val="0"/>
            </a:spcBef>
            <a:spcAft>
              <a:spcPct val="35000"/>
            </a:spcAft>
            <a:buNone/>
          </a:pPr>
          <a:r>
            <a:rPr lang="ar" sz="2500" kern="1200" dirty="0">
              <a:latin typeface="Sakkal Majalla" panose="02000000000000000000" pitchFamily="2" charset="-78"/>
              <a:cs typeface="Sakkal Majalla" panose="02000000000000000000" pitchFamily="2" charset="-78"/>
            </a:rPr>
            <a:t>أ2 تخطيط الموارد البشرية</a:t>
          </a:r>
        </a:p>
      </dsp:txBody>
      <dsp:txXfrm>
        <a:off x="204870" y="3035508"/>
        <a:ext cx="2979160" cy="12139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F68030-B86A-3A4E-955A-FCCAAEC76B82}">
      <dsp:nvSpPr>
        <dsp:cNvPr id="0" name=""/>
        <dsp:cNvSpPr/>
      </dsp:nvSpPr>
      <dsp:spPr>
        <a:xfrm>
          <a:off x="3293304" y="-197939"/>
          <a:ext cx="1599631" cy="153181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accent6"/>
              </a:solidFill>
              <a:latin typeface="Sakkal Majalla" panose="02000000000000000000" pitchFamily="2" charset="-78"/>
              <a:cs typeface="Sakkal Majalla" panose="02000000000000000000" pitchFamily="2" charset="-78"/>
            </a:rPr>
            <a:t>طبيعة العمل</a:t>
          </a:r>
        </a:p>
      </dsp:txBody>
      <dsp:txXfrm>
        <a:off x="3527565" y="26390"/>
        <a:ext cx="1131109" cy="1083156"/>
      </dsp:txXfrm>
    </dsp:sp>
    <dsp:sp modelId="{A325477F-AE3A-1C42-81F4-15D57D7EC10E}">
      <dsp:nvSpPr>
        <dsp:cNvPr id="0" name=""/>
        <dsp:cNvSpPr/>
      </dsp:nvSpPr>
      <dsp:spPr>
        <a:xfrm rot="8640000">
          <a:off x="3371026" y="869633"/>
          <a:ext cx="68461" cy="396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755650" rtl="1">
            <a:lnSpc>
              <a:spcPct val="90000"/>
            </a:lnSpc>
            <a:spcBef>
              <a:spcPct val="0"/>
            </a:spcBef>
            <a:spcAft>
              <a:spcPct val="35000"/>
            </a:spcAft>
            <a:buNone/>
          </a:pPr>
          <a:endParaRPr lang="en-GB" sz="1700" kern="1200"/>
        </a:p>
      </dsp:txBody>
      <dsp:txXfrm rot="10800000">
        <a:off x="3389603" y="942835"/>
        <a:ext cx="47923" cy="237716"/>
      </dsp:txXfrm>
    </dsp:sp>
    <dsp:sp modelId="{2562193D-9FB1-824F-B20E-96C31DF59C78}">
      <dsp:nvSpPr>
        <dsp:cNvPr id="0" name=""/>
        <dsp:cNvSpPr/>
      </dsp:nvSpPr>
      <dsp:spPr>
        <a:xfrm>
          <a:off x="1819470" y="757815"/>
          <a:ext cx="1693731" cy="169354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accent6"/>
              </a:solidFill>
              <a:latin typeface="Sakkal Majalla" panose="02000000000000000000" pitchFamily="2" charset="-78"/>
              <a:cs typeface="Sakkal Majalla" panose="02000000000000000000" pitchFamily="2" charset="-78"/>
            </a:rPr>
            <a:t>الطلب على المنتجات أو الخدمات</a:t>
          </a:r>
        </a:p>
      </dsp:txBody>
      <dsp:txXfrm>
        <a:off x="2067511" y="1005829"/>
        <a:ext cx="1197649" cy="1197515"/>
      </dsp:txXfrm>
    </dsp:sp>
    <dsp:sp modelId="{064BB9F9-C391-7E42-A8FB-DA1DDCB3D2A9}">
      <dsp:nvSpPr>
        <dsp:cNvPr id="0" name=""/>
        <dsp:cNvSpPr/>
      </dsp:nvSpPr>
      <dsp:spPr>
        <a:xfrm rot="4320000">
          <a:off x="2909448" y="2286177"/>
          <a:ext cx="85430" cy="396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755650" rtl="1">
            <a:lnSpc>
              <a:spcPct val="90000"/>
            </a:lnSpc>
            <a:spcBef>
              <a:spcPct val="0"/>
            </a:spcBef>
            <a:spcAft>
              <a:spcPct val="35000"/>
            </a:spcAft>
            <a:buNone/>
          </a:pPr>
          <a:endParaRPr lang="en-GB" sz="1700" kern="1200"/>
        </a:p>
      </dsp:txBody>
      <dsp:txXfrm>
        <a:off x="2918303" y="2353228"/>
        <a:ext cx="59801" cy="237716"/>
      </dsp:txXfrm>
    </dsp:sp>
    <dsp:sp modelId="{876F121C-DD2B-1C47-8E8E-668DDD97BD56}">
      <dsp:nvSpPr>
        <dsp:cNvPr id="0" name=""/>
        <dsp:cNvSpPr/>
      </dsp:nvSpPr>
      <dsp:spPr>
        <a:xfrm>
          <a:off x="2372652" y="2533638"/>
          <a:ext cx="1677331" cy="149646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accent6"/>
              </a:solidFill>
              <a:latin typeface="Sakkal Majalla" panose="02000000000000000000" pitchFamily="2" charset="-78"/>
              <a:cs typeface="Sakkal Majalla" panose="02000000000000000000" pitchFamily="2" charset="-78"/>
            </a:rPr>
            <a:t>متطلبات المهارات والنقص فيها</a:t>
          </a:r>
        </a:p>
      </dsp:txBody>
      <dsp:txXfrm>
        <a:off x="2618291" y="2752791"/>
        <a:ext cx="1186053" cy="1058162"/>
      </dsp:txXfrm>
    </dsp:sp>
    <dsp:sp modelId="{9C71249F-9094-3346-9241-02C0BCE1E5ED}">
      <dsp:nvSpPr>
        <dsp:cNvPr id="0" name=""/>
        <dsp:cNvSpPr/>
      </dsp:nvSpPr>
      <dsp:spPr>
        <a:xfrm>
          <a:off x="4076372" y="3083776"/>
          <a:ext cx="63570" cy="396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755650" rtl="1">
            <a:lnSpc>
              <a:spcPct val="90000"/>
            </a:lnSpc>
            <a:spcBef>
              <a:spcPct val="0"/>
            </a:spcBef>
            <a:spcAft>
              <a:spcPct val="35000"/>
            </a:spcAft>
            <a:buNone/>
          </a:pPr>
          <a:endParaRPr lang="en-GB" sz="1700" kern="1200"/>
        </a:p>
      </dsp:txBody>
      <dsp:txXfrm>
        <a:off x="4076372" y="3163014"/>
        <a:ext cx="44499" cy="237716"/>
      </dsp:txXfrm>
    </dsp:sp>
    <dsp:sp modelId="{0F032B75-7323-5B47-823D-66F6A924E7D2}">
      <dsp:nvSpPr>
        <dsp:cNvPr id="0" name=""/>
        <dsp:cNvSpPr/>
      </dsp:nvSpPr>
      <dsp:spPr>
        <a:xfrm>
          <a:off x="4169928" y="2477372"/>
          <a:ext cx="1609984" cy="160899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accent6"/>
              </a:solidFill>
              <a:latin typeface="Sakkal Majalla" panose="02000000000000000000" pitchFamily="2" charset="-78"/>
              <a:cs typeface="Sakkal Majalla" panose="02000000000000000000" pitchFamily="2" charset="-78"/>
            </a:rPr>
            <a:t>الموقع</a:t>
          </a:r>
        </a:p>
      </dsp:txBody>
      <dsp:txXfrm>
        <a:off x="4405705" y="2713004"/>
        <a:ext cx="1138430" cy="1137734"/>
      </dsp:txXfrm>
    </dsp:sp>
    <dsp:sp modelId="{45B82B69-1360-BE42-A794-6F7C08DD516A}">
      <dsp:nvSpPr>
        <dsp:cNvPr id="0" name=""/>
        <dsp:cNvSpPr/>
      </dsp:nvSpPr>
      <dsp:spPr>
        <a:xfrm rot="17280000">
          <a:off x="5207504" y="2254360"/>
          <a:ext cx="73821" cy="396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755650" rtl="1">
            <a:lnSpc>
              <a:spcPct val="90000"/>
            </a:lnSpc>
            <a:spcBef>
              <a:spcPct val="0"/>
            </a:spcBef>
            <a:spcAft>
              <a:spcPct val="35000"/>
            </a:spcAft>
            <a:buNone/>
          </a:pPr>
          <a:endParaRPr lang="en-GB" sz="1700" kern="1200"/>
        </a:p>
      </dsp:txBody>
      <dsp:txXfrm>
        <a:off x="5215155" y="2344129"/>
        <a:ext cx="51675" cy="237716"/>
      </dsp:txXfrm>
    </dsp:sp>
    <dsp:sp modelId="{BEEED762-175F-804F-B0AD-C2CB7CE82377}">
      <dsp:nvSpPr>
        <dsp:cNvPr id="0" name=""/>
        <dsp:cNvSpPr/>
      </dsp:nvSpPr>
      <dsp:spPr>
        <a:xfrm>
          <a:off x="4653974" y="789269"/>
          <a:ext cx="1731859" cy="163063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accent6"/>
              </a:solidFill>
              <a:latin typeface="Sakkal Majalla" panose="02000000000000000000" pitchFamily="2" charset="-78"/>
              <a:cs typeface="Sakkal Majalla" panose="02000000000000000000" pitchFamily="2" charset="-78"/>
            </a:rPr>
            <a:t>المنافسة في سوق العمل</a:t>
          </a:r>
          <a:endParaRPr lang="en-GB" sz="1800" kern="1200" dirty="0"/>
        </a:p>
      </dsp:txBody>
      <dsp:txXfrm>
        <a:off x="4907599" y="1028070"/>
        <a:ext cx="1224609" cy="1153031"/>
      </dsp:txXfrm>
    </dsp:sp>
    <dsp:sp modelId="{FCF7AEE7-F813-0C4F-80CB-2228BBFC4661}">
      <dsp:nvSpPr>
        <dsp:cNvPr id="0" name=""/>
        <dsp:cNvSpPr/>
      </dsp:nvSpPr>
      <dsp:spPr>
        <a:xfrm rot="12960000">
          <a:off x="4749802" y="871741"/>
          <a:ext cx="68163" cy="396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755650" rtl="1">
            <a:lnSpc>
              <a:spcPct val="90000"/>
            </a:lnSpc>
            <a:spcBef>
              <a:spcPct val="0"/>
            </a:spcBef>
            <a:spcAft>
              <a:spcPct val="35000"/>
            </a:spcAft>
            <a:buNone/>
          </a:pPr>
          <a:endParaRPr lang="en-GB" sz="1700" kern="1200"/>
        </a:p>
      </dsp:txBody>
      <dsp:txXfrm rot="10800000">
        <a:off x="4768298" y="956989"/>
        <a:ext cx="47714" cy="2377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198611-7235-4BB4-BB31-D216AABCC317}">
      <dsp:nvSpPr>
        <dsp:cNvPr id="0" name=""/>
        <dsp:cNvSpPr/>
      </dsp:nvSpPr>
      <dsp:spPr>
        <a:xfrm>
          <a:off x="0" y="1710"/>
          <a:ext cx="4381326" cy="86679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776590-B244-4374-8BBB-C0658B713B0F}">
      <dsp:nvSpPr>
        <dsp:cNvPr id="0" name=""/>
        <dsp:cNvSpPr/>
      </dsp:nvSpPr>
      <dsp:spPr>
        <a:xfrm>
          <a:off x="3661248" y="196739"/>
          <a:ext cx="476737" cy="476737"/>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EEE30D-ABB2-471B-872D-A85FEFC192CD}">
      <dsp:nvSpPr>
        <dsp:cNvPr id="0" name=""/>
        <dsp:cNvSpPr/>
      </dsp:nvSpPr>
      <dsp:spPr>
        <a:xfrm>
          <a:off x="60851" y="1710"/>
          <a:ext cx="3380177" cy="86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736" tIns="91736" rIns="91736" bIns="91736"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مجالات المحتوى الرئيسة</a:t>
          </a:r>
          <a:endParaRPr lang="en-US" sz="2400" kern="1200" dirty="0">
            <a:latin typeface="Sakkal Majalla" panose="02000000000000000000" pitchFamily="2" charset="-78"/>
            <a:cs typeface="Sakkal Majalla" panose="02000000000000000000" pitchFamily="2" charset="-78"/>
          </a:endParaRPr>
        </a:p>
      </dsp:txBody>
      <dsp:txXfrm>
        <a:off x="60851" y="1710"/>
        <a:ext cx="3380177" cy="866795"/>
      </dsp:txXfrm>
    </dsp:sp>
    <dsp:sp modelId="{CFBCFFB1-6659-4D2F-B414-B2122CCC09F7}">
      <dsp:nvSpPr>
        <dsp:cNvPr id="0" name=""/>
        <dsp:cNvSpPr/>
      </dsp:nvSpPr>
      <dsp:spPr>
        <a:xfrm>
          <a:off x="0" y="1085204"/>
          <a:ext cx="4381326" cy="866795"/>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4205DB3-070F-4243-94BB-88B6A8D354CE}">
      <dsp:nvSpPr>
        <dsp:cNvPr id="0" name=""/>
        <dsp:cNvSpPr/>
      </dsp:nvSpPr>
      <dsp:spPr>
        <a:xfrm>
          <a:off x="3661248" y="1280233"/>
          <a:ext cx="476737" cy="476737"/>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62A4DF-EEB9-409B-BC1D-1F45D0A27FDC}">
      <dsp:nvSpPr>
        <dsp:cNvPr id="0" name=""/>
        <dsp:cNvSpPr/>
      </dsp:nvSpPr>
      <dsp:spPr>
        <a:xfrm>
          <a:off x="60851" y="1085204"/>
          <a:ext cx="3380177" cy="86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736" tIns="91736" rIns="91736" bIns="91736"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ب1 التحفيز في مكان العمل</a:t>
          </a:r>
          <a:endParaRPr lang="en-US" sz="2400" kern="1200" dirty="0">
            <a:latin typeface="Sakkal Majalla" panose="02000000000000000000" pitchFamily="2" charset="-78"/>
            <a:cs typeface="Sakkal Majalla" panose="02000000000000000000" pitchFamily="2" charset="-78"/>
          </a:endParaRPr>
        </a:p>
      </dsp:txBody>
      <dsp:txXfrm>
        <a:off x="60851" y="1085204"/>
        <a:ext cx="3380177" cy="866795"/>
      </dsp:txXfrm>
    </dsp:sp>
    <dsp:sp modelId="{2797CF68-E5BF-41A3-ABCF-8E79F0896476}">
      <dsp:nvSpPr>
        <dsp:cNvPr id="0" name=""/>
        <dsp:cNvSpPr/>
      </dsp:nvSpPr>
      <dsp:spPr>
        <a:xfrm>
          <a:off x="0" y="2168698"/>
          <a:ext cx="4381326" cy="86679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052375-894A-423B-8CC9-89FA86F3D286}">
      <dsp:nvSpPr>
        <dsp:cNvPr id="0" name=""/>
        <dsp:cNvSpPr/>
      </dsp:nvSpPr>
      <dsp:spPr>
        <a:xfrm>
          <a:off x="3661248" y="2363727"/>
          <a:ext cx="476737" cy="476737"/>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4AA2ED-FFEE-4717-8F97-F43CEB41CECA}">
      <dsp:nvSpPr>
        <dsp:cNvPr id="0" name=""/>
        <dsp:cNvSpPr/>
      </dsp:nvSpPr>
      <dsp:spPr>
        <a:xfrm>
          <a:off x="60851" y="2168698"/>
          <a:ext cx="3380177" cy="86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736" tIns="91736" rIns="91736" bIns="91736"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ب2 التدريب والتطوير</a:t>
          </a:r>
          <a:endParaRPr lang="en-US" sz="2400" kern="1200" dirty="0">
            <a:latin typeface="Sakkal Majalla" panose="02000000000000000000" pitchFamily="2" charset="-78"/>
            <a:cs typeface="Sakkal Majalla" panose="02000000000000000000" pitchFamily="2" charset="-78"/>
          </a:endParaRPr>
        </a:p>
      </dsp:txBody>
      <dsp:txXfrm>
        <a:off x="60851" y="2168698"/>
        <a:ext cx="3380177" cy="866795"/>
      </dsp:txXfrm>
    </dsp:sp>
    <dsp:sp modelId="{96121E20-46B8-CD44-B499-F284ECF1976E}">
      <dsp:nvSpPr>
        <dsp:cNvPr id="0" name=""/>
        <dsp:cNvSpPr/>
      </dsp:nvSpPr>
      <dsp:spPr>
        <a:xfrm>
          <a:off x="0" y="3252193"/>
          <a:ext cx="4381326" cy="86679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4826F-BE82-824F-AC70-51E074E47509}">
      <dsp:nvSpPr>
        <dsp:cNvPr id="0" name=""/>
        <dsp:cNvSpPr/>
      </dsp:nvSpPr>
      <dsp:spPr>
        <a:xfrm>
          <a:off x="3661248" y="3447222"/>
          <a:ext cx="476737" cy="47673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D9BCF4-E79C-BF4E-82A1-D2A421C74DD6}">
      <dsp:nvSpPr>
        <dsp:cNvPr id="0" name=""/>
        <dsp:cNvSpPr/>
      </dsp:nvSpPr>
      <dsp:spPr>
        <a:xfrm>
          <a:off x="60851" y="3252193"/>
          <a:ext cx="3380177" cy="8667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736" tIns="91736" rIns="91736" bIns="91736"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ب3 تقييم الأداء</a:t>
          </a:r>
        </a:p>
      </dsp:txBody>
      <dsp:txXfrm>
        <a:off x="60851" y="3252193"/>
        <a:ext cx="3380177" cy="8667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018302-167B-E04B-9A5F-048CBAC9029B}">
      <dsp:nvSpPr>
        <dsp:cNvPr id="0" name=""/>
        <dsp:cNvSpPr/>
      </dsp:nvSpPr>
      <dsp:spPr>
        <a:xfrm>
          <a:off x="420360" y="0"/>
          <a:ext cx="3960440" cy="3960440"/>
        </a:xfrm>
        <a:prstGeom prst="triangle">
          <a:avLst/>
        </a:prstGeom>
        <a:solidFill>
          <a:schemeClr val="bg2">
            <a:lumMod val="20000"/>
            <a:lumOff val="80000"/>
          </a:schemeClr>
        </a:solidFill>
        <a:ln w="25400" cap="flat" cmpd="sng" algn="ctr">
          <a:solidFill>
            <a:srgbClr val="7030A0"/>
          </a:solidFill>
          <a:prstDash val="solid"/>
        </a:ln>
        <a:effectLst/>
      </dsp:spPr>
      <dsp:style>
        <a:lnRef idx="2">
          <a:scrgbClr r="0" g="0" b="0"/>
        </a:lnRef>
        <a:fillRef idx="1">
          <a:scrgbClr r="0" g="0" b="0"/>
        </a:fillRef>
        <a:effectRef idx="0">
          <a:scrgbClr r="0" g="0" b="0"/>
        </a:effectRef>
        <a:fontRef idx="minor">
          <a:schemeClr val="lt1"/>
        </a:fontRef>
      </dsp:style>
    </dsp:sp>
    <dsp:sp modelId="{96FCB0B1-314B-FA49-9EA6-7FF371BD4B00}">
      <dsp:nvSpPr>
        <dsp:cNvPr id="0" name=""/>
        <dsp:cNvSpPr/>
      </dsp:nvSpPr>
      <dsp:spPr>
        <a:xfrm>
          <a:off x="880753" y="546092"/>
          <a:ext cx="3034207" cy="438154"/>
        </a:xfrm>
        <a:prstGeom prst="roundRect">
          <a:avLst/>
        </a:prstGeom>
        <a:solidFill>
          <a:schemeClr val="accent5">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تحقيق الذات (تحقيق الذات، الغرض، التحفيز الذهني)</a:t>
          </a:r>
        </a:p>
      </dsp:txBody>
      <dsp:txXfrm>
        <a:off x="902142" y="567481"/>
        <a:ext cx="2991429" cy="395376"/>
      </dsp:txXfrm>
    </dsp:sp>
    <dsp:sp modelId="{3DC7F478-A11E-F248-8134-76CB32A84703}">
      <dsp:nvSpPr>
        <dsp:cNvPr id="0" name=""/>
        <dsp:cNvSpPr/>
      </dsp:nvSpPr>
      <dsp:spPr>
        <a:xfrm>
          <a:off x="781656" y="1321503"/>
          <a:ext cx="3384542" cy="380157"/>
        </a:xfrm>
        <a:prstGeom prst="roundRect">
          <a:avLst/>
        </a:prstGeom>
        <a:solidFill>
          <a:schemeClr val="accent6">
            <a:lumMod val="20000"/>
            <a:lumOff val="8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احترام الذات (الإنجاز والاحترام وتقدير الذات)</a:t>
          </a:r>
        </a:p>
      </dsp:txBody>
      <dsp:txXfrm>
        <a:off x="800214" y="1340061"/>
        <a:ext cx="3347426" cy="343041"/>
      </dsp:txXfrm>
    </dsp:sp>
    <dsp:sp modelId="{14D5B6F1-B577-D641-BB84-8D1449CFD0E4}">
      <dsp:nvSpPr>
        <dsp:cNvPr id="0" name=""/>
        <dsp:cNvSpPr/>
      </dsp:nvSpPr>
      <dsp:spPr>
        <a:xfrm>
          <a:off x="697014" y="2012446"/>
          <a:ext cx="3458887" cy="444700"/>
        </a:xfrm>
        <a:prstGeom prst="roundRect">
          <a:avLst/>
        </a:prstGeom>
        <a:solidFill>
          <a:schemeClr val="accent5">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rtlCol="1" anchor="ctr" anchorCtr="0">
          <a:noAutofit/>
        </a:bodyPr>
        <a:lstStyle/>
        <a:p>
          <a:pPr marL="0" lvl="0" indent="0" algn="ctr" defTabSz="577850" rtl="1">
            <a:lnSpc>
              <a:spcPct val="90000"/>
            </a:lnSpc>
            <a:spcBef>
              <a:spcPct val="0"/>
            </a:spcBef>
            <a:spcAft>
              <a:spcPct val="35000"/>
            </a:spcAft>
            <a:buNone/>
          </a:pPr>
          <a:r>
            <a:rPr lang="ar" sz="1300" kern="1200" spc="-20" baseline="0" dirty="0">
              <a:latin typeface="Sakkal Majalla" panose="02000000000000000000" pitchFamily="2" charset="-78"/>
              <a:cs typeface="Sakkal Majalla" panose="02000000000000000000" pitchFamily="2" charset="-78"/>
            </a:rPr>
            <a:t>الاحتياجات الاجتماعية (الحب، المودة، الصداقة، الانتماء، الشعور بالتقدير)</a:t>
          </a:r>
        </a:p>
      </dsp:txBody>
      <dsp:txXfrm>
        <a:off x="718722" y="2034154"/>
        <a:ext cx="3415471" cy="401284"/>
      </dsp:txXfrm>
    </dsp:sp>
    <dsp:sp modelId="{47C71B41-E51F-9D4F-959C-2EEB9440C009}">
      <dsp:nvSpPr>
        <dsp:cNvPr id="0" name=""/>
        <dsp:cNvSpPr/>
      </dsp:nvSpPr>
      <dsp:spPr>
        <a:xfrm>
          <a:off x="480993" y="2710042"/>
          <a:ext cx="3738995" cy="390672"/>
        </a:xfrm>
        <a:prstGeom prst="roundRect">
          <a:avLst/>
        </a:prstGeom>
        <a:solidFill>
          <a:schemeClr val="accent6">
            <a:lumMod val="20000"/>
            <a:lumOff val="8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احتياجات السلامة والأمن (الشعور بالأمان والحماية العاطفية والاجتماعية)</a:t>
          </a:r>
        </a:p>
      </dsp:txBody>
      <dsp:txXfrm>
        <a:off x="500064" y="2729113"/>
        <a:ext cx="3700853" cy="352530"/>
      </dsp:txXfrm>
    </dsp:sp>
    <dsp:sp modelId="{6062E3BE-0479-7847-9E2A-436D23F7D697}">
      <dsp:nvSpPr>
        <dsp:cNvPr id="0" name=""/>
        <dsp:cNvSpPr/>
      </dsp:nvSpPr>
      <dsp:spPr>
        <a:xfrm>
          <a:off x="216034" y="3405724"/>
          <a:ext cx="4244045" cy="392622"/>
        </a:xfrm>
        <a:prstGeom prst="roundRect">
          <a:avLst/>
        </a:prstGeom>
        <a:solidFill>
          <a:schemeClr val="accent5">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rtlCol="1" anchor="ctr" anchorCtr="0">
          <a:noAutofit/>
        </a:bodyPr>
        <a:lstStyle/>
        <a:p>
          <a:pPr marL="0" lvl="0" indent="0" algn="ctr" defTabSz="577850" rtl="1">
            <a:lnSpc>
              <a:spcPct val="90000"/>
            </a:lnSpc>
            <a:spcBef>
              <a:spcPct val="0"/>
            </a:spcBef>
            <a:spcAft>
              <a:spcPct val="35000"/>
            </a:spcAft>
            <a:buNone/>
          </a:pPr>
          <a:r>
            <a:rPr lang="ar" sz="1300" kern="1200" dirty="0">
              <a:latin typeface="Sakkal Majalla" panose="02000000000000000000" pitchFamily="2" charset="-78"/>
              <a:cs typeface="Sakkal Majalla" panose="02000000000000000000" pitchFamily="2" charset="-78"/>
            </a:rPr>
            <a:t>الاحتياجات المادية (الغذاء والماء والمأوى والدفء والملابس)</a:t>
          </a:r>
        </a:p>
      </dsp:txBody>
      <dsp:txXfrm>
        <a:off x="235200" y="3424890"/>
        <a:ext cx="4205713" cy="35429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9A9D8-2306-364C-8550-7B153007CD5F}">
      <dsp:nvSpPr>
        <dsp:cNvPr id="0" name=""/>
        <dsp:cNvSpPr/>
      </dsp:nvSpPr>
      <dsp:spPr>
        <a:xfrm rot="10800000">
          <a:off x="131811" y="32333"/>
          <a:ext cx="7209067" cy="1205734"/>
        </a:xfrm>
        <a:prstGeom prst="chevron">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795" rIns="21590" bIns="10795" numCol="1" spcCol="1270" rtlCol="1" anchor="ctr" anchorCtr="0">
          <a:noAutofit/>
        </a:bodyPr>
        <a:lstStyle/>
        <a:p>
          <a:pPr marL="0" lvl="0" indent="0" algn="ctr" defTabSz="755650" rtl="1">
            <a:lnSpc>
              <a:spcPct val="90000"/>
            </a:lnSpc>
            <a:spcBef>
              <a:spcPct val="0"/>
            </a:spcBef>
            <a:spcAft>
              <a:spcPct val="35000"/>
            </a:spcAft>
            <a:buNone/>
          </a:pPr>
          <a:r>
            <a:rPr lang="ar" sz="1700" b="1" i="0" u="none" kern="1200" dirty="0">
              <a:solidFill>
                <a:srgbClr val="2D2D8A"/>
              </a:solidFill>
              <a:latin typeface="Sakkal Majalla" panose="02000000000000000000" pitchFamily="2" charset="-78"/>
              <a:ea typeface="+mn-ea"/>
              <a:cs typeface="Sakkal Majalla" panose="02000000000000000000" pitchFamily="2" charset="-78"/>
            </a:rPr>
            <a:t>يُقدَّم التدريب الداخلي </a:t>
          </a:r>
          <a:r>
            <a:rPr lang="ar" sz="1700" b="0" i="0" u="none" kern="1200" dirty="0">
              <a:solidFill>
                <a:srgbClr val="2D2D8A"/>
              </a:solidFill>
              <a:latin typeface="Sakkal Majalla" panose="02000000000000000000" pitchFamily="2" charset="-78"/>
              <a:ea typeface="+mn-ea"/>
              <a:cs typeface="Sakkal Majalla" panose="02000000000000000000" pitchFamily="2" charset="-78"/>
            </a:rPr>
            <a:t>من جانب شخص يعمل في المؤسسة.</a:t>
          </a:r>
        </a:p>
        <a:p>
          <a:pPr marL="0" lvl="0" indent="0" algn="ctr" defTabSz="755650" rtl="1">
            <a:lnSpc>
              <a:spcPct val="90000"/>
            </a:lnSpc>
            <a:spcBef>
              <a:spcPct val="0"/>
            </a:spcBef>
            <a:spcAft>
              <a:spcPct val="35000"/>
            </a:spcAft>
            <a:buNone/>
          </a:pPr>
          <a:r>
            <a:rPr lang="ar" sz="1700" b="0" i="0" u="none" kern="1200" dirty="0">
              <a:solidFill>
                <a:srgbClr val="2D2D8A"/>
              </a:solidFill>
              <a:latin typeface="Sakkal Majalla" panose="02000000000000000000" pitchFamily="2" charset="-78"/>
              <a:ea typeface="+mn-ea"/>
              <a:cs typeface="Sakkal Majalla" panose="02000000000000000000" pitchFamily="2" charset="-78"/>
            </a:rPr>
            <a:t>يُقدَّم </a:t>
          </a:r>
          <a:r>
            <a:rPr lang="ar" sz="1700" b="1" i="0" u="none" kern="1200" dirty="0">
              <a:solidFill>
                <a:srgbClr val="2D2D8A"/>
              </a:solidFill>
              <a:latin typeface="Sakkal Majalla" panose="02000000000000000000" pitchFamily="2" charset="-78"/>
              <a:ea typeface="+mn-ea"/>
              <a:cs typeface="Sakkal Majalla" panose="02000000000000000000" pitchFamily="2" charset="-78"/>
            </a:rPr>
            <a:t>التدريب الخارجي </a:t>
          </a:r>
          <a:r>
            <a:rPr lang="ar" sz="1700" b="0" i="0" u="none" kern="1200" dirty="0">
              <a:solidFill>
                <a:srgbClr val="2D2D8A"/>
              </a:solidFill>
              <a:latin typeface="Sakkal Majalla" panose="02000000000000000000" pitchFamily="2" charset="-78"/>
              <a:ea typeface="+mn-ea"/>
              <a:cs typeface="Sakkal Majalla" panose="02000000000000000000" pitchFamily="2" charset="-78"/>
            </a:rPr>
            <a:t>شخص من خارج المؤسسة</a:t>
          </a:r>
        </a:p>
      </dsp:txBody>
      <dsp:txXfrm rot="10800000">
        <a:off x="734678" y="32333"/>
        <a:ext cx="6003333" cy="1205734"/>
      </dsp:txXfrm>
    </dsp:sp>
    <dsp:sp modelId="{D084A444-B880-CF4B-98F2-78860751432B}">
      <dsp:nvSpPr>
        <dsp:cNvPr id="0" name=""/>
        <dsp:cNvSpPr/>
      </dsp:nvSpPr>
      <dsp:spPr>
        <a:xfrm rot="10800000">
          <a:off x="67273" y="1424844"/>
          <a:ext cx="7273605" cy="133411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795" rIns="21590" bIns="10795" numCol="1" spcCol="1270" rtlCol="1" anchor="ctr" anchorCtr="0">
          <a:noAutofit/>
        </a:bodyPr>
        <a:lstStyle/>
        <a:p>
          <a:pPr marL="0" lvl="0" indent="0" algn="ctr" defTabSz="755650" rtl="1">
            <a:lnSpc>
              <a:spcPct val="90000"/>
            </a:lnSpc>
            <a:spcBef>
              <a:spcPct val="0"/>
            </a:spcBef>
            <a:spcAft>
              <a:spcPct val="35000"/>
            </a:spcAft>
            <a:buNone/>
          </a:pPr>
          <a:r>
            <a:rPr lang="ar" sz="1700" b="1" kern="1200" dirty="0">
              <a:solidFill>
                <a:schemeClr val="accent6"/>
              </a:solidFill>
              <a:latin typeface="Sakkal Majalla" panose="02000000000000000000" pitchFamily="2" charset="-78"/>
              <a:cs typeface="Sakkal Majalla" panose="02000000000000000000" pitchFamily="2" charset="-78"/>
            </a:rPr>
            <a:t>يجري</a:t>
          </a:r>
          <a:r>
            <a:rPr lang="ar" sz="1700" kern="1200" dirty="0">
              <a:solidFill>
                <a:schemeClr val="accent6"/>
              </a:solidFill>
              <a:latin typeface="Sakkal Majalla" panose="02000000000000000000" pitchFamily="2" charset="-78"/>
              <a:cs typeface="Sakkal Majalla" panose="02000000000000000000" pitchFamily="2" charset="-78"/>
            </a:rPr>
            <a:t> </a:t>
          </a:r>
          <a:r>
            <a:rPr lang="ar" sz="1700" b="1" kern="1200" dirty="0">
              <a:solidFill>
                <a:schemeClr val="accent6"/>
              </a:solidFill>
              <a:latin typeface="Sakkal Majalla" panose="02000000000000000000" pitchFamily="2" charset="-78"/>
              <a:cs typeface="Sakkal Majalla" panose="02000000000000000000" pitchFamily="2" charset="-78"/>
            </a:rPr>
            <a:t>التدريب في أثناء العمل</a:t>
          </a:r>
          <a:r>
            <a:rPr lang="ar" sz="1700" kern="1200" dirty="0">
              <a:solidFill>
                <a:schemeClr val="accent6"/>
              </a:solidFill>
              <a:latin typeface="Sakkal Majalla" panose="02000000000000000000" pitchFamily="2" charset="-78"/>
              <a:cs typeface="Sakkal Majalla" panose="02000000000000000000" pitchFamily="2" charset="-78"/>
            </a:rPr>
            <a:t> في بيئة العمل العادية، على سبيل المثال حول كيفية استخدام </a:t>
          </a:r>
          <a:br>
            <a:rPr lang="en-US" sz="1700" kern="1200" dirty="0">
              <a:solidFill>
                <a:schemeClr val="accent6"/>
              </a:solidFill>
              <a:latin typeface="Sakkal Majalla" panose="02000000000000000000" pitchFamily="2" charset="-78"/>
              <a:cs typeface="Sakkal Majalla" panose="02000000000000000000" pitchFamily="2" charset="-78"/>
            </a:rPr>
          </a:br>
          <a:r>
            <a:rPr lang="ar" sz="1700" kern="1200" dirty="0">
              <a:solidFill>
                <a:schemeClr val="accent6"/>
              </a:solidFill>
              <a:latin typeface="Sakkal Majalla" panose="02000000000000000000" pitchFamily="2" charset="-78"/>
              <a:cs typeface="Sakkal Majalla" panose="02000000000000000000" pitchFamily="2" charset="-78"/>
            </a:rPr>
            <a:t>أنظمة تكنولوجيا المعلومات الخاصة بالمؤسسة </a:t>
          </a:r>
        </a:p>
        <a:p>
          <a:pPr marL="0" lvl="0" indent="0" algn="ctr" defTabSz="755650" rtl="1">
            <a:lnSpc>
              <a:spcPct val="90000"/>
            </a:lnSpc>
            <a:spcBef>
              <a:spcPct val="0"/>
            </a:spcBef>
            <a:spcAft>
              <a:spcPct val="35000"/>
            </a:spcAft>
            <a:buNone/>
          </a:pPr>
          <a:r>
            <a:rPr lang="ar" sz="1700" b="1" kern="1200" dirty="0">
              <a:solidFill>
                <a:schemeClr val="accent6"/>
              </a:solidFill>
              <a:latin typeface="Sakkal Majalla" panose="02000000000000000000" pitchFamily="2" charset="-78"/>
              <a:cs typeface="Sakkal Majalla" panose="02000000000000000000" pitchFamily="2" charset="-78"/>
            </a:rPr>
            <a:t>يجري</a:t>
          </a:r>
          <a:r>
            <a:rPr lang="ar" sz="1700" kern="1200" dirty="0">
              <a:solidFill>
                <a:schemeClr val="accent6"/>
              </a:solidFill>
              <a:latin typeface="Sakkal Majalla" panose="02000000000000000000" pitchFamily="2" charset="-78"/>
              <a:cs typeface="Sakkal Majalla" panose="02000000000000000000" pitchFamily="2" charset="-78"/>
            </a:rPr>
            <a:t> </a:t>
          </a:r>
          <a:r>
            <a:rPr lang="ar" sz="1700" b="1" kern="1200" dirty="0">
              <a:solidFill>
                <a:schemeClr val="accent6"/>
              </a:solidFill>
              <a:latin typeface="Sakkal Majalla" panose="02000000000000000000" pitchFamily="2" charset="-78"/>
              <a:cs typeface="Sakkal Majalla" panose="02000000000000000000" pitchFamily="2" charset="-78"/>
            </a:rPr>
            <a:t>التدريب خارج العمل</a:t>
          </a:r>
          <a:r>
            <a:rPr lang="ar" sz="1700" kern="1200" dirty="0">
              <a:solidFill>
                <a:schemeClr val="accent6"/>
              </a:solidFill>
              <a:latin typeface="Sakkal Majalla" panose="02000000000000000000" pitchFamily="2" charset="-78"/>
              <a:cs typeface="Sakkal Majalla" panose="02000000000000000000" pitchFamily="2" charset="-78"/>
            </a:rPr>
            <a:t> بعيدًا عن بيئة العمل العادية، على سبيل المثال في مركز التدريب </a:t>
          </a:r>
          <a:br>
            <a:rPr lang="en-US" sz="1700" kern="1200" dirty="0">
              <a:solidFill>
                <a:schemeClr val="accent6"/>
              </a:solidFill>
              <a:latin typeface="Sakkal Majalla" panose="02000000000000000000" pitchFamily="2" charset="-78"/>
              <a:cs typeface="Sakkal Majalla" panose="02000000000000000000" pitchFamily="2" charset="-78"/>
            </a:rPr>
          </a:br>
          <a:r>
            <a:rPr lang="ar" sz="1700" kern="1200" dirty="0">
              <a:solidFill>
                <a:schemeClr val="accent6"/>
              </a:solidFill>
              <a:latin typeface="Sakkal Majalla" panose="02000000000000000000" pitchFamily="2" charset="-78"/>
              <a:cs typeface="Sakkal Majalla" panose="02000000000000000000" pitchFamily="2" charset="-78"/>
            </a:rPr>
            <a:t>أو الكلية  </a:t>
          </a:r>
        </a:p>
      </dsp:txBody>
      <dsp:txXfrm rot="10800000">
        <a:off x="734331" y="1424844"/>
        <a:ext cx="5939489" cy="1334116"/>
      </dsp:txXfrm>
    </dsp:sp>
    <dsp:sp modelId="{A83D8892-AF41-7F4D-BE8B-4A3C2851ACBC}">
      <dsp:nvSpPr>
        <dsp:cNvPr id="0" name=""/>
        <dsp:cNvSpPr/>
      </dsp:nvSpPr>
      <dsp:spPr>
        <a:xfrm rot="10800000">
          <a:off x="0" y="2945738"/>
          <a:ext cx="7336942" cy="1334116"/>
        </a:xfrm>
        <a:prstGeom prst="chevron">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795" rIns="21590" bIns="10795" numCol="1" spcCol="1270" rtlCol="1" anchor="ctr" anchorCtr="0">
          <a:noAutofit/>
        </a:bodyPr>
        <a:lstStyle/>
        <a:p>
          <a:pPr marL="0" lvl="0" indent="0" algn="ctr" defTabSz="755650" rtl="1">
            <a:lnSpc>
              <a:spcPct val="90000"/>
            </a:lnSpc>
            <a:spcBef>
              <a:spcPct val="0"/>
            </a:spcBef>
            <a:spcAft>
              <a:spcPct val="35000"/>
            </a:spcAft>
            <a:buNone/>
          </a:pPr>
          <a:r>
            <a:rPr lang="ar" sz="1700" b="1" kern="1200" dirty="0">
              <a:solidFill>
                <a:schemeClr val="accent6"/>
              </a:solidFill>
              <a:latin typeface="Sakkal Majalla" panose="02000000000000000000" pitchFamily="2" charset="-78"/>
              <a:cs typeface="Sakkal Majalla" panose="02000000000000000000" pitchFamily="2" charset="-78"/>
            </a:rPr>
            <a:t>يقدم لك الموجهون</a:t>
          </a:r>
          <a:r>
            <a:rPr lang="ar" sz="1700" kern="1200" dirty="0">
              <a:solidFill>
                <a:schemeClr val="accent6"/>
              </a:solidFill>
              <a:latin typeface="Sakkal Majalla" panose="02000000000000000000" pitchFamily="2" charset="-78"/>
              <a:cs typeface="Sakkal Majalla" panose="02000000000000000000" pitchFamily="2" charset="-78"/>
            </a:rPr>
            <a:t> الدعم والمشورة لمساعدتك على الوصول إلى أهدافك، واقتراح مسارات للمستقبل</a:t>
          </a:r>
        </a:p>
        <a:p>
          <a:pPr marL="0" lvl="0" indent="0" algn="ctr" defTabSz="755650" rtl="1">
            <a:lnSpc>
              <a:spcPct val="90000"/>
            </a:lnSpc>
            <a:spcBef>
              <a:spcPct val="0"/>
            </a:spcBef>
            <a:spcAft>
              <a:spcPct val="35000"/>
            </a:spcAft>
            <a:buNone/>
          </a:pPr>
          <a:r>
            <a:rPr lang="ar" sz="1700" b="1" kern="1200" dirty="0">
              <a:solidFill>
                <a:schemeClr val="accent6"/>
              </a:solidFill>
              <a:latin typeface="Sakkal Majalla" panose="02000000000000000000" pitchFamily="2" charset="-78"/>
              <a:cs typeface="Sakkal Majalla" panose="02000000000000000000" pitchFamily="2" charset="-78"/>
            </a:rPr>
            <a:t>يساعدك المدربون</a:t>
          </a:r>
          <a:r>
            <a:rPr lang="ar" sz="1700" kern="1200" dirty="0">
              <a:solidFill>
                <a:schemeClr val="accent6"/>
              </a:solidFill>
              <a:latin typeface="Sakkal Majalla" panose="02000000000000000000" pitchFamily="2" charset="-78"/>
              <a:cs typeface="Sakkal Majalla" panose="02000000000000000000" pitchFamily="2" charset="-78"/>
            </a:rPr>
            <a:t> على تطوير مهاراتك وتحسينها وتنفيذ المهام بشكلٍ صحيح          </a:t>
          </a:r>
        </a:p>
      </dsp:txBody>
      <dsp:txXfrm rot="10800000">
        <a:off x="667058" y="2945738"/>
        <a:ext cx="6002826" cy="13341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54878E-AACA-E743-8865-BF7E10303E09}">
      <dsp:nvSpPr>
        <dsp:cNvPr id="0" name=""/>
        <dsp:cNvSpPr/>
      </dsp:nvSpPr>
      <dsp:spPr>
        <a:xfrm rot="10800000">
          <a:off x="4831029" y="374916"/>
          <a:ext cx="2450240" cy="98009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3335" rIns="26670"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dirty="0">
              <a:solidFill>
                <a:schemeClr val="accent4"/>
              </a:solidFill>
              <a:latin typeface="Sakkal Majalla" panose="02000000000000000000" pitchFamily="2" charset="-78"/>
              <a:cs typeface="Sakkal Majalla" panose="02000000000000000000" pitchFamily="2" charset="-78"/>
            </a:rPr>
            <a:t>شكاوى العملاء </a:t>
          </a:r>
        </a:p>
      </dsp:txBody>
      <dsp:txXfrm rot="10800000">
        <a:off x="5321077" y="374916"/>
        <a:ext cx="1470144" cy="980096"/>
      </dsp:txXfrm>
    </dsp:sp>
    <dsp:sp modelId="{1EA32053-837E-FD42-B6AA-709E74252EC3}">
      <dsp:nvSpPr>
        <dsp:cNvPr id="0" name=""/>
        <dsp:cNvSpPr/>
      </dsp:nvSpPr>
      <dsp:spPr>
        <a:xfrm rot="10800000">
          <a:off x="126283" y="404071"/>
          <a:ext cx="5023277" cy="921786"/>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2700" rIns="25400" bIns="127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accent4"/>
              </a:solidFill>
              <a:latin typeface="Sakkal Majalla" panose="02000000000000000000" pitchFamily="2" charset="-78"/>
              <a:cs typeface="Sakkal Majalla" panose="02000000000000000000" pitchFamily="2" charset="-78"/>
            </a:rPr>
            <a:t>عدد السلع التي يجري إرجاعها وانخفاض إيرادات المبيعات</a:t>
          </a:r>
          <a:endParaRPr lang="en-GB" sz="2000" kern="1200" dirty="0">
            <a:latin typeface="Sakkal Majalla" panose="02000000000000000000" pitchFamily="2" charset="-78"/>
            <a:cs typeface="Sakkal Majalla" panose="02000000000000000000" pitchFamily="2" charset="-78"/>
          </a:endParaRPr>
        </a:p>
      </dsp:txBody>
      <dsp:txXfrm rot="10800000">
        <a:off x="587176" y="404071"/>
        <a:ext cx="4101491" cy="921786"/>
      </dsp:txXfrm>
    </dsp:sp>
    <dsp:sp modelId="{608A08CF-3A61-8342-BF5B-17C3D8BC3727}">
      <dsp:nvSpPr>
        <dsp:cNvPr id="0" name=""/>
        <dsp:cNvSpPr/>
      </dsp:nvSpPr>
      <dsp:spPr>
        <a:xfrm rot="10800000">
          <a:off x="4831029" y="1492225"/>
          <a:ext cx="2450240" cy="98009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3335" rIns="26670"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dirty="0">
              <a:solidFill>
                <a:schemeClr val="accent4"/>
              </a:solidFill>
              <a:latin typeface="Sakkal Majalla" panose="02000000000000000000" pitchFamily="2" charset="-78"/>
              <a:cs typeface="Sakkal Majalla" panose="02000000000000000000" pitchFamily="2" charset="-78"/>
            </a:rPr>
            <a:t>رضا العملاء </a:t>
          </a:r>
        </a:p>
      </dsp:txBody>
      <dsp:txXfrm rot="10800000">
        <a:off x="5321077" y="1492225"/>
        <a:ext cx="1470144" cy="980096"/>
      </dsp:txXfrm>
    </dsp:sp>
    <dsp:sp modelId="{30B7A199-2080-9043-92CA-1E1DAB3BC3CC}">
      <dsp:nvSpPr>
        <dsp:cNvPr id="0" name=""/>
        <dsp:cNvSpPr/>
      </dsp:nvSpPr>
      <dsp:spPr>
        <a:xfrm rot="10800000">
          <a:off x="38876" y="1589058"/>
          <a:ext cx="5147679" cy="794322"/>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2700" rIns="25400" bIns="127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accent4"/>
              </a:solidFill>
              <a:latin typeface="Sakkal Majalla" panose="02000000000000000000" pitchFamily="2" charset="-78"/>
              <a:cs typeface="Sakkal Majalla" panose="02000000000000000000" pitchFamily="2" charset="-78"/>
            </a:rPr>
            <a:t>الآراء الإيجابية والمراسلات من العملاء واستطلاعات تعقيبات العملاء</a:t>
          </a:r>
          <a:endParaRPr lang="en-GB" sz="2000" kern="1200" dirty="0">
            <a:latin typeface="Sakkal Majalla" panose="02000000000000000000" pitchFamily="2" charset="-78"/>
            <a:cs typeface="Sakkal Majalla" panose="02000000000000000000" pitchFamily="2" charset="-78"/>
          </a:endParaRPr>
        </a:p>
      </dsp:txBody>
      <dsp:txXfrm rot="10800000">
        <a:off x="436037" y="1589058"/>
        <a:ext cx="4353357" cy="794322"/>
      </dsp:txXfrm>
    </dsp:sp>
    <dsp:sp modelId="{2438DEAC-274D-2141-839A-9C12FC779A08}">
      <dsp:nvSpPr>
        <dsp:cNvPr id="0" name=""/>
        <dsp:cNvSpPr/>
      </dsp:nvSpPr>
      <dsp:spPr>
        <a:xfrm rot="10800000">
          <a:off x="4831029" y="2609535"/>
          <a:ext cx="2450240" cy="980096"/>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3335" rIns="26670" bIns="13335" numCol="1" spcCol="1270" rtlCol="1" anchor="ctr" anchorCtr="0">
          <a:noAutofit/>
        </a:bodyPr>
        <a:lstStyle/>
        <a:p>
          <a:pPr marL="0" lvl="0" indent="0" algn="ctr" defTabSz="933450" rtl="1">
            <a:lnSpc>
              <a:spcPct val="90000"/>
            </a:lnSpc>
            <a:spcBef>
              <a:spcPct val="0"/>
            </a:spcBef>
            <a:spcAft>
              <a:spcPct val="35000"/>
            </a:spcAft>
            <a:buNone/>
          </a:pPr>
          <a:r>
            <a:rPr lang="ar" sz="2100" kern="1200" dirty="0">
              <a:solidFill>
                <a:schemeClr val="accent4"/>
              </a:solidFill>
              <a:latin typeface="Sakkal Majalla" panose="02000000000000000000" pitchFamily="2" charset="-78"/>
              <a:cs typeface="Sakkal Majalla" panose="02000000000000000000" pitchFamily="2" charset="-78"/>
            </a:rPr>
            <a:t>تحفيز الموظفين </a:t>
          </a:r>
        </a:p>
      </dsp:txBody>
      <dsp:txXfrm rot="10800000">
        <a:off x="5321077" y="2609535"/>
        <a:ext cx="1470144" cy="980096"/>
      </dsp:txXfrm>
    </dsp:sp>
    <dsp:sp modelId="{8D43DD08-F4A7-AE46-A094-82B1CFA6D58C}">
      <dsp:nvSpPr>
        <dsp:cNvPr id="0" name=""/>
        <dsp:cNvSpPr/>
      </dsp:nvSpPr>
      <dsp:spPr>
        <a:xfrm rot="10800000">
          <a:off x="128601" y="2692843"/>
          <a:ext cx="5020959" cy="813479"/>
        </a:xfrm>
        <a:prstGeom prst="chevron">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2700" rIns="25400" bIns="127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accent4"/>
              </a:solidFill>
              <a:latin typeface="Sakkal Majalla" panose="02000000000000000000" pitchFamily="2" charset="-78"/>
              <a:cs typeface="Sakkal Majalla" panose="02000000000000000000" pitchFamily="2" charset="-78"/>
            </a:rPr>
            <a:t>زيادة مستويات الإنتاجية واستطلاعات رضا الموظفين الإيجابية وزيادة المبيعات</a:t>
          </a:r>
          <a:endParaRPr lang="en-GB" sz="2000" kern="1200" dirty="0">
            <a:latin typeface="Sakkal Majalla" panose="02000000000000000000" pitchFamily="2" charset="-78"/>
            <a:cs typeface="Sakkal Majalla" panose="02000000000000000000" pitchFamily="2" charset="-78"/>
          </a:endParaRPr>
        </a:p>
      </dsp:txBody>
      <dsp:txXfrm rot="10800000">
        <a:off x="535340" y="2692843"/>
        <a:ext cx="4207480" cy="81347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2447C-A09F-49E0-BA7C-D19BFE7F5D21}">
      <dsp:nvSpPr>
        <dsp:cNvPr id="0" name=""/>
        <dsp:cNvSpPr/>
      </dsp:nvSpPr>
      <dsp:spPr>
        <a:xfrm>
          <a:off x="0" y="1853"/>
          <a:ext cx="4669358" cy="93943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69BA0E-6BC5-4F4F-97B0-334046D80796}">
      <dsp:nvSpPr>
        <dsp:cNvPr id="0" name=""/>
        <dsp:cNvSpPr/>
      </dsp:nvSpPr>
      <dsp:spPr>
        <a:xfrm>
          <a:off x="3867868" y="213227"/>
          <a:ext cx="516691" cy="516691"/>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B3E7C3-08CF-4500-8A6C-75773C10FE98}">
      <dsp:nvSpPr>
        <dsp:cNvPr id="0" name=""/>
        <dsp:cNvSpPr/>
      </dsp:nvSpPr>
      <dsp:spPr>
        <a:xfrm>
          <a:off x="51447" y="1853"/>
          <a:ext cx="3584304" cy="9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424" tIns="99424" rIns="99424" bIns="99424" numCol="1" spcCol="1270" rtlCol="1" anchor="ctr" anchorCtr="0">
          <a:noAutofit/>
        </a:bodyPr>
        <a:lstStyle/>
        <a:p>
          <a:pPr marL="0" lvl="0" indent="0" algn="r" defTabSz="755650" rtl="1">
            <a:lnSpc>
              <a:spcPct val="100000"/>
            </a:lnSpc>
            <a:spcBef>
              <a:spcPct val="0"/>
            </a:spcBef>
            <a:spcAft>
              <a:spcPct val="35000"/>
            </a:spcAft>
            <a:buNone/>
          </a:pPr>
          <a:r>
            <a:rPr lang="ar" sz="1700" kern="1200" dirty="0">
              <a:latin typeface="Sakkal Majalla" panose="02000000000000000000" pitchFamily="2" charset="-78"/>
              <a:cs typeface="Sakkal Majalla" panose="02000000000000000000" pitchFamily="2" charset="-78"/>
            </a:rPr>
            <a:t>مجالات المحتوى الرئيسة</a:t>
          </a:r>
          <a:endParaRPr lang="en-US" sz="1700" kern="1200" dirty="0">
            <a:latin typeface="Sakkal Majalla" panose="02000000000000000000" pitchFamily="2" charset="-78"/>
            <a:cs typeface="Sakkal Majalla" panose="02000000000000000000" pitchFamily="2" charset="-78"/>
          </a:endParaRPr>
        </a:p>
      </dsp:txBody>
      <dsp:txXfrm>
        <a:off x="51447" y="1853"/>
        <a:ext cx="3584304" cy="939439"/>
      </dsp:txXfrm>
    </dsp:sp>
    <dsp:sp modelId="{1C5A6EAA-054D-4B3D-8248-253F928DB802}">
      <dsp:nvSpPr>
        <dsp:cNvPr id="0" name=""/>
        <dsp:cNvSpPr/>
      </dsp:nvSpPr>
      <dsp:spPr>
        <a:xfrm>
          <a:off x="0" y="1176153"/>
          <a:ext cx="4669358" cy="93943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BCD9EDF0-E4D8-45BD-B17D-243ED28F6FB1}">
      <dsp:nvSpPr>
        <dsp:cNvPr id="0" name=""/>
        <dsp:cNvSpPr/>
      </dsp:nvSpPr>
      <dsp:spPr>
        <a:xfrm>
          <a:off x="3867868" y="1387527"/>
          <a:ext cx="516691" cy="516691"/>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E2BA44-AFD4-473F-ABD8-0CEFF642A732}">
      <dsp:nvSpPr>
        <dsp:cNvPr id="0" name=""/>
        <dsp:cNvSpPr/>
      </dsp:nvSpPr>
      <dsp:spPr>
        <a:xfrm>
          <a:off x="67540" y="1176153"/>
          <a:ext cx="3584304" cy="9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424" tIns="99424" rIns="99424" bIns="99424" numCol="1" spcCol="1270" rtlCol="1" anchor="ctr" anchorCtr="0">
          <a:noAutofit/>
        </a:bodyPr>
        <a:lstStyle/>
        <a:p>
          <a:pPr marL="0" lvl="0" indent="0" algn="r" defTabSz="755650" rtl="1">
            <a:lnSpc>
              <a:spcPct val="100000"/>
            </a:lnSpc>
            <a:spcBef>
              <a:spcPct val="0"/>
            </a:spcBef>
            <a:spcAft>
              <a:spcPct val="35000"/>
            </a:spcAft>
            <a:buNone/>
          </a:pPr>
          <a:r>
            <a:rPr lang="ar" sz="1700" kern="1200" dirty="0">
              <a:latin typeface="Sakkal Majalla" panose="02000000000000000000" pitchFamily="2" charset="-78"/>
              <a:cs typeface="Sakkal Majalla" panose="02000000000000000000" pitchFamily="2" charset="-78"/>
            </a:rPr>
            <a:t>ج1 أسباب توظيف موظفين جدد</a:t>
          </a:r>
          <a:endParaRPr lang="en-US" sz="1700" kern="1200" dirty="0">
            <a:latin typeface="Sakkal Majalla" panose="02000000000000000000" pitchFamily="2" charset="-78"/>
            <a:cs typeface="Sakkal Majalla" panose="02000000000000000000" pitchFamily="2" charset="-78"/>
          </a:endParaRPr>
        </a:p>
      </dsp:txBody>
      <dsp:txXfrm>
        <a:off x="67540" y="1176153"/>
        <a:ext cx="3584304" cy="939439"/>
      </dsp:txXfrm>
    </dsp:sp>
    <dsp:sp modelId="{6227D517-992E-4D07-A0F0-B1790FAA652B}">
      <dsp:nvSpPr>
        <dsp:cNvPr id="0" name=""/>
        <dsp:cNvSpPr/>
      </dsp:nvSpPr>
      <dsp:spPr>
        <a:xfrm>
          <a:off x="0" y="2350453"/>
          <a:ext cx="4669358" cy="93943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D55DE2-2B80-44D0-BBBE-117A6457671C}">
      <dsp:nvSpPr>
        <dsp:cNvPr id="0" name=""/>
        <dsp:cNvSpPr/>
      </dsp:nvSpPr>
      <dsp:spPr>
        <a:xfrm>
          <a:off x="3867868" y="2561827"/>
          <a:ext cx="516691" cy="516691"/>
        </a:xfrm>
        <a:prstGeom prst="rect">
          <a:avLst/>
        </a:prstGeom>
        <a:blipFill>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3A16D4-5485-4EB9-899D-2E179D971C7F}">
      <dsp:nvSpPr>
        <dsp:cNvPr id="0" name=""/>
        <dsp:cNvSpPr/>
      </dsp:nvSpPr>
      <dsp:spPr>
        <a:xfrm>
          <a:off x="67540" y="2350453"/>
          <a:ext cx="3584304" cy="9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424" tIns="99424" rIns="99424" bIns="99424" numCol="1" spcCol="1270" rtlCol="1" anchor="ctr" anchorCtr="0">
          <a:noAutofit/>
        </a:bodyPr>
        <a:lstStyle/>
        <a:p>
          <a:pPr marL="0" lvl="0" indent="0" algn="r" defTabSz="755650" rtl="1">
            <a:lnSpc>
              <a:spcPct val="100000"/>
            </a:lnSpc>
            <a:spcBef>
              <a:spcPct val="0"/>
            </a:spcBef>
            <a:spcAft>
              <a:spcPct val="35000"/>
            </a:spcAft>
            <a:buNone/>
          </a:pPr>
          <a:r>
            <a:rPr lang="ar" sz="1700" kern="1200" dirty="0">
              <a:latin typeface="Sakkal Majalla" panose="02000000000000000000" pitchFamily="2" charset="-78"/>
              <a:cs typeface="Sakkal Majalla" panose="02000000000000000000" pitchFamily="2" charset="-78"/>
            </a:rPr>
            <a:t>ج2 عمليات التوظيف والاختيار</a:t>
          </a:r>
          <a:endParaRPr lang="en-US" sz="1700" kern="1200" dirty="0">
            <a:latin typeface="Sakkal Majalla" panose="02000000000000000000" pitchFamily="2" charset="-78"/>
            <a:cs typeface="Sakkal Majalla" panose="02000000000000000000" pitchFamily="2" charset="-78"/>
          </a:endParaRPr>
        </a:p>
      </dsp:txBody>
      <dsp:txXfrm>
        <a:off x="67540" y="2350453"/>
        <a:ext cx="3584304" cy="939439"/>
      </dsp:txXfrm>
    </dsp:sp>
    <dsp:sp modelId="{3781B64D-BC11-491A-B751-2B59376B54BF}">
      <dsp:nvSpPr>
        <dsp:cNvPr id="0" name=""/>
        <dsp:cNvSpPr/>
      </dsp:nvSpPr>
      <dsp:spPr>
        <a:xfrm>
          <a:off x="0" y="3524753"/>
          <a:ext cx="4669358" cy="93943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111C25C-D7EE-4CC1-BA7F-E3E6B058CAB1}">
      <dsp:nvSpPr>
        <dsp:cNvPr id="0" name=""/>
        <dsp:cNvSpPr/>
      </dsp:nvSpPr>
      <dsp:spPr>
        <a:xfrm>
          <a:off x="3867868" y="3736127"/>
          <a:ext cx="516691" cy="516691"/>
        </a:xfrm>
        <a:prstGeom prst="rect">
          <a:avLst/>
        </a:prstGeom>
        <a:blipFill>
          <a:blip xmlns:r="http://schemas.openxmlformats.org/officeDocument/2006/relationships"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C9025B-3B46-4590-9B5B-9D17A40C7730}">
      <dsp:nvSpPr>
        <dsp:cNvPr id="0" name=""/>
        <dsp:cNvSpPr/>
      </dsp:nvSpPr>
      <dsp:spPr>
        <a:xfrm>
          <a:off x="67540" y="3524753"/>
          <a:ext cx="3584304" cy="939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424" tIns="99424" rIns="99424" bIns="99424" numCol="1" spcCol="1270" rtlCol="1" anchor="ctr" anchorCtr="0">
          <a:noAutofit/>
        </a:bodyPr>
        <a:lstStyle/>
        <a:p>
          <a:pPr marL="0" lvl="0" indent="0" algn="r" defTabSz="755650" rtl="1">
            <a:lnSpc>
              <a:spcPct val="100000"/>
            </a:lnSpc>
            <a:spcBef>
              <a:spcPct val="0"/>
            </a:spcBef>
            <a:spcAft>
              <a:spcPct val="35000"/>
            </a:spcAft>
            <a:buNone/>
          </a:pPr>
          <a:r>
            <a:rPr lang="ar" sz="1700" kern="1200" dirty="0">
              <a:latin typeface="Sakkal Majalla" panose="02000000000000000000" pitchFamily="2" charset="-78"/>
              <a:cs typeface="Sakkal Majalla" panose="02000000000000000000" pitchFamily="2" charset="-78"/>
            </a:rPr>
            <a:t>ج3 الاعتبارات الأخلاقية والقانونية في عملية التوظيف</a:t>
          </a:r>
          <a:endParaRPr lang="en-US" sz="1700" kern="1200" dirty="0">
            <a:latin typeface="Sakkal Majalla" panose="02000000000000000000" pitchFamily="2" charset="-78"/>
            <a:cs typeface="Sakkal Majalla" panose="02000000000000000000" pitchFamily="2" charset="-78"/>
          </a:endParaRPr>
        </a:p>
      </dsp:txBody>
      <dsp:txXfrm>
        <a:off x="67540" y="3524753"/>
        <a:ext cx="3584304" cy="93943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9D70C-887F-3342-A0EE-59C8AA641EA8}">
      <dsp:nvSpPr>
        <dsp:cNvPr id="0" name=""/>
        <dsp:cNvSpPr/>
      </dsp:nvSpPr>
      <dsp:spPr>
        <a:xfrm>
          <a:off x="5597574" y="2968"/>
          <a:ext cx="2471291" cy="148277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dirty="0">
              <a:solidFill>
                <a:schemeClr val="accent4"/>
              </a:solidFill>
              <a:latin typeface="Sakkal Majalla" panose="02000000000000000000" pitchFamily="2" charset="-78"/>
              <a:cs typeface="Sakkal Majalla" panose="02000000000000000000" pitchFamily="2" charset="-78"/>
            </a:rPr>
            <a:t>إعلان الوظيفة</a:t>
          </a:r>
          <a:r>
            <a:rPr lang="ar" sz="2100" kern="1200" dirty="0">
              <a:solidFill>
                <a:schemeClr val="accent4"/>
              </a:solidFill>
              <a:latin typeface="Sakkal Majalla" panose="02000000000000000000" pitchFamily="2" charset="-78"/>
              <a:cs typeface="Sakkal Majalla" panose="02000000000000000000" pitchFamily="2" charset="-78"/>
            </a:rPr>
            <a:t> - يُوضع داخليًا أو خارجيًا </a:t>
          </a:r>
          <a:endParaRPr lang="en-GB" sz="2100" kern="1200" dirty="0">
            <a:solidFill>
              <a:schemeClr val="accent4"/>
            </a:solidFill>
            <a:latin typeface="Sakkal Majalla" panose="02000000000000000000" pitchFamily="2" charset="-78"/>
            <a:cs typeface="Sakkal Majalla" panose="02000000000000000000" pitchFamily="2" charset="-78"/>
          </a:endParaRPr>
        </a:p>
      </dsp:txBody>
      <dsp:txXfrm>
        <a:off x="5597574" y="2968"/>
        <a:ext cx="2471291" cy="1482774"/>
      </dsp:txXfrm>
    </dsp:sp>
    <dsp:sp modelId="{7B12CADF-7484-3743-A986-B9C3AF8072E6}">
      <dsp:nvSpPr>
        <dsp:cNvPr id="0" name=""/>
        <dsp:cNvSpPr/>
      </dsp:nvSpPr>
      <dsp:spPr>
        <a:xfrm>
          <a:off x="2879154" y="2968"/>
          <a:ext cx="2471291" cy="1482774"/>
        </a:xfrm>
        <a:prstGeom prst="rect">
          <a:avLst/>
        </a:prstGeom>
        <a:solidFill>
          <a:schemeClr val="accent6">
            <a:lumMod val="20000"/>
            <a:lumOff val="8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dirty="0">
              <a:solidFill>
                <a:schemeClr val="accent4"/>
              </a:solidFill>
              <a:latin typeface="Sakkal Majalla" panose="02000000000000000000" pitchFamily="2" charset="-78"/>
              <a:cs typeface="Sakkal Majalla" panose="02000000000000000000" pitchFamily="2" charset="-78"/>
            </a:rPr>
            <a:t>تحليل الوظيفة</a:t>
          </a:r>
          <a:r>
            <a:rPr lang="ar" sz="2100" kern="1200" dirty="0">
              <a:solidFill>
                <a:schemeClr val="accent4"/>
              </a:solidFill>
              <a:latin typeface="Sakkal Majalla" panose="02000000000000000000" pitchFamily="2" charset="-78"/>
              <a:cs typeface="Sakkal Majalla" panose="02000000000000000000" pitchFamily="2" charset="-78"/>
            </a:rPr>
            <a:t> - يُستخدم لكتابة الوصف الوظيفي ومواصفات الشخص</a:t>
          </a:r>
          <a:endParaRPr lang="en-GB" sz="2100" kern="1200" dirty="0">
            <a:solidFill>
              <a:schemeClr val="accent4"/>
            </a:solidFill>
            <a:latin typeface="Sakkal Majalla" panose="02000000000000000000" pitchFamily="2" charset="-78"/>
            <a:cs typeface="Sakkal Majalla" panose="02000000000000000000" pitchFamily="2" charset="-78"/>
          </a:endParaRPr>
        </a:p>
      </dsp:txBody>
      <dsp:txXfrm>
        <a:off x="2879154" y="2968"/>
        <a:ext cx="2471291" cy="1482774"/>
      </dsp:txXfrm>
    </dsp:sp>
    <dsp:sp modelId="{8C146FAF-EEC9-7A4B-A30A-79C9CA3CFCE2}">
      <dsp:nvSpPr>
        <dsp:cNvPr id="0" name=""/>
        <dsp:cNvSpPr/>
      </dsp:nvSpPr>
      <dsp:spPr>
        <a:xfrm>
          <a:off x="160734" y="2968"/>
          <a:ext cx="2471291" cy="148277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dirty="0">
              <a:solidFill>
                <a:schemeClr val="accent4"/>
              </a:solidFill>
              <a:latin typeface="Sakkal Majalla" panose="02000000000000000000" pitchFamily="2" charset="-78"/>
              <a:cs typeface="Sakkal Majalla" panose="02000000000000000000" pitchFamily="2" charset="-78"/>
            </a:rPr>
            <a:t>الوصف الوظيفي</a:t>
          </a:r>
          <a:r>
            <a:rPr lang="ar" sz="2100" kern="1200" dirty="0">
              <a:solidFill>
                <a:schemeClr val="accent4"/>
              </a:solidFill>
              <a:latin typeface="Sakkal Majalla" panose="02000000000000000000" pitchFamily="2" charset="-78"/>
              <a:cs typeface="Sakkal Majalla" panose="02000000000000000000" pitchFamily="2" charset="-78"/>
            </a:rPr>
            <a:t> – يعرض محتوى مهام ومسؤوليات الوظيفة</a:t>
          </a:r>
          <a:endParaRPr lang="en-GB" sz="2100" kern="1200" dirty="0">
            <a:solidFill>
              <a:schemeClr val="accent4"/>
            </a:solidFill>
            <a:latin typeface="Sakkal Majalla" panose="02000000000000000000" pitchFamily="2" charset="-78"/>
            <a:cs typeface="Sakkal Majalla" panose="02000000000000000000" pitchFamily="2" charset="-78"/>
          </a:endParaRPr>
        </a:p>
      </dsp:txBody>
      <dsp:txXfrm>
        <a:off x="160734" y="2968"/>
        <a:ext cx="2471291" cy="1482774"/>
      </dsp:txXfrm>
    </dsp:sp>
    <dsp:sp modelId="{99608614-6181-7E41-8A22-2E64AE8A690F}">
      <dsp:nvSpPr>
        <dsp:cNvPr id="0" name=""/>
        <dsp:cNvSpPr/>
      </dsp:nvSpPr>
      <dsp:spPr>
        <a:xfrm>
          <a:off x="5597574" y="1732872"/>
          <a:ext cx="2471291" cy="1482774"/>
        </a:xfrm>
        <a:prstGeom prst="rect">
          <a:avLst/>
        </a:prstGeom>
        <a:solidFill>
          <a:schemeClr val="accent6">
            <a:lumMod val="20000"/>
            <a:lumOff val="8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dirty="0">
              <a:solidFill>
                <a:schemeClr val="accent4"/>
              </a:solidFill>
              <a:latin typeface="Sakkal Majalla" panose="02000000000000000000" pitchFamily="2" charset="-78"/>
              <a:cs typeface="Sakkal Majalla" panose="02000000000000000000" pitchFamily="2" charset="-78"/>
            </a:rPr>
            <a:t>مواصفات الشخص</a:t>
          </a:r>
          <a:r>
            <a:rPr lang="ar" sz="2100" kern="1200" dirty="0">
              <a:solidFill>
                <a:schemeClr val="accent4"/>
              </a:solidFill>
              <a:latin typeface="Sakkal Majalla" panose="02000000000000000000" pitchFamily="2" charset="-78"/>
              <a:cs typeface="Sakkal Majalla" panose="02000000000000000000" pitchFamily="2" charset="-78"/>
            </a:rPr>
            <a:t> - تُظهر المهارات والسمات الأساسية والمرغوبة</a:t>
          </a:r>
        </a:p>
      </dsp:txBody>
      <dsp:txXfrm>
        <a:off x="5597574" y="1732872"/>
        <a:ext cx="2471291" cy="1482774"/>
      </dsp:txXfrm>
    </dsp:sp>
    <dsp:sp modelId="{AB6BF502-4DFB-6A42-9795-28E5E6E2ACA8}">
      <dsp:nvSpPr>
        <dsp:cNvPr id="0" name=""/>
        <dsp:cNvSpPr/>
      </dsp:nvSpPr>
      <dsp:spPr>
        <a:xfrm>
          <a:off x="2879154" y="1732872"/>
          <a:ext cx="2471291" cy="148277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dirty="0">
              <a:solidFill>
                <a:schemeClr val="accent4"/>
              </a:solidFill>
              <a:latin typeface="Sakkal Majalla" panose="02000000000000000000" pitchFamily="2" charset="-78"/>
              <a:cs typeface="Sakkal Majalla" panose="02000000000000000000" pitchFamily="2" charset="-78"/>
            </a:rPr>
            <a:t>السيرة الذاتية </a:t>
          </a:r>
          <a:r>
            <a:rPr lang="ar" sz="2100" kern="1200" dirty="0">
              <a:solidFill>
                <a:schemeClr val="accent4"/>
              </a:solidFill>
              <a:latin typeface="Sakkal Majalla" panose="02000000000000000000" pitchFamily="2" charset="-78"/>
              <a:cs typeface="Sakkal Majalla" panose="02000000000000000000" pitchFamily="2" charset="-78"/>
            </a:rPr>
            <a:t> - نظرة عامة على مهارات المتقدمين وخبراتهم ومؤهلاتهم</a:t>
          </a:r>
        </a:p>
      </dsp:txBody>
      <dsp:txXfrm>
        <a:off x="2879154" y="1732872"/>
        <a:ext cx="2471291" cy="1482774"/>
      </dsp:txXfrm>
    </dsp:sp>
    <dsp:sp modelId="{156292E4-7004-944F-9DD3-B5B5EBA29F6E}">
      <dsp:nvSpPr>
        <dsp:cNvPr id="0" name=""/>
        <dsp:cNvSpPr/>
      </dsp:nvSpPr>
      <dsp:spPr>
        <a:xfrm>
          <a:off x="160734" y="1732872"/>
          <a:ext cx="2471291" cy="1482774"/>
        </a:xfrm>
        <a:prstGeom prst="rect">
          <a:avLst/>
        </a:prstGeom>
        <a:solidFill>
          <a:schemeClr val="accent6">
            <a:lumMod val="20000"/>
            <a:lumOff val="80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dirty="0">
              <a:solidFill>
                <a:schemeClr val="accent4"/>
              </a:solidFill>
              <a:latin typeface="Sakkal Majalla" panose="02000000000000000000" pitchFamily="2" charset="-78"/>
              <a:cs typeface="Sakkal Majalla" panose="02000000000000000000" pitchFamily="2" charset="-78"/>
            </a:rPr>
            <a:t>نماذج الطلب </a:t>
          </a:r>
          <a:r>
            <a:rPr lang="ar" sz="2100" kern="1200" dirty="0">
              <a:solidFill>
                <a:schemeClr val="accent4"/>
              </a:solidFill>
              <a:latin typeface="Sakkal Majalla" panose="02000000000000000000" pitchFamily="2" charset="-78"/>
              <a:cs typeface="Sakkal Majalla" panose="02000000000000000000" pitchFamily="2" charset="-78"/>
            </a:rPr>
            <a:t>– النموذج القياسي الذي يجب يملأه جميع المتقدمين</a:t>
          </a:r>
          <a:endParaRPr lang="en-GB" sz="2100" kern="1200" dirty="0">
            <a:solidFill>
              <a:schemeClr val="accent4"/>
            </a:solidFill>
          </a:endParaRPr>
        </a:p>
      </dsp:txBody>
      <dsp:txXfrm>
        <a:off x="160734" y="1732872"/>
        <a:ext cx="2471291" cy="1482774"/>
      </dsp:txXfrm>
    </dsp:sp>
    <dsp:sp modelId="{AF45388F-DA2E-8D4D-84D2-6E270F20931E}">
      <dsp:nvSpPr>
        <dsp:cNvPr id="0" name=""/>
        <dsp:cNvSpPr/>
      </dsp:nvSpPr>
      <dsp:spPr>
        <a:xfrm>
          <a:off x="4238364" y="3462776"/>
          <a:ext cx="2471291" cy="148277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dirty="0">
              <a:solidFill>
                <a:schemeClr val="accent4"/>
              </a:solidFill>
              <a:latin typeface="Sakkal Majalla" panose="02000000000000000000" pitchFamily="2" charset="-78"/>
              <a:cs typeface="Sakkal Majalla" panose="02000000000000000000" pitchFamily="2" charset="-78"/>
            </a:rPr>
            <a:t>خطاب التقديم</a:t>
          </a:r>
          <a:r>
            <a:rPr lang="ar" sz="2100" kern="1200" dirty="0">
              <a:solidFill>
                <a:schemeClr val="accent4"/>
              </a:solidFill>
              <a:latin typeface="Sakkal Majalla" panose="02000000000000000000" pitchFamily="2" charset="-78"/>
              <a:cs typeface="Sakkal Majalla" panose="02000000000000000000" pitchFamily="2" charset="-78"/>
            </a:rPr>
            <a:t> - يسلط الضوء على سبب ملاءمة مقدم الطلب للوظيفة المعلن عنها</a:t>
          </a:r>
          <a:endParaRPr lang="en-GB" sz="2100" kern="1200" dirty="0">
            <a:solidFill>
              <a:schemeClr val="accent4"/>
            </a:solidFill>
            <a:latin typeface="Sakkal Majalla" panose="02000000000000000000" pitchFamily="2" charset="-78"/>
            <a:cs typeface="Sakkal Majalla" panose="02000000000000000000" pitchFamily="2" charset="-78"/>
          </a:endParaRPr>
        </a:p>
      </dsp:txBody>
      <dsp:txXfrm>
        <a:off x="4238364" y="3462776"/>
        <a:ext cx="2471291" cy="1482774"/>
      </dsp:txXfrm>
    </dsp:sp>
    <dsp:sp modelId="{43F8DD81-A6C1-5C41-8A9B-C439DDEA5DCB}">
      <dsp:nvSpPr>
        <dsp:cNvPr id="0" name=""/>
        <dsp:cNvSpPr/>
      </dsp:nvSpPr>
      <dsp:spPr>
        <a:xfrm>
          <a:off x="1519944" y="3462776"/>
          <a:ext cx="2471291" cy="148277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ctr" defTabSz="933450" rtl="1">
            <a:lnSpc>
              <a:spcPct val="90000"/>
            </a:lnSpc>
            <a:spcBef>
              <a:spcPct val="0"/>
            </a:spcBef>
            <a:spcAft>
              <a:spcPct val="35000"/>
            </a:spcAft>
            <a:buNone/>
          </a:pPr>
          <a:r>
            <a:rPr lang="ar" sz="2100" b="1" kern="1200" dirty="0">
              <a:solidFill>
                <a:schemeClr val="accent4"/>
              </a:solidFill>
              <a:latin typeface="Sakkal Majalla" panose="02000000000000000000" pitchFamily="2" charset="-78"/>
              <a:cs typeface="Sakkal Majalla" panose="02000000000000000000" pitchFamily="2" charset="-78"/>
            </a:rPr>
            <a:t>مستندات التوظيف عبر الإنترنت</a:t>
          </a:r>
          <a:r>
            <a:rPr lang="ar" sz="2100" kern="1200" dirty="0">
              <a:solidFill>
                <a:schemeClr val="accent4"/>
              </a:solidFill>
              <a:latin typeface="Sakkal Majalla" panose="02000000000000000000" pitchFamily="2" charset="-78"/>
              <a:cs typeface="Sakkal Majalla" panose="02000000000000000000" pitchFamily="2" charset="-78"/>
            </a:rPr>
            <a:t> - الإعلانات عبر الإنترنت ونماذج الطلبات</a:t>
          </a:r>
        </a:p>
      </dsp:txBody>
      <dsp:txXfrm>
        <a:off x="1519944" y="3462776"/>
        <a:ext cx="2471291" cy="148277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0B8B56-8160-A14A-8E1A-BE297BCC52EA}">
      <dsp:nvSpPr>
        <dsp:cNvPr id="0" name=""/>
        <dsp:cNvSpPr/>
      </dsp:nvSpPr>
      <dsp:spPr>
        <a:xfrm>
          <a:off x="1368093" y="1806"/>
          <a:ext cx="5483009" cy="789902"/>
        </a:xfrm>
        <a:prstGeom prst="roundRect">
          <a:avLst/>
        </a:prstGeom>
        <a:solidFill>
          <a:schemeClr val="accent5"/>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43815" rIns="87630" bIns="43815" numCol="1" spcCol="1270" rtlCol="1" anchor="ctr" anchorCtr="0">
          <a:noAutofit/>
        </a:bodyPr>
        <a:lstStyle/>
        <a:p>
          <a:pPr marL="0" lvl="0" indent="0" algn="ctr" defTabSz="1022350" rtl="1">
            <a:lnSpc>
              <a:spcPct val="90000"/>
            </a:lnSpc>
            <a:spcBef>
              <a:spcPct val="0"/>
            </a:spcBef>
            <a:spcAft>
              <a:spcPct val="35000"/>
            </a:spcAft>
            <a:buNone/>
          </a:pPr>
          <a:r>
            <a:rPr lang="ar" sz="2300" kern="1200" dirty="0">
              <a:solidFill>
                <a:schemeClr val="accent4"/>
              </a:solidFill>
              <a:latin typeface="Sakkal Majalla" panose="02000000000000000000" pitchFamily="2" charset="-78"/>
              <a:cs typeface="Sakkal Majalla" panose="02000000000000000000" pitchFamily="2" charset="-78"/>
            </a:rPr>
            <a:t>التحلي بالصدق في إعلانات الوظائف</a:t>
          </a:r>
          <a:endParaRPr lang="en-US" sz="2300" kern="1200" dirty="0">
            <a:solidFill>
              <a:schemeClr val="accent4"/>
            </a:solidFill>
            <a:latin typeface="Sakkal Majalla" panose="02000000000000000000" pitchFamily="2" charset="-78"/>
            <a:cs typeface="Sakkal Majalla" panose="02000000000000000000" pitchFamily="2" charset="-78"/>
          </a:endParaRPr>
        </a:p>
      </dsp:txBody>
      <dsp:txXfrm>
        <a:off x="1406653" y="40366"/>
        <a:ext cx="5405889" cy="712782"/>
      </dsp:txXfrm>
    </dsp:sp>
    <dsp:sp modelId="{09B85657-A434-424A-B684-8166FE20E007}">
      <dsp:nvSpPr>
        <dsp:cNvPr id="0" name=""/>
        <dsp:cNvSpPr/>
      </dsp:nvSpPr>
      <dsp:spPr>
        <a:xfrm>
          <a:off x="1368093" y="831204"/>
          <a:ext cx="5483009" cy="789902"/>
        </a:xfrm>
        <a:prstGeom prst="roundRect">
          <a:avLst/>
        </a:prstGeom>
        <a:solidFill>
          <a:schemeClr val="accent6">
            <a:lumMod val="20000"/>
            <a:lumOff val="80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43815" rIns="87630" bIns="43815" numCol="1" spcCol="1270" rtlCol="1" anchor="ctr" anchorCtr="0">
          <a:noAutofit/>
        </a:bodyPr>
        <a:lstStyle/>
        <a:p>
          <a:pPr marL="0" lvl="0" indent="0" algn="ctr" defTabSz="1022350" rtl="1">
            <a:lnSpc>
              <a:spcPct val="90000"/>
            </a:lnSpc>
            <a:spcBef>
              <a:spcPct val="0"/>
            </a:spcBef>
            <a:spcAft>
              <a:spcPct val="35000"/>
            </a:spcAft>
            <a:buNone/>
          </a:pPr>
          <a:r>
            <a:rPr lang="ar" sz="2300" kern="1200" dirty="0">
              <a:solidFill>
                <a:schemeClr val="accent4"/>
              </a:solidFill>
              <a:latin typeface="Sakkal Majalla" panose="02000000000000000000" pitchFamily="2" charset="-78"/>
              <a:cs typeface="Sakkal Majalla" panose="02000000000000000000" pitchFamily="2" charset="-78"/>
            </a:rPr>
            <a:t>الحفاظ على سرية المرشحين</a:t>
          </a:r>
          <a:endParaRPr lang="en-US" sz="2300" kern="1200" dirty="0">
            <a:solidFill>
              <a:schemeClr val="accent4"/>
            </a:solidFill>
            <a:latin typeface="Sakkal Majalla" panose="02000000000000000000" pitchFamily="2" charset="-78"/>
            <a:cs typeface="Sakkal Majalla" panose="02000000000000000000" pitchFamily="2" charset="-78"/>
          </a:endParaRPr>
        </a:p>
      </dsp:txBody>
      <dsp:txXfrm>
        <a:off x="1406653" y="869764"/>
        <a:ext cx="5405889" cy="712782"/>
      </dsp:txXfrm>
    </dsp:sp>
    <dsp:sp modelId="{A193BD83-BFCE-9A45-85DF-3BAA57F4A7B5}">
      <dsp:nvSpPr>
        <dsp:cNvPr id="0" name=""/>
        <dsp:cNvSpPr/>
      </dsp:nvSpPr>
      <dsp:spPr>
        <a:xfrm>
          <a:off x="1368093" y="1660601"/>
          <a:ext cx="5483009" cy="789902"/>
        </a:xfrm>
        <a:prstGeom prst="roundRect">
          <a:avLst/>
        </a:prstGeom>
        <a:solidFill>
          <a:schemeClr val="accent5"/>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43815" rIns="87630" bIns="43815" numCol="1" spcCol="1270" rtlCol="1" anchor="ctr" anchorCtr="0">
          <a:noAutofit/>
        </a:bodyPr>
        <a:lstStyle/>
        <a:p>
          <a:pPr marL="0" lvl="0" indent="0" algn="ctr" defTabSz="1022350" rtl="1">
            <a:lnSpc>
              <a:spcPct val="90000"/>
            </a:lnSpc>
            <a:spcBef>
              <a:spcPct val="0"/>
            </a:spcBef>
            <a:spcAft>
              <a:spcPct val="35000"/>
            </a:spcAft>
            <a:buNone/>
          </a:pPr>
          <a:r>
            <a:rPr lang="ar" sz="2300" kern="1200" dirty="0">
              <a:solidFill>
                <a:schemeClr val="accent4"/>
              </a:solidFill>
              <a:latin typeface="Sakkal Majalla" panose="02000000000000000000" pitchFamily="2" charset="-78"/>
              <a:cs typeface="Sakkal Majalla" panose="02000000000000000000" pitchFamily="2" charset="-78"/>
            </a:rPr>
            <a:t>إظهار الإنصاف من خلال طرح أسئلة قياسية على جميع المرشحين الذين جرى مقابلتهم</a:t>
          </a:r>
          <a:endParaRPr lang="en-US" sz="2300" kern="1200" dirty="0">
            <a:solidFill>
              <a:schemeClr val="accent4"/>
            </a:solidFill>
            <a:latin typeface="Sakkal Majalla" panose="02000000000000000000" pitchFamily="2" charset="-78"/>
            <a:cs typeface="Sakkal Majalla" panose="02000000000000000000" pitchFamily="2" charset="-78"/>
          </a:endParaRPr>
        </a:p>
      </dsp:txBody>
      <dsp:txXfrm>
        <a:off x="1406653" y="1699161"/>
        <a:ext cx="5405889" cy="712782"/>
      </dsp:txXfrm>
    </dsp:sp>
    <dsp:sp modelId="{48D95C29-6ABB-654D-99CD-565B32ECA15F}">
      <dsp:nvSpPr>
        <dsp:cNvPr id="0" name=""/>
        <dsp:cNvSpPr/>
      </dsp:nvSpPr>
      <dsp:spPr>
        <a:xfrm>
          <a:off x="1368093" y="2489998"/>
          <a:ext cx="5483009" cy="789902"/>
        </a:xfrm>
        <a:prstGeom prst="roundRect">
          <a:avLst/>
        </a:prstGeom>
        <a:solidFill>
          <a:schemeClr val="accent6">
            <a:lumMod val="20000"/>
            <a:lumOff val="80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7630" tIns="43815" rIns="87630" bIns="43815" numCol="1" spcCol="1270" rtlCol="1" anchor="ctr" anchorCtr="0">
          <a:noAutofit/>
        </a:bodyPr>
        <a:lstStyle/>
        <a:p>
          <a:pPr marL="0" lvl="0" indent="0" algn="ctr" defTabSz="1022350" rtl="1">
            <a:lnSpc>
              <a:spcPct val="90000"/>
            </a:lnSpc>
            <a:spcBef>
              <a:spcPct val="0"/>
            </a:spcBef>
            <a:spcAft>
              <a:spcPct val="35000"/>
            </a:spcAft>
            <a:buNone/>
          </a:pPr>
          <a:r>
            <a:rPr lang="ar" sz="2300" kern="1200" dirty="0">
              <a:solidFill>
                <a:schemeClr val="accent4"/>
              </a:solidFill>
              <a:latin typeface="Sakkal Majalla" panose="02000000000000000000" pitchFamily="2" charset="-78"/>
              <a:cs typeface="Sakkal Majalla" panose="02000000000000000000" pitchFamily="2" charset="-78"/>
            </a:rPr>
            <a:t>استخدام المعايير نفسها لتوظيف جميع المتقدمين</a:t>
          </a:r>
          <a:endParaRPr lang="en-US" sz="2300" kern="1200" dirty="0">
            <a:solidFill>
              <a:schemeClr val="accent4"/>
            </a:solidFill>
            <a:latin typeface="Sakkal Majalla" panose="02000000000000000000" pitchFamily="2" charset="-78"/>
            <a:cs typeface="Sakkal Majalla" panose="02000000000000000000" pitchFamily="2" charset="-78"/>
          </a:endParaRPr>
        </a:p>
      </dsp:txBody>
      <dsp:txXfrm>
        <a:off x="1406653" y="2528558"/>
        <a:ext cx="5405889" cy="712782"/>
      </dsp:txXfrm>
    </dsp:sp>
    <dsp:sp modelId="{9766FC21-3B3D-DA43-BE4B-06B45444944B}">
      <dsp:nvSpPr>
        <dsp:cNvPr id="0" name=""/>
        <dsp:cNvSpPr/>
      </dsp:nvSpPr>
      <dsp:spPr>
        <a:xfrm>
          <a:off x="1368093" y="3319396"/>
          <a:ext cx="5407172" cy="789902"/>
        </a:xfrm>
        <a:prstGeom prst="roundRect">
          <a:avLst/>
        </a:prstGeom>
        <a:solidFill>
          <a:schemeClr val="accent5"/>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3820" tIns="41910" rIns="83820" bIns="41910" numCol="1" spcCol="1270" rtlCol="1" anchor="ctr" anchorCtr="0">
          <a:noAutofit/>
        </a:bodyPr>
        <a:lstStyle/>
        <a:p>
          <a:pPr marL="0" lvl="0" indent="0" algn="ctr" defTabSz="977900" rtl="1">
            <a:lnSpc>
              <a:spcPct val="90000"/>
            </a:lnSpc>
            <a:spcBef>
              <a:spcPct val="0"/>
            </a:spcBef>
            <a:spcAft>
              <a:spcPct val="35000"/>
            </a:spcAft>
            <a:buNone/>
          </a:pPr>
          <a:r>
            <a:rPr lang="ar" sz="2200" kern="1200" dirty="0">
              <a:solidFill>
                <a:schemeClr val="accent4"/>
              </a:solidFill>
              <a:latin typeface="Sakkal Majalla" panose="02000000000000000000" pitchFamily="2" charset="-78"/>
              <a:cs typeface="Sakkal Majalla" panose="02000000000000000000" pitchFamily="2" charset="-78"/>
            </a:rPr>
            <a:t>التأكد من أن المرشحين يكشفون إذا كان أي فرد من أفراد الأسرة أو الأصدقاء يعملون في المؤسسة نفسها.</a:t>
          </a:r>
          <a:endParaRPr lang="en-US" sz="2200" kern="1200" dirty="0">
            <a:solidFill>
              <a:schemeClr val="accent4"/>
            </a:solidFill>
            <a:latin typeface="Sakkal Majalla" panose="02000000000000000000" pitchFamily="2" charset="-78"/>
            <a:cs typeface="Sakkal Majalla" panose="02000000000000000000" pitchFamily="2" charset="-78"/>
          </a:endParaRPr>
        </a:p>
      </dsp:txBody>
      <dsp:txXfrm>
        <a:off x="1406653" y="3357956"/>
        <a:ext cx="5330052" cy="71278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412175-FC6C-D242-8DE7-9D63E23EE43E}">
      <dsp:nvSpPr>
        <dsp:cNvPr id="0" name=""/>
        <dsp:cNvSpPr/>
      </dsp:nvSpPr>
      <dsp:spPr>
        <a:xfrm>
          <a:off x="0" y="380297"/>
          <a:ext cx="5111751" cy="1216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accent4"/>
              </a:solidFill>
              <a:latin typeface="Sakkal Majalla" panose="02000000000000000000" pitchFamily="2" charset="-78"/>
              <a:cs typeface="Sakkal Majalla" panose="02000000000000000000" pitchFamily="2" charset="-78"/>
            </a:rPr>
            <a:t>الامتثال لتشريعات الحق في العمل الحالية والتحقق من المستندات</a:t>
          </a:r>
          <a:endParaRPr lang="en-US" sz="2200" kern="1200" dirty="0">
            <a:solidFill>
              <a:schemeClr val="accent4"/>
            </a:solidFill>
            <a:latin typeface="Sakkal Majalla" panose="02000000000000000000" pitchFamily="2" charset="-78"/>
            <a:cs typeface="Sakkal Majalla" panose="02000000000000000000" pitchFamily="2" charset="-78"/>
          </a:endParaRPr>
        </a:p>
      </dsp:txBody>
      <dsp:txXfrm>
        <a:off x="59399" y="439696"/>
        <a:ext cx="4992953" cy="1098002"/>
      </dsp:txXfrm>
    </dsp:sp>
    <dsp:sp modelId="{E849AC02-BEDC-A846-9B0F-BC22656E886F}">
      <dsp:nvSpPr>
        <dsp:cNvPr id="0" name=""/>
        <dsp:cNvSpPr/>
      </dsp:nvSpPr>
      <dsp:spPr>
        <a:xfrm>
          <a:off x="0" y="1784297"/>
          <a:ext cx="5111751" cy="1216800"/>
        </a:xfrm>
        <a:prstGeom prst="roundRect">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accent4"/>
              </a:solidFill>
              <a:latin typeface="Sakkal Majalla" panose="02000000000000000000" pitchFamily="2" charset="-78"/>
              <a:cs typeface="Sakkal Majalla" panose="02000000000000000000" pitchFamily="2" charset="-78"/>
            </a:rPr>
            <a:t>الامتثال لتشريعات العمل المحلية الأخرى</a:t>
          </a:r>
          <a:endParaRPr lang="en-US" sz="2200" kern="1200" dirty="0">
            <a:solidFill>
              <a:schemeClr val="accent4"/>
            </a:solidFill>
            <a:latin typeface="Sakkal Majalla" panose="02000000000000000000" pitchFamily="2" charset="-78"/>
            <a:cs typeface="Sakkal Majalla" panose="02000000000000000000" pitchFamily="2" charset="-78"/>
          </a:endParaRPr>
        </a:p>
      </dsp:txBody>
      <dsp:txXfrm>
        <a:off x="59399" y="1843696"/>
        <a:ext cx="4992953" cy="1098002"/>
      </dsp:txXfrm>
    </dsp:sp>
    <dsp:sp modelId="{4ABCF4B3-877E-044C-BFFB-7426A11300E0}">
      <dsp:nvSpPr>
        <dsp:cNvPr id="0" name=""/>
        <dsp:cNvSpPr/>
      </dsp:nvSpPr>
      <dsp:spPr>
        <a:xfrm>
          <a:off x="0" y="3188297"/>
          <a:ext cx="5111751" cy="1216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accent4"/>
              </a:solidFill>
              <a:latin typeface="Sakkal Majalla" panose="02000000000000000000" pitchFamily="2" charset="-78"/>
              <a:cs typeface="Sakkal Majalla" panose="02000000000000000000" pitchFamily="2" charset="-78"/>
            </a:rPr>
            <a:t>الوعي بالمشكلات المرتبطة بعدم الامتثال للتشريعات</a:t>
          </a:r>
          <a:endParaRPr lang="en-US" sz="2200" kern="1200" dirty="0">
            <a:solidFill>
              <a:schemeClr val="accent4"/>
            </a:solidFill>
            <a:latin typeface="Sakkal Majalla" panose="02000000000000000000" pitchFamily="2" charset="-78"/>
            <a:cs typeface="Sakkal Majalla" panose="02000000000000000000" pitchFamily="2" charset="-78"/>
          </a:endParaRPr>
        </a:p>
      </dsp:txBody>
      <dsp:txXfrm>
        <a:off x="59399" y="3247696"/>
        <a:ext cx="4992953" cy="1098002"/>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CF29C-60F7-E1F0-AE41-5D88545712CE}"/>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1B65633-FCED-66C9-3BA4-DE4A782C6F9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F231252-95A1-4000-F22A-64821FD97F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6550F044-16E4-EA92-AF18-35300F7D36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68539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830FD-DF59-6A36-6524-2FDA30237A7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3672729-1D74-AB1C-7B17-9D8C80EAC90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DF7681C9-3662-8EB3-E82B-ED0F5390E8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B40B842A-CE0A-1EB2-9632-7FB7E847A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77447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 </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67CD6-41EC-CD62-5F9C-D87C2623C55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3216F0E-EAFC-A4AB-4224-6C7547F70B09}"/>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023268F1-BF6C-9D7E-A7B1-97BACA523C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1" dirty="0"/>
          </a:p>
        </p:txBody>
      </p:sp>
      <p:sp>
        <p:nvSpPr>
          <p:cNvPr id="31747" name="Slide Number Placeholder 3">
            <a:extLst>
              <a:ext uri="{FF2B5EF4-FFF2-40B4-BE49-F238E27FC236}">
                <a16:creationId xmlns:a16="http://schemas.microsoft.com/office/drawing/2014/main" id="{00C0A613-8B34-488B-0B38-20F74FAF44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6793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9812F-49EB-7863-C439-E2999221F53E}"/>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E9B0538E-BBBF-0B44-0382-52558C980C34}"/>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D215FB5-74BB-294F-01DA-97FD8F981C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914400" marR="0" lvl="2"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7559C00C-1201-2CB1-104B-4EB2185AAE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07424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49033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3E15C-FC84-9DF9-67BB-8AA51CEAFF5F}"/>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1A2AA372-3B1F-5A02-4800-3C2EC26E9D90}"/>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B8A1FD5-E846-0512-02F0-2CF3B704F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C125907A-6FD7-A23C-7779-92738EE934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5145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CB984-96D4-6A54-5F18-8D797E3FA133}"/>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9325C04-265E-0D86-6D95-F00047128B0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524B7EB-582F-7333-F17D-E6D7E94F65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0" i="0" u="none" strike="noStrike" dirty="0">
              <a:effectLst/>
            </a:endParaRPr>
          </a:p>
        </p:txBody>
      </p:sp>
      <p:sp>
        <p:nvSpPr>
          <p:cNvPr id="31747" name="Slide Number Placeholder 3">
            <a:extLst>
              <a:ext uri="{FF2B5EF4-FFF2-40B4-BE49-F238E27FC236}">
                <a16:creationId xmlns:a16="http://schemas.microsoft.com/office/drawing/2014/main" id="{FC60F565-8A62-EA23-C3A1-3A115AE323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75646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BCC1-087A-287C-FB5E-5E0F86B3AAE9}"/>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F47DEAAA-DA2C-EC6C-30D9-40A2CF82777C}"/>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37D272DC-12BD-3F8E-98F5-25EBCCCA87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D681F061-B383-0A2E-9F29-6FDFE7F7AE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2271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296E-15F0-4604-8DB5-483E821B9703}"/>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FC75089-F676-A62D-B2E0-5FAAF261F9ED}"/>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7E701AD-E6B8-E3E5-7C36-B3A8458F01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1E41F670-B10A-85FF-5136-5CF5B817BD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89231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9DD1-334B-ACB9-A923-61DF0743B9E1}"/>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81D6D99-67F0-05BB-F9E1-B11296CAA0AA}"/>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BB3B7840-E7E8-A463-0349-417B881D5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9F477DF5-4500-48A3-F5AA-E9E423FA28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50666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F061A-10EA-8111-B398-4721250B9739}"/>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2471707-525B-0883-74F9-A94ED5A82314}"/>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C998418-0A7C-BEC8-A7B9-5C43288506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8472286E-B2E3-FED6-EFBB-4A8864F4E2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19662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3203-12EE-76A6-EB7C-DAD40B93248A}"/>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6A10950-11C7-7927-AF43-56631D0EE70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90B7C7F-1D4D-4B0A-F17F-D2203067BC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9D735C11-4B92-1CA6-5FEC-9AF7FB77B7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65866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FFC14-9DC3-5F18-13A2-673EE6265AB6}"/>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45A50AB-5AB5-222D-108D-A99A4BA7589B}"/>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C5CE89D2-51EE-B754-12A0-3702AFFE79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b="1" i="0" u="none" strike="noStrike" dirty="0">
                <a:effectLst/>
              </a:rPr>
              <a:t>AL2018693</a:t>
            </a:r>
          </a:p>
        </p:txBody>
      </p:sp>
      <p:sp>
        <p:nvSpPr>
          <p:cNvPr id="31747" name="Slide Number Placeholder 3">
            <a:extLst>
              <a:ext uri="{FF2B5EF4-FFF2-40B4-BE49-F238E27FC236}">
                <a16:creationId xmlns:a16="http://schemas.microsoft.com/office/drawing/2014/main" id="{2217D150-017B-9233-F1A8-06F3C644C7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94750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398F5-1A52-D61C-A83E-C371FBB7B606}"/>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3D57E7D6-BF4E-1E48-1E5D-4267ECF2521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8DAEE39-1940-4F9B-CCC7-8F8F7F1634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52065479-004C-887B-C15C-D2AAEECCC3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74367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E88E2-489E-1674-828A-4B0375D51763}"/>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5C90619-D921-C10C-E4BD-CA488C33918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69E2DF8-89CA-9F20-A91F-38D9081C54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6523A658-FC93-0217-63E3-198A77E86F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850289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algn="l" rtl="1"/>
            <a:r>
              <a:rPr lang="ar" b="1" i="0" u="none" strike="noStrike" dirty="0">
                <a:effectLst/>
              </a:rPr>
              <a:t>AL1228220</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20</a:t>
            </a:fld>
            <a:endParaRPr lang="en-GB" altLang="en-US"/>
          </a:p>
        </p:txBody>
      </p:sp>
    </p:spTree>
    <p:extLst>
      <p:ext uri="{BB962C8B-B14F-4D97-AF65-F5344CB8AC3E}">
        <p14:creationId xmlns:p14="http://schemas.microsoft.com/office/powerpoint/2010/main" val="14410918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5148-88A3-6F09-D43B-F2CF03EB923F}"/>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19CC0070-EB83-2D2B-FBA7-A97422C1FAB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75491210-C7D1-E981-DB2C-DA597E3D9F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F4C9462-DF2F-5485-B0EF-71B0F46246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996381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EFE0B-765B-C444-7045-D1F214A593C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65BC51F9-4E36-FD69-881F-939520E92CC6}"/>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09DE66B-406B-B7E0-1902-17044C935C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b="0" dirty="0"/>
          </a:p>
          <a:p>
            <a:pPr rtl="1"/>
            <a:endParaRPr lang="en-GB" altLang="en-US" b="0" dirty="0"/>
          </a:p>
        </p:txBody>
      </p:sp>
      <p:sp>
        <p:nvSpPr>
          <p:cNvPr id="31747" name="Slide Number Placeholder 3">
            <a:extLst>
              <a:ext uri="{FF2B5EF4-FFF2-40B4-BE49-F238E27FC236}">
                <a16:creationId xmlns:a16="http://schemas.microsoft.com/office/drawing/2014/main" id="{06F4CA88-9B7A-CBD3-AC69-90D452D2FB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3199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31E37-CE3E-D93C-2B56-2F48B4690CFD}"/>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7AB0A51-ED7D-BDFF-587A-261FF36E72A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BF0E210-9FC5-B846-D331-C562E8BD55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6BA2CF9-5BB1-CF21-C41F-66F4A3A08F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432545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35AAA-1F88-91F8-5935-9260B1C75C1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8F24854-1D11-7F7E-CEFB-35EFA743330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2584B4B-9290-1706-7E8F-9178471E85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171450" indent="-171450" rtl="1">
              <a:buFont typeface="Arial" panose="020B0604020202020204" pitchFamily="34" charset="0"/>
              <a:buChar char="•"/>
            </a:pPr>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CAD375C3-4032-890C-B177-B572D5740B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38824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9709F-6F9D-C8CD-5425-52C5671EA5C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DAFF0D8E-CBF1-1EBF-1D5A-C00F261AE06C}"/>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60BBFC3-AD2A-E936-80DF-423C5FDF79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87265100-4182-4AC7-1943-F4C95C0E17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413699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27D70-1F73-D22E-7CB9-B02692CCD875}"/>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F4F47A54-B345-A4E1-EA6E-BE0EE5E0F6B4}"/>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9E9BB8EE-73E5-33C0-0B71-B1149654CB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914400" marR="0" lvl="2"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33CBC6F9-809F-4863-DC30-D4FD39FAF1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983214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27</a:t>
            </a:fld>
            <a:endParaRPr lang="en-GB" altLang="en-US"/>
          </a:p>
        </p:txBody>
      </p:sp>
    </p:spTree>
    <p:extLst>
      <p:ext uri="{BB962C8B-B14F-4D97-AF65-F5344CB8AC3E}">
        <p14:creationId xmlns:p14="http://schemas.microsoft.com/office/powerpoint/2010/main" val="38484589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 </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28</a:t>
            </a:fld>
            <a:endParaRPr lang="en-GB" altLang="en-US"/>
          </a:p>
        </p:txBody>
      </p:sp>
    </p:spTree>
    <p:extLst>
      <p:ext uri="{BB962C8B-B14F-4D97-AF65-F5344CB8AC3E}">
        <p14:creationId xmlns:p14="http://schemas.microsoft.com/office/powerpoint/2010/main" val="24575887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29</a:t>
            </a:fld>
            <a:endParaRPr lang="en-GB" altLang="en-US"/>
          </a:p>
        </p:txBody>
      </p:sp>
    </p:spTree>
    <p:extLst>
      <p:ext uri="{BB962C8B-B14F-4D97-AF65-F5344CB8AC3E}">
        <p14:creationId xmlns:p14="http://schemas.microsoft.com/office/powerpoint/2010/main" val="17042735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30</a:t>
            </a:fld>
            <a:endParaRPr lang="en-GB" altLang="en-US"/>
          </a:p>
        </p:txBody>
      </p:sp>
    </p:spTree>
    <p:extLst>
      <p:ext uri="{BB962C8B-B14F-4D97-AF65-F5344CB8AC3E}">
        <p14:creationId xmlns:p14="http://schemas.microsoft.com/office/powerpoint/2010/main" val="34978608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31</a:t>
            </a:fld>
            <a:endParaRPr lang="en-GB" altLang="en-US"/>
          </a:p>
        </p:txBody>
      </p:sp>
    </p:spTree>
    <p:extLst>
      <p:ext uri="{BB962C8B-B14F-4D97-AF65-F5344CB8AC3E}">
        <p14:creationId xmlns:p14="http://schemas.microsoft.com/office/powerpoint/2010/main" val="27888045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86E51-49B3-A578-C081-2BCCDE2C00A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7AA298E-7797-3285-590A-27800A1ABD0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2F10F2A8-AB09-C6F6-692B-141B5B26E2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9A91A3BF-FCF4-44F4-6C35-601BBB18D1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238028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3003-6860-F90A-5AC4-D71DD54D8087}"/>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84B883C-53F6-9154-4D6A-64D97E8F05F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ED44042-AE6E-46DD-08BA-7CDBAEADC9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D533F34-BC57-AD6F-A9E5-D802222FC4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235286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 </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34</a:t>
            </a:fld>
            <a:endParaRPr lang="en-GB" altLang="en-US"/>
          </a:p>
        </p:txBody>
      </p:sp>
    </p:spTree>
    <p:extLst>
      <p:ext uri="{BB962C8B-B14F-4D97-AF65-F5344CB8AC3E}">
        <p14:creationId xmlns:p14="http://schemas.microsoft.com/office/powerpoint/2010/main" val="20997600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marL="171450" indent="-171450"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35</a:t>
            </a:fld>
            <a:endParaRPr lang="en-GB" altLang="en-US"/>
          </a:p>
        </p:txBody>
      </p:sp>
    </p:spTree>
    <p:extLst>
      <p:ext uri="{BB962C8B-B14F-4D97-AF65-F5344CB8AC3E}">
        <p14:creationId xmlns:p14="http://schemas.microsoft.com/office/powerpoint/2010/main" val="26145388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36</a:t>
            </a:fld>
            <a:endParaRPr lang="en-GB" altLang="en-US"/>
          </a:p>
        </p:txBody>
      </p:sp>
    </p:spTree>
    <p:extLst>
      <p:ext uri="{BB962C8B-B14F-4D97-AF65-F5344CB8AC3E}">
        <p14:creationId xmlns:p14="http://schemas.microsoft.com/office/powerpoint/2010/main" val="34395374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37</a:t>
            </a:fld>
            <a:endParaRPr lang="en-GB" altLang="en-US"/>
          </a:p>
        </p:txBody>
      </p:sp>
    </p:spTree>
    <p:extLst>
      <p:ext uri="{BB962C8B-B14F-4D97-AF65-F5344CB8AC3E}">
        <p14:creationId xmlns:p14="http://schemas.microsoft.com/office/powerpoint/2010/main" val="29598764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38</a:t>
            </a:fld>
            <a:endParaRPr lang="en-GB" altLang="en-US"/>
          </a:p>
        </p:txBody>
      </p:sp>
    </p:spTree>
    <p:extLst>
      <p:ext uri="{BB962C8B-B14F-4D97-AF65-F5344CB8AC3E}">
        <p14:creationId xmlns:p14="http://schemas.microsoft.com/office/powerpoint/2010/main" val="8442159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39</a:t>
            </a:fld>
            <a:endParaRPr lang="en-GB" altLang="en-US"/>
          </a:p>
        </p:txBody>
      </p:sp>
    </p:spTree>
    <p:extLst>
      <p:ext uri="{BB962C8B-B14F-4D97-AF65-F5344CB8AC3E}">
        <p14:creationId xmlns:p14="http://schemas.microsoft.com/office/powerpoint/2010/main" val="38182212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4AEC2-C3F3-4A10-A5CE-051B67879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9850C-C2FD-1EB1-C5E0-5FDDA346C9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261C7-78A3-2CE9-5C75-4697B457883E}"/>
              </a:ext>
            </a:extLst>
          </p:cNvPr>
          <p:cNvSpPr>
            <a:spLocks noGrp="1"/>
          </p:cNvSpPr>
          <p:nvPr>
            <p:ph type="body" idx="1"/>
          </p:nvPr>
        </p:nvSpPr>
        <p:spPr/>
        <p:txBody>
          <a:bodyPr rtlCol="1"/>
          <a:lstStyle/>
          <a:p>
            <a:pPr rtl="1"/>
            <a:endParaRPr lang="en-US" dirty="0"/>
          </a:p>
        </p:txBody>
      </p:sp>
      <p:sp>
        <p:nvSpPr>
          <p:cNvPr id="4" name="Slide Number Placeholder 3">
            <a:extLst>
              <a:ext uri="{FF2B5EF4-FFF2-40B4-BE49-F238E27FC236}">
                <a16:creationId xmlns:a16="http://schemas.microsoft.com/office/drawing/2014/main" id="{3C67F386-C35C-DCF0-C533-14980A313BC4}"/>
              </a:ext>
            </a:extLst>
          </p:cNvPr>
          <p:cNvSpPr>
            <a:spLocks noGrp="1"/>
          </p:cNvSpPr>
          <p:nvPr>
            <p:ph type="sldNum" sz="quarter" idx="5"/>
          </p:nvPr>
        </p:nvSpPr>
        <p:spPr/>
        <p:txBody>
          <a:bodyPr rtlCol="1"/>
          <a:lstStyle/>
          <a:p>
            <a:pPr rtl="1">
              <a:defRPr/>
            </a:pPr>
            <a:fld id="{4D3E6F70-5D4D-4B7F-8590-7D87CFB0B671}" type="slidenum">
              <a:rPr lang="en-GB" altLang="en-US" smtClean="0"/>
              <a:pPr>
                <a:defRPr/>
              </a:pPr>
              <a:t>40</a:t>
            </a:fld>
            <a:endParaRPr lang="en-GB" altLang="en-US"/>
          </a:p>
        </p:txBody>
      </p:sp>
    </p:spTree>
    <p:extLst>
      <p:ext uri="{BB962C8B-B14F-4D97-AF65-F5344CB8AC3E}">
        <p14:creationId xmlns:p14="http://schemas.microsoft.com/office/powerpoint/2010/main" val="35293935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r>
              <a:rPr lang="ar"/>
              <a:t> </a:t>
            </a:r>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41</a:t>
            </a:fld>
            <a:endParaRPr lang="en-GB" altLang="en-US"/>
          </a:p>
        </p:txBody>
      </p:sp>
    </p:spTree>
    <p:extLst>
      <p:ext uri="{BB962C8B-B14F-4D97-AF65-F5344CB8AC3E}">
        <p14:creationId xmlns:p14="http://schemas.microsoft.com/office/powerpoint/2010/main" val="462155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42</a:t>
            </a:fld>
            <a:endParaRPr lang="en-GB" altLang="en-US"/>
          </a:p>
        </p:txBody>
      </p:sp>
    </p:spTree>
    <p:extLst>
      <p:ext uri="{BB962C8B-B14F-4D97-AF65-F5344CB8AC3E}">
        <p14:creationId xmlns:p14="http://schemas.microsoft.com/office/powerpoint/2010/main" val="10079884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43</a:t>
            </a:fld>
            <a:endParaRPr lang="en-GB" altLang="en-US"/>
          </a:p>
        </p:txBody>
      </p:sp>
    </p:spTree>
    <p:extLst>
      <p:ext uri="{BB962C8B-B14F-4D97-AF65-F5344CB8AC3E}">
        <p14:creationId xmlns:p14="http://schemas.microsoft.com/office/powerpoint/2010/main" val="20445675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44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e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e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e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e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e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e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e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2" name="Group 1">
            <a:extLst>
              <a:ext uri="{FF2B5EF4-FFF2-40B4-BE49-F238E27FC236}">
                <a16:creationId xmlns:a16="http://schemas.microsoft.com/office/drawing/2014/main" id="{FF24F445-1240-B472-56C1-9192C4EDD462}"/>
              </a:ext>
            </a:extLst>
          </p:cNvPr>
          <p:cNvGrpSpPr/>
          <p:nvPr userDrawn="1"/>
        </p:nvGrpSpPr>
        <p:grpSpPr>
          <a:xfrm>
            <a:off x="189038" y="111125"/>
            <a:ext cx="8847458" cy="869603"/>
            <a:chOff x="189038" y="111125"/>
            <a:chExt cx="8847458" cy="869603"/>
          </a:xfrm>
        </p:grpSpPr>
        <p:sp>
          <p:nvSpPr>
            <p:cNvPr id="3" name="Rectangle 2">
              <a:extLst>
                <a:ext uri="{FF2B5EF4-FFF2-40B4-BE49-F238E27FC236}">
                  <a16:creationId xmlns:a16="http://schemas.microsoft.com/office/drawing/2014/main" id="{80E02A4D-FDFE-9972-A437-1A4F4D3A0463}"/>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en-US" sz="2500" b="1" noProof="0" dirty="0">
                  <a:latin typeface="Sakkal Majalla" panose="02000000000000000000" pitchFamily="2" charset="-78"/>
                  <a:cs typeface="Sakkal Majalla" panose="02000000000000000000" pitchFamily="2" charset="-78"/>
                </a:rPr>
                <a:t>3</a:t>
              </a:r>
            </a:p>
            <a:p>
              <a:pPr algn="l">
                <a:lnSpc>
                  <a:spcPct val="110000"/>
                </a:lnSpc>
              </a:pPr>
              <a:r>
                <a:rPr lang="ar-EG" sz="2500" b="1" dirty="0">
                  <a:latin typeface="Sakkal Majalla" panose="02000000000000000000" pitchFamily="2" charset="-78"/>
                  <a:cs typeface="Sakkal Majalla" panose="02000000000000000000" pitchFamily="2" charset="-78"/>
                </a:rPr>
                <a:t>الأعمال</a:t>
              </a:r>
              <a:endParaRPr lang="ar" sz="2500" b="1" dirty="0">
                <a:latin typeface="Sakkal Majalla" panose="02000000000000000000" pitchFamily="2" charset="-78"/>
                <a:cs typeface="Sakkal Majalla" panose="02000000000000000000" pitchFamily="2" charset="-78"/>
              </a:endParaRPr>
            </a:p>
          </p:txBody>
        </p:sp>
        <p:sp>
          <p:nvSpPr>
            <p:cNvPr id="4" name="Rectangle 3">
              <a:extLst>
                <a:ext uri="{FF2B5EF4-FFF2-40B4-BE49-F238E27FC236}">
                  <a16:creationId xmlns:a16="http://schemas.microsoft.com/office/drawing/2014/main" id="{644DE2D5-FB9A-0EB2-98DA-5A5F729B733C}"/>
                </a:ext>
              </a:extLst>
            </p:cNvPr>
            <p:cNvSpPr/>
            <p:nvPr userDrawn="1"/>
          </p:nvSpPr>
          <p:spPr>
            <a:xfrm>
              <a:off x="5796136" y="111125"/>
              <a:ext cx="3240360" cy="850819"/>
            </a:xfrm>
            <a:prstGeom prst="rect">
              <a:avLst/>
            </a:prstGeom>
            <a:solidFill>
              <a:srgbClr val="33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2.jpe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3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38.xml"/><Relationship Id="rId4" Type="http://schemas.openxmlformats.org/officeDocument/2006/relationships/image" Target="../media/image31.jpeg"/></Relationships>
</file>

<file path=ppt/slides/_rels/slide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audio" Target="../media/audio1.bin"/><Relationship Id="rId7" Type="http://schemas.openxmlformats.org/officeDocument/2006/relationships/diagramColors" Target="../diagrams/colors4.xml"/><Relationship Id="rId2" Type="http://schemas.openxmlformats.org/officeDocument/2006/relationships/notesSlide" Target="../notesSlides/notesSlide9.xml"/><Relationship Id="rId1" Type="http://schemas.openxmlformats.org/officeDocument/2006/relationships/slideLayout" Target="../slideLayouts/slideLayout3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38.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38.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38.xml"/><Relationship Id="rId4" Type="http://schemas.openxmlformats.org/officeDocument/2006/relationships/image" Target="../media/image32.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38.xml"/><Relationship Id="rId4" Type="http://schemas.openxmlformats.org/officeDocument/2006/relationships/image" Target="../media/image33.jp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audio" Target="../media/audio1.bin"/><Relationship Id="rId7" Type="http://schemas.openxmlformats.org/officeDocument/2006/relationships/diagramColors" Target="../diagrams/colors5.xml"/><Relationship Id="rId2" Type="http://schemas.openxmlformats.org/officeDocument/2006/relationships/notesSlide" Target="../notesSlides/notesSlide19.xml"/><Relationship Id="rId1" Type="http://schemas.openxmlformats.org/officeDocument/2006/relationships/slideLayout" Target="../slideLayouts/slideLayout33.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29.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audio" Target="../media/audio1.bin"/><Relationship Id="rId7" Type="http://schemas.openxmlformats.org/officeDocument/2006/relationships/diagramColors" Target="../diagrams/colors6.xml"/><Relationship Id="rId2" Type="http://schemas.openxmlformats.org/officeDocument/2006/relationships/notesSlide" Target="../notesSlides/notesSlide21.xml"/><Relationship Id="rId1" Type="http://schemas.openxmlformats.org/officeDocument/2006/relationships/slideLayout" Target="../slideLayouts/slideLayout38.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30.xml"/><Relationship Id="rId4" Type="http://schemas.openxmlformats.org/officeDocument/2006/relationships/image" Target="../media/image40.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31.xml"/><Relationship Id="rId4" Type="http://schemas.openxmlformats.org/officeDocument/2006/relationships/image" Target="../media/image41.jpeg"/></Relationships>
</file>

<file path=ppt/slides/_rels/slide2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audio" Target="../media/audio1.bin"/><Relationship Id="rId7" Type="http://schemas.openxmlformats.org/officeDocument/2006/relationships/diagramColors" Target="../diagrams/colors7.xml"/><Relationship Id="rId2" Type="http://schemas.openxmlformats.org/officeDocument/2006/relationships/notesSlide" Target="../notesSlides/notesSlide28.xml"/><Relationship Id="rId1" Type="http://schemas.openxmlformats.org/officeDocument/2006/relationships/slideLayout" Target="../slideLayouts/slideLayout3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audio" Target="../media/audio1.bin"/><Relationship Id="rId7" Type="http://schemas.openxmlformats.org/officeDocument/2006/relationships/diagramColors" Target="../diagrams/colors8.xml"/><Relationship Id="rId2" Type="http://schemas.openxmlformats.org/officeDocument/2006/relationships/notesSlide" Target="../notesSlides/notesSlide29.xml"/><Relationship Id="rId1" Type="http://schemas.openxmlformats.org/officeDocument/2006/relationships/slideLayout" Target="../slideLayouts/slideLayout3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31.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audio" Target="../media/audio1.bin"/><Relationship Id="rId7" Type="http://schemas.openxmlformats.org/officeDocument/2006/relationships/diagramColors" Target="../diagrams/colors9.xml"/><Relationship Id="rId2" Type="http://schemas.openxmlformats.org/officeDocument/2006/relationships/notesSlide" Target="../notesSlides/notesSlide33.xml"/><Relationship Id="rId1" Type="http://schemas.openxmlformats.org/officeDocument/2006/relationships/slideLayout" Target="../slideLayouts/slideLayout33.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29.xml"/><Relationship Id="rId4" Type="http://schemas.openxmlformats.org/officeDocument/2006/relationships/image" Target="../media/image45.jpeg"/></Relationships>
</file>

<file path=ppt/slides/_rels/slide38.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audio" Target="../media/audio1.bin"/><Relationship Id="rId7" Type="http://schemas.openxmlformats.org/officeDocument/2006/relationships/diagramColors" Target="../diagrams/colors10.xml"/><Relationship Id="rId2" Type="http://schemas.openxmlformats.org/officeDocument/2006/relationships/notesSlide" Target="../notesSlides/notesSlide38.xml"/><Relationship Id="rId1" Type="http://schemas.openxmlformats.org/officeDocument/2006/relationships/slideLayout" Target="../slideLayouts/slideLayout3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0.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audio" Target="../media/audio1.bin"/><Relationship Id="rId7" Type="http://schemas.openxmlformats.org/officeDocument/2006/relationships/diagramColors" Target="../diagrams/colors11.xml"/><Relationship Id="rId2" Type="http://schemas.openxmlformats.org/officeDocument/2006/relationships/notesSlide" Target="../notesSlides/notesSlide42.xml"/><Relationship Id="rId1" Type="http://schemas.openxmlformats.org/officeDocument/2006/relationships/slideLayout" Target="../slideLayouts/slideLayout38.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43.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audio" Target="../media/audio1.bin"/><Relationship Id="rId7" Type="http://schemas.openxmlformats.org/officeDocument/2006/relationships/diagramColors" Target="../diagrams/colors12.xml"/><Relationship Id="rId2" Type="http://schemas.openxmlformats.org/officeDocument/2006/relationships/notesSlide" Target="../notesSlides/notesSlide43.xml"/><Relationship Id="rId1" Type="http://schemas.openxmlformats.org/officeDocument/2006/relationships/slideLayout" Target="../slideLayouts/slideLayout33.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4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4.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1340768"/>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8:</a:t>
            </a:r>
            <a:br>
              <a:rPr lang="en-GB" altLang="en-US" sz="4600" dirty="0"/>
            </a:br>
            <a:r>
              <a:rPr lang="ar" sz="4600" dirty="0"/>
              <a:t>الموارد البشرية</a:t>
            </a:r>
            <a:br>
              <a:rPr lang="en-GB" altLang="en-US" sz="4600" dirty="0"/>
            </a:br>
            <a:br>
              <a:rPr lang="en-US" altLang="en-US" sz="4600" dirty="0"/>
            </a:br>
            <a:endParaRPr lang="en-GB" altLang="en-US" sz="4600" dirty="0"/>
          </a:p>
        </p:txBody>
      </p:sp>
      <p:sp>
        <p:nvSpPr>
          <p:cNvPr id="2" name="Footer Placeholder 2">
            <a:extLst>
              <a:ext uri="{FF2B5EF4-FFF2-40B4-BE49-F238E27FC236}">
                <a16:creationId xmlns:a16="http://schemas.microsoft.com/office/drawing/2014/main" id="{6371E739-CA41-222B-1A9E-7030515F8058}"/>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600" dirty="0"/>
              <a:t>© حقوق التأليف والنشر لعام 2024 محفوظة لشركة بيرسون إديوكيشن ليمتد يُسمح بالنسخ للمؤسسة المشترية فقط. </a:t>
            </a:r>
          </a:p>
        </p:txBody>
      </p:sp>
      <p:pic>
        <p:nvPicPr>
          <p:cNvPr id="5" name="Picture 4" descr="A group of people looking at a computer screen&#10;&#10;Description automatically generated">
            <a:extLst>
              <a:ext uri="{FF2B5EF4-FFF2-40B4-BE49-F238E27FC236}">
                <a16:creationId xmlns:a16="http://schemas.microsoft.com/office/drawing/2014/main" id="{5C3C1EA6-D6F7-ECBA-16AE-D9A8B8069F1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02756" y="2924944"/>
            <a:ext cx="3138487" cy="3138487"/>
          </a:xfrm>
          <a:prstGeom prst="rect">
            <a:avLst/>
          </a:prstGeom>
        </p:spPr>
      </p:pic>
      <p:sp>
        <p:nvSpPr>
          <p:cNvPr id="4" name="Footer Placeholder 2">
            <a:extLst>
              <a:ext uri="{FF2B5EF4-FFF2-40B4-BE49-F238E27FC236}">
                <a16:creationId xmlns:a16="http://schemas.microsoft.com/office/drawing/2014/main" id="{8B4BE19D-71CE-0714-ADBF-5EBE364033E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200" dirty="0"/>
              <a:t>الموارد البشرية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03578" y="2060848"/>
            <a:ext cx="8424935" cy="3168352"/>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200" dirty="0"/>
              <a:t>في هذه الوحدة، ستتعلم مدى فعالية إدارة الموارد البشرية، بما في ذلك التوظيف والاختيار، وأنها أمر ضروري لنجاح أي عمل تجاري.</a:t>
            </a:r>
          </a:p>
          <a:p>
            <a:pPr marL="0" indent="0" rtl="1">
              <a:buNone/>
            </a:pPr>
            <a:endParaRPr lang="en-GB" altLang="en-US" sz="2000" dirty="0"/>
          </a:p>
          <a:p>
            <a:pPr rtl="1"/>
            <a:r>
              <a:rPr lang="ar" sz="2200" dirty="0"/>
              <a:t>ستكتشف العمليات المشاركة في تخطيط الموارد البشرية وعلاقتها بنجاح الأعمال. </a:t>
            </a:r>
          </a:p>
          <a:p>
            <a:pPr rtl="1"/>
            <a:r>
              <a:rPr lang="ar" sz="2200" dirty="0"/>
              <a:t>ستدرسون الطرق التي تتبعها مؤسسات الأعمال للتأكد من أن موظفيها يعملون بأفضل ما في وسعهم </a:t>
            </a:r>
            <a:br>
              <a:rPr lang="en-US" sz="2200" dirty="0"/>
            </a:br>
            <a:r>
              <a:rPr lang="ar" sz="2200" dirty="0"/>
              <a:t>من خلال تحفيزهم أو إدارة أدائهم بطرق أخرى.</a:t>
            </a:r>
          </a:p>
          <a:p>
            <a:pPr rtl="1"/>
            <a:r>
              <a:rPr lang="ar" sz="2200" dirty="0"/>
              <a:t>ستحقق في العمليات التي تشارك في توظيف واختيار الموظفين من خلال دراسة مؤسسة تضم أكثر من 250 موظفًا، وتقييم كيفية مساهمة هذه العمليات في نجاح هذه المؤسسة </a:t>
            </a:r>
          </a:p>
        </p:txBody>
      </p:sp>
      <p:sp>
        <p:nvSpPr>
          <p:cNvPr id="2" name="Footer Placeholder 2">
            <a:extLst>
              <a:ext uri="{FF2B5EF4-FFF2-40B4-BE49-F238E27FC236}">
                <a16:creationId xmlns:a16="http://schemas.microsoft.com/office/drawing/2014/main" id="{D1A3A53C-1599-DADB-62CF-E446585B497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15C3-2163-B9EE-9B6E-E9AB2B04711B}"/>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FBE43A64-630B-33D8-60B0-723B68362A55}"/>
              </a:ext>
            </a:extLst>
          </p:cNvPr>
          <p:cNvSpPr>
            <a:spLocks noGrp="1" noChangeArrowheads="1"/>
          </p:cNvSpPr>
          <p:nvPr>
            <p:ph type="title"/>
          </p:nvPr>
        </p:nvSpPr>
        <p:spPr bwMode="auto">
          <a:xfrm>
            <a:off x="457200" y="1195200"/>
            <a:ext cx="8229600" cy="64962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sz="2200" b="1" dirty="0"/>
              <a:t>كيفية إجراء تقييم هذه الوحدة؟</a:t>
            </a:r>
            <a:endParaRPr lang="en-GB" altLang="en-US" sz="2200" b="1" dirty="0">
              <a:highlight>
                <a:srgbClr val="FFFF00"/>
              </a:highlight>
            </a:endParaRPr>
          </a:p>
        </p:txBody>
      </p:sp>
      <p:graphicFrame>
        <p:nvGraphicFramePr>
          <p:cNvPr id="5" name="Content Placeholder 4">
            <a:extLst>
              <a:ext uri="{FF2B5EF4-FFF2-40B4-BE49-F238E27FC236}">
                <a16:creationId xmlns:a16="http://schemas.microsoft.com/office/drawing/2014/main" id="{9AA54A44-C5B4-7201-7A43-2CB30D2602F0}"/>
              </a:ext>
            </a:extLst>
          </p:cNvPr>
          <p:cNvGraphicFramePr>
            <a:graphicFrameLocks noGrp="1"/>
          </p:cNvGraphicFramePr>
          <p:nvPr>
            <p:ph sz="half" idx="1"/>
            <p:extLst>
              <p:ext uri="{D42A27DB-BD31-4B8C-83A1-F6EECF244321}">
                <p14:modId xmlns:p14="http://schemas.microsoft.com/office/powerpoint/2010/main" val="2588990772"/>
              </p:ext>
            </p:extLst>
          </p:nvPr>
        </p:nvGraphicFramePr>
        <p:xfrm>
          <a:off x="395536" y="1857993"/>
          <a:ext cx="8136904" cy="43073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89F701B8-88AD-39C9-001D-AA39572AA90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462100039"/>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sz="4600" dirty="0"/>
              <a:t>نتاجات التعلُّم أ - ج</a:t>
            </a:r>
            <a:endParaRPr lang="en-GB" altLang="en-US" sz="4600" dirty="0"/>
          </a:p>
        </p:txBody>
      </p:sp>
      <p:graphicFrame>
        <p:nvGraphicFramePr>
          <p:cNvPr id="32773" name="Content Placeholder 3">
            <a:extLst>
              <a:ext uri="{FF2B5EF4-FFF2-40B4-BE49-F238E27FC236}">
                <a16:creationId xmlns:a16="http://schemas.microsoft.com/office/drawing/2014/main" id="{B617BCA7-F402-EA08-9C0C-630C9DA79D07}"/>
              </a:ext>
            </a:extLst>
          </p:cNvPr>
          <p:cNvGraphicFramePr>
            <a:graphicFrameLocks noGrp="1"/>
          </p:cNvGraphicFramePr>
          <p:nvPr>
            <p:ph idx="1"/>
            <p:extLst>
              <p:ext uri="{D42A27DB-BD31-4B8C-83A1-F6EECF244321}">
                <p14:modId xmlns:p14="http://schemas.microsoft.com/office/powerpoint/2010/main" val="2712767906"/>
              </p:ext>
            </p:extLst>
          </p:nvPr>
        </p:nvGraphicFramePr>
        <p:xfrm>
          <a:off x="468311"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4E3BE810-D33B-BF5B-FA2C-0D1B78F198A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C1D2-B9A2-8130-3D5C-3663289743C3}"/>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F8F3665B-F043-8C0A-2827-3C6809A2D17A}"/>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249AF87B-6108-601B-A544-435D7D592E2D}"/>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lgn="ctr" rtl="1"/>
            <a:r>
              <a:rPr lang="ar" sz="3800" dirty="0">
                <a:latin typeface="Sakkal Majalla" panose="02000000000000000000" pitchFamily="2" charset="-78"/>
                <a:cs typeface="Sakkal Majalla" panose="02000000000000000000" pitchFamily="2" charset="-78"/>
              </a:rPr>
              <a:t>استكشاف العوامل التي يمكن أن تؤثر في تخطيط الموارد البشرية في الأعمال</a:t>
            </a:r>
          </a:p>
        </p:txBody>
      </p:sp>
      <p:sp>
        <p:nvSpPr>
          <p:cNvPr id="2" name="Footer Placeholder 2">
            <a:extLst>
              <a:ext uri="{FF2B5EF4-FFF2-40B4-BE49-F238E27FC236}">
                <a16:creationId xmlns:a16="http://schemas.microsoft.com/office/drawing/2014/main" id="{E40173EA-892F-A92D-7240-578BD53D6B8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899057632"/>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dirty="0">
              <a:solidFill>
                <a:schemeClr val="tx2"/>
              </a:solidFill>
              <a:latin typeface="Sakkal Majalla" panose="02000000000000000000" pitchFamily="2" charset="-78"/>
              <a:cs typeface="Sakkal Majalla" panose="02000000000000000000" pitchFamily="2" charset="-78"/>
            </a:endParaRPr>
          </a:p>
        </p:txBody>
      </p:sp>
      <p:sp>
        <p:nvSpPr>
          <p:cNvPr id="11" name="Text Placeholder 2">
            <a:extLst>
              <a:ext uri="{FF2B5EF4-FFF2-40B4-BE49-F238E27FC236}">
                <a16:creationId xmlns:a16="http://schemas.microsoft.com/office/drawing/2014/main" id="{11174F65-4DDD-B67D-6F81-2CDC2253F244}"/>
              </a:ext>
            </a:extLst>
          </p:cNvPr>
          <p:cNvSpPr>
            <a:spLocks noGrp="1"/>
          </p:cNvSpPr>
          <p:nvPr>
            <p:ph type="body" sz="half" idx="2"/>
          </p:nvPr>
        </p:nvSpPr>
        <p:spPr>
          <a:xfrm>
            <a:off x="5678488" y="1452298"/>
            <a:ext cx="3008313" cy="4528298"/>
          </a:xfrm>
          <a:solidFill>
            <a:schemeClr val="accent5"/>
          </a:solidFill>
        </p:spPr>
        <p:txBody>
          <a:bodyPr rtlCol="1"/>
          <a:lstStyle/>
          <a:p>
            <a:pPr rtl="1"/>
            <a:r>
              <a:rPr lang="ar" sz="1800" dirty="0">
                <a:solidFill>
                  <a:schemeClr val="tx2"/>
                </a:solidFill>
              </a:rPr>
              <a:t>نتاج التعلم أ:</a:t>
            </a:r>
          </a:p>
          <a:p>
            <a:pPr marL="285750" indent="-285750" rtl="1">
              <a:buFont typeface="Arial" panose="020B0604020202020204" pitchFamily="34" charset="0"/>
              <a:buChar char="•"/>
            </a:pPr>
            <a:r>
              <a:rPr lang="ar" sz="1800" dirty="0">
                <a:solidFill>
                  <a:schemeClr val="tx2"/>
                </a:solidFill>
              </a:rPr>
              <a:t>يعتمد على مفهوم العملاء باعتبارهم أصحاب مصلحة مشمولين في الوحدة 1</a:t>
            </a:r>
          </a:p>
          <a:p>
            <a:pPr marL="285750" indent="-285750" rtl="1">
              <a:buFont typeface="Arial" panose="020B0604020202020204" pitchFamily="34" charset="0"/>
              <a:buChar char="•"/>
            </a:pPr>
            <a:r>
              <a:rPr lang="ar" sz="1800" dirty="0">
                <a:solidFill>
                  <a:schemeClr val="tx2"/>
                </a:solidFill>
              </a:rPr>
              <a:t>يلقي نظرة على الأساليب المختلفة لخدمة العملاء عبر القطاعات</a:t>
            </a:r>
          </a:p>
          <a:p>
            <a:pPr marL="285750" indent="-285750" rtl="1">
              <a:buFont typeface="Arial" panose="020B0604020202020204" pitchFamily="34" charset="0"/>
              <a:buChar char="•"/>
            </a:pPr>
            <a:r>
              <a:rPr lang="ar" sz="1800" dirty="0">
                <a:solidFill>
                  <a:schemeClr val="tx2"/>
                </a:solidFill>
              </a:rPr>
              <a:t>يستكشف أنواعًا مختلفة من العملاء وتوقعاتهم ورضاهم</a:t>
            </a:r>
          </a:p>
          <a:p>
            <a:pPr marL="285750" indent="-285750" rtl="1">
              <a:buFont typeface="Arial" panose="020B0604020202020204" pitchFamily="34" charset="0"/>
              <a:buChar char="•"/>
            </a:pPr>
            <a:r>
              <a:rPr lang="ar" sz="1800" dirty="0">
                <a:solidFill>
                  <a:schemeClr val="tx2"/>
                </a:solidFill>
              </a:rPr>
              <a:t>يدرس الفوائد التي تعود على المؤسسات من بناء علاقات جيدة</a:t>
            </a:r>
          </a:p>
          <a:p>
            <a:pPr marL="285750" indent="-285750" rtl="1">
              <a:buFont typeface="Arial" panose="020B0604020202020204" pitchFamily="34" charset="0"/>
              <a:buChar char="•"/>
            </a:pPr>
            <a:r>
              <a:rPr lang="ar" sz="1800" dirty="0">
                <a:solidFill>
                  <a:schemeClr val="tx2"/>
                </a:solidFill>
              </a:rPr>
              <a:t>يفحص التشريعات واللوائح التي تؤثر في خدمة العملاء.</a:t>
            </a:r>
          </a:p>
          <a:p>
            <a:pPr marL="285750" indent="-285750" rtl="1">
              <a:buFont typeface="Arial" panose="020B0604020202020204" pitchFamily="34" charset="0"/>
              <a:buChar char="•"/>
            </a:pPr>
            <a:endParaRPr lang="en-US" sz="1800" dirty="0"/>
          </a:p>
        </p:txBody>
      </p:sp>
      <p:graphicFrame>
        <p:nvGraphicFramePr>
          <p:cNvPr id="5" name="Content Placeholder 3">
            <a:extLst>
              <a:ext uri="{FF2B5EF4-FFF2-40B4-BE49-F238E27FC236}">
                <a16:creationId xmlns:a16="http://schemas.microsoft.com/office/drawing/2014/main" id="{4972FC8C-DE48-E72E-644B-B7FEA8508A23}"/>
              </a:ext>
            </a:extLst>
          </p:cNvPr>
          <p:cNvGraphicFramePr>
            <a:graphicFrameLocks/>
          </p:cNvGraphicFramePr>
          <p:nvPr>
            <p:extLst>
              <p:ext uri="{D42A27DB-BD31-4B8C-83A1-F6EECF244321}">
                <p14:modId xmlns:p14="http://schemas.microsoft.com/office/powerpoint/2010/main" val="1686238640"/>
              </p:ext>
            </p:extLst>
          </p:nvPr>
        </p:nvGraphicFramePr>
        <p:xfrm>
          <a:off x="622722" y="1730573"/>
          <a:ext cx="4381326" cy="42500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5374A279-A467-4585-ACC5-46B22450C50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7A52-B932-BE8A-ACB5-3794161B0E9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87D5EAD7-2487-20E7-2472-A73DB195BF7A}"/>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أ1 الموارد البشرية (1)</a:t>
            </a:r>
          </a:p>
        </p:txBody>
      </p:sp>
      <p:sp>
        <p:nvSpPr>
          <p:cNvPr id="30723" name="Content Placeholder 3">
            <a:extLst>
              <a:ext uri="{FF2B5EF4-FFF2-40B4-BE49-F238E27FC236}">
                <a16:creationId xmlns:a16="http://schemas.microsoft.com/office/drawing/2014/main" id="{3EF98FC4-BF68-C414-D35B-A92D1BEE4DE8}"/>
              </a:ext>
            </a:extLst>
          </p:cNvPr>
          <p:cNvSpPr>
            <a:spLocks noGrp="1" noChangeArrowheads="1"/>
          </p:cNvSpPr>
          <p:nvPr>
            <p:ph sz="half" idx="2"/>
          </p:nvPr>
        </p:nvSpPr>
        <p:spPr bwMode="auto">
          <a:xfrm>
            <a:off x="4731525" y="1696296"/>
            <a:ext cx="4087905" cy="2452784"/>
          </a:xfrm>
          <a:solidFill>
            <a:schemeClr val="accent5"/>
          </a:solidFill>
        </p:spPr>
        <p:txBody>
          <a:bodyPr vert="horz" wrap="square" lIns="91440" tIns="45720" rIns="91440" bIns="45720" numCol="1" rtlCol="1" anchor="t" anchorCtr="0" compatLnSpc="1">
            <a:prstTxWarp prst="textNoShape">
              <a:avLst/>
            </a:prstTxWarp>
          </a:bodyPr>
          <a:lstStyle/>
          <a:p>
            <a:pPr marL="0" indent="0" rtl="1" fontAlgn="ctr">
              <a:buNone/>
            </a:pPr>
            <a:r>
              <a:rPr lang="ar" sz="1800" b="1" i="0" u="none" strike="noStrike" dirty="0">
                <a:solidFill>
                  <a:schemeClr val="accent4"/>
                </a:solidFill>
                <a:effectLst/>
              </a:rPr>
              <a:t>الموارد البشرية بوصفها أحد عوامل الإنتاج الأربعة</a:t>
            </a:r>
          </a:p>
          <a:p>
            <a:pPr rtl="1" fontAlgn="ctr"/>
            <a:r>
              <a:rPr lang="ar" sz="1800" dirty="0">
                <a:solidFill>
                  <a:schemeClr val="accent4"/>
                </a:solidFill>
              </a:rPr>
              <a:t>تمثل الأرض والعمل ورأس المال وريادة الأعمال </a:t>
            </a:r>
            <a:r>
              <a:rPr lang="ar" sz="1800" b="0" i="0" u="none" strike="noStrike" dirty="0">
                <a:solidFill>
                  <a:schemeClr val="accent4"/>
                </a:solidFill>
                <a:effectLst/>
              </a:rPr>
              <a:t>الموارد</a:t>
            </a:r>
            <a:r>
              <a:rPr lang="ar" sz="1800" dirty="0">
                <a:solidFill>
                  <a:schemeClr val="accent4"/>
                </a:solidFill>
              </a:rPr>
              <a:t> التي يستخدمها</a:t>
            </a:r>
            <a:r>
              <a:rPr lang="ar" sz="1800" b="0" i="0" u="none" strike="noStrike" dirty="0">
                <a:solidFill>
                  <a:schemeClr val="accent4"/>
                </a:solidFill>
                <a:effectLst/>
              </a:rPr>
              <a:t> الأشخاص لإنتاج السلع والخدمات.</a:t>
            </a:r>
          </a:p>
          <a:p>
            <a:pPr rtl="1"/>
            <a:r>
              <a:rPr lang="ar" sz="1800" dirty="0">
                <a:solidFill>
                  <a:schemeClr val="accent4"/>
                </a:solidFill>
              </a:rPr>
              <a:t>يشير مصطلح "العمل" إلى الأشخاص الذين يعملون في الشركة ويتلقون أجرًا مقابل إنتاج السلع والخدمات.</a:t>
            </a:r>
            <a:endParaRPr lang="en-GB" sz="1800" dirty="0">
              <a:effectLst/>
            </a:endParaRPr>
          </a:p>
          <a:p>
            <a:pPr marL="0" indent="0" rtl="1" fontAlgn="ctr">
              <a:buNone/>
            </a:pPr>
            <a:endParaRPr lang="en-GB" sz="1800" dirty="0"/>
          </a:p>
          <a:p>
            <a:pPr marL="0" indent="0" rtl="1" fontAlgn="ctr">
              <a:buNone/>
            </a:pPr>
            <a:endParaRPr lang="en-GB" sz="1800" dirty="0"/>
          </a:p>
          <a:p>
            <a:pPr marL="457200" lvl="1" indent="0" rtl="1">
              <a:lnSpc>
                <a:spcPct val="90000"/>
              </a:lnSpc>
              <a:buNone/>
            </a:pPr>
            <a:endParaRPr lang="en-GB" sz="1800" b="0" i="0" u="none" strike="noStrike" dirty="0">
              <a:solidFill>
                <a:srgbClr val="000000"/>
              </a:solidFill>
              <a:effectLst/>
              <a:latin typeface="Sakkal Majalla" panose="02000000000000000000" pitchFamily="2" charset="-78"/>
            </a:endParaRPr>
          </a:p>
          <a:p>
            <a:pPr marL="0" indent="0" rtl="1">
              <a:buNone/>
            </a:pPr>
            <a:endParaRPr lang="en-GB" altLang="en-US" sz="1800" dirty="0">
              <a:solidFill>
                <a:srgbClr val="FF0000"/>
              </a:solidFill>
            </a:endParaRPr>
          </a:p>
        </p:txBody>
      </p:sp>
      <p:grpSp>
        <p:nvGrpSpPr>
          <p:cNvPr id="3" name="Group 2">
            <a:extLst>
              <a:ext uri="{FF2B5EF4-FFF2-40B4-BE49-F238E27FC236}">
                <a16:creationId xmlns:a16="http://schemas.microsoft.com/office/drawing/2014/main" id="{267BADAB-5A1E-EEB7-F71B-36F96554D13B}"/>
              </a:ext>
            </a:extLst>
          </p:cNvPr>
          <p:cNvGrpSpPr/>
          <p:nvPr/>
        </p:nvGrpSpPr>
        <p:grpSpPr>
          <a:xfrm>
            <a:off x="4572000" y="4391609"/>
            <a:ext cx="4224141" cy="1540190"/>
            <a:chOff x="-63525" y="340554"/>
            <a:chExt cx="2628329" cy="1643233"/>
          </a:xfrm>
        </p:grpSpPr>
        <p:sp>
          <p:nvSpPr>
            <p:cNvPr id="4" name="Rectangle 3">
              <a:extLst>
                <a:ext uri="{FF2B5EF4-FFF2-40B4-BE49-F238E27FC236}">
                  <a16:creationId xmlns:a16="http://schemas.microsoft.com/office/drawing/2014/main" id="{6DB63FA5-7135-3971-4BEC-1944C94776C6}"/>
                </a:ext>
              </a:extLst>
            </p:cNvPr>
            <p:cNvSpPr/>
            <p:nvPr/>
          </p:nvSpPr>
          <p:spPr>
            <a:xfrm>
              <a:off x="0" y="353532"/>
              <a:ext cx="2564804" cy="163025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5" name="TextBox 4">
              <a:extLst>
                <a:ext uri="{FF2B5EF4-FFF2-40B4-BE49-F238E27FC236}">
                  <a16:creationId xmlns:a16="http://schemas.microsoft.com/office/drawing/2014/main" id="{40EF368F-C5AE-6DFB-808C-209BBF6E383D}"/>
                </a:ext>
              </a:extLst>
            </p:cNvPr>
            <p:cNvSpPr txBox="1"/>
            <p:nvPr/>
          </p:nvSpPr>
          <p:spPr>
            <a:xfrm>
              <a:off x="-63525" y="340554"/>
              <a:ext cx="2564804" cy="16302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لماذا تحتاج المؤسسة إلى موظفي موارد بشرية مدربين؟</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المؤسسات التي من المحتمل أن يكون لديها أقسام موارد بشرية مخصصة؟</a:t>
              </a:r>
            </a:p>
          </p:txBody>
        </p:sp>
      </p:grpSp>
      <p:grpSp>
        <p:nvGrpSpPr>
          <p:cNvPr id="7" name="Group 6">
            <a:extLst>
              <a:ext uri="{FF2B5EF4-FFF2-40B4-BE49-F238E27FC236}">
                <a16:creationId xmlns:a16="http://schemas.microsoft.com/office/drawing/2014/main" id="{F5B646A3-0F5F-2DF2-D7C0-E8BA9DF43CDD}"/>
              </a:ext>
            </a:extLst>
          </p:cNvPr>
          <p:cNvGrpSpPr/>
          <p:nvPr/>
        </p:nvGrpSpPr>
        <p:grpSpPr>
          <a:xfrm>
            <a:off x="444922" y="4797152"/>
            <a:ext cx="4080363" cy="1343325"/>
            <a:chOff x="0" y="215426"/>
            <a:chExt cx="2564804" cy="1138677"/>
          </a:xfrm>
        </p:grpSpPr>
        <p:sp>
          <p:nvSpPr>
            <p:cNvPr id="8" name="Rectangle 7">
              <a:extLst>
                <a:ext uri="{FF2B5EF4-FFF2-40B4-BE49-F238E27FC236}">
                  <a16:creationId xmlns:a16="http://schemas.microsoft.com/office/drawing/2014/main" id="{AFF23140-7AF8-F034-0EB1-0BAC5677393D}"/>
                </a:ext>
              </a:extLst>
            </p:cNvPr>
            <p:cNvSpPr/>
            <p:nvPr/>
          </p:nvSpPr>
          <p:spPr>
            <a:xfrm>
              <a:off x="0" y="215427"/>
              <a:ext cx="2564804" cy="1138676"/>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400" dirty="0">
                <a:latin typeface="Sakkal Majalla" panose="02000000000000000000" pitchFamily="2" charset="-78"/>
                <a:cs typeface="Sakkal Majalla" panose="02000000000000000000" pitchFamily="2" charset="-78"/>
              </a:endParaRPr>
            </a:p>
          </p:txBody>
        </p:sp>
        <p:sp>
          <p:nvSpPr>
            <p:cNvPr id="9" name="TextBox 8">
              <a:extLst>
                <a:ext uri="{FF2B5EF4-FFF2-40B4-BE49-F238E27FC236}">
                  <a16:creationId xmlns:a16="http://schemas.microsoft.com/office/drawing/2014/main" id="{39C20025-4D35-EB32-0D20-99C612EF02CA}"/>
                </a:ext>
              </a:extLst>
            </p:cNvPr>
            <p:cNvSpPr txBox="1"/>
            <p:nvPr/>
          </p:nvSpPr>
          <p:spPr>
            <a:xfrm>
              <a:off x="0" y="215426"/>
              <a:ext cx="2489980" cy="113867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نصائح مهمة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أعد النظر في الوحدة 1 لتذكير نفسك بالموارد البشرية بوصفها مجالًا وظيفيًّا/تشغيليًّا للأعمال التجارية.</a:t>
              </a:r>
            </a:p>
          </p:txBody>
        </p:sp>
      </p:grpSp>
      <p:sp>
        <p:nvSpPr>
          <p:cNvPr id="10" name="TextBox 9">
            <a:extLst>
              <a:ext uri="{FF2B5EF4-FFF2-40B4-BE49-F238E27FC236}">
                <a16:creationId xmlns:a16="http://schemas.microsoft.com/office/drawing/2014/main" id="{2C177C20-70F8-6CA1-6C56-AAA884BD3DB1}"/>
              </a:ext>
            </a:extLst>
          </p:cNvPr>
          <p:cNvSpPr txBox="1"/>
          <p:nvPr/>
        </p:nvSpPr>
        <p:spPr>
          <a:xfrm>
            <a:off x="379747" y="1772816"/>
            <a:ext cx="4169672" cy="2862322"/>
          </a:xfrm>
          <a:prstGeom prst="rect">
            <a:avLst/>
          </a:prstGeom>
          <a:solidFill>
            <a:schemeClr val="accent6">
              <a:lumMod val="20000"/>
              <a:lumOff val="80000"/>
            </a:schemeClr>
          </a:solidFill>
        </p:spPr>
        <p:txBody>
          <a:bodyPr wrap="square" rtlCol="1">
            <a:spAutoFit/>
          </a:bodyPr>
          <a:lstStyle/>
          <a:p>
            <a:pPr rtl="1"/>
            <a:r>
              <a:rPr lang="ar" dirty="0">
                <a:latin typeface="Sakkal Majalla" panose="02000000000000000000" pitchFamily="2" charset="-78"/>
                <a:ea typeface="Open Sans" panose="020B0606030504020204" pitchFamily="34" charset="0"/>
                <a:cs typeface="Sakkal Majalla" panose="02000000000000000000" pitchFamily="2" charset="-78"/>
              </a:rPr>
              <a:t>تستخدم إدارة الموارد البشرية مجموعة من </a:t>
            </a:r>
            <a:r>
              <a:rPr lang="ar" b="1" dirty="0">
                <a:latin typeface="Sakkal Majalla" panose="02000000000000000000" pitchFamily="2" charset="-78"/>
                <a:ea typeface="Open Sans" panose="020B0606030504020204" pitchFamily="34" charset="0"/>
                <a:cs typeface="Sakkal Majalla" panose="02000000000000000000" pitchFamily="2" charset="-78"/>
              </a:rPr>
              <a:t>العمليات</a:t>
            </a:r>
            <a:r>
              <a:rPr lang="ar" dirty="0">
                <a:latin typeface="Sakkal Majalla" panose="02000000000000000000" pitchFamily="2" charset="-78"/>
                <a:ea typeface="Open Sans" panose="020B0606030504020204" pitchFamily="34" charset="0"/>
                <a:cs typeface="Sakkal Majalla" panose="02000000000000000000" pitchFamily="2" charset="-78"/>
              </a:rPr>
              <a:t> عند التخطيط للقوى العاملة. وتشمل </a:t>
            </a:r>
            <a:r>
              <a:rPr lang="ar" dirty="0">
                <a:effectLst/>
                <a:latin typeface="Sakkal Majalla" panose="02000000000000000000" pitchFamily="2" charset="-78"/>
                <a:cs typeface="Sakkal Majalla" panose="02000000000000000000" pitchFamily="2" charset="-78"/>
              </a:rPr>
              <a:t>الآتي</a:t>
            </a:r>
            <a:r>
              <a:rPr lang="ar" dirty="0">
                <a:latin typeface="Sakkal Majalla" panose="02000000000000000000" pitchFamily="2" charset="-78"/>
                <a:ea typeface="Open Sans" panose="020B0606030504020204" pitchFamily="34" charset="0"/>
                <a:cs typeface="Sakkal Majalla" panose="02000000000000000000" pitchFamily="2" charset="-78"/>
              </a:rPr>
              <a:t>:</a:t>
            </a:r>
          </a:p>
          <a:p>
            <a:pPr marL="285750" indent="-285750" rtl="1">
              <a:buFont typeface="Arial" panose="020B0604020202020204" pitchFamily="34" charset="0"/>
              <a:buChar char="•"/>
            </a:pPr>
            <a:r>
              <a:rPr lang="ar" dirty="0">
                <a:latin typeface="Sakkal Majalla" panose="02000000000000000000" pitchFamily="2" charset="-78"/>
                <a:ea typeface="Open Sans" panose="020B0606030504020204" pitchFamily="34" charset="0"/>
                <a:cs typeface="Sakkal Majalla" panose="02000000000000000000" pitchFamily="2" charset="-78"/>
              </a:rPr>
              <a:t>دراسة سوق العمل لمعرفة من يمكنه العمل في المؤسسة</a:t>
            </a:r>
          </a:p>
          <a:p>
            <a:pPr marL="285750" indent="-285750" rtl="1">
              <a:buFont typeface="Arial" panose="020B0604020202020204" pitchFamily="34" charset="0"/>
              <a:buChar char="•"/>
            </a:pPr>
            <a:r>
              <a:rPr lang="ar" dirty="0">
                <a:latin typeface="Sakkal Majalla" panose="02000000000000000000" pitchFamily="2" charset="-78"/>
                <a:ea typeface="Open Sans" panose="020B0606030504020204" pitchFamily="34" charset="0"/>
                <a:cs typeface="Sakkal Majalla" panose="02000000000000000000" pitchFamily="2" charset="-78"/>
              </a:rPr>
              <a:t>النظر في احتياجات التوظيف المحتملة في المستقبل.</a:t>
            </a:r>
          </a:p>
          <a:p>
            <a:pPr rtl="1"/>
            <a:endParaRPr lang="en-GB" dirty="0">
              <a:effectLst/>
              <a:latin typeface="Sakkal Majalla" panose="02000000000000000000" pitchFamily="2" charset="-78"/>
              <a:cs typeface="Sakkal Majalla" panose="02000000000000000000" pitchFamily="2" charset="-78"/>
            </a:endParaRPr>
          </a:p>
          <a:p>
            <a:pPr rtl="1"/>
            <a:r>
              <a:rPr lang="ar" b="1" dirty="0">
                <a:effectLst/>
                <a:latin typeface="Sakkal Majalla" panose="02000000000000000000" pitchFamily="2" charset="-78"/>
                <a:cs typeface="Sakkal Majalla" panose="02000000000000000000" pitchFamily="2" charset="-78"/>
              </a:rPr>
              <a:t>تأتي معلومات سوق العمل</a:t>
            </a:r>
            <a:r>
              <a:rPr lang="ar" dirty="0">
                <a:effectLst/>
                <a:latin typeface="Sakkal Majalla" panose="02000000000000000000" pitchFamily="2" charset="-78"/>
                <a:cs typeface="Sakkal Majalla" panose="02000000000000000000" pitchFamily="2" charset="-78"/>
              </a:rPr>
              <a:t> من مجموعة من الاستطلاعات والمصادر الرسمية.</a:t>
            </a:r>
          </a:p>
          <a:p>
            <a:pPr rtl="1"/>
            <a:r>
              <a:rPr lang="ar" dirty="0">
                <a:effectLst/>
                <a:latin typeface="Sakkal Majalla" panose="02000000000000000000" pitchFamily="2" charset="-78"/>
                <a:cs typeface="Sakkal Majalla" panose="02000000000000000000" pitchFamily="2" charset="-78"/>
              </a:rPr>
              <a:t> </a:t>
            </a:r>
          </a:p>
          <a:p>
            <a:pPr rtl="1"/>
            <a:r>
              <a:rPr lang="ar" dirty="0">
                <a:effectLst/>
                <a:latin typeface="Sakkal Majalla" panose="02000000000000000000" pitchFamily="2" charset="-78"/>
                <a:cs typeface="Sakkal Majalla" panose="02000000000000000000" pitchFamily="2" charset="-78"/>
              </a:rPr>
              <a:t>وتستخدمها الحكومة ومقدمي خدمات التعليم والمؤسسات للمساعدة على التخطيط للمستقبل</a:t>
            </a:r>
            <a:r>
              <a:rPr lang="ar" dirty="0">
                <a:latin typeface="Sakkal Majalla" panose="02000000000000000000" pitchFamily="2" charset="-78"/>
                <a:cs typeface="Sakkal Majalla" panose="02000000000000000000" pitchFamily="2" charset="-78"/>
              </a:rPr>
              <a:t>.</a:t>
            </a:r>
            <a:endParaRPr lang="en-GB" dirty="0">
              <a:effectLs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B032BF1-7747-41A4-08E6-583971DFC11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978475547"/>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B2E5F-25DA-36A7-FE8E-E5ECB452C854}"/>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478F6DB8-7204-1558-6AEC-1DD9B2CC376A}"/>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أ1 الموارد البشرية (2)</a:t>
            </a: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4A37CB4B-CCF9-AE71-1F5C-BD9D20062300}"/>
              </a:ext>
            </a:extLst>
          </p:cNvPr>
          <p:cNvSpPr>
            <a:spLocks noGrp="1" noChangeArrowheads="1"/>
          </p:cNvSpPr>
          <p:nvPr>
            <p:ph sz="half" idx="2"/>
          </p:nvPr>
        </p:nvSpPr>
        <p:spPr bwMode="auto">
          <a:xfrm>
            <a:off x="4575488" y="2179995"/>
            <a:ext cx="4095895" cy="2737839"/>
          </a:xfrm>
          <a:solidFill>
            <a:schemeClr val="accent5"/>
          </a:solidFill>
        </p:spPr>
        <p:txBody>
          <a:bodyPr vert="horz" wrap="square" lIns="91440" tIns="45720" rIns="91440" bIns="45720" numCol="1" rtlCol="1" anchor="t" anchorCtr="0" compatLnSpc="1">
            <a:prstTxWarp prst="textNoShape">
              <a:avLst/>
            </a:prstTxWarp>
          </a:bodyPr>
          <a:lstStyle/>
          <a:p>
            <a:pPr marL="0" indent="0" rtl="1" fontAlgn="ctr">
              <a:buNone/>
            </a:pPr>
            <a:r>
              <a:rPr lang="ar" sz="1800" b="0" i="0" u="none" strike="noStrike" dirty="0">
                <a:effectLst/>
              </a:rPr>
              <a:t>يُعد تخطيط الموارد البشرية عنصرًا مهمًا في خطة الأعمال. فهو يركز على الأصول الأكثر قيمة - الموظفون. </a:t>
            </a:r>
          </a:p>
          <a:p>
            <a:pPr rtl="1" fontAlgn="ctr"/>
            <a:r>
              <a:rPr lang="ar" sz="1800" b="0" i="0" u="none" strike="noStrike" dirty="0">
                <a:effectLst/>
              </a:rPr>
              <a:t>يخطط لكيفية جذب المواهب والاحتفاظ بها وتطويرها لتلبية احتياجات الأعمال الحالية والمستقبلية </a:t>
            </a:r>
          </a:p>
          <a:p>
            <a:pPr rtl="1" fontAlgn="ctr"/>
            <a:r>
              <a:rPr lang="ar" sz="1800" b="0" i="0" u="none" strike="noStrike" dirty="0">
                <a:effectLst/>
              </a:rPr>
              <a:t>يجعل إدارة الموارد البشرية تتماشى مع أهداف المؤسسة ومقاصدها</a:t>
            </a:r>
            <a:endParaRPr lang="en-GB" sz="1800" dirty="0"/>
          </a:p>
          <a:p>
            <a:pPr rtl="1" fontAlgn="ctr"/>
            <a:r>
              <a:rPr lang="ar" sz="1800" b="0" i="0" u="none" strike="noStrike" dirty="0">
                <a:effectLst/>
              </a:rPr>
              <a:t>يضمن أن المؤسسة لديها الأشخاص المناسبين ذوي المهارات المناسبة في الوقت المناسب.</a:t>
            </a:r>
            <a:endParaRPr lang="en-GB" sz="1800" dirty="0">
              <a:effectLst/>
              <a:ea typeface="Times New Roman" panose="02020603050405020304" pitchFamily="18" charset="0"/>
              <a:cs typeface="Times New Roman" panose="02020603050405020304" pitchFamily="18" charset="0"/>
            </a:endParaRPr>
          </a:p>
          <a:p>
            <a:pPr marL="0" indent="0" algn="l" rtl="1" fontAlgn="ctr">
              <a:buNone/>
            </a:pPr>
            <a:endParaRPr lang="en-GB" sz="1800" b="1" dirty="0"/>
          </a:p>
          <a:p>
            <a:pPr marL="0" indent="0" algn="l" rtl="1" fontAlgn="ctr">
              <a:buNone/>
            </a:pPr>
            <a:endParaRPr lang="en-GB" sz="1800" b="1" dirty="0"/>
          </a:p>
          <a:p>
            <a:pPr marL="0" indent="0" algn="l" rtl="1" fontAlgn="ctr">
              <a:buNone/>
            </a:pPr>
            <a:endParaRPr lang="en-GB" sz="1800" b="1" dirty="0"/>
          </a:p>
          <a:p>
            <a:pPr marL="0" indent="0" algn="l" rtl="1" fontAlgn="ctr">
              <a:buNone/>
            </a:pPr>
            <a:endParaRPr lang="en-GB" sz="1800" dirty="0"/>
          </a:p>
          <a:p>
            <a:pPr marL="457200" lvl="1" indent="0" rtl="1">
              <a:lnSpc>
                <a:spcPct val="90000"/>
              </a:lnSpc>
              <a:buNone/>
            </a:pPr>
            <a:endParaRPr lang="en-GB" sz="1800" b="0" i="0" u="none" strike="noStrike" dirty="0">
              <a:solidFill>
                <a:srgbClr val="000000"/>
              </a:solidFill>
              <a:effectLst/>
            </a:endParaRPr>
          </a:p>
          <a:p>
            <a:pPr marL="0" indent="0" rtl="1">
              <a:buNone/>
            </a:pPr>
            <a:endParaRPr lang="en-GB" altLang="en-US" sz="1800" dirty="0">
              <a:solidFill>
                <a:srgbClr val="FF0000"/>
              </a:solidFill>
            </a:endParaRPr>
          </a:p>
        </p:txBody>
      </p:sp>
      <p:sp>
        <p:nvSpPr>
          <p:cNvPr id="11" name="TextBox 10">
            <a:extLst>
              <a:ext uri="{FF2B5EF4-FFF2-40B4-BE49-F238E27FC236}">
                <a16:creationId xmlns:a16="http://schemas.microsoft.com/office/drawing/2014/main" id="{8C2168DE-645B-452C-66D0-20DC198F1A73}"/>
              </a:ext>
            </a:extLst>
          </p:cNvPr>
          <p:cNvSpPr txBox="1"/>
          <p:nvPr/>
        </p:nvSpPr>
        <p:spPr>
          <a:xfrm>
            <a:off x="4575488" y="1723822"/>
            <a:ext cx="4095895" cy="369332"/>
          </a:xfrm>
          <a:prstGeom prst="rect">
            <a:avLst/>
          </a:prstGeom>
          <a:solidFill>
            <a:schemeClr val="accent5"/>
          </a:solidFill>
        </p:spPr>
        <p:txBody>
          <a:bodyPr wrap="square" rtlCol="1">
            <a:spAutoFit/>
          </a:bodyPr>
          <a:lstStyle/>
          <a:p>
            <a:pPr indent="0" algn="ctr" rtl="1" fontAlgn="ctr">
              <a:spcBef>
                <a:spcPts val="1200"/>
              </a:spcBef>
              <a:spcAft>
                <a:spcPts val="1200"/>
              </a:spcAft>
              <a:buNone/>
            </a:pPr>
            <a:r>
              <a:rPr lang="ar" b="1" dirty="0">
                <a:solidFill>
                  <a:schemeClr val="accent4"/>
                </a:solidFill>
                <a:latin typeface="Sakkal Majalla" panose="02000000000000000000" pitchFamily="2" charset="-78"/>
                <a:cs typeface="Sakkal Majalla" panose="02000000000000000000" pitchFamily="2" charset="-78"/>
              </a:rPr>
              <a:t>الربط بين الموارد البشرية وتخطيط الأعمال</a:t>
            </a:r>
          </a:p>
        </p:txBody>
      </p:sp>
      <p:sp>
        <p:nvSpPr>
          <p:cNvPr id="4" name="TextBox 3">
            <a:extLst>
              <a:ext uri="{FF2B5EF4-FFF2-40B4-BE49-F238E27FC236}">
                <a16:creationId xmlns:a16="http://schemas.microsoft.com/office/drawing/2014/main" id="{96890E59-A92B-F480-2260-56B7B84EDFCA}"/>
              </a:ext>
            </a:extLst>
          </p:cNvPr>
          <p:cNvSpPr txBox="1"/>
          <p:nvPr/>
        </p:nvSpPr>
        <p:spPr>
          <a:xfrm>
            <a:off x="323529" y="1723822"/>
            <a:ext cx="4095895" cy="369332"/>
          </a:xfrm>
          <a:prstGeom prst="rect">
            <a:avLst/>
          </a:prstGeom>
          <a:solidFill>
            <a:schemeClr val="accent6">
              <a:lumMod val="20000"/>
              <a:lumOff val="80000"/>
            </a:schemeClr>
          </a:solidFill>
        </p:spPr>
        <p:txBody>
          <a:bodyPr wrap="square" rtlCol="1">
            <a:spAutoFit/>
          </a:bodyPr>
          <a:lstStyle/>
          <a:p>
            <a:pPr marL="0" indent="0" algn="ctr" rtl="1" fontAlgn="ctr">
              <a:buNone/>
            </a:pPr>
            <a:r>
              <a:rPr lang="ar" b="1" dirty="0">
                <a:latin typeface="Sakkal Majalla" panose="02000000000000000000" pitchFamily="2" charset="-78"/>
                <a:cs typeface="Sakkal Majalla" panose="02000000000000000000" pitchFamily="2" charset="-78"/>
              </a:rPr>
              <a:t>تأثير العولمة في تخطيط الموارد البشرية.</a:t>
            </a:r>
          </a:p>
        </p:txBody>
      </p:sp>
      <p:sp>
        <p:nvSpPr>
          <p:cNvPr id="5" name="Content Placeholder 3">
            <a:extLst>
              <a:ext uri="{FF2B5EF4-FFF2-40B4-BE49-F238E27FC236}">
                <a16:creationId xmlns:a16="http://schemas.microsoft.com/office/drawing/2014/main" id="{FE393A67-53AC-71B0-D8EE-DC738D9BDEA5}"/>
              </a:ext>
            </a:extLst>
          </p:cNvPr>
          <p:cNvSpPr txBox="1">
            <a:spLocks noChangeArrowheads="1"/>
          </p:cNvSpPr>
          <p:nvPr/>
        </p:nvSpPr>
        <p:spPr bwMode="auto">
          <a:xfrm>
            <a:off x="323529" y="4886856"/>
            <a:ext cx="4095895" cy="1369516"/>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fontAlgn="ctr">
              <a:buNone/>
            </a:pPr>
            <a:r>
              <a:rPr lang="ar" sz="1800" kern="0" dirty="0">
                <a:solidFill>
                  <a:srgbClr val="000000"/>
                </a:solidFill>
                <a:latin typeface="Sakkal Majalla" panose="02000000000000000000" pitchFamily="2" charset="-78"/>
                <a:cs typeface="Sakkal Majalla" panose="02000000000000000000" pitchFamily="2" charset="-78"/>
              </a:rPr>
              <a:t>أصبح العالم مترابطًا بشكلٍ متزايد. يحتاج متخصصو الموارد البشرية إلى النظر في تأثير التوسع في العمليات التنظيمية عبر الحدود وتوظيف المواهب من مناطق وثقافات متنوعة. </a:t>
            </a:r>
            <a:endParaRPr lang="en-GB" sz="18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grpSp>
        <p:nvGrpSpPr>
          <p:cNvPr id="8" name="Group 7">
            <a:extLst>
              <a:ext uri="{FF2B5EF4-FFF2-40B4-BE49-F238E27FC236}">
                <a16:creationId xmlns:a16="http://schemas.microsoft.com/office/drawing/2014/main" id="{3F2FE800-C5E4-F578-EC66-E9E18275F557}"/>
              </a:ext>
            </a:extLst>
          </p:cNvPr>
          <p:cNvGrpSpPr/>
          <p:nvPr/>
        </p:nvGrpSpPr>
        <p:grpSpPr>
          <a:xfrm>
            <a:off x="4575487" y="5157352"/>
            <a:ext cx="4028962" cy="1136174"/>
            <a:chOff x="0" y="340554"/>
            <a:chExt cx="2569897" cy="1643233"/>
          </a:xfrm>
        </p:grpSpPr>
        <p:sp>
          <p:nvSpPr>
            <p:cNvPr id="9" name="Rectangle 8">
              <a:extLst>
                <a:ext uri="{FF2B5EF4-FFF2-40B4-BE49-F238E27FC236}">
                  <a16:creationId xmlns:a16="http://schemas.microsoft.com/office/drawing/2014/main" id="{0AB975F4-2BA5-5788-2BEB-F81A58694D3D}"/>
                </a:ext>
              </a:extLst>
            </p:cNvPr>
            <p:cNvSpPr/>
            <p:nvPr/>
          </p:nvSpPr>
          <p:spPr>
            <a:xfrm>
              <a:off x="0" y="353532"/>
              <a:ext cx="2564804" cy="163025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10" name="TextBox 9">
              <a:extLst>
                <a:ext uri="{FF2B5EF4-FFF2-40B4-BE49-F238E27FC236}">
                  <a16:creationId xmlns:a16="http://schemas.microsoft.com/office/drawing/2014/main" id="{79034C75-B054-2FB2-85D6-CB02F13A119A}"/>
                </a:ext>
              </a:extLst>
            </p:cNvPr>
            <p:cNvSpPr txBox="1"/>
            <p:nvPr/>
          </p:nvSpPr>
          <p:spPr>
            <a:xfrm>
              <a:off x="5093" y="340554"/>
              <a:ext cx="2564804" cy="16302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kern="0" dirty="0">
                  <a:solidFill>
                    <a:srgbClr val="7030A0"/>
                  </a:solidFill>
                  <a:latin typeface="Sakkal Majalla" panose="02000000000000000000" pitchFamily="2" charset="-78"/>
                  <a:cs typeface="Sakkal Majalla" panose="02000000000000000000" pitchFamily="2" charset="-78"/>
                </a:rPr>
                <a:t>ما الفرص والتحديات التي قد تجلبها العولمة لتخطيط الموارد البشرية؟</a:t>
              </a:r>
            </a:p>
          </p:txBody>
        </p:sp>
      </p:grpSp>
      <p:pic>
        <p:nvPicPr>
          <p:cNvPr id="3" name="Picture 2" descr="A map of the world with people connected to each other&#10;&#10;Description automatically generated">
            <a:extLst>
              <a:ext uri="{FF2B5EF4-FFF2-40B4-BE49-F238E27FC236}">
                <a16:creationId xmlns:a16="http://schemas.microsoft.com/office/drawing/2014/main" id="{5073E82C-1F19-728D-7579-B3595FBCF6A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05927" y="2204864"/>
            <a:ext cx="3531100" cy="2502182"/>
          </a:xfrm>
          <a:prstGeom prst="rect">
            <a:avLst/>
          </a:prstGeom>
        </p:spPr>
      </p:pic>
      <p:sp>
        <p:nvSpPr>
          <p:cNvPr id="2" name="Footer Placeholder 2">
            <a:extLst>
              <a:ext uri="{FF2B5EF4-FFF2-40B4-BE49-F238E27FC236}">
                <a16:creationId xmlns:a16="http://schemas.microsoft.com/office/drawing/2014/main" id="{C4D2BB86-3273-61F5-388B-E33C21B88D8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641457932"/>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العوامل المشاركة في </a:t>
            </a:r>
            <a:r>
              <a:rPr lang="ar" sz="2200" b="1" dirty="0">
                <a:effectLst/>
              </a:rPr>
              <a:t>تخطيط الموارد البشرية</a:t>
            </a:r>
            <a:br>
              <a:rPr lang="en-GB" sz="2200" b="1" dirty="0">
                <a:effectLst/>
              </a:rPr>
            </a:br>
            <a:endParaRPr lang="en-GB" altLang="en-US" sz="2200" b="1" dirty="0"/>
          </a:p>
        </p:txBody>
      </p:sp>
      <p:sp>
        <p:nvSpPr>
          <p:cNvPr id="2" name="TextBox 1">
            <a:extLst>
              <a:ext uri="{FF2B5EF4-FFF2-40B4-BE49-F238E27FC236}">
                <a16:creationId xmlns:a16="http://schemas.microsoft.com/office/drawing/2014/main" id="{351F9A19-A707-E49B-0C6C-314CCEA63548}"/>
              </a:ext>
            </a:extLst>
          </p:cNvPr>
          <p:cNvSpPr txBox="1"/>
          <p:nvPr/>
        </p:nvSpPr>
        <p:spPr>
          <a:xfrm>
            <a:off x="327136" y="1628800"/>
            <a:ext cx="8349320" cy="400110"/>
          </a:xfrm>
          <a:prstGeom prst="rect">
            <a:avLst/>
          </a:prstGeom>
          <a:solidFill>
            <a:schemeClr val="accent6">
              <a:lumMod val="20000"/>
              <a:lumOff val="80000"/>
            </a:schemeClr>
          </a:solidFill>
        </p:spPr>
        <p:txBody>
          <a:bodyPr wrap="square" rtlCol="1">
            <a:spAutoFit/>
          </a:bodyPr>
          <a:lstStyle/>
          <a:p>
            <a:pPr algn="ctr" rtl="1"/>
            <a:r>
              <a:rPr lang="ar" sz="2000" dirty="0">
                <a:latin typeface="Sakkal Majalla" panose="02000000000000000000" pitchFamily="2" charset="-78"/>
                <a:cs typeface="Sakkal Majalla" panose="02000000000000000000" pitchFamily="2" charset="-78"/>
              </a:rPr>
              <a:t>يعتمد تخطيط الموارد </a:t>
            </a:r>
            <a:r>
              <a:rPr lang="ar" sz="2000" dirty="0">
                <a:effectLst/>
                <a:latin typeface="Sakkal Majalla" panose="02000000000000000000" pitchFamily="2" charset="-78"/>
                <a:cs typeface="Sakkal Majalla" panose="02000000000000000000" pitchFamily="2" charset="-78"/>
              </a:rPr>
              <a:t>البشرية على عدة</a:t>
            </a:r>
            <a:r>
              <a:rPr lang="ar" sz="2000" dirty="0">
                <a:latin typeface="Sakkal Majalla" panose="02000000000000000000" pitchFamily="2" charset="-78"/>
                <a:cs typeface="Sakkal Majalla" panose="02000000000000000000" pitchFamily="2" charset="-78"/>
              </a:rPr>
              <a:t> عوامل. </a:t>
            </a:r>
            <a:endParaRPr lang="en-GB" sz="2000" dirty="0">
              <a:effectLst/>
              <a:latin typeface="Sakkal Majalla" panose="02000000000000000000" pitchFamily="2" charset="-78"/>
              <a:cs typeface="Sakkal Majalla" panose="02000000000000000000" pitchFamily="2" charset="-78"/>
            </a:endParaRPr>
          </a:p>
        </p:txBody>
      </p:sp>
      <p:graphicFrame>
        <p:nvGraphicFramePr>
          <p:cNvPr id="15" name="Diagram 14">
            <a:extLst>
              <a:ext uri="{FF2B5EF4-FFF2-40B4-BE49-F238E27FC236}">
                <a16:creationId xmlns:a16="http://schemas.microsoft.com/office/drawing/2014/main" id="{AC98E24A-3021-1A7E-223C-84BDFE7A951B}"/>
              </a:ext>
            </a:extLst>
          </p:cNvPr>
          <p:cNvGraphicFramePr/>
          <p:nvPr>
            <p:extLst>
              <p:ext uri="{D42A27DB-BD31-4B8C-83A1-F6EECF244321}">
                <p14:modId xmlns:p14="http://schemas.microsoft.com/office/powerpoint/2010/main" val="1078128488"/>
              </p:ext>
            </p:extLst>
          </p:nvPr>
        </p:nvGraphicFramePr>
        <p:xfrm>
          <a:off x="-1473064" y="2431544"/>
          <a:ext cx="8205304" cy="38884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6" name="Group 15">
            <a:extLst>
              <a:ext uri="{FF2B5EF4-FFF2-40B4-BE49-F238E27FC236}">
                <a16:creationId xmlns:a16="http://schemas.microsoft.com/office/drawing/2014/main" id="{1700C8BA-A691-DD5D-89CB-E120700FFB7B}"/>
              </a:ext>
            </a:extLst>
          </p:cNvPr>
          <p:cNvGrpSpPr/>
          <p:nvPr/>
        </p:nvGrpSpPr>
        <p:grpSpPr>
          <a:xfrm>
            <a:off x="5581169" y="3367648"/>
            <a:ext cx="2807255" cy="2016224"/>
            <a:chOff x="-2463" y="353532"/>
            <a:chExt cx="2567267" cy="1538882"/>
          </a:xfrm>
        </p:grpSpPr>
        <p:sp>
          <p:nvSpPr>
            <p:cNvPr id="17" name="Rectangle 16">
              <a:extLst>
                <a:ext uri="{FF2B5EF4-FFF2-40B4-BE49-F238E27FC236}">
                  <a16:creationId xmlns:a16="http://schemas.microsoft.com/office/drawing/2014/main" id="{3E5EC750-079A-3B12-E97D-302041BFEBCB}"/>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18" name="TextBox 17">
              <a:extLst>
                <a:ext uri="{FF2B5EF4-FFF2-40B4-BE49-F238E27FC236}">
                  <a16:creationId xmlns:a16="http://schemas.microsoft.com/office/drawing/2014/main" id="{1FF8BCF8-B035-D3E7-4C0D-0F595FE69099}"/>
                </a:ext>
              </a:extLst>
            </p:cNvPr>
            <p:cNvSpPr txBox="1"/>
            <p:nvPr/>
          </p:nvSpPr>
          <p:spPr>
            <a:xfrm>
              <a:off x="-2463" y="353532"/>
              <a:ext cx="2564804" cy="1504384"/>
            </a:xfrm>
            <a:prstGeom prst="rect">
              <a:avLst/>
            </a:prstGeom>
            <a:gradFill>
              <a:gsLst>
                <a:gs pos="0">
                  <a:schemeClr val="accent6">
                    <a:lumMod val="20000"/>
                    <a:lumOff val="80000"/>
                  </a:schemeClr>
                </a:gs>
                <a:gs pos="86000">
                  <a:schemeClr val="accent5"/>
                </a:gs>
                <a:gs pos="100000">
                  <a:schemeClr val="accent5"/>
                </a:gs>
              </a:gsLst>
              <a:lin ang="2700000" scaled="1"/>
            </a:gra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i="0" u="none" strike="noStrike" dirty="0">
                  <a:solidFill>
                    <a:schemeClr val="accent6"/>
                  </a:solidFill>
                  <a:effectLst/>
                  <a:latin typeface="Sakkal Majalla" panose="02000000000000000000" pitchFamily="2" charset="-78"/>
                  <a:cs typeface="Sakkal Majalla" panose="02000000000000000000" pitchFamily="2" charset="-78"/>
                </a:rPr>
                <a:t>ما المهارات الناقصة في منطقتك المحلية؟</a:t>
              </a:r>
            </a:p>
            <a:p>
              <a:pPr marL="285750" indent="-285750" rtl="1">
                <a:buFont typeface="Arial" panose="020B0604020202020204" pitchFamily="34" charset="0"/>
                <a:buChar char="•"/>
              </a:pPr>
              <a:r>
                <a:rPr lang="ar" dirty="0">
                  <a:solidFill>
                    <a:schemeClr val="accent6"/>
                  </a:solidFill>
                  <a:latin typeface="Sakkal Majalla" panose="02000000000000000000" pitchFamily="2" charset="-78"/>
                  <a:cs typeface="Sakkal Majalla" panose="02000000000000000000" pitchFamily="2" charset="-78"/>
                </a:rPr>
                <a:t>هل تعتقد أن الذكاء الاصطناعي سيحل محل البشر في مكان العمل؟</a:t>
              </a:r>
              <a:endParaRPr lang="en-GB" i="0" u="none" strike="noStrike" dirty="0">
                <a:solidFill>
                  <a:schemeClr val="accent6"/>
                </a:solidFill>
                <a:effectLst/>
                <a:latin typeface="Sakkal Majalla" panose="02000000000000000000" pitchFamily="2" charset="-78"/>
                <a:cs typeface="Sakkal Majalla" panose="02000000000000000000" pitchFamily="2" charset="-78"/>
              </a:endParaRPr>
            </a:p>
          </p:txBody>
        </p:sp>
      </p:grpSp>
      <p:sp>
        <p:nvSpPr>
          <p:cNvPr id="3" name="Footer Placeholder 2">
            <a:extLst>
              <a:ext uri="{FF2B5EF4-FFF2-40B4-BE49-F238E27FC236}">
                <a16:creationId xmlns:a16="http://schemas.microsoft.com/office/drawing/2014/main" id="{F40738C8-5305-0F0F-DFEA-0A72B86F612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509117227"/>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3B91B-2E8C-8920-3AC1-9176A6788FB3}"/>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9145776E-D15E-1AAF-2726-F571F5F4F1A2}"/>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ملفات تعريف القوى العاملة</a:t>
            </a:r>
            <a:br>
              <a:rPr lang="en-GB" sz="2200" b="1" dirty="0">
                <a:effectLst/>
              </a:rPr>
            </a:br>
            <a:endParaRPr lang="en-GB" altLang="en-US" sz="2200" b="1" dirty="0"/>
          </a:p>
        </p:txBody>
      </p:sp>
      <p:sp>
        <p:nvSpPr>
          <p:cNvPr id="3" name="Content Placeholder 3">
            <a:extLst>
              <a:ext uri="{FF2B5EF4-FFF2-40B4-BE49-F238E27FC236}">
                <a16:creationId xmlns:a16="http://schemas.microsoft.com/office/drawing/2014/main" id="{27D4B09D-2571-BF04-C1F4-0518EAA73B6A}"/>
              </a:ext>
            </a:extLst>
          </p:cNvPr>
          <p:cNvSpPr txBox="1">
            <a:spLocks noChangeArrowheads="1"/>
          </p:cNvSpPr>
          <p:nvPr/>
        </p:nvSpPr>
        <p:spPr bwMode="auto">
          <a:xfrm>
            <a:off x="323528" y="1772816"/>
            <a:ext cx="8349320" cy="4536504"/>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000" dirty="0">
                <a:effectLst/>
                <a:latin typeface="Sakkal Majalla" panose="02000000000000000000" pitchFamily="2" charset="-78"/>
                <a:cs typeface="Sakkal Majalla" panose="02000000000000000000" pitchFamily="2" charset="-78"/>
              </a:rPr>
              <a:t>يُشكل ملف تعريف القوى العاملة جزءًا من تحليل القوى العاملة. </a:t>
            </a:r>
          </a:p>
          <a:p>
            <a:pPr rtl="1"/>
            <a:r>
              <a:rPr lang="ar" sz="2000" dirty="0">
                <a:effectLst/>
                <a:latin typeface="Sakkal Majalla" panose="02000000000000000000" pitchFamily="2" charset="-78"/>
                <a:cs typeface="Sakkal Majalla" panose="02000000000000000000" pitchFamily="2" charset="-78"/>
              </a:rPr>
              <a:t>فهو يحدد بيانات الموظفين بحيث يمكن استخدامها بشكلٍ منتج. </a:t>
            </a:r>
          </a:p>
          <a:p>
            <a:pPr rtl="1"/>
            <a:r>
              <a:rPr lang="ar" sz="2000" dirty="0">
                <a:effectLst/>
                <a:latin typeface="Sakkal Majalla" panose="02000000000000000000" pitchFamily="2" charset="-78"/>
                <a:cs typeface="Sakkal Majalla" panose="02000000000000000000" pitchFamily="2" charset="-78"/>
              </a:rPr>
              <a:t>يمكن تصنيف الموظفين بحسب فئة الوظيفة (مثل المديرين رفيعي المستوى والمديرين المتوسطين وموظفي الإنتاج وموظفي الدعم) والإدارة والتصنيف الوظيفي. </a:t>
            </a:r>
          </a:p>
          <a:p>
            <a:pPr rtl="1"/>
            <a:r>
              <a:rPr lang="ar" sz="2000" dirty="0">
                <a:effectLst/>
                <a:latin typeface="Sakkal Majalla" panose="02000000000000000000" pitchFamily="2" charset="-78"/>
                <a:cs typeface="Sakkal Majalla" panose="02000000000000000000" pitchFamily="2" charset="-78"/>
              </a:rPr>
              <a:t>قد يضيف صاحب العمل عوامل أكثر تحديدًا لمحاولة تحسين كمية ونوعية القوى العاملة وتلبية الحاجة إلى المرونة في العاملين الأساسيين والثانويين، على سبيل المثال </a:t>
            </a:r>
          </a:p>
          <a:p>
            <a:pPr lvl="1"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المستوى التعليمي والمهارات</a:t>
            </a:r>
          </a:p>
          <a:p>
            <a:pPr lvl="1"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قابلية نقل المهارات</a:t>
            </a:r>
          </a:p>
          <a:p>
            <a:pPr lvl="1"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الكفاءة والقدرات</a:t>
            </a:r>
            <a:endParaRPr lang="en-GB" sz="20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b="1" kern="0" dirty="0">
              <a:latin typeface="Sakkal Majalla" panose="02000000000000000000" pitchFamily="2" charset="-78"/>
              <a:cs typeface="Sakkal Majalla" panose="02000000000000000000" pitchFamily="2" charset="-78"/>
            </a:endParaRPr>
          </a:p>
          <a:p>
            <a:pPr marL="0" indent="0" rtl="1">
              <a:buNone/>
            </a:pPr>
            <a:r>
              <a:rPr lang="ar" sz="2000" dirty="0">
                <a:latin typeface="Sakkal Majalla" panose="02000000000000000000" pitchFamily="2" charset="-78"/>
                <a:cs typeface="Sakkal Majalla" panose="02000000000000000000" pitchFamily="2" charset="-78"/>
              </a:rPr>
              <a:t>* يجب تضمين عوامل مثل العمر والجنس والعرق والإعاقة فقط لغرض إجراء تعديلات قانونية وشاملة على القوى العاملة.</a:t>
            </a: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3B15AB0-484D-4A6E-0184-A16E3177B185}"/>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790965532"/>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BA27-E538-D176-811C-FF06AA4DB6EF}"/>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E6BB23B7-596F-011E-94C3-D47A0F924A15}"/>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عقود العمل</a:t>
            </a:r>
            <a:br>
              <a:rPr lang="en-GB" sz="2200" b="1" dirty="0">
                <a:effectLst/>
              </a:rPr>
            </a:br>
            <a:endParaRPr lang="en-GB" altLang="en-US" sz="2200" b="1" dirty="0"/>
          </a:p>
        </p:txBody>
      </p:sp>
      <p:sp>
        <p:nvSpPr>
          <p:cNvPr id="2" name="TextBox 1">
            <a:extLst>
              <a:ext uri="{FF2B5EF4-FFF2-40B4-BE49-F238E27FC236}">
                <a16:creationId xmlns:a16="http://schemas.microsoft.com/office/drawing/2014/main" id="{DB944DFC-646F-86BD-E27F-8227DAC672E7}"/>
              </a:ext>
            </a:extLst>
          </p:cNvPr>
          <p:cNvSpPr txBox="1"/>
          <p:nvPr/>
        </p:nvSpPr>
        <p:spPr>
          <a:xfrm>
            <a:off x="4393465" y="1921563"/>
            <a:ext cx="4244864" cy="400110"/>
          </a:xfrm>
          <a:prstGeom prst="rect">
            <a:avLst/>
          </a:prstGeom>
          <a:gradFill>
            <a:gsLst>
              <a:gs pos="0">
                <a:schemeClr val="accent6">
                  <a:lumMod val="20000"/>
                  <a:lumOff val="80000"/>
                </a:schemeClr>
              </a:gs>
              <a:gs pos="86000">
                <a:schemeClr val="accent5"/>
              </a:gs>
              <a:gs pos="100000">
                <a:schemeClr val="accent5"/>
              </a:gs>
            </a:gsLst>
            <a:lin ang="2700000" scaled="1"/>
          </a:gradFill>
        </p:spPr>
        <p:txBody>
          <a:bodyPr wrap="square" rtlCol="1">
            <a:spAutoFit/>
          </a:bodyPr>
          <a:lstStyle/>
          <a:p>
            <a:pPr rtl="1"/>
            <a:r>
              <a:rPr lang="ar" sz="2000" b="1" dirty="0">
                <a:latin typeface="Sakkal Majalla" panose="02000000000000000000" pitchFamily="2" charset="-78"/>
                <a:cs typeface="Sakkal Majalla" panose="02000000000000000000" pitchFamily="2" charset="-78"/>
              </a:rPr>
              <a:t>ما عقد العمل؟</a:t>
            </a:r>
            <a:endParaRPr lang="en-GB" sz="2000" b="1" dirty="0">
              <a:effectLst/>
              <a:latin typeface="Sakkal Majalla" panose="02000000000000000000" pitchFamily="2" charset="-78"/>
              <a:cs typeface="Sakkal Majalla" panose="02000000000000000000" pitchFamily="2" charset="-78"/>
            </a:endParaRPr>
          </a:p>
        </p:txBody>
      </p:sp>
      <p:sp>
        <p:nvSpPr>
          <p:cNvPr id="3" name="Content Placeholder 3">
            <a:extLst>
              <a:ext uri="{FF2B5EF4-FFF2-40B4-BE49-F238E27FC236}">
                <a16:creationId xmlns:a16="http://schemas.microsoft.com/office/drawing/2014/main" id="{7F698FAF-50B3-A146-8551-707E65EA9BBA}"/>
              </a:ext>
            </a:extLst>
          </p:cNvPr>
          <p:cNvSpPr txBox="1">
            <a:spLocks noChangeArrowheads="1"/>
          </p:cNvSpPr>
          <p:nvPr/>
        </p:nvSpPr>
        <p:spPr bwMode="auto">
          <a:xfrm>
            <a:off x="4393465" y="2410548"/>
            <a:ext cx="4244864" cy="253062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1800" dirty="0">
                <a:effectLst/>
                <a:latin typeface="Sakkal Majalla" panose="02000000000000000000" pitchFamily="2" charset="-78"/>
                <a:cs typeface="Sakkal Majalla" panose="02000000000000000000" pitchFamily="2" charset="-78"/>
              </a:rPr>
              <a:t>عبارة عن اتفاقية بين صاحب العمل والموظف. </a:t>
            </a:r>
          </a:p>
          <a:p>
            <a:pPr rtl="1"/>
            <a:endParaRPr lang="en-GB" sz="1800" dirty="0">
              <a:effectLst/>
              <a:latin typeface="Sakkal Majalla" panose="02000000000000000000" pitchFamily="2" charset="-78"/>
              <a:cs typeface="Sakkal Majalla" panose="02000000000000000000" pitchFamily="2" charset="-78"/>
            </a:endParaRPr>
          </a:p>
          <a:p>
            <a:pPr rtl="1"/>
            <a:r>
              <a:rPr lang="ar" sz="1800" dirty="0">
                <a:effectLst/>
                <a:latin typeface="Sakkal Majalla" panose="02000000000000000000" pitchFamily="2" charset="-78"/>
                <a:cs typeface="Sakkal Majalla" panose="02000000000000000000" pitchFamily="2" charset="-78"/>
              </a:rPr>
              <a:t>يمكن أن يكون شفهيًا أو كتابيًا.</a:t>
            </a:r>
          </a:p>
          <a:p>
            <a:pPr rtl="1"/>
            <a:endParaRPr lang="en-GB" sz="1800" dirty="0">
              <a:effectLst/>
              <a:latin typeface="Sakkal Majalla" panose="02000000000000000000" pitchFamily="2" charset="-78"/>
              <a:cs typeface="Sakkal Majalla" panose="02000000000000000000" pitchFamily="2" charset="-78"/>
            </a:endParaRPr>
          </a:p>
          <a:p>
            <a:pPr rtl="1"/>
            <a:r>
              <a:rPr lang="ar" sz="1800" dirty="0">
                <a:effectLst/>
                <a:latin typeface="Sakkal Majalla" panose="02000000000000000000" pitchFamily="2" charset="-78"/>
                <a:cs typeface="Sakkal Majalla" panose="02000000000000000000" pitchFamily="2" charset="-78"/>
              </a:rPr>
              <a:t>ينص على شروط وأحكام العمل. </a:t>
            </a:r>
          </a:p>
          <a:p>
            <a:pPr rtl="1"/>
            <a:endParaRPr lang="en-GB" sz="1800" dirty="0">
              <a:effectLst/>
              <a:latin typeface="Sakkal Majalla" panose="02000000000000000000" pitchFamily="2" charset="-78"/>
              <a:cs typeface="Sakkal Majalla" panose="02000000000000000000" pitchFamily="2" charset="-78"/>
            </a:endParaRPr>
          </a:p>
          <a:p>
            <a:pPr rtl="1"/>
            <a:r>
              <a:rPr lang="ar" sz="1800" dirty="0">
                <a:effectLst/>
                <a:latin typeface="Sakkal Majalla" panose="02000000000000000000" pitchFamily="2" charset="-78"/>
                <a:cs typeface="Sakkal Majalla" panose="02000000000000000000" pitchFamily="2" charset="-78"/>
              </a:rPr>
              <a:t>يُشكل أساس علاقة العمل.  </a:t>
            </a:r>
          </a:p>
          <a:p>
            <a:pPr marL="0" indent="0" rtl="1">
              <a:buFont typeface="Wingdings" panose="05000000000000000000" pitchFamily="2" charset="2"/>
              <a:buNone/>
            </a:pPr>
            <a:endParaRPr lang="en-GB" altLang="en-US" sz="1600" kern="0" dirty="0">
              <a:solidFill>
                <a:srgbClr val="FF0000"/>
              </a:solidFill>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795EAED0-7C0D-6AE6-306B-1A7286AA0961}"/>
              </a:ext>
            </a:extLst>
          </p:cNvPr>
          <p:cNvSpPr txBox="1">
            <a:spLocks noChangeArrowheads="1"/>
          </p:cNvSpPr>
          <p:nvPr/>
        </p:nvSpPr>
        <p:spPr bwMode="auto">
          <a:xfrm>
            <a:off x="179512" y="2410548"/>
            <a:ext cx="4094889" cy="1186830"/>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b="1" dirty="0">
                <a:effectLst/>
                <a:latin typeface="Sakkal Majalla" panose="02000000000000000000" pitchFamily="2" charset="-78"/>
                <a:cs typeface="Sakkal Majalla" panose="02000000000000000000" pitchFamily="2" charset="-78"/>
              </a:rPr>
              <a:t>دوام كامل أو دوام جزئي</a:t>
            </a:r>
          </a:p>
          <a:p>
            <a:pPr marL="0" indent="0" rtl="1">
              <a:buNone/>
            </a:pPr>
            <a:r>
              <a:rPr lang="ar" sz="1800" dirty="0">
                <a:effectLst/>
                <a:latin typeface="Sakkal Majalla" panose="02000000000000000000" pitchFamily="2" charset="-78"/>
                <a:cs typeface="Sakkal Majalla" panose="02000000000000000000" pitchFamily="2" charset="-78"/>
              </a:rPr>
              <a:t>لا يوجد عدد محدد لساعات العمل كل أسبوع لتحديد الدوام الكامل أو الدوام جزئي. يعتمد ذلك على البلد الذي تعمل فيه.</a:t>
            </a:r>
          </a:p>
          <a:p>
            <a:pPr marL="0" indent="0" rtl="1">
              <a:buFont typeface="Wingdings" panose="05000000000000000000" pitchFamily="2" charset="2"/>
              <a:buNone/>
            </a:pPr>
            <a:endParaRPr lang="en-GB" altLang="en-US" sz="1800" kern="0" dirty="0">
              <a:solidFill>
                <a:srgbClr val="FF0000"/>
              </a:solidFill>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E47EB6B8-7FD6-4CD7-327F-E0962F5101A6}"/>
              </a:ext>
            </a:extLst>
          </p:cNvPr>
          <p:cNvSpPr txBox="1"/>
          <p:nvPr/>
        </p:nvSpPr>
        <p:spPr>
          <a:xfrm>
            <a:off x="179512" y="1933521"/>
            <a:ext cx="4094889" cy="400110"/>
          </a:xfrm>
          <a:prstGeom prst="rect">
            <a:avLst/>
          </a:prstGeom>
          <a:gradFill>
            <a:gsLst>
              <a:gs pos="0">
                <a:schemeClr val="accent6">
                  <a:lumMod val="20000"/>
                  <a:lumOff val="80000"/>
                </a:schemeClr>
              </a:gs>
              <a:gs pos="86000">
                <a:schemeClr val="accent5"/>
              </a:gs>
              <a:gs pos="100000">
                <a:schemeClr val="accent5"/>
              </a:gs>
            </a:gsLst>
            <a:lin ang="2700000" scaled="1"/>
          </a:gradFill>
        </p:spPr>
        <p:txBody>
          <a:bodyPr wrap="square" rtlCol="1">
            <a:spAutoFit/>
          </a:bodyPr>
          <a:lstStyle/>
          <a:p>
            <a:pPr rtl="1"/>
            <a:r>
              <a:rPr lang="ar" sz="2000" b="1" dirty="0">
                <a:effectLst/>
                <a:latin typeface="Sakkal Majalla" panose="02000000000000000000" pitchFamily="2" charset="-78"/>
                <a:cs typeface="Sakkal Majalla" panose="02000000000000000000" pitchFamily="2" charset="-78"/>
              </a:rPr>
              <a:t>أنواع العقود</a:t>
            </a:r>
            <a:endParaRPr lang="en-GB" sz="2000" b="1" dirty="0">
              <a:effectLst/>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5BC9928F-327D-163F-D541-82C25FF64CE3}"/>
              </a:ext>
            </a:extLst>
          </p:cNvPr>
          <p:cNvSpPr txBox="1"/>
          <p:nvPr/>
        </p:nvSpPr>
        <p:spPr>
          <a:xfrm>
            <a:off x="309617" y="3801320"/>
            <a:ext cx="3950873" cy="646331"/>
          </a:xfrm>
          <a:prstGeom prst="rect">
            <a:avLst/>
          </a:prstGeom>
          <a:solidFill>
            <a:schemeClr val="accent5"/>
          </a:solidFill>
        </p:spPr>
        <p:txBody>
          <a:bodyPr wrap="square" rtlCol="1">
            <a:spAutoFit/>
          </a:bodyPr>
          <a:lstStyle/>
          <a:p>
            <a:pPr rtl="1"/>
            <a:r>
              <a:rPr lang="ar" b="1" dirty="0">
                <a:effectLst/>
                <a:latin typeface="Sakkal Majalla" panose="02000000000000000000" pitchFamily="2" charset="-78"/>
                <a:ea typeface="Batang" panose="02030600000101010101" pitchFamily="18" charset="-127"/>
                <a:cs typeface="Sakkal Majalla" panose="02000000000000000000" pitchFamily="2" charset="-78"/>
              </a:rPr>
              <a:t>تستخدم المؤسسات عقود ساعات الصفر</a:t>
            </a:r>
            <a:r>
              <a:rPr lang="ar" dirty="0">
                <a:effectLst/>
                <a:latin typeface="Sakkal Majalla" panose="02000000000000000000" pitchFamily="2" charset="-78"/>
                <a:ea typeface="Batang" panose="02030600000101010101" pitchFamily="18" charset="-127"/>
                <a:cs typeface="Sakkal Majalla" panose="02000000000000000000" pitchFamily="2" charset="-78"/>
              </a:rPr>
              <a:t> حتى تتمكن من استدعاء العمال عندما يحتاجون إليهم فقط. </a:t>
            </a:r>
            <a:endParaRPr lang="en-US" dirty="0">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B7165038-28C2-774F-3C5B-3FD13140B9E6}"/>
              </a:ext>
            </a:extLst>
          </p:cNvPr>
          <p:cNvSpPr txBox="1"/>
          <p:nvPr/>
        </p:nvSpPr>
        <p:spPr>
          <a:xfrm>
            <a:off x="323528" y="4645278"/>
            <a:ext cx="3950873" cy="646331"/>
          </a:xfrm>
          <a:prstGeom prst="rect">
            <a:avLst/>
          </a:prstGeom>
          <a:solidFill>
            <a:schemeClr val="accent6">
              <a:lumMod val="20000"/>
              <a:lumOff val="80000"/>
            </a:schemeClr>
          </a:solidFill>
        </p:spPr>
        <p:txBody>
          <a:bodyPr wrap="square" rtlCol="1">
            <a:spAutoFit/>
          </a:bodyPr>
          <a:lstStyle/>
          <a:p>
            <a:pPr rtl="1"/>
            <a:r>
              <a:rPr lang="ar" dirty="0">
                <a:effectLst/>
                <a:latin typeface="Sakkal Majalla" panose="02000000000000000000" pitchFamily="2" charset="-78"/>
                <a:ea typeface="Batang" panose="02030600000101010101" pitchFamily="18" charset="-127"/>
                <a:cs typeface="Sakkal Majalla" panose="02000000000000000000" pitchFamily="2" charset="-78"/>
              </a:rPr>
              <a:t>يتم التعاقد مع </a:t>
            </a:r>
            <a:r>
              <a:rPr lang="ar" b="1" dirty="0">
                <a:effectLst/>
                <a:latin typeface="Sakkal Majalla" panose="02000000000000000000" pitchFamily="2" charset="-78"/>
                <a:ea typeface="Batang" panose="02030600000101010101" pitchFamily="18" charset="-127"/>
                <a:cs typeface="Sakkal Majalla" panose="02000000000000000000" pitchFamily="2" charset="-78"/>
              </a:rPr>
              <a:t>الموظفين المؤقتين</a:t>
            </a:r>
            <a:r>
              <a:rPr lang="ar" dirty="0">
                <a:effectLst/>
                <a:latin typeface="Sakkal Majalla" panose="02000000000000000000" pitchFamily="2" charset="-78"/>
                <a:ea typeface="Batang" panose="02030600000101010101" pitchFamily="18" charset="-127"/>
                <a:cs typeface="Sakkal Majalla" panose="02000000000000000000" pitchFamily="2" charset="-78"/>
              </a:rPr>
              <a:t> بغرض تغطية الفجوات في القوى العاملة، ويكون ذلك في العادة لفترات زمنية قصيرة. </a:t>
            </a:r>
            <a:endParaRPr lang="en-US"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290DEFCD-F176-29F2-4392-75DDAA07226B}"/>
              </a:ext>
            </a:extLst>
          </p:cNvPr>
          <p:cNvSpPr txBox="1"/>
          <p:nvPr/>
        </p:nvSpPr>
        <p:spPr>
          <a:xfrm>
            <a:off x="309617" y="5590981"/>
            <a:ext cx="3983020" cy="646331"/>
          </a:xfrm>
          <a:prstGeom prst="rect">
            <a:avLst/>
          </a:prstGeom>
          <a:solidFill>
            <a:schemeClr val="accent5"/>
          </a:solidFill>
        </p:spPr>
        <p:txBody>
          <a:bodyPr wrap="square" rtlCol="1">
            <a:spAutoFit/>
          </a:bodyPr>
          <a:lstStyle/>
          <a:p>
            <a:pPr rtl="1"/>
            <a:r>
              <a:rPr lang="ar" b="1" dirty="0">
                <a:latin typeface="Sakkal Majalla" panose="02000000000000000000" pitchFamily="2" charset="-78"/>
                <a:ea typeface="Batang" panose="02030600000101010101" pitchFamily="18" charset="-127"/>
                <a:cs typeface="Sakkal Majalla" panose="02000000000000000000" pitchFamily="2" charset="-78"/>
              </a:rPr>
              <a:t>موظفو </a:t>
            </a:r>
            <a:r>
              <a:rPr lang="ar" b="1" dirty="0">
                <a:effectLst/>
                <a:latin typeface="Sakkal Majalla" panose="02000000000000000000" pitchFamily="2" charset="-78"/>
                <a:ea typeface="Batang" panose="02030600000101010101" pitchFamily="18" charset="-127"/>
                <a:cs typeface="Sakkal Majalla" panose="02000000000000000000" pitchFamily="2" charset="-78"/>
              </a:rPr>
              <a:t>الوكالة</a:t>
            </a:r>
            <a:r>
              <a:rPr lang="ar" dirty="0">
                <a:effectLst/>
                <a:latin typeface="Sakkal Majalla" panose="02000000000000000000" pitchFamily="2" charset="-78"/>
                <a:ea typeface="Batang" panose="02030600000101010101" pitchFamily="18" charset="-127"/>
                <a:cs typeface="Sakkal Majalla" panose="02000000000000000000" pitchFamily="2" charset="-78"/>
              </a:rPr>
              <a:t> هم عمال مؤقتون يتم تعيينهم من خلال وكالة. يجري صاحب العمل الدفع للوكالة وليس العامل</a:t>
            </a:r>
            <a:r>
              <a:rPr lang="ar" dirty="0">
                <a:latin typeface="Sakkal Majalla" panose="02000000000000000000" pitchFamily="2" charset="-78"/>
                <a:ea typeface="Batang" panose="02030600000101010101" pitchFamily="18" charset="-127"/>
                <a:cs typeface="Sakkal Majalla" panose="02000000000000000000" pitchFamily="2" charset="-78"/>
              </a:rPr>
              <a:t>.</a:t>
            </a:r>
            <a:endParaRPr lang="en-US" dirty="0">
              <a:latin typeface="Sakkal Majalla" panose="02000000000000000000" pitchFamily="2" charset="-78"/>
              <a:cs typeface="Sakkal Majalla" panose="02000000000000000000" pitchFamily="2" charset="-78"/>
            </a:endParaRPr>
          </a:p>
        </p:txBody>
      </p:sp>
      <p:sp>
        <p:nvSpPr>
          <p:cNvPr id="12" name="TextBox 11">
            <a:extLst>
              <a:ext uri="{FF2B5EF4-FFF2-40B4-BE49-F238E27FC236}">
                <a16:creationId xmlns:a16="http://schemas.microsoft.com/office/drawing/2014/main" id="{D207EC74-2121-32A7-D223-A7FAB7AEB20E}"/>
              </a:ext>
            </a:extLst>
          </p:cNvPr>
          <p:cNvSpPr txBox="1"/>
          <p:nvPr/>
        </p:nvSpPr>
        <p:spPr>
          <a:xfrm>
            <a:off x="4393465" y="5048496"/>
            <a:ext cx="4244864" cy="1200329"/>
          </a:xfrm>
          <a:prstGeom prst="rect">
            <a:avLst/>
          </a:prstGeom>
          <a:solidFill>
            <a:schemeClr val="accent6">
              <a:lumMod val="20000"/>
              <a:lumOff val="80000"/>
            </a:schemeClr>
          </a:solidFill>
        </p:spPr>
        <p:txBody>
          <a:bodyPr wrap="square" rtlCol="1">
            <a:spAutoFit/>
          </a:bodyPr>
          <a:lstStyle/>
          <a:p>
            <a:pPr rtl="1"/>
            <a:r>
              <a:rPr lang="ar" dirty="0">
                <a:effectLst/>
                <a:latin typeface="Sakkal Majalla" panose="02000000000000000000" pitchFamily="2" charset="-78"/>
                <a:ea typeface="Times New Roman" panose="02020603050405020304" pitchFamily="18" charset="0"/>
                <a:cs typeface="Sakkal Majalla" panose="02000000000000000000" pitchFamily="2" charset="-78"/>
              </a:rPr>
              <a:t>يتضمن </a:t>
            </a:r>
            <a:r>
              <a:rPr lang="ar" b="1" dirty="0">
                <a:effectLst/>
                <a:latin typeface="Sakkal Majalla" panose="02000000000000000000" pitchFamily="2" charset="-78"/>
                <a:ea typeface="Times New Roman" panose="02020603050405020304" pitchFamily="18" charset="0"/>
                <a:cs typeface="Sakkal Majalla" panose="02000000000000000000" pitchFamily="2" charset="-78"/>
              </a:rPr>
              <a:t>التعاقد من الباطن</a:t>
            </a:r>
            <a:r>
              <a:rPr lang="ar" dirty="0">
                <a:effectLst/>
                <a:latin typeface="Sakkal Majalla" panose="02000000000000000000" pitchFamily="2" charset="-78"/>
                <a:ea typeface="Times New Roman" panose="02020603050405020304" pitchFamily="18" charset="0"/>
                <a:cs typeface="Sakkal Majalla" panose="02000000000000000000" pitchFamily="2" charset="-78"/>
              </a:rPr>
              <a:t> الدفع لفرد آخر (أو شركة أخرى) خارج المؤسسة للمساعدة على إنجاز مشاريع معينة. </a:t>
            </a:r>
          </a:p>
          <a:p>
            <a:pPr rtl="1"/>
            <a:r>
              <a:rPr lang="ar" dirty="0">
                <a:effectLst/>
                <a:latin typeface="Sakkal Majalla" panose="02000000000000000000" pitchFamily="2" charset="-78"/>
                <a:ea typeface="Times New Roman" panose="02020603050405020304" pitchFamily="18" charset="0"/>
                <a:cs typeface="Sakkal Majalla" panose="02000000000000000000" pitchFamily="2" charset="-78"/>
              </a:rPr>
              <a:t>يتم الدفع للمتعاقد من الباطن عن المدة أو الوظيفة التي يقوم بها كجزءٍ من المشروع. </a:t>
            </a:r>
            <a:endParaRPr lang="en-US" dirty="0">
              <a:latin typeface="Sakkal Majalla" panose="02000000000000000000" pitchFamily="2" charset="-78"/>
              <a:cs typeface="Sakkal Majalla" panose="02000000000000000000" pitchFamily="2" charset="-78"/>
            </a:endParaRPr>
          </a:p>
        </p:txBody>
      </p:sp>
      <p:sp>
        <p:nvSpPr>
          <p:cNvPr id="7" name="Footer Placeholder 2">
            <a:extLst>
              <a:ext uri="{FF2B5EF4-FFF2-40B4-BE49-F238E27FC236}">
                <a16:creationId xmlns:a16="http://schemas.microsoft.com/office/drawing/2014/main" id="{3CEB82A9-5DF2-F539-3959-E625DC33314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543422609"/>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D56B3-94BA-C264-767E-E54D6ED11977}"/>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6293B1D6-5FD8-B70C-044C-E04D541FE0ED}"/>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العوامل المشاركة في </a:t>
            </a:r>
            <a:r>
              <a:rPr lang="ar" sz="2200" b="1" dirty="0">
                <a:effectLst/>
              </a:rPr>
              <a:t>تخطيط الموارد البشرية (3)</a:t>
            </a:r>
            <a:br>
              <a:rPr lang="en-GB" sz="2200" b="1" dirty="0">
                <a:effectLst/>
              </a:rPr>
            </a:br>
            <a:endParaRPr lang="en-GB" altLang="en-US" sz="2200" b="1" dirty="0"/>
          </a:p>
        </p:txBody>
      </p:sp>
      <p:sp>
        <p:nvSpPr>
          <p:cNvPr id="2" name="TextBox 1">
            <a:extLst>
              <a:ext uri="{FF2B5EF4-FFF2-40B4-BE49-F238E27FC236}">
                <a16:creationId xmlns:a16="http://schemas.microsoft.com/office/drawing/2014/main" id="{1B5B4323-EE33-4728-19E5-FA17AD1D6057}"/>
              </a:ext>
            </a:extLst>
          </p:cNvPr>
          <p:cNvSpPr txBox="1"/>
          <p:nvPr/>
        </p:nvSpPr>
        <p:spPr>
          <a:xfrm>
            <a:off x="300110" y="1710981"/>
            <a:ext cx="8352928" cy="400110"/>
          </a:xfrm>
          <a:prstGeom prst="rect">
            <a:avLst/>
          </a:prstGeom>
          <a:gradFill>
            <a:gsLst>
              <a:gs pos="93000">
                <a:schemeClr val="accent6">
                  <a:lumMod val="20000"/>
                  <a:lumOff val="80000"/>
                </a:schemeClr>
              </a:gs>
              <a:gs pos="3000">
                <a:schemeClr val="accent5"/>
              </a:gs>
              <a:gs pos="42000">
                <a:schemeClr val="accent5"/>
              </a:gs>
            </a:gsLst>
            <a:lin ang="2700000" scaled="1"/>
          </a:gradFill>
        </p:spPr>
        <p:txBody>
          <a:bodyPr wrap="square" rtlCol="1">
            <a:spAutoFit/>
          </a:bodyPr>
          <a:lstStyle/>
          <a:p>
            <a:pPr algn="ctr" rtl="1"/>
            <a:r>
              <a:rPr lang="ar" sz="2000" b="1" dirty="0">
                <a:effectLst/>
                <a:latin typeface="Sakkal Majalla" panose="02000000000000000000" pitchFamily="2" charset="-78"/>
                <a:cs typeface="Sakkal Majalla" panose="02000000000000000000" pitchFamily="2" charset="-78"/>
              </a:rPr>
              <a:t>معدل دوران العمالة</a:t>
            </a:r>
            <a:endParaRPr lang="en-GB" sz="2000" b="1" dirty="0">
              <a:effectLst/>
              <a:latin typeface="Sakkal Majalla" panose="02000000000000000000" pitchFamily="2" charset="-78"/>
              <a:cs typeface="Sakkal Majalla" panose="02000000000000000000" pitchFamily="2" charset="-78"/>
            </a:endParaRPr>
          </a:p>
        </p:txBody>
      </p:sp>
      <mc:AlternateContent xmlns:mc="http://schemas.openxmlformats.org/markup-compatibility/2006" xmlns:a14="http://schemas.microsoft.com/office/drawing/2010/main">
        <mc:Choice Requires="a14">
          <p:sp>
            <p:nvSpPr>
              <p:cNvPr id="3" name="Content Placeholder 3">
                <a:extLst>
                  <a:ext uri="{FF2B5EF4-FFF2-40B4-BE49-F238E27FC236}">
                    <a16:creationId xmlns:a16="http://schemas.microsoft.com/office/drawing/2014/main" id="{7CDC5EF7-F578-D713-CD4A-DC51CE3A8D3D}"/>
                  </a:ext>
                </a:extLst>
              </p:cNvPr>
              <p:cNvSpPr txBox="1">
                <a:spLocks noChangeArrowheads="1"/>
              </p:cNvSpPr>
              <p:nvPr/>
            </p:nvSpPr>
            <p:spPr bwMode="auto">
              <a:xfrm>
                <a:off x="323528" y="2162494"/>
                <a:ext cx="8352928" cy="2418634"/>
              </a:xfrm>
              <a:prstGeom prst="rect">
                <a:avLst/>
              </a:prstGeom>
              <a:solidFill>
                <a:schemeClr val="accent5"/>
              </a:solidFill>
              <a:ln>
                <a:noFill/>
              </a:ln>
              <a:extLs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هذا هو المعدل الذي يترك به الموظفون وظائفهم خلال مدة زمنية معينة، ويجري قياسه مقابل عدد الأشخاص العاملين خلال المدة نفسها. </a:t>
                </a:r>
              </a:p>
              <a:p>
                <a:pPr rtl="1"/>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يُحسب كنسبة مئوية.</a:t>
                </a:r>
              </a:p>
              <a:p>
                <a:pPr rtl="1"/>
                <a:r>
                  <a:rPr lang="ar" sz="2000" dirty="0">
                    <a:latin typeface="Sakkal Majalla" panose="02000000000000000000" pitchFamily="2" charset="-78"/>
                    <a:ea typeface="Times New Roman" panose="02020603050405020304" pitchFamily="18" charset="0"/>
                    <a:cs typeface="Sakkal Majalla" panose="02000000000000000000" pitchFamily="2" charset="-78"/>
                  </a:rPr>
                  <a:t>يُستخدم</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لقياس معدل الاحتفاظ بالموظفين. </a:t>
                </a:r>
                <a:endParaRPr lang="en-GB" sz="2000" dirty="0">
                  <a:latin typeface="Sakkal Majalla" panose="02000000000000000000" pitchFamily="2" charset="-78"/>
                  <a:ea typeface="Times New Roman" panose="02020603050405020304" pitchFamily="18" charset="0"/>
                  <a:cs typeface="Sakkal Majalla" panose="02000000000000000000" pitchFamily="2" charset="-78"/>
                </a:endParaRPr>
              </a:p>
              <a:p>
                <a:pPr marL="0" indent="0" rtl="1">
                  <a:buNone/>
                </a:pPr>
                <a:endParaRPr lang="en-GB" sz="1100" b="1" kern="0" dirty="0">
                  <a:latin typeface="Sakkal Majalla" panose="02000000000000000000" pitchFamily="2" charset="-78"/>
                  <a:cs typeface="Sakkal Majalla" panose="02000000000000000000" pitchFamily="2" charset="-78"/>
                </a:endParaRPr>
              </a:p>
              <a:p>
                <a:pPr marL="0" indent="0" algn="ctr" fontAlgn="ctr">
                  <a:buFont typeface="Wingdings" panose="05000000000000000000" pitchFamily="2" charset="2"/>
                  <a:buNone/>
                </a:pPr>
                <a14:m>
                  <m:oMath xmlns:m="http://schemas.openxmlformats.org/officeDocument/2006/math">
                    <m:f>
                      <m:fPr>
                        <m:ctrlPr>
                          <a:rPr lang="en-GB" sz="2000" i="1" u="none" strike="noStrike" smtClean="0">
                            <a:effectLst/>
                            <a:latin typeface="Cambria Math" panose="02040503050406030204" pitchFamily="18" charset="0"/>
                            <a:ea typeface="Cambria Math" panose="02040503050406030204" pitchFamily="18" charset="0"/>
                          </a:rPr>
                        </m:ctrlPr>
                      </m:fPr>
                      <m:num>
                        <m:r>
                          <a:rPr lang="ar-EG" sz="2000" b="0" i="1" u="none" strike="noStrike" smtClean="0">
                            <a:effectLst/>
                            <a:latin typeface="Cambria Math" panose="02040503050406030204" pitchFamily="18" charset="0"/>
                            <a:ea typeface="Cambria Math" panose="02040503050406030204" pitchFamily="18" charset="0"/>
                          </a:rPr>
                          <m:t> </m:t>
                        </m:r>
                      </m:num>
                      <m:den>
                        <m:r>
                          <a:rPr lang="en-US" sz="2000" b="0" i="1" u="none" strike="noStrike" smtClean="0">
                            <a:effectLst/>
                            <a:latin typeface="Cambria Math" panose="02040503050406030204" pitchFamily="18" charset="0"/>
                            <a:ea typeface="Cambria Math" panose="02040503050406030204" pitchFamily="18" charset="0"/>
                          </a:rPr>
                          <m:t>                                                                         </m:t>
                        </m:r>
                      </m:den>
                    </m:f>
                  </m:oMath>
                </a14:m>
                <a:r>
                  <a:rPr lang="ar" sz="1800" kern="0" dirty="0">
                    <a:solidFill>
                      <a:srgbClr val="000000"/>
                    </a:solidFill>
                    <a:latin typeface="Sakkal Majalla" panose="02000000000000000000" pitchFamily="2" charset="-78"/>
                    <a:ea typeface="Cambria Math" panose="02040503050406030204" pitchFamily="18" charset="0"/>
                    <a:cs typeface="Sakkal Majalla" panose="02000000000000000000" pitchFamily="2" charset="-78"/>
                  </a:rPr>
                  <a:t> </a:t>
                </a:r>
                <a:r>
                  <a:rPr lang="ar" sz="2000" kern="0" dirty="0">
                    <a:solidFill>
                      <a:srgbClr val="000000"/>
                    </a:solidFill>
                    <a:latin typeface="Sakkal Majalla" panose="02000000000000000000" pitchFamily="2" charset="-78"/>
                    <a:ea typeface="Cambria Math" panose="02040503050406030204" pitchFamily="18" charset="0"/>
                    <a:cs typeface="Sakkal Majalla" panose="02000000000000000000" pitchFamily="2" charset="-78"/>
                  </a:rPr>
                  <a:t>×</a:t>
                </a:r>
                <a:r>
                  <a:rPr lang="ar" sz="1800" kern="0" dirty="0">
                    <a:solidFill>
                      <a:srgbClr val="000000"/>
                    </a:solidFill>
                    <a:latin typeface="Sakkal Majalla" panose="02000000000000000000" pitchFamily="2" charset="-78"/>
                    <a:ea typeface="Cambria Math" panose="02040503050406030204" pitchFamily="18" charset="0"/>
                    <a:cs typeface="Sakkal Majalla" panose="02000000000000000000" pitchFamily="2" charset="-78"/>
                  </a:rPr>
                  <a:t> </a:t>
                </a:r>
                <a:r>
                  <a:rPr lang="ar" sz="2000" kern="0" dirty="0">
                    <a:solidFill>
                      <a:srgbClr val="000000"/>
                    </a:solidFill>
                    <a:latin typeface="Sakkal Majalla" panose="02000000000000000000" pitchFamily="2" charset="-78"/>
                    <a:ea typeface="Cambria Math" panose="02040503050406030204" pitchFamily="18" charset="0"/>
                    <a:cs typeface="Sakkal Majalla" panose="02000000000000000000" pitchFamily="2" charset="-78"/>
                  </a:rPr>
                  <a:t>100</a:t>
                </a:r>
                <a:endParaRPr lang="en-GB" sz="2000" kern="0" dirty="0">
                  <a:solidFill>
                    <a:srgbClr val="000000"/>
                  </a:solidFill>
                  <a:latin typeface="Sakkal Majalla" panose="02000000000000000000" pitchFamily="2" charset="-78"/>
                  <a:ea typeface="Cambria Math" panose="02040503050406030204" pitchFamily="18" charset="0"/>
                  <a:cs typeface="Sakkal Majalla" panose="02000000000000000000" pitchFamily="2" charset="-78"/>
                </a:endParaRPr>
              </a:p>
            </p:txBody>
          </p:sp>
        </mc:Choice>
        <mc:Fallback xmlns="">
          <p:sp>
            <p:nvSpPr>
              <p:cNvPr id="3" name="Content Placeholder 3">
                <a:extLst>
                  <a:ext uri="{FF2B5EF4-FFF2-40B4-BE49-F238E27FC236}">
                    <a16:creationId xmlns:a16="http://schemas.microsoft.com/office/drawing/2014/main" id="{7CDC5EF7-F578-D713-CD4A-DC51CE3A8D3D}"/>
                  </a:ext>
                </a:extLst>
              </p:cNvPr>
              <p:cNvSpPr txBox="1">
                <a:spLocks noRot="1" noChangeAspect="1" noMove="1" noResize="1" noEditPoints="1" noAdjustHandles="1" noChangeArrowheads="1" noChangeShapeType="1" noTextEdit="1"/>
              </p:cNvSpPr>
              <p:nvPr/>
            </p:nvSpPr>
            <p:spPr bwMode="auto">
              <a:xfrm>
                <a:off x="323528" y="2162494"/>
                <a:ext cx="8352928" cy="2418634"/>
              </a:xfrm>
              <a:prstGeom prst="rect">
                <a:avLst/>
              </a:prstGeom>
              <a:blipFill>
                <a:blip r:embed="rId4"/>
                <a:stretch>
                  <a:fillRect t="-2778" r="-730"/>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74224FE0-92D2-0FEA-5672-345DA4EDEC6B}"/>
              </a:ext>
            </a:extLst>
          </p:cNvPr>
          <p:cNvSpPr txBox="1">
            <a:spLocks noChangeArrowheads="1"/>
          </p:cNvSpPr>
          <p:nvPr/>
        </p:nvSpPr>
        <p:spPr bwMode="auto">
          <a:xfrm>
            <a:off x="323528" y="5147019"/>
            <a:ext cx="8352928" cy="1450333"/>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spcBef>
                <a:spcPts val="400"/>
              </a:spcBef>
              <a:spcAft>
                <a:spcPts val="300"/>
              </a:spcAft>
              <a:buNone/>
            </a:pPr>
            <a:r>
              <a:rPr lang="ar" sz="2000" b="1" dirty="0">
                <a:effectLst/>
                <a:latin typeface="Sakkal Majalla" panose="02000000000000000000" pitchFamily="2" charset="-78"/>
                <a:ea typeface="Times New Roman" panose="02020603050405020304" pitchFamily="18" charset="0"/>
                <a:cs typeface="Sakkal Majalla" panose="02000000000000000000" pitchFamily="2" charset="-78"/>
              </a:rPr>
              <a:t>إنتاجية القوى العاملة</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هي كمية السلع أو الخدمات التي ينتجها جميع الموظفين. </a:t>
            </a:r>
          </a:p>
          <a:p>
            <a:pPr marL="0" indent="0" rtl="1">
              <a:spcBef>
                <a:spcPts val="400"/>
              </a:spcBef>
              <a:spcAft>
                <a:spcPts val="300"/>
              </a:spcAft>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توضح مدى كفاءة الموظفين. </a:t>
            </a:r>
          </a:p>
          <a:p>
            <a:pPr marL="0" indent="0" rtl="1">
              <a:spcBef>
                <a:spcPts val="400"/>
              </a:spcBef>
              <a:spcAft>
                <a:spcPts val="300"/>
              </a:spcAft>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عادةً ما تعني الإنتاجية العالية تحقيق أرباحًا أفضل للمؤسسة. </a:t>
            </a:r>
            <a:endParaRPr lang="en-GB" sz="20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8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8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sz="1800" kern="0" dirty="0">
              <a:solidFill>
                <a:srgbClr val="FF0000"/>
              </a:solidFill>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62596AB1-28F6-8721-0ABD-3AADB502FA29}"/>
              </a:ext>
            </a:extLst>
          </p:cNvPr>
          <p:cNvSpPr txBox="1"/>
          <p:nvPr/>
        </p:nvSpPr>
        <p:spPr>
          <a:xfrm>
            <a:off x="323528" y="4679407"/>
            <a:ext cx="8329510" cy="400110"/>
          </a:xfrm>
          <a:prstGeom prst="rect">
            <a:avLst/>
          </a:prstGeom>
          <a:gradFill>
            <a:gsLst>
              <a:gs pos="0">
                <a:schemeClr val="accent6">
                  <a:lumMod val="20000"/>
                  <a:lumOff val="80000"/>
                </a:schemeClr>
              </a:gs>
              <a:gs pos="86000">
                <a:schemeClr val="accent5"/>
              </a:gs>
              <a:gs pos="100000">
                <a:schemeClr val="accent5"/>
              </a:gs>
            </a:gsLst>
            <a:lin ang="2700000" scaled="1"/>
          </a:gradFill>
        </p:spPr>
        <p:txBody>
          <a:bodyPr wrap="square" rtlCol="1">
            <a:spAutoFit/>
          </a:bodyPr>
          <a:lstStyle/>
          <a:p>
            <a:pPr algn="ctr" rtl="1"/>
            <a:r>
              <a:rPr lang="ar" sz="2000" b="1" dirty="0">
                <a:effectLst/>
                <a:latin typeface="Sakkal Majalla" panose="02000000000000000000" pitchFamily="2" charset="-78"/>
                <a:cs typeface="Sakkal Majalla" panose="02000000000000000000" pitchFamily="2" charset="-78"/>
              </a:rPr>
              <a:t>الإنتاجية</a:t>
            </a:r>
            <a:endParaRPr lang="en-GB" sz="2000" b="1" dirty="0">
              <a:effectLst/>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36B908AF-CD35-E145-C4B4-28BEDC5845FA}"/>
              </a:ext>
            </a:extLst>
          </p:cNvPr>
          <p:cNvSpPr txBox="1"/>
          <p:nvPr/>
        </p:nvSpPr>
        <p:spPr>
          <a:xfrm>
            <a:off x="3419872" y="3611632"/>
            <a:ext cx="2736304" cy="969496"/>
          </a:xfrm>
          <a:prstGeom prst="rect">
            <a:avLst/>
          </a:prstGeom>
          <a:noFill/>
        </p:spPr>
        <p:txBody>
          <a:bodyPr wrap="square" lIns="0" tIns="0" rIns="0" bIns="0" rtlCol="0">
            <a:spAutoFit/>
          </a:bodyPr>
          <a:lstStyle/>
          <a:p>
            <a:pPr algn="ctr"/>
            <a:r>
              <a:rPr lang="ar-EG" sz="2000" dirty="0">
                <a:latin typeface="Sakkal Majalla" panose="02000000000000000000" pitchFamily="2" charset="-78"/>
                <a:cs typeface="Sakkal Majalla" panose="02000000000000000000" pitchFamily="2" charset="-78"/>
              </a:rPr>
              <a:t>‫</a:t>
            </a:r>
            <a:r>
              <a:rPr lang="ar-EG" sz="1600" dirty="0">
                <a:latin typeface="Sakkal Majalla" panose="02000000000000000000" pitchFamily="2" charset="-78"/>
                <a:cs typeface="Sakkal Majalla" panose="02000000000000000000" pitchFamily="2" charset="-78"/>
              </a:rPr>
              <a:t>عدد المغادرين خلال مدة زمنية معينة</a:t>
            </a:r>
            <a:br>
              <a:rPr lang="en-US" sz="2000" dirty="0">
                <a:latin typeface="Sakkal Majalla" panose="02000000000000000000" pitchFamily="2" charset="-78"/>
                <a:cs typeface="Sakkal Majalla" panose="02000000000000000000" pitchFamily="2" charset="-78"/>
              </a:rPr>
            </a:br>
            <a:br>
              <a:rPr lang="en-US" sz="700" dirty="0">
                <a:latin typeface="Sakkal Majalla" panose="02000000000000000000" pitchFamily="2" charset="-78"/>
                <a:cs typeface="Sakkal Majalla" panose="02000000000000000000" pitchFamily="2" charset="-78"/>
              </a:rPr>
            </a:br>
            <a:r>
              <a:rPr lang="ar-EG" sz="1600" dirty="0">
                <a:latin typeface="Sakkal Majalla" panose="02000000000000000000" pitchFamily="2" charset="-78"/>
                <a:cs typeface="Sakkal Majalla" panose="02000000000000000000" pitchFamily="2" charset="-78"/>
              </a:rPr>
              <a:t>متوسط عدد العاملين خلال تلك المدة</a:t>
            </a:r>
          </a:p>
          <a:p>
            <a:pPr algn="ctr"/>
            <a:endParaRPr lang="en-US" sz="2000" dirty="0">
              <a:latin typeface="Sakkal Majalla" panose="02000000000000000000" pitchFamily="2" charset="-78"/>
              <a:cs typeface="Sakkal Majalla" panose="02000000000000000000" pitchFamily="2" charset="-78"/>
            </a:endParaRPr>
          </a:p>
        </p:txBody>
      </p:sp>
      <p:sp>
        <p:nvSpPr>
          <p:cNvPr id="7" name="Footer Placeholder 2">
            <a:extLst>
              <a:ext uri="{FF2B5EF4-FFF2-40B4-BE49-F238E27FC236}">
                <a16:creationId xmlns:a16="http://schemas.microsoft.com/office/drawing/2014/main" id="{F18CBF8D-99A0-4AF0-7989-FD89D30E5D4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60283037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D666-8DB2-E5B5-1202-DBA02EE9B3BC}"/>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B7852D8B-1754-8F5D-049A-0DD5F70BDC6D}"/>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إجراءات الإدارة في مجال </a:t>
            </a:r>
            <a:r>
              <a:rPr lang="ar" sz="2200" b="1" dirty="0">
                <a:effectLst/>
              </a:rPr>
              <a:t>تخطيط</a:t>
            </a:r>
            <a:r>
              <a:rPr lang="ar" sz="2200" b="1" dirty="0"/>
              <a:t> </a:t>
            </a:r>
            <a:r>
              <a:rPr lang="en" sz="2200" b="1" dirty="0"/>
              <a:t>الموارد البشرية</a:t>
            </a:r>
            <a:endParaRPr lang="en-GB" altLang="en-US" sz="2200" b="1" dirty="0"/>
          </a:p>
        </p:txBody>
      </p:sp>
      <p:sp>
        <p:nvSpPr>
          <p:cNvPr id="7" name="TextBox 6">
            <a:extLst>
              <a:ext uri="{FF2B5EF4-FFF2-40B4-BE49-F238E27FC236}">
                <a16:creationId xmlns:a16="http://schemas.microsoft.com/office/drawing/2014/main" id="{D741E47D-AD94-2A1C-E528-254CECF307BE}"/>
              </a:ext>
            </a:extLst>
          </p:cNvPr>
          <p:cNvSpPr txBox="1"/>
          <p:nvPr/>
        </p:nvSpPr>
        <p:spPr>
          <a:xfrm>
            <a:off x="292339" y="1874060"/>
            <a:ext cx="8352092" cy="400110"/>
          </a:xfrm>
          <a:prstGeom prst="rect">
            <a:avLst/>
          </a:prstGeom>
          <a:solidFill>
            <a:schemeClr val="accent6">
              <a:lumMod val="20000"/>
              <a:lumOff val="80000"/>
            </a:schemeClr>
          </a:solid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ما الإجراءات التي </a:t>
            </a:r>
            <a:r>
              <a:rPr lang="ar" sz="2000" dirty="0">
                <a:effectLst/>
                <a:latin typeface="Sakkal Majalla" panose="02000000000000000000" pitchFamily="2" charset="-78"/>
                <a:cs typeface="Sakkal Majalla" panose="02000000000000000000" pitchFamily="2" charset="-78"/>
              </a:rPr>
              <a:t>يمكن أن تتخذها الإدارة لمعالجة مشكلات الموارد البشرية على المستوى التشغيلي؟</a:t>
            </a:r>
          </a:p>
        </p:txBody>
      </p:sp>
      <mc:AlternateContent xmlns:mc="http://schemas.openxmlformats.org/markup-compatibility/2006" xmlns:a14="http://schemas.microsoft.com/office/drawing/2010/main">
        <mc:Choice Requires="a14">
          <p:sp>
            <p:nvSpPr>
              <p:cNvPr id="8" name="Content Placeholder 3">
                <a:extLst>
                  <a:ext uri="{FF2B5EF4-FFF2-40B4-BE49-F238E27FC236}">
                    <a16:creationId xmlns:a16="http://schemas.microsoft.com/office/drawing/2014/main" id="{19E66F35-0D28-3860-FE6A-ABA1F73E2661}"/>
                  </a:ext>
                </a:extLst>
              </p:cNvPr>
              <p:cNvSpPr txBox="1">
                <a:spLocks noChangeArrowheads="1"/>
              </p:cNvSpPr>
              <p:nvPr/>
            </p:nvSpPr>
            <p:spPr bwMode="auto">
              <a:xfrm>
                <a:off x="323530" y="2420888"/>
                <a:ext cx="8320901" cy="3615678"/>
              </a:xfrm>
              <a:prstGeom prst="rect">
                <a:avLst/>
              </a:prstGeom>
              <a:solidFill>
                <a:schemeClr val="accent5"/>
              </a:solidFill>
              <a:ln>
                <a:noFill/>
              </a:ln>
              <a:extLst>
                <a:ext uri="{91240B29-F687-4F45-9708-019B960494DF}">
                  <a14:hiddenLine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800" dirty="0">
                    <a:latin typeface="Sakkal Majalla" panose="02000000000000000000" pitchFamily="2" charset="-78"/>
                    <a:cs typeface="Sakkal Majalla" panose="02000000000000000000" pitchFamily="2" charset="-78"/>
                  </a:rPr>
                  <a:t>قد يتعين على إدارة الموارد البشرية التعامل مع مشكلات الموظفين الآتية لضمان عمل المؤسسة بنجاح.</a:t>
                </a:r>
              </a:p>
              <a:p>
                <a:pPr marL="0" indent="0" rtl="1">
                  <a:buNone/>
                </a:pPr>
                <a:endParaRPr lang="en-GB" sz="1800" dirty="0">
                  <a:latin typeface="Sakkal Majalla" panose="02000000000000000000" pitchFamily="2" charset="-78"/>
                  <a:cs typeface="Sakkal Majalla" panose="02000000000000000000" pitchFamily="2" charset="-78"/>
                </a:endParaRPr>
              </a:p>
              <a:p>
                <a:pPr rtl="1"/>
                <a:r>
                  <a:rPr lang="ar" sz="1800" dirty="0">
                    <a:latin typeface="Sakkal Majalla" panose="02000000000000000000" pitchFamily="2" charset="-78"/>
                    <a:cs typeface="Sakkal Majalla" panose="02000000000000000000" pitchFamily="2" charset="-78"/>
                  </a:rPr>
                  <a:t>الضغوط في </a:t>
                </a:r>
                <a:r>
                  <a:rPr lang="ar" sz="1800" dirty="0">
                    <a:effectLst/>
                    <a:latin typeface="Sakkal Majalla" panose="02000000000000000000" pitchFamily="2" charset="-78"/>
                    <a:cs typeface="Sakkal Majalla" panose="02000000000000000000" pitchFamily="2" charset="-78"/>
                  </a:rPr>
                  <a:t>مكان العمل</a:t>
                </a:r>
              </a:p>
              <a:p>
                <a:pPr rtl="1"/>
                <a:r>
                  <a:rPr lang="ar" sz="1800" dirty="0">
                    <a:latin typeface="Sakkal Majalla" panose="02000000000000000000" pitchFamily="2" charset="-78"/>
                    <a:cs typeface="Sakkal Majalla" panose="02000000000000000000" pitchFamily="2" charset="-78"/>
                  </a:rPr>
                  <a:t>عدم وجود دافع</a:t>
                </a:r>
              </a:p>
              <a:p>
                <a:pPr rtl="1"/>
                <a:r>
                  <a:rPr lang="ar" sz="1800" dirty="0">
                    <a:latin typeface="Sakkal Majalla" panose="02000000000000000000" pitchFamily="2" charset="-78"/>
                    <a:cs typeface="Sakkal Majalla" panose="02000000000000000000" pitchFamily="2" charset="-78"/>
                  </a:rPr>
                  <a:t>ضعف </a:t>
                </a:r>
                <a:r>
                  <a:rPr lang="ar" sz="1800" dirty="0">
                    <a:effectLst/>
                    <a:latin typeface="Sakkal Majalla" panose="02000000000000000000" pitchFamily="2" charset="-78"/>
                    <a:cs typeface="Sakkal Majalla" panose="02000000000000000000" pitchFamily="2" charset="-78"/>
                  </a:rPr>
                  <a:t>المشاركة في ثقافة الشركات</a:t>
                </a:r>
              </a:p>
              <a:p>
                <a:pPr rtl="1"/>
                <a:r>
                  <a:rPr lang="ar" sz="1800" dirty="0">
                    <a:latin typeface="Sakkal Majalla" panose="02000000000000000000" pitchFamily="2" charset="-78"/>
                    <a:cs typeface="Sakkal Majalla" panose="02000000000000000000" pitchFamily="2" charset="-78"/>
                  </a:rPr>
                  <a:t>عدم </a:t>
                </a:r>
                <a:r>
                  <a:rPr lang="ar" sz="1800" dirty="0">
                    <a:effectLst/>
                    <a:latin typeface="Sakkal Majalla" panose="02000000000000000000" pitchFamily="2" charset="-78"/>
                    <a:cs typeface="Sakkal Majalla" panose="02000000000000000000" pitchFamily="2" charset="-78"/>
                  </a:rPr>
                  <a:t>رضا الموظفين</a:t>
                </a:r>
                <a:endParaRPr lang="en-GB" sz="1800" dirty="0">
                  <a:latin typeface="Sakkal Majalla" panose="02000000000000000000" pitchFamily="2" charset="-78"/>
                  <a:cs typeface="Sakkal Majalla" panose="02000000000000000000" pitchFamily="2" charset="-78"/>
                </a:endParaRPr>
              </a:p>
              <a:p>
                <a:pPr rtl="1"/>
                <a:r>
                  <a:rPr lang="ar" sz="1800" dirty="0">
                    <a:effectLst/>
                    <a:latin typeface="Sakkal Majalla" panose="02000000000000000000" pitchFamily="2" charset="-78"/>
                    <a:cs typeface="Sakkal Majalla" panose="02000000000000000000" pitchFamily="2" charset="-78"/>
                  </a:rPr>
                  <a:t>الغياب – أيام العمل المفقودة بسبب المرض أو لأسباب أخرى</a:t>
                </a:r>
                <a:endParaRPr lang="en-US" sz="1800" dirty="0">
                  <a:effectLst/>
                  <a:latin typeface="Sakkal Majalla" panose="02000000000000000000" pitchFamily="2" charset="-78"/>
                  <a:cs typeface="Sakkal Majalla" panose="02000000000000000000" pitchFamily="2" charset="-78"/>
                </a:endParaRPr>
              </a:p>
              <a:p>
                <a:pPr rtl="1"/>
                <a:endParaRPr lang="ar" sz="1050" dirty="0">
                  <a:effectLst/>
                  <a:latin typeface="Sakkal Majalla" panose="02000000000000000000" pitchFamily="2" charset="-78"/>
                  <a:cs typeface="Sakkal Majalla" panose="02000000000000000000" pitchFamily="2" charset="-78"/>
                </a:endParaRPr>
              </a:p>
              <a:p>
                <a:pPr marL="0" indent="0" algn="ctr">
                  <a:buNone/>
                </a:pPr>
                <a14:m>
                  <m:oMath xmlns:m="http://schemas.openxmlformats.org/officeDocument/2006/math">
                    <m:f>
                      <m:fPr>
                        <m:ctrlPr>
                          <a:rPr lang="en-GB" sz="1800" i="1" u="none" strike="noStrike" smtClean="0">
                            <a:effectLst/>
                            <a:latin typeface="Cambria Math" panose="02040503050406030204" pitchFamily="18" charset="0"/>
                            <a:ea typeface="Cambria Math" panose="02040503050406030204" pitchFamily="18" charset="0"/>
                          </a:rPr>
                        </m:ctrlPr>
                      </m:fPr>
                      <m:num>
                        <m:r>
                          <a:rPr lang="en-US" sz="1800" b="0" i="1" u="none" strike="noStrike" smtClean="0">
                            <a:effectLst/>
                            <a:latin typeface="Cambria Math" panose="02040503050406030204" pitchFamily="18" charset="0"/>
                            <a:ea typeface="Cambria Math" panose="02040503050406030204" pitchFamily="18" charset="0"/>
                          </a:rPr>
                          <m:t>                                                                                                                </m:t>
                        </m:r>
                      </m:num>
                      <m:den/>
                    </m:f>
                  </m:oMath>
                </a14:m>
                <a:r>
                  <a:rPr lang="ar" sz="2000" kern="0" dirty="0">
                    <a:solidFill>
                      <a:srgbClr val="000000"/>
                    </a:solidFill>
                    <a:latin typeface="Sakkal Majalla" panose="02000000000000000000" pitchFamily="2" charset="-78"/>
                    <a:ea typeface="Cambria Math" panose="02040503050406030204" pitchFamily="18" charset="0"/>
                    <a:cs typeface="Sakkal Majalla" panose="02000000000000000000" pitchFamily="2" charset="-78"/>
                  </a:rPr>
                  <a:t>× 100</a:t>
                </a:r>
              </a:p>
              <a:p>
                <a:pPr marL="0" indent="0" rtl="1">
                  <a:buNone/>
                </a:pPr>
                <a:endParaRPr lang="en-GB" sz="1800" dirty="0">
                  <a:effectLst/>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8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sz="1600" kern="0" dirty="0">
                  <a:solidFill>
                    <a:srgbClr val="FF0000"/>
                  </a:solidFill>
                  <a:latin typeface="Sakkal Majalla" panose="02000000000000000000" pitchFamily="2" charset="-78"/>
                  <a:cs typeface="Sakkal Majalla" panose="02000000000000000000" pitchFamily="2" charset="-78"/>
                </a:endParaRPr>
              </a:p>
            </p:txBody>
          </p:sp>
        </mc:Choice>
        <mc:Fallback xmlns="">
          <p:sp>
            <p:nvSpPr>
              <p:cNvPr id="8" name="Content Placeholder 3">
                <a:extLst>
                  <a:ext uri="{FF2B5EF4-FFF2-40B4-BE49-F238E27FC236}">
                    <a16:creationId xmlns:a16="http://schemas.microsoft.com/office/drawing/2014/main" id="{19E66F35-0D28-3860-FE6A-ABA1F73E2661}"/>
                  </a:ext>
                </a:extLst>
              </p:cNvPr>
              <p:cNvSpPr txBox="1">
                <a:spLocks noRot="1" noChangeAspect="1" noMove="1" noResize="1" noEditPoints="1" noAdjustHandles="1" noChangeArrowheads="1" noChangeShapeType="1" noTextEdit="1"/>
              </p:cNvSpPr>
              <p:nvPr/>
            </p:nvSpPr>
            <p:spPr bwMode="auto">
              <a:xfrm>
                <a:off x="323530" y="2420888"/>
                <a:ext cx="8320901" cy="3615678"/>
              </a:xfrm>
              <a:prstGeom prst="rect">
                <a:avLst/>
              </a:prstGeom>
              <a:blipFill>
                <a:blip r:embed="rId4"/>
                <a:stretch>
                  <a:fillRect t="-1012" r="-659"/>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TextBox 3">
            <a:extLst>
              <a:ext uri="{FF2B5EF4-FFF2-40B4-BE49-F238E27FC236}">
                <a16:creationId xmlns:a16="http://schemas.microsoft.com/office/drawing/2014/main" id="{DB6DECED-7AD4-E113-3881-39A531C02842}"/>
              </a:ext>
            </a:extLst>
          </p:cNvPr>
          <p:cNvSpPr txBox="1"/>
          <p:nvPr/>
        </p:nvSpPr>
        <p:spPr>
          <a:xfrm>
            <a:off x="2123728" y="4797152"/>
            <a:ext cx="5040560" cy="600164"/>
          </a:xfrm>
          <a:prstGeom prst="rect">
            <a:avLst/>
          </a:prstGeom>
          <a:noFill/>
        </p:spPr>
        <p:txBody>
          <a:bodyPr wrap="square" lIns="0" tIns="0" rIns="0" bIns="0" rtlCol="0">
            <a:spAutoFit/>
          </a:bodyPr>
          <a:lstStyle/>
          <a:p>
            <a:pPr algn="ctr"/>
            <a:r>
              <a:rPr lang="ar-EG" sz="1600" dirty="0">
                <a:latin typeface="Sakkal Majalla" panose="02000000000000000000" pitchFamily="2" charset="-78"/>
                <a:cs typeface="Sakkal Majalla" panose="02000000000000000000" pitchFamily="2" charset="-78"/>
              </a:rPr>
              <a:t>‫ إجمالي أيام أو ساعات الغياب على مدار مدة زمنية معينة</a:t>
            </a:r>
            <a:br>
              <a:rPr lang="en-US" sz="2000" dirty="0">
                <a:latin typeface="Sakkal Majalla" panose="02000000000000000000" pitchFamily="2" charset="-78"/>
                <a:cs typeface="Sakkal Majalla" panose="02000000000000000000" pitchFamily="2" charset="-78"/>
              </a:rPr>
            </a:br>
            <a:br>
              <a:rPr lang="en-US" sz="700" dirty="0">
                <a:latin typeface="Sakkal Majalla" panose="02000000000000000000" pitchFamily="2" charset="-78"/>
                <a:cs typeface="Sakkal Majalla" panose="02000000000000000000" pitchFamily="2" charset="-78"/>
              </a:rPr>
            </a:br>
            <a:r>
              <a:rPr lang="ar-EG" sz="1600" dirty="0">
                <a:latin typeface="Sakkal Majalla" panose="02000000000000000000" pitchFamily="2" charset="-78"/>
                <a:cs typeface="Sakkal Majalla" panose="02000000000000000000" pitchFamily="2" charset="-78"/>
              </a:rPr>
              <a:t>إجمالي الأيام أو الساعات المحتملة خلال تلك المدة</a:t>
            </a:r>
            <a:endParaRPr lang="en-US"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59D294E-CF0E-ACC4-7208-B3809FDA018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35044647"/>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5AB36-A00A-B728-F377-909AF3C5FD1F}"/>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902EA27A-3032-723C-6712-66960806B53E}"/>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التقنيات المستخدمة في </a:t>
            </a:r>
            <a:r>
              <a:rPr lang="ar" sz="2200" b="1" dirty="0">
                <a:effectLst/>
              </a:rPr>
              <a:t>تخطيط</a:t>
            </a:r>
            <a:br>
              <a:rPr lang="en-GB" altLang="en-US" sz="2200" b="1" dirty="0"/>
            </a:br>
            <a:r>
              <a:rPr lang="ar" sz="2200" b="1" dirty="0"/>
              <a:t> </a:t>
            </a:r>
            <a:r>
              <a:rPr lang="en" sz="2200" b="1" dirty="0"/>
              <a:t>الموارد البشرية
</a:t>
            </a:r>
            <a:endParaRPr lang="en-GB" altLang="en-US" sz="2200" b="1" dirty="0"/>
          </a:p>
        </p:txBody>
      </p:sp>
      <p:sp>
        <p:nvSpPr>
          <p:cNvPr id="7" name="TextBox 6">
            <a:extLst>
              <a:ext uri="{FF2B5EF4-FFF2-40B4-BE49-F238E27FC236}">
                <a16:creationId xmlns:a16="http://schemas.microsoft.com/office/drawing/2014/main" id="{BA0D656B-F9F6-C9E4-E5F5-9DE5B9D9B4E0}"/>
              </a:ext>
            </a:extLst>
          </p:cNvPr>
          <p:cNvSpPr txBox="1"/>
          <p:nvPr/>
        </p:nvSpPr>
        <p:spPr>
          <a:xfrm>
            <a:off x="292339" y="1948770"/>
            <a:ext cx="8352092" cy="400110"/>
          </a:xfrm>
          <a:prstGeom prst="rect">
            <a:avLst/>
          </a:prstGeom>
          <a:solidFill>
            <a:schemeClr val="accent6">
              <a:lumMod val="20000"/>
              <a:lumOff val="80000"/>
            </a:schemeClr>
          </a:solidFill>
        </p:spPr>
        <p:txBody>
          <a:bodyPr wrap="square" rtlCol="1">
            <a:spAutoFit/>
          </a:bodyPr>
          <a:lstStyle/>
          <a:p>
            <a:pPr algn="ctr" rtl="1" fontAlgn="ctr"/>
            <a:r>
              <a:rPr lang="ar" sz="2000" b="1" dirty="0">
                <a:latin typeface="Sakkal Majalla" panose="02000000000000000000" pitchFamily="2" charset="-78"/>
                <a:cs typeface="Sakkal Majalla" panose="02000000000000000000" pitchFamily="2" charset="-78"/>
              </a:rPr>
              <a:t>ما التقنيات التي </a:t>
            </a:r>
            <a:r>
              <a:rPr lang="ar" sz="2000" b="1" dirty="0">
                <a:effectLst/>
                <a:latin typeface="Sakkal Majalla" panose="02000000000000000000" pitchFamily="2" charset="-78"/>
                <a:cs typeface="Sakkal Majalla" panose="02000000000000000000" pitchFamily="2" charset="-78"/>
              </a:rPr>
              <a:t>يمكن أن تستخدمها الموارد البشرية لتلبية متطلبات المهارات؟</a:t>
            </a:r>
          </a:p>
        </p:txBody>
      </p:sp>
      <p:sp>
        <p:nvSpPr>
          <p:cNvPr id="8" name="Content Placeholder 3">
            <a:extLst>
              <a:ext uri="{FF2B5EF4-FFF2-40B4-BE49-F238E27FC236}">
                <a16:creationId xmlns:a16="http://schemas.microsoft.com/office/drawing/2014/main" id="{D8805291-5024-A54C-1198-2FC55168EA46}"/>
              </a:ext>
            </a:extLst>
          </p:cNvPr>
          <p:cNvSpPr txBox="1">
            <a:spLocks noChangeArrowheads="1"/>
          </p:cNvSpPr>
          <p:nvPr/>
        </p:nvSpPr>
        <p:spPr bwMode="auto">
          <a:xfrm>
            <a:off x="3419872" y="2563163"/>
            <a:ext cx="5224559" cy="3818166"/>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000" dirty="0">
                <a:latin typeface="Sakkal Majalla" panose="02000000000000000000" pitchFamily="2" charset="-78"/>
                <a:cs typeface="Sakkal Majalla" panose="02000000000000000000" pitchFamily="2" charset="-78"/>
              </a:rPr>
              <a:t>التوظيف لملء فجوة المهارات</a:t>
            </a:r>
          </a:p>
          <a:p>
            <a:pPr rtl="1"/>
            <a:r>
              <a:rPr lang="ar" sz="2000" dirty="0">
                <a:latin typeface="Sakkal Majalla" panose="02000000000000000000" pitchFamily="2" charset="-78"/>
                <a:cs typeface="Sakkal Majalla" panose="02000000000000000000" pitchFamily="2" charset="-78"/>
              </a:rPr>
              <a:t>التدريب على تحسين المهارات - تعليم مهارات إضافية أو تعزيز المهارات الحالية</a:t>
            </a:r>
          </a:p>
          <a:p>
            <a:pPr rtl="1"/>
            <a:r>
              <a:rPr lang="ar" sz="2000" dirty="0">
                <a:latin typeface="Sakkal Majalla" panose="02000000000000000000" pitchFamily="2" charset="-78"/>
                <a:cs typeface="Sakkal Majalla" panose="02000000000000000000" pitchFamily="2" charset="-78"/>
              </a:rPr>
              <a:t>اكتساب مهارات جديدة - تعلم مهارات جديدة تمامًا.</a:t>
            </a:r>
          </a:p>
          <a:p>
            <a:pPr rtl="1"/>
            <a:r>
              <a:rPr lang="ar" sz="2000" dirty="0">
                <a:latin typeface="Sakkal Majalla" panose="02000000000000000000" pitchFamily="2" charset="-78"/>
                <a:cs typeface="Sakkal Majalla" panose="02000000000000000000" pitchFamily="2" charset="-78"/>
              </a:rPr>
              <a:t>الاستعانة بمصادر خارجية - استخدام المهارات من خارج المؤسسة</a:t>
            </a:r>
          </a:p>
          <a:p>
            <a:pPr rtl="1"/>
            <a:r>
              <a:rPr lang="ar" sz="2000" dirty="0">
                <a:latin typeface="Sakkal Majalla" panose="02000000000000000000" pitchFamily="2" charset="-78"/>
                <a:cs typeface="Sakkal Majalla" panose="02000000000000000000" pitchFamily="2" charset="-78"/>
              </a:rPr>
              <a:t>تغيير الأدوار الوظيفية - تعيين الشخص المناسب في الوظيفة المناسبة </a:t>
            </a:r>
          </a:p>
          <a:p>
            <a:pPr rtl="1"/>
            <a:r>
              <a:rPr lang="ar" sz="2000" dirty="0">
                <a:latin typeface="Sakkal Majalla" panose="02000000000000000000" pitchFamily="2" charset="-78"/>
                <a:cs typeface="Sakkal Majalla" panose="02000000000000000000" pitchFamily="2" charset="-78"/>
              </a:rPr>
              <a:t>إعادة الهيكلة - تغيير الطريقة التي تعمل بها المؤسسة لتحسينها - يمكن أن يعني هذا إعادة توجيه القوى العاملة إلى الأقسام التي تكون المهارات مطلوبة فيها.</a:t>
            </a:r>
          </a:p>
          <a:p>
            <a:pPr rtl="1"/>
            <a:endParaRPr lang="en-GB" sz="1600" dirty="0">
              <a:latin typeface="Sakkal Majalla" panose="02000000000000000000" pitchFamily="2" charset="-78"/>
              <a:cs typeface="Sakkal Majalla" panose="02000000000000000000" pitchFamily="2" charset="-78"/>
            </a:endParaRPr>
          </a:p>
          <a:p>
            <a:pPr marL="0" indent="0" rtl="1">
              <a:buNone/>
            </a:pPr>
            <a:endParaRPr lang="en-GB" sz="160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grpSp>
        <p:nvGrpSpPr>
          <p:cNvPr id="3" name="Group 2">
            <a:extLst>
              <a:ext uri="{FF2B5EF4-FFF2-40B4-BE49-F238E27FC236}">
                <a16:creationId xmlns:a16="http://schemas.microsoft.com/office/drawing/2014/main" id="{F7AA4B07-AA5D-ED47-5880-8CE3EEF041B7}"/>
              </a:ext>
            </a:extLst>
          </p:cNvPr>
          <p:cNvGrpSpPr/>
          <p:nvPr/>
        </p:nvGrpSpPr>
        <p:grpSpPr>
          <a:xfrm>
            <a:off x="342641" y="3284984"/>
            <a:ext cx="2807255" cy="2016224"/>
            <a:chOff x="-2463" y="353532"/>
            <a:chExt cx="2567267" cy="1538882"/>
          </a:xfrm>
        </p:grpSpPr>
        <p:sp>
          <p:nvSpPr>
            <p:cNvPr id="4" name="Rectangle 3">
              <a:extLst>
                <a:ext uri="{FF2B5EF4-FFF2-40B4-BE49-F238E27FC236}">
                  <a16:creationId xmlns:a16="http://schemas.microsoft.com/office/drawing/2014/main" id="{0934A5D7-B0E6-8A0F-1714-F2C00F3185B8}"/>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5" name="TextBox 4">
              <a:extLst>
                <a:ext uri="{FF2B5EF4-FFF2-40B4-BE49-F238E27FC236}">
                  <a16:creationId xmlns:a16="http://schemas.microsoft.com/office/drawing/2014/main" id="{D6B77842-E16B-E33F-0B15-E301B522303E}"/>
                </a:ext>
              </a:extLst>
            </p:cNvPr>
            <p:cNvSpPr txBox="1"/>
            <p:nvPr/>
          </p:nvSpPr>
          <p:spPr>
            <a:xfrm>
              <a:off x="-2463" y="353532"/>
              <a:ext cx="2564804" cy="1504384"/>
            </a:xfrm>
            <a:prstGeom prst="rect">
              <a:avLst/>
            </a:prstGeom>
            <a:gradFill>
              <a:gsLst>
                <a:gs pos="0">
                  <a:schemeClr val="accent6">
                    <a:lumMod val="20000"/>
                    <a:lumOff val="80000"/>
                  </a:schemeClr>
                </a:gs>
                <a:gs pos="86000">
                  <a:schemeClr val="accent5"/>
                </a:gs>
                <a:gs pos="100000">
                  <a:schemeClr val="accent5"/>
                </a:gs>
              </a:gsLst>
              <a:lin ang="2700000" scaled="1"/>
            </a:gra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i="0" u="none" strike="noStrike" dirty="0">
                  <a:solidFill>
                    <a:schemeClr val="accent6"/>
                  </a:solidFill>
                  <a:effectLst/>
                  <a:latin typeface="Sakkal Majalla" panose="02000000000000000000" pitchFamily="2" charset="-78"/>
                  <a:cs typeface="Sakkal Majalla" panose="02000000000000000000" pitchFamily="2" charset="-78"/>
                </a:rPr>
                <a:t>متى قد يتعين عليك تحسين المهارات خلال حياتك العملية؟</a:t>
              </a:r>
            </a:p>
            <a:p>
              <a:pPr marL="285750" indent="-285750" rtl="1">
                <a:buFont typeface="Arial" panose="020B0604020202020204" pitchFamily="34" charset="0"/>
                <a:buChar char="•"/>
              </a:pPr>
              <a:r>
                <a:rPr lang="ar" sz="2000" dirty="0">
                  <a:solidFill>
                    <a:schemeClr val="accent6"/>
                  </a:solidFill>
                  <a:latin typeface="Sakkal Majalla" panose="02000000000000000000" pitchFamily="2" charset="-78"/>
                  <a:cs typeface="Sakkal Majalla" panose="02000000000000000000" pitchFamily="2" charset="-78"/>
                </a:rPr>
                <a:t>ما نوع المؤسسات التي من المحتمل أن تستخدم مهارة الاستعانة بمصادر خارجية؟</a:t>
              </a:r>
              <a:endParaRPr lang="en-GB" sz="2000" i="0" u="none" strike="noStrike" dirty="0">
                <a:solidFill>
                  <a:schemeClr val="accent6"/>
                </a:solidFill>
                <a:effectLst/>
                <a:latin typeface="Sakkal Majalla" panose="02000000000000000000" pitchFamily="2" charset="-78"/>
                <a:cs typeface="Sakkal Majalla" panose="02000000000000000000" pitchFamily="2" charset="-78"/>
              </a:endParaRPr>
            </a:p>
          </p:txBody>
        </p:sp>
      </p:grpSp>
      <p:sp>
        <p:nvSpPr>
          <p:cNvPr id="2" name="Footer Placeholder 2">
            <a:extLst>
              <a:ext uri="{FF2B5EF4-FFF2-40B4-BE49-F238E27FC236}">
                <a16:creationId xmlns:a16="http://schemas.microsoft.com/office/drawing/2014/main" id="{F65C3C2F-7F48-94A3-A09E-5E1E1475449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4001976503"/>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48AA-D9AC-276D-A443-FD47280603E3}"/>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B92DE5A3-66C5-F0AD-EA4D-E8363A411A11}"/>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a:t>
            </a:r>
            <a:r>
              <a:rPr lang="ar" sz="2200" b="1" dirty="0">
                <a:effectLst/>
              </a:rPr>
              <a:t>التدريب التعريفي</a:t>
            </a:r>
            <a:br>
              <a:rPr lang="en-GB" altLang="en-US" sz="2200" b="1" dirty="0"/>
            </a:br>
            <a:endParaRPr lang="en-GB" altLang="en-US" sz="2200" b="1" dirty="0"/>
          </a:p>
        </p:txBody>
      </p:sp>
      <p:sp>
        <p:nvSpPr>
          <p:cNvPr id="7" name="TextBox 6">
            <a:extLst>
              <a:ext uri="{FF2B5EF4-FFF2-40B4-BE49-F238E27FC236}">
                <a16:creationId xmlns:a16="http://schemas.microsoft.com/office/drawing/2014/main" id="{971A31DF-6A2E-BB1A-5CCC-12E1D024F1E9}"/>
              </a:ext>
            </a:extLst>
          </p:cNvPr>
          <p:cNvSpPr txBox="1"/>
          <p:nvPr/>
        </p:nvSpPr>
        <p:spPr>
          <a:xfrm>
            <a:off x="292339" y="1658643"/>
            <a:ext cx="8352092" cy="400110"/>
          </a:xfrm>
          <a:prstGeom prst="rect">
            <a:avLst/>
          </a:prstGeom>
          <a:solidFill>
            <a:schemeClr val="accent6">
              <a:lumMod val="20000"/>
              <a:lumOff val="80000"/>
            </a:schemeClr>
          </a:solidFill>
        </p:spPr>
        <p:txBody>
          <a:bodyPr wrap="square" rtlCol="1">
            <a:spAutoFit/>
          </a:bodyPr>
          <a:lstStyle/>
          <a:p>
            <a:pPr marL="0" indent="0" algn="ctr" rtl="1">
              <a:buNone/>
            </a:pPr>
            <a:r>
              <a:rPr lang="ar" sz="2000" dirty="0">
                <a:latin typeface="Sakkal Majalla" panose="02000000000000000000" pitchFamily="2" charset="-78"/>
                <a:cs typeface="Sakkal Majalla" panose="02000000000000000000" pitchFamily="2" charset="-78"/>
              </a:rPr>
              <a:t>يساعد </a:t>
            </a:r>
            <a:r>
              <a:rPr lang="ar" sz="2000" b="1" dirty="0">
                <a:latin typeface="Sakkal Majalla" panose="02000000000000000000" pitchFamily="2" charset="-78"/>
                <a:cs typeface="Sakkal Majalla" panose="02000000000000000000" pitchFamily="2" charset="-78"/>
              </a:rPr>
              <a:t>التدريب التعريفي</a:t>
            </a:r>
            <a:r>
              <a:rPr lang="ar" sz="2000" dirty="0">
                <a:latin typeface="Sakkal Majalla" panose="02000000000000000000" pitchFamily="2" charset="-78"/>
                <a:cs typeface="Sakkal Majalla" panose="02000000000000000000" pitchFamily="2" charset="-78"/>
              </a:rPr>
              <a:t> الموظفين على تعرف الأعمال التجارية وما يتطلب دورهم للقيام به</a:t>
            </a:r>
          </a:p>
        </p:txBody>
      </p:sp>
      <p:sp>
        <p:nvSpPr>
          <p:cNvPr id="8" name="Content Placeholder 3">
            <a:extLst>
              <a:ext uri="{FF2B5EF4-FFF2-40B4-BE49-F238E27FC236}">
                <a16:creationId xmlns:a16="http://schemas.microsoft.com/office/drawing/2014/main" id="{A77D6322-4757-57FD-B638-8E68FA799AE0}"/>
              </a:ext>
            </a:extLst>
          </p:cNvPr>
          <p:cNvSpPr txBox="1">
            <a:spLocks noChangeArrowheads="1"/>
          </p:cNvSpPr>
          <p:nvPr/>
        </p:nvSpPr>
        <p:spPr bwMode="auto">
          <a:xfrm>
            <a:off x="323528" y="2204864"/>
            <a:ext cx="8320903" cy="186413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000" dirty="0">
                <a:latin typeface="Sakkal Majalla" panose="02000000000000000000" pitchFamily="2" charset="-78"/>
                <a:cs typeface="Sakkal Majalla" panose="02000000000000000000" pitchFamily="2" charset="-78"/>
              </a:rPr>
              <a:t>يمكن استخدام التدريب التعريفي مع:</a:t>
            </a:r>
          </a:p>
          <a:p>
            <a:pPr rtl="1"/>
            <a:r>
              <a:rPr lang="ar" sz="2000" dirty="0">
                <a:latin typeface="Sakkal Majalla" panose="02000000000000000000" pitchFamily="2" charset="-78"/>
                <a:cs typeface="Sakkal Majalla" panose="02000000000000000000" pitchFamily="2" charset="-78"/>
              </a:rPr>
              <a:t>المتدربون أو الموظفون أصحاب الخبرات العملية</a:t>
            </a:r>
          </a:p>
          <a:p>
            <a:pPr rtl="1"/>
            <a:r>
              <a:rPr lang="ar" sz="2000" dirty="0">
                <a:latin typeface="Sakkal Majalla" panose="02000000000000000000" pitchFamily="2" charset="-78"/>
                <a:cs typeface="Sakkal Majalla" panose="02000000000000000000" pitchFamily="2" charset="-78"/>
              </a:rPr>
              <a:t>الموظفون الداخليون (أولئك الذين ينتقلون من وظيفة إلى أخرى)</a:t>
            </a:r>
          </a:p>
          <a:p>
            <a:pPr rtl="1"/>
            <a:r>
              <a:rPr lang="ar" sz="2000" dirty="0">
                <a:latin typeface="Sakkal Majalla" panose="02000000000000000000" pitchFamily="2" charset="-78"/>
                <a:cs typeface="Sakkal Majalla" panose="02000000000000000000" pitchFamily="2" charset="-78"/>
              </a:rPr>
              <a:t>الموظفون المنتدبون إلى فريق آخر أو صاحب عمل آخر لمدة محددة</a:t>
            </a:r>
            <a:endParaRPr lang="en-GB" sz="20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grpSp>
        <p:nvGrpSpPr>
          <p:cNvPr id="2" name="Group 1">
            <a:extLst>
              <a:ext uri="{FF2B5EF4-FFF2-40B4-BE49-F238E27FC236}">
                <a16:creationId xmlns:a16="http://schemas.microsoft.com/office/drawing/2014/main" id="{66D56FA8-D532-CA7C-E9FF-7185AF3F2368}"/>
              </a:ext>
            </a:extLst>
          </p:cNvPr>
          <p:cNvGrpSpPr/>
          <p:nvPr/>
        </p:nvGrpSpPr>
        <p:grpSpPr>
          <a:xfrm>
            <a:off x="292339" y="4140967"/>
            <a:ext cx="3415566" cy="1987126"/>
            <a:chOff x="-2463" y="353532"/>
            <a:chExt cx="2567267" cy="1538882"/>
          </a:xfrm>
        </p:grpSpPr>
        <p:sp>
          <p:nvSpPr>
            <p:cNvPr id="3" name="Rectangle 2">
              <a:extLst>
                <a:ext uri="{FF2B5EF4-FFF2-40B4-BE49-F238E27FC236}">
                  <a16:creationId xmlns:a16="http://schemas.microsoft.com/office/drawing/2014/main" id="{BC656B65-F716-F91D-684F-435B1B1E24C1}"/>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4" name="TextBox 3">
              <a:extLst>
                <a:ext uri="{FF2B5EF4-FFF2-40B4-BE49-F238E27FC236}">
                  <a16:creationId xmlns:a16="http://schemas.microsoft.com/office/drawing/2014/main" id="{84D75398-1A61-7836-2D87-8BD2B80F86F3}"/>
                </a:ext>
              </a:extLst>
            </p:cNvPr>
            <p:cNvSpPr txBox="1"/>
            <p:nvPr/>
          </p:nvSpPr>
          <p:spPr>
            <a:xfrm>
              <a:off x="-2463" y="353532"/>
              <a:ext cx="2564804" cy="1504384"/>
            </a:xfrm>
            <a:prstGeom prst="rect">
              <a:avLst/>
            </a:prstGeom>
            <a:gradFill>
              <a:gsLst>
                <a:gs pos="0">
                  <a:schemeClr val="accent6">
                    <a:lumMod val="20000"/>
                    <a:lumOff val="80000"/>
                  </a:schemeClr>
                </a:gs>
                <a:gs pos="86000">
                  <a:schemeClr val="accent5"/>
                </a:gs>
                <a:gs pos="100000">
                  <a:schemeClr val="accent5"/>
                </a:gs>
              </a:gsLst>
              <a:lin ang="2700000" scaled="1"/>
            </a:gra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rtl="1"/>
              <a:r>
                <a:rPr lang="ar" sz="2000" dirty="0">
                  <a:solidFill>
                    <a:srgbClr val="7030A0"/>
                  </a:solidFill>
                  <a:latin typeface="Sakkal Majalla" panose="02000000000000000000" pitchFamily="2" charset="-78"/>
                  <a:cs typeface="Sakkal Majalla" panose="02000000000000000000" pitchFamily="2" charset="-78"/>
                </a:rPr>
                <a:t>عد بفكرك إلى يوم التدريب التعريفي في المدرسة أو الكلية.</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ما الأمر الجيد في ذلك؟</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ما الأمر السيئ في ذلك؟</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كيف يُمكنك تحسينه؟</a:t>
              </a:r>
            </a:p>
          </p:txBody>
        </p:sp>
      </p:grpSp>
      <p:sp>
        <p:nvSpPr>
          <p:cNvPr id="6" name="TextBox 5">
            <a:extLst>
              <a:ext uri="{FF2B5EF4-FFF2-40B4-BE49-F238E27FC236}">
                <a16:creationId xmlns:a16="http://schemas.microsoft.com/office/drawing/2014/main" id="{5DA15E71-D9C8-BE34-912A-0E197E7EA255}"/>
              </a:ext>
            </a:extLst>
          </p:cNvPr>
          <p:cNvSpPr txBox="1"/>
          <p:nvPr/>
        </p:nvSpPr>
        <p:spPr>
          <a:xfrm>
            <a:off x="4072431" y="4140967"/>
            <a:ext cx="4572000" cy="1938992"/>
          </a:xfrm>
          <a:prstGeom prst="rect">
            <a:avLst/>
          </a:prstGeom>
          <a:solidFill>
            <a:schemeClr val="accent5"/>
          </a:solidFill>
        </p:spPr>
        <p:txBody>
          <a:bodyPr wrap="square" rtlCol="1">
            <a:spAutoFit/>
          </a:bodyPr>
          <a:lstStyle/>
          <a:p>
            <a:pPr marL="0" indent="0" rtl="1">
              <a:buNone/>
            </a:pPr>
            <a:r>
              <a:rPr lang="ar" sz="2000" dirty="0">
                <a:latin typeface="Sakkal Majalla" panose="02000000000000000000" pitchFamily="2" charset="-78"/>
                <a:cs typeface="Sakkal Majalla" panose="02000000000000000000" pitchFamily="2" charset="-78"/>
              </a:rPr>
              <a:t>يقضي الموظفون مدة قصيرة من الوقت، على سبيل المثال، في ما يأتي</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تعرف وظيفتهم و/أو المؤسسة</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التجول في المبنى</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تعرف إجراءات الصحة والسلامة </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تعرف حقوقهم والمسؤوليات المنوطة بهم كموظفين.</a:t>
            </a:r>
          </a:p>
        </p:txBody>
      </p:sp>
      <p:sp>
        <p:nvSpPr>
          <p:cNvPr id="5" name="Footer Placeholder 2">
            <a:extLst>
              <a:ext uri="{FF2B5EF4-FFF2-40B4-BE49-F238E27FC236}">
                <a16:creationId xmlns:a16="http://schemas.microsoft.com/office/drawing/2014/main" id="{78C50813-FE49-8D7C-1E70-1065C593AFE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894073765"/>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2E9AA-E4FD-EE8B-1202-25184CFE4BEC}"/>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4F0E53F6-E1DD-EACF-E827-01422D87D1CA}"/>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مقابلات </a:t>
            </a:r>
            <a:r>
              <a:rPr lang="ar" sz="2200" b="1" dirty="0">
                <a:effectLst/>
              </a:rPr>
              <a:t> ترك العمل</a:t>
            </a:r>
            <a:br>
              <a:rPr lang="en-GB" altLang="en-US" sz="2200" b="1" dirty="0"/>
            </a:br>
            <a:endParaRPr lang="en-GB" altLang="en-US" sz="2200" b="1" dirty="0"/>
          </a:p>
        </p:txBody>
      </p:sp>
      <p:sp>
        <p:nvSpPr>
          <p:cNvPr id="11" name="TextBox 10">
            <a:extLst>
              <a:ext uri="{FF2B5EF4-FFF2-40B4-BE49-F238E27FC236}">
                <a16:creationId xmlns:a16="http://schemas.microsoft.com/office/drawing/2014/main" id="{6D43A947-5CD8-A925-54C1-6DA47A7F127E}"/>
              </a:ext>
            </a:extLst>
          </p:cNvPr>
          <p:cNvSpPr txBox="1"/>
          <p:nvPr/>
        </p:nvSpPr>
        <p:spPr>
          <a:xfrm>
            <a:off x="3751206" y="1628800"/>
            <a:ext cx="4926986" cy="707886"/>
          </a:xfrm>
          <a:prstGeom prst="rect">
            <a:avLst/>
          </a:prstGeom>
          <a:solidFill>
            <a:schemeClr val="accent6">
              <a:lumMod val="20000"/>
              <a:lumOff val="80000"/>
            </a:schemeClr>
          </a:solidFill>
        </p:spPr>
        <p:txBody>
          <a:bodyPr wrap="square" rtlCol="1">
            <a:spAutoFit/>
          </a:bodyPr>
          <a:lstStyle/>
          <a:p>
            <a:pPr rtl="1"/>
            <a:r>
              <a:rPr lang="ar" sz="2000" dirty="0">
                <a:effectLst/>
                <a:latin typeface="Sakkal Majalla" panose="02000000000000000000" pitchFamily="2" charset="-78"/>
                <a:cs typeface="Sakkal Majalla" panose="02000000000000000000" pitchFamily="2" charset="-78"/>
              </a:rPr>
              <a:t>استغلال مقابلات ترك العمل في زيادة معدل الاحتفاظ بالموظفين وتقليل معدل مغادرتهم.</a:t>
            </a:r>
          </a:p>
        </p:txBody>
      </p:sp>
      <p:grpSp>
        <p:nvGrpSpPr>
          <p:cNvPr id="2" name="Group 1">
            <a:extLst>
              <a:ext uri="{FF2B5EF4-FFF2-40B4-BE49-F238E27FC236}">
                <a16:creationId xmlns:a16="http://schemas.microsoft.com/office/drawing/2014/main" id="{95FB389D-7966-AAAC-B5A8-D63729D16271}"/>
              </a:ext>
            </a:extLst>
          </p:cNvPr>
          <p:cNvGrpSpPr/>
          <p:nvPr/>
        </p:nvGrpSpPr>
        <p:grpSpPr>
          <a:xfrm>
            <a:off x="217999" y="4077072"/>
            <a:ext cx="3303598" cy="2016224"/>
            <a:chOff x="-2463" y="353532"/>
            <a:chExt cx="2567267" cy="1538882"/>
          </a:xfrm>
        </p:grpSpPr>
        <p:sp>
          <p:nvSpPr>
            <p:cNvPr id="3" name="Rectangle 2">
              <a:extLst>
                <a:ext uri="{FF2B5EF4-FFF2-40B4-BE49-F238E27FC236}">
                  <a16:creationId xmlns:a16="http://schemas.microsoft.com/office/drawing/2014/main" id="{F62AA79B-58DC-BEB1-8827-5C8E538FBDAD}"/>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4" name="TextBox 3">
              <a:extLst>
                <a:ext uri="{FF2B5EF4-FFF2-40B4-BE49-F238E27FC236}">
                  <a16:creationId xmlns:a16="http://schemas.microsoft.com/office/drawing/2014/main" id="{24C1E4E9-2E58-34E0-FB63-2486B413EFFB}"/>
                </a:ext>
              </a:extLst>
            </p:cNvPr>
            <p:cNvSpPr txBox="1"/>
            <p:nvPr/>
          </p:nvSpPr>
          <p:spPr>
            <a:xfrm>
              <a:off x="-2463" y="353532"/>
              <a:ext cx="2564804" cy="1504384"/>
            </a:xfrm>
            <a:prstGeom prst="rect">
              <a:avLst/>
            </a:prstGeom>
            <a:gradFill>
              <a:gsLst>
                <a:gs pos="0">
                  <a:schemeClr val="accent6">
                    <a:lumMod val="20000"/>
                    <a:lumOff val="80000"/>
                  </a:schemeClr>
                </a:gs>
                <a:gs pos="86000">
                  <a:schemeClr val="accent5"/>
                </a:gs>
                <a:gs pos="100000">
                  <a:schemeClr val="accent5"/>
                </a:gs>
              </a:gsLst>
              <a:lin ang="2700000" scaled="1"/>
            </a:gra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هل سبق لك أن تركت وظيفة؟</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وما سبب ذلك؟</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هل ناقشت أسباب مغادرتك مع مديرك المباشر قبل أن تترك العمل؟</a:t>
              </a:r>
            </a:p>
          </p:txBody>
        </p:sp>
      </p:grpSp>
      <p:sp>
        <p:nvSpPr>
          <p:cNvPr id="6" name="Content Placeholder 3">
            <a:extLst>
              <a:ext uri="{FF2B5EF4-FFF2-40B4-BE49-F238E27FC236}">
                <a16:creationId xmlns:a16="http://schemas.microsoft.com/office/drawing/2014/main" id="{C7022D97-61FE-55E2-A902-FDA3F0CB3D79}"/>
              </a:ext>
            </a:extLst>
          </p:cNvPr>
          <p:cNvSpPr txBox="1">
            <a:spLocks noChangeArrowheads="1"/>
          </p:cNvSpPr>
          <p:nvPr/>
        </p:nvSpPr>
        <p:spPr bwMode="auto">
          <a:xfrm>
            <a:off x="3751206" y="2501696"/>
            <a:ext cx="4924415" cy="359160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fontAlgn="ctr">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ترغب </a:t>
            </a:r>
            <a:r>
              <a:rPr lang="ar" sz="2000" dirty="0">
                <a:latin typeface="Sakkal Majalla" panose="02000000000000000000" pitchFamily="2" charset="-78"/>
                <a:ea typeface="Times New Roman" panose="02020603050405020304" pitchFamily="18" charset="0"/>
                <a:cs typeface="Sakkal Majalla" panose="02000000000000000000" pitchFamily="2" charset="-78"/>
              </a:rPr>
              <a:t>المؤسسات </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في الاحتفاظ بالموظفين وتجنب مغادرتهم - دوران الموظفين.</a:t>
            </a:r>
          </a:p>
          <a:p>
            <a:pPr marL="0" indent="0" rtl="1" fontAlgn="ctr">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 </a:t>
            </a:r>
          </a:p>
          <a:p>
            <a:pPr rtl="1" fontAlgn="ctr"/>
            <a:r>
              <a:rPr lang="ar" sz="2000" dirty="0">
                <a:latin typeface="Sakkal Majalla" panose="02000000000000000000" pitchFamily="2" charset="-78"/>
                <a:ea typeface="Times New Roman" panose="02020603050405020304" pitchFamily="18" charset="0"/>
                <a:cs typeface="Sakkal Majalla" panose="02000000000000000000" pitchFamily="2" charset="-78"/>
              </a:rPr>
              <a:t>تُستخدم </a:t>
            </a:r>
            <a:r>
              <a:rPr lang="ar" sz="2000" b="1" dirty="0">
                <a:latin typeface="Sakkal Majalla" panose="02000000000000000000" pitchFamily="2" charset="-78"/>
                <a:ea typeface="Times New Roman" panose="02020603050405020304" pitchFamily="18" charset="0"/>
                <a:cs typeface="Sakkal Majalla" panose="02000000000000000000" pitchFamily="2" charset="-78"/>
              </a:rPr>
              <a:t>مقابلات ترك العمل</a:t>
            </a:r>
            <a:r>
              <a:rPr lang="ar" sz="2000" dirty="0">
                <a:latin typeface="Sakkal Majalla" panose="02000000000000000000" pitchFamily="2" charset="-78"/>
                <a:ea typeface="Times New Roman" panose="02020603050405020304" pitchFamily="18" charset="0"/>
                <a:cs typeface="Sakkal Majalla" panose="02000000000000000000" pitchFamily="2" charset="-78"/>
              </a:rPr>
              <a:t> </a:t>
            </a: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لمعرفة أسباب مغادرة الموظفين. </a:t>
            </a:r>
          </a:p>
          <a:p>
            <a:pPr rtl="1" fontAlgn="ct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تُجرى هذه المقابلة قبل أن يغادر الموظف العمل. </a:t>
            </a:r>
          </a:p>
          <a:p>
            <a:pPr rtl="1" fontAlgn="ct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يُطلب منه شرح أسباب المغادرة - على سبيل المثال وجود مشكلات مع زملائه أو بسبب الأجر أو الترقية. </a:t>
            </a:r>
          </a:p>
          <a:p>
            <a:pPr rtl="1" fontAlgn="ct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يمكن بعد ذلك التحقيق في هذه المشكلات ومعالجتها من جانب المؤسسة.</a:t>
            </a:r>
            <a:endParaRPr lang="en-GB" sz="20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pic>
        <p:nvPicPr>
          <p:cNvPr id="7" name="Picture 6" descr="A person and person sitting at a table with a computer&#10;&#10;Description automatically generated">
            <a:extLst>
              <a:ext uri="{FF2B5EF4-FFF2-40B4-BE49-F238E27FC236}">
                <a16:creationId xmlns:a16="http://schemas.microsoft.com/office/drawing/2014/main" id="{D9C4C228-9733-5558-C38C-6FE896DF819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8" y="1540768"/>
            <a:ext cx="3070872" cy="2480320"/>
          </a:xfrm>
          <a:prstGeom prst="rect">
            <a:avLst/>
          </a:prstGeom>
        </p:spPr>
      </p:pic>
      <p:sp>
        <p:nvSpPr>
          <p:cNvPr id="5" name="Footer Placeholder 2">
            <a:extLst>
              <a:ext uri="{FF2B5EF4-FFF2-40B4-BE49-F238E27FC236}">
                <a16:creationId xmlns:a16="http://schemas.microsoft.com/office/drawing/2014/main" id="{3B192C53-DFE5-EB9B-3788-AB0BC12D9CC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304463549"/>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93C5-F8B8-4B12-00AF-320A93EBD3B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E634B731-EA4C-8C0D-9CAE-FDC17A41C37B}"/>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a:t>
            </a:r>
            <a:r>
              <a:rPr lang="ar" sz="2200" b="1" dirty="0">
                <a:effectLst/>
              </a:rPr>
              <a:t>مراجعة فعالية ممارسات الموارد البشرية</a:t>
            </a:r>
            <a:br>
              <a:rPr lang="en-GB" altLang="en-US" sz="2200" b="1" dirty="0"/>
            </a:br>
            <a:endParaRPr lang="en-GB" altLang="en-US" sz="2200" b="1" dirty="0"/>
          </a:p>
        </p:txBody>
      </p:sp>
      <p:sp>
        <p:nvSpPr>
          <p:cNvPr id="8" name="Content Placeholder 3">
            <a:extLst>
              <a:ext uri="{FF2B5EF4-FFF2-40B4-BE49-F238E27FC236}">
                <a16:creationId xmlns:a16="http://schemas.microsoft.com/office/drawing/2014/main" id="{FDE7BA33-18F2-6B5F-0FC2-3AD199A03444}"/>
              </a:ext>
            </a:extLst>
          </p:cNvPr>
          <p:cNvSpPr txBox="1">
            <a:spLocks noChangeArrowheads="1"/>
          </p:cNvSpPr>
          <p:nvPr/>
        </p:nvSpPr>
        <p:spPr bwMode="auto">
          <a:xfrm>
            <a:off x="4592273" y="1650490"/>
            <a:ext cx="4040099" cy="4918818"/>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000" dirty="0">
                <a:effectLst/>
                <a:latin typeface="Sakkal Majalla" panose="02000000000000000000" pitchFamily="2" charset="-78"/>
                <a:cs typeface="Sakkal Majalla" panose="02000000000000000000" pitchFamily="2" charset="-78"/>
              </a:rPr>
              <a:t>ستحرص المؤسسات على مراجعة ممارسات الموارد البشرية بانتظام للتأكد من أنها تعمل بأكثر الطرق كفاءةً. ستراعي الآتي:</a:t>
            </a:r>
          </a:p>
          <a:p>
            <a:pPr rtl="1"/>
            <a:r>
              <a:rPr lang="ar" sz="2000" dirty="0">
                <a:effectLst/>
                <a:latin typeface="Sakkal Majalla" panose="02000000000000000000" pitchFamily="2" charset="-78"/>
                <a:cs typeface="Sakkal Majalla" panose="02000000000000000000" pitchFamily="2" charset="-78"/>
              </a:rPr>
              <a:t>طريقة الإعلان</a:t>
            </a:r>
          </a:p>
          <a:p>
            <a:pPr rtl="1"/>
            <a:r>
              <a:rPr lang="ar" sz="2000" dirty="0">
                <a:effectLst/>
                <a:latin typeface="Sakkal Majalla" panose="02000000000000000000" pitchFamily="2" charset="-78"/>
                <a:cs typeface="Sakkal Majalla" panose="02000000000000000000" pitchFamily="2" charset="-78"/>
              </a:rPr>
              <a:t>مراجعة عدد المرشحين الذين يتقدمون للحصول على وظيفة</a:t>
            </a:r>
          </a:p>
          <a:p>
            <a:pPr rtl="1"/>
            <a:r>
              <a:rPr lang="ar" sz="2000" dirty="0">
                <a:effectLst/>
                <a:latin typeface="Sakkal Majalla" panose="02000000000000000000" pitchFamily="2" charset="-78"/>
                <a:cs typeface="Sakkal Majalla" panose="02000000000000000000" pitchFamily="2" charset="-78"/>
              </a:rPr>
              <a:t>مراجعة الإجراءات التي يجري تنفيذها بعد مقابلة ترك العمل. </a:t>
            </a:r>
            <a:endParaRPr lang="en-GB" sz="2000" dirty="0">
              <a:latin typeface="Sakkal Majalla" panose="02000000000000000000" pitchFamily="2" charset="-78"/>
              <a:cs typeface="Sakkal Majalla" panose="02000000000000000000" pitchFamily="2" charset="-78"/>
            </a:endParaRPr>
          </a:p>
          <a:p>
            <a:pPr marL="0" indent="0" rtl="1">
              <a:buNone/>
            </a:pPr>
            <a:endParaRPr lang="en-GB" sz="1800" dirty="0">
              <a:effectLst/>
              <a:latin typeface="Sakkal Majalla" panose="02000000000000000000" pitchFamily="2" charset="-78"/>
              <a:cs typeface="Sakkal Majalla" panose="02000000000000000000" pitchFamily="2" charset="-78"/>
            </a:endParaRPr>
          </a:p>
          <a:p>
            <a:pPr marL="0" indent="0" rtl="1">
              <a:buNone/>
            </a:pPr>
            <a:r>
              <a:rPr lang="ar" sz="2000" dirty="0">
                <a:effectLst/>
                <a:latin typeface="Sakkal Majalla" panose="02000000000000000000" pitchFamily="2" charset="-78"/>
                <a:cs typeface="Sakkal Majalla" panose="02000000000000000000" pitchFamily="2" charset="-78"/>
              </a:rPr>
              <a:t>قد تجري المؤسسة الآتي:</a:t>
            </a:r>
          </a:p>
          <a:p>
            <a:pPr rtl="1"/>
            <a:r>
              <a:rPr lang="ar" sz="2000" dirty="0">
                <a:latin typeface="Sakkal Majalla" panose="02000000000000000000" pitchFamily="2" charset="-78"/>
                <a:cs typeface="Sakkal Majalla" panose="02000000000000000000" pitchFamily="2" charset="-78"/>
              </a:rPr>
              <a:t>استطلاعات </a:t>
            </a:r>
            <a:r>
              <a:rPr lang="ar" sz="2000" dirty="0">
                <a:effectLst/>
                <a:latin typeface="Sakkal Majalla" panose="02000000000000000000" pitchFamily="2" charset="-78"/>
                <a:cs typeface="Sakkal Majalla" panose="02000000000000000000" pitchFamily="2" charset="-78"/>
              </a:rPr>
              <a:t>الموظفين الإلكترونية التي تسأل عن مستويات التحفيز</a:t>
            </a:r>
          </a:p>
          <a:p>
            <a:pPr rtl="1"/>
            <a:r>
              <a:rPr lang="ar" sz="2000" dirty="0">
                <a:latin typeface="Sakkal Majalla" panose="02000000000000000000" pitchFamily="2" charset="-78"/>
                <a:cs typeface="Sakkal Majalla" panose="02000000000000000000" pitchFamily="2" charset="-78"/>
              </a:rPr>
              <a:t>الاستبيانات أو بطاقات التعليقات التي </a:t>
            </a:r>
            <a:r>
              <a:rPr lang="ar" sz="2000" dirty="0">
                <a:effectLst/>
                <a:latin typeface="Sakkal Majalla" panose="02000000000000000000" pitchFamily="2" charset="-78"/>
                <a:cs typeface="Sakkal Majalla" panose="02000000000000000000" pitchFamily="2" charset="-78"/>
              </a:rPr>
              <a:t>تطلب تقديم اقتراحات من أجل التحسين المستقبلي</a:t>
            </a:r>
            <a:endParaRPr lang="en-GB" sz="2000" dirty="0">
              <a:latin typeface="Sakkal Majalla" panose="02000000000000000000" pitchFamily="2" charset="-78"/>
              <a:cs typeface="Sakkal Majalla" panose="02000000000000000000" pitchFamily="2" charset="-78"/>
            </a:endParaRPr>
          </a:p>
          <a:p>
            <a:pPr marL="0" indent="0" rtl="1">
              <a:buNone/>
            </a:pPr>
            <a:endParaRPr lang="en-GB" sz="180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8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sz="1800" kern="0" dirty="0">
              <a:solidFill>
                <a:srgbClr val="FF0000"/>
              </a:solidFill>
              <a:latin typeface="Sakkal Majalla" panose="02000000000000000000" pitchFamily="2" charset="-78"/>
              <a:cs typeface="Sakkal Majalla" panose="02000000000000000000" pitchFamily="2" charset="-78"/>
            </a:endParaRPr>
          </a:p>
        </p:txBody>
      </p:sp>
      <p:grpSp>
        <p:nvGrpSpPr>
          <p:cNvPr id="2" name="Group 1">
            <a:extLst>
              <a:ext uri="{FF2B5EF4-FFF2-40B4-BE49-F238E27FC236}">
                <a16:creationId xmlns:a16="http://schemas.microsoft.com/office/drawing/2014/main" id="{B8D7C186-F1C2-90F8-8922-59AE84B672EF}"/>
              </a:ext>
            </a:extLst>
          </p:cNvPr>
          <p:cNvGrpSpPr/>
          <p:nvPr/>
        </p:nvGrpSpPr>
        <p:grpSpPr>
          <a:xfrm>
            <a:off x="323528" y="5637918"/>
            <a:ext cx="4040099" cy="906696"/>
            <a:chOff x="-2463" y="353532"/>
            <a:chExt cx="2567267" cy="1538882"/>
          </a:xfrm>
        </p:grpSpPr>
        <p:sp>
          <p:nvSpPr>
            <p:cNvPr id="3" name="Rectangle 2">
              <a:extLst>
                <a:ext uri="{FF2B5EF4-FFF2-40B4-BE49-F238E27FC236}">
                  <a16:creationId xmlns:a16="http://schemas.microsoft.com/office/drawing/2014/main" id="{7EAF24A8-7DFA-47B5-B5E8-D7CB74078759}"/>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4" name="TextBox 3">
              <a:extLst>
                <a:ext uri="{FF2B5EF4-FFF2-40B4-BE49-F238E27FC236}">
                  <a16:creationId xmlns:a16="http://schemas.microsoft.com/office/drawing/2014/main" id="{3D51C1CF-B319-17F5-2B4B-96AFBE1261FC}"/>
                </a:ext>
              </a:extLst>
            </p:cNvPr>
            <p:cNvSpPr txBox="1"/>
            <p:nvPr/>
          </p:nvSpPr>
          <p:spPr>
            <a:xfrm>
              <a:off x="-2463" y="353532"/>
              <a:ext cx="2564804" cy="1504384"/>
            </a:xfrm>
            <a:prstGeom prst="rect">
              <a:avLst/>
            </a:prstGeom>
            <a:gradFill>
              <a:gsLst>
                <a:gs pos="0">
                  <a:schemeClr val="accent6">
                    <a:lumMod val="20000"/>
                    <a:lumOff val="80000"/>
                  </a:schemeClr>
                </a:gs>
                <a:gs pos="86000">
                  <a:schemeClr val="accent5"/>
                </a:gs>
                <a:gs pos="100000">
                  <a:schemeClr val="accent5"/>
                </a:gs>
              </a:gsLst>
              <a:lin ang="2700000" scaled="1"/>
            </a:gra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لماذا قد تهتم المؤسسة بتحفيز الموظفين؟ </a:t>
              </a:r>
            </a:p>
          </p:txBody>
        </p:sp>
      </p:grpSp>
      <p:pic>
        <p:nvPicPr>
          <p:cNvPr id="7" name="Picture 6" descr="A computer with a magnifying glass and clipboard&#10;&#10;Description automatically generated">
            <a:extLst>
              <a:ext uri="{FF2B5EF4-FFF2-40B4-BE49-F238E27FC236}">
                <a16:creationId xmlns:a16="http://schemas.microsoft.com/office/drawing/2014/main" id="{4D322A51-2CBB-DAC6-974C-A69A7E787C8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11628" y="2132856"/>
            <a:ext cx="3600400" cy="3000333"/>
          </a:xfrm>
          <a:prstGeom prst="rect">
            <a:avLst/>
          </a:prstGeom>
        </p:spPr>
      </p:pic>
      <p:sp>
        <p:nvSpPr>
          <p:cNvPr id="5" name="Footer Placeholder 2">
            <a:extLst>
              <a:ext uri="{FF2B5EF4-FFF2-40B4-BE49-F238E27FC236}">
                <a16:creationId xmlns:a16="http://schemas.microsoft.com/office/drawing/2014/main" id="{34A5795B-43EF-0BB2-18EC-5272B1389F2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737054509"/>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2C30-80D8-A1E1-3E1D-3ABCF711CD4E}"/>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EA721DC3-FB1F-FF93-2B75-37E21D91ED31}"/>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FAE45F43-5513-6BEB-2253-6A6959ED5847}"/>
              </a:ext>
            </a:extLst>
          </p:cNvPr>
          <p:cNvSpPr>
            <a:spLocks noChangeArrowheads="1"/>
          </p:cNvSpPr>
          <p:nvPr/>
        </p:nvSpPr>
        <p:spPr bwMode="auto">
          <a:xfrm>
            <a:off x="539750" y="2493962"/>
            <a:ext cx="7991475" cy="2447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lgn="ctr" rtl="1"/>
            <a:r>
              <a:rPr lang="ar" sz="3800" dirty="0">
                <a:latin typeface="Sakkal Majalla" panose="02000000000000000000" pitchFamily="2" charset="-78"/>
                <a:cs typeface="Sakkal Majalla" panose="02000000000000000000" pitchFamily="2" charset="-78"/>
              </a:rPr>
              <a:t>دراسة طرق إدارة أداء الموظفين وكيفية تأثير التحفيز في أداء الأعمال</a:t>
            </a:r>
          </a:p>
          <a:p>
            <a:pPr algn="ctr" rtl="1"/>
            <a:endParaRPr lang="en-GB"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80874C6-3818-4FD5-C04C-DDE9061384E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2738697380"/>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73998-1AA9-B13D-5474-31B410633665}"/>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781821B-B4F5-2319-2831-B18360788DB8}"/>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dirty="0">
              <a:solidFill>
                <a:schemeClr val="tx2"/>
              </a:solidFill>
              <a:latin typeface="Sakkal Majalla" panose="02000000000000000000" pitchFamily="2" charset="-78"/>
              <a:cs typeface="Sakkal Majalla" panose="02000000000000000000" pitchFamily="2" charset="-78"/>
            </a:endParaRPr>
          </a:p>
        </p:txBody>
      </p:sp>
      <p:graphicFrame>
        <p:nvGraphicFramePr>
          <p:cNvPr id="5" name="Content Placeholder 3">
            <a:extLst>
              <a:ext uri="{FF2B5EF4-FFF2-40B4-BE49-F238E27FC236}">
                <a16:creationId xmlns:a16="http://schemas.microsoft.com/office/drawing/2014/main" id="{99F3D1CC-E35A-51C3-BB56-C9275B996158}"/>
              </a:ext>
            </a:extLst>
          </p:cNvPr>
          <p:cNvGraphicFramePr>
            <a:graphicFrameLocks/>
          </p:cNvGraphicFramePr>
          <p:nvPr>
            <p:extLst>
              <p:ext uri="{D42A27DB-BD31-4B8C-83A1-F6EECF244321}">
                <p14:modId xmlns:p14="http://schemas.microsoft.com/office/powerpoint/2010/main" val="3870668963"/>
              </p:ext>
            </p:extLst>
          </p:nvPr>
        </p:nvGraphicFramePr>
        <p:xfrm>
          <a:off x="622722" y="1772816"/>
          <a:ext cx="4381326" cy="41206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 Placeholder 2">
            <a:extLst>
              <a:ext uri="{FF2B5EF4-FFF2-40B4-BE49-F238E27FC236}">
                <a16:creationId xmlns:a16="http://schemas.microsoft.com/office/drawing/2014/main" id="{22FE1E06-ABC3-56D8-7131-74C942A8B3CB}"/>
              </a:ext>
            </a:extLst>
          </p:cNvPr>
          <p:cNvSpPr>
            <a:spLocks noGrp="1"/>
          </p:cNvSpPr>
          <p:nvPr>
            <p:ph type="body" sz="half" idx="2"/>
          </p:nvPr>
        </p:nvSpPr>
        <p:spPr>
          <a:xfrm>
            <a:off x="5788022" y="1684565"/>
            <a:ext cx="3008313" cy="2248492"/>
          </a:xfrm>
          <a:solidFill>
            <a:schemeClr val="accent5"/>
          </a:solidFill>
        </p:spPr>
        <p:txBody>
          <a:bodyPr rtlCol="1"/>
          <a:lstStyle/>
          <a:p>
            <a:pPr rtl="1"/>
            <a:r>
              <a:rPr lang="ar" sz="1800" dirty="0">
                <a:solidFill>
                  <a:schemeClr val="tx2"/>
                </a:solidFill>
              </a:rPr>
              <a:t>نتاج التعلم ب:</a:t>
            </a:r>
          </a:p>
          <a:p>
            <a:pPr marL="285750" indent="-285750" rtl="1">
              <a:buFont typeface="Arial" panose="020B0604020202020204" pitchFamily="34" charset="0"/>
              <a:buChar char="•"/>
            </a:pPr>
            <a:r>
              <a:rPr lang="ar" sz="1800" dirty="0">
                <a:solidFill>
                  <a:schemeClr val="tx2"/>
                </a:solidFill>
              </a:rPr>
              <a:t>يدرس المبادئ والنظريات الأساسية للتحفيز وكيفية تأثيرها في أداء الأعمال.</a:t>
            </a:r>
          </a:p>
          <a:p>
            <a:pPr marL="285750" indent="-285750" rtl="1">
              <a:buFont typeface="Arial" panose="020B0604020202020204" pitchFamily="34" charset="0"/>
              <a:buChar char="•"/>
            </a:pPr>
            <a:r>
              <a:rPr lang="ar" sz="1800" dirty="0">
                <a:solidFill>
                  <a:schemeClr val="tx2"/>
                </a:solidFill>
              </a:rPr>
              <a:t>يدرس الغرض من تحليل الاحتياجات التدريبية وأنواع التدريب وفعاليته.</a:t>
            </a:r>
          </a:p>
          <a:p>
            <a:pPr marL="285750" indent="-285750" rtl="1">
              <a:buFont typeface="Arial" panose="020B0604020202020204" pitchFamily="34" charset="0"/>
              <a:buChar char="•"/>
            </a:pPr>
            <a:r>
              <a:rPr lang="ar" sz="1800" dirty="0">
                <a:solidFill>
                  <a:schemeClr val="tx2"/>
                </a:solidFill>
              </a:rPr>
              <a:t>يستكشف سمات إدارة أداء الموظفين وأهمية تلبية المعايير المتوقعة.</a:t>
            </a:r>
          </a:p>
          <a:p>
            <a:pPr marL="285750" indent="-285750" rtl="1">
              <a:buFont typeface="Arial" panose="020B0604020202020204" pitchFamily="34" charset="0"/>
              <a:buChar char="•"/>
            </a:pPr>
            <a:endParaRPr lang="en-US" sz="1800" dirty="0">
              <a:solidFill>
                <a:schemeClr val="tx2"/>
              </a:solidFill>
            </a:endParaRPr>
          </a:p>
        </p:txBody>
      </p:sp>
      <p:sp>
        <p:nvSpPr>
          <p:cNvPr id="2" name="Footer Placeholder 2">
            <a:extLst>
              <a:ext uri="{FF2B5EF4-FFF2-40B4-BE49-F238E27FC236}">
                <a16:creationId xmlns:a16="http://schemas.microsoft.com/office/drawing/2014/main" id="{DC1748A9-F872-4CBC-E09A-7B12E78E052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33421041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210B81E8-46DA-1B3E-3457-D30CA4848B9D}"/>
              </a:ext>
            </a:extLst>
          </p:cNvPr>
          <p:cNvSpPr>
            <a:spLocks noGrp="1"/>
          </p:cNvSpPr>
          <p:nvPr>
            <p:ph type="title"/>
          </p:nvPr>
        </p:nvSpPr>
        <p:spPr>
          <a:xfrm>
            <a:off x="457200" y="1195200"/>
            <a:ext cx="8229600" cy="286778"/>
          </a:xfrm>
        </p:spPr>
        <p:txBody>
          <a:bodyPr rtlCol="1"/>
          <a:lstStyle/>
          <a:p>
            <a:pPr rtl="1"/>
            <a:r>
              <a:rPr lang="ar" sz="2200" b="1" kern="1200" dirty="0">
                <a:ea typeface="+mn-ea"/>
              </a:rPr>
              <a:t>ب1 التحفيز في مكان العمل</a:t>
            </a:r>
            <a:endParaRPr lang="en-US" sz="2200" dirty="0"/>
          </a:p>
        </p:txBody>
      </p:sp>
      <p:sp>
        <p:nvSpPr>
          <p:cNvPr id="4" name="TextBox 3">
            <a:extLst>
              <a:ext uri="{FF2B5EF4-FFF2-40B4-BE49-F238E27FC236}">
                <a16:creationId xmlns:a16="http://schemas.microsoft.com/office/drawing/2014/main" id="{BC21C9FA-EABA-FB11-F111-8ECB4CC365D6}"/>
              </a:ext>
            </a:extLst>
          </p:cNvPr>
          <p:cNvSpPr txBox="1"/>
          <p:nvPr/>
        </p:nvSpPr>
        <p:spPr bwMode="auto">
          <a:xfrm>
            <a:off x="323528" y="1628801"/>
            <a:ext cx="4160260" cy="4981314"/>
          </a:xfrm>
          <a:prstGeom prst="rect">
            <a:avLst/>
          </a:prstGeom>
          <a:solidFill>
            <a:schemeClr val="accent5"/>
          </a:solidFill>
          <a:ln>
            <a:noFill/>
          </a:ln>
        </p:spPr>
        <p:txBody>
          <a:bodyPr vert="horz" wrap="square" lIns="91440" tIns="45720" rIns="91440" bIns="45720" numCol="1" rtlCol="1" anchor="t" anchorCtr="0" compatLnSpc="1">
            <a:prstTxWarp prst="textNoShape">
              <a:avLst/>
            </a:prstTxWarp>
            <a:normAutofit/>
          </a:bodyPr>
          <a:lstStyle/>
          <a:p>
            <a:pPr marL="342900" indent="-342900" rtl="1">
              <a:lnSpc>
                <a:spcPct val="110000"/>
              </a:lnSpc>
              <a:spcBef>
                <a:spcPct val="20000"/>
              </a:spcBef>
              <a:buFont typeface="Wingdings" pitchFamily="2" charset="2"/>
              <a:buChar char="§"/>
            </a:pPr>
            <a:r>
              <a:rPr lang="ar" sz="2000" dirty="0">
                <a:effectLst/>
                <a:latin typeface="Sakkal Majalla" panose="02000000000000000000" pitchFamily="2" charset="-78"/>
                <a:cs typeface="Sakkal Majalla" panose="02000000000000000000" pitchFamily="2" charset="-78"/>
              </a:rPr>
              <a:t>لدى الأشخاص مواقف مختلفة تجاه العمل. يمكن تتأثر احتمالية </a:t>
            </a:r>
            <a:r>
              <a:rPr lang="ar" sz="2000" b="1" dirty="0">
                <a:effectLst/>
                <a:latin typeface="Sakkal Majalla" panose="02000000000000000000" pitchFamily="2" charset="-78"/>
                <a:cs typeface="Sakkal Majalla" panose="02000000000000000000" pitchFamily="2" charset="-78"/>
              </a:rPr>
              <a:t>تحفيزهم من عدمها</a:t>
            </a:r>
            <a:r>
              <a:rPr lang="ar" sz="2000" dirty="0">
                <a:effectLst/>
                <a:latin typeface="Sakkal Majalla" panose="02000000000000000000" pitchFamily="2" charset="-78"/>
                <a:cs typeface="Sakkal Majalla" panose="02000000000000000000" pitchFamily="2" charset="-78"/>
              </a:rPr>
              <a:t> بالطريقة التي يشعرون بها أو يُعاملون بها في العمل.</a:t>
            </a:r>
          </a:p>
          <a:p>
            <a:pPr marL="342900" indent="-342900" rtl="1">
              <a:lnSpc>
                <a:spcPct val="110000"/>
              </a:lnSpc>
              <a:spcBef>
                <a:spcPct val="20000"/>
              </a:spcBef>
              <a:buFont typeface="Wingdings" pitchFamily="2" charset="2"/>
              <a:buChar char="§"/>
            </a:pPr>
            <a:endParaRPr lang="en-US" sz="2000" dirty="0">
              <a:latin typeface="Sakkal Majalla" panose="02000000000000000000" pitchFamily="2" charset="-78"/>
              <a:cs typeface="Sakkal Majalla" panose="02000000000000000000" pitchFamily="2" charset="-78"/>
            </a:endParaRPr>
          </a:p>
          <a:p>
            <a:pPr marL="342900" indent="-342900" rtl="1">
              <a:lnSpc>
                <a:spcPct val="110000"/>
              </a:lnSpc>
              <a:spcBef>
                <a:spcPct val="20000"/>
              </a:spcBef>
              <a:buFont typeface="Wingdings" pitchFamily="2" charset="2"/>
              <a:buChar char="§"/>
            </a:pPr>
            <a:r>
              <a:rPr lang="ar" sz="2000" dirty="0">
                <a:effectLst/>
                <a:latin typeface="Sakkal Majalla" panose="02000000000000000000" pitchFamily="2" charset="-78"/>
                <a:cs typeface="Sakkal Majalla" panose="02000000000000000000" pitchFamily="2" charset="-78"/>
              </a:rPr>
              <a:t>إذا كانت مواقف الأشخاص تؤثر في سلوكهم، يجب أن يكون لدى مديري الأعمال القدرة على تحسين أداء موظفيهم من خلال تغيير مواقفهم وتحسين الطريقة التي يعاملونهم بها. </a:t>
            </a:r>
          </a:p>
          <a:p>
            <a:pPr marL="342900" indent="-342900" rtl="1">
              <a:lnSpc>
                <a:spcPct val="110000"/>
              </a:lnSpc>
              <a:spcBef>
                <a:spcPct val="20000"/>
              </a:spcBef>
              <a:buFont typeface="Wingdings" pitchFamily="2" charset="2"/>
              <a:buChar char="§"/>
            </a:pPr>
            <a:endParaRPr lang="en-US" sz="2000" dirty="0">
              <a:latin typeface="Sakkal Majalla" panose="02000000000000000000" pitchFamily="2" charset="-78"/>
              <a:cs typeface="Sakkal Majalla" panose="02000000000000000000" pitchFamily="2" charset="-78"/>
            </a:endParaRPr>
          </a:p>
          <a:p>
            <a:pPr marL="342900" indent="-342900" rtl="1">
              <a:lnSpc>
                <a:spcPct val="110000"/>
              </a:lnSpc>
              <a:spcBef>
                <a:spcPct val="20000"/>
              </a:spcBef>
              <a:buFont typeface="Wingdings" pitchFamily="2" charset="2"/>
              <a:buChar char="§"/>
            </a:pPr>
            <a:r>
              <a:rPr lang="ar" sz="2000" dirty="0">
                <a:effectLst/>
                <a:latin typeface="Sakkal Majalla" panose="02000000000000000000" pitchFamily="2" charset="-78"/>
                <a:cs typeface="Sakkal Majalla" panose="02000000000000000000" pitchFamily="2" charset="-78"/>
              </a:rPr>
              <a:t>يمثل هذا الافتراض الأساس للعديد من النظريات التحفيزية المعروفة.</a:t>
            </a:r>
          </a:p>
        </p:txBody>
      </p:sp>
      <p:grpSp>
        <p:nvGrpSpPr>
          <p:cNvPr id="7" name="Group 6">
            <a:extLst>
              <a:ext uri="{FF2B5EF4-FFF2-40B4-BE49-F238E27FC236}">
                <a16:creationId xmlns:a16="http://schemas.microsoft.com/office/drawing/2014/main" id="{9784A7A8-B900-536C-8EFD-0F32ECABC0CA}"/>
              </a:ext>
            </a:extLst>
          </p:cNvPr>
          <p:cNvGrpSpPr/>
          <p:nvPr/>
        </p:nvGrpSpPr>
        <p:grpSpPr>
          <a:xfrm>
            <a:off x="4660210" y="4089835"/>
            <a:ext cx="4015476" cy="2520280"/>
            <a:chOff x="-2463" y="353532"/>
            <a:chExt cx="2567267" cy="1538882"/>
          </a:xfrm>
        </p:grpSpPr>
        <p:sp>
          <p:nvSpPr>
            <p:cNvPr id="8" name="Rectangle 7">
              <a:extLst>
                <a:ext uri="{FF2B5EF4-FFF2-40B4-BE49-F238E27FC236}">
                  <a16:creationId xmlns:a16="http://schemas.microsoft.com/office/drawing/2014/main" id="{961E8E2A-F408-8A08-75C4-D84943B678EB}"/>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9" name="TextBox 8">
              <a:extLst>
                <a:ext uri="{FF2B5EF4-FFF2-40B4-BE49-F238E27FC236}">
                  <a16:creationId xmlns:a16="http://schemas.microsoft.com/office/drawing/2014/main" id="{2667F9C2-8419-854B-238B-0308E9661BC4}"/>
                </a:ext>
              </a:extLst>
            </p:cNvPr>
            <p:cNvSpPr txBox="1"/>
            <p:nvPr/>
          </p:nvSpPr>
          <p:spPr>
            <a:xfrm>
              <a:off x="-2463" y="353532"/>
              <a:ext cx="2564804" cy="150438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التحفيز هو سبب القيام بكل شيء. ما الذي يحفزني؟</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المال</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أستمتع بالتواجد مع الآخرين</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الشعور بالأهمية</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يكسر الملل</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يُرضي طموحاتي</a:t>
              </a:r>
            </a:p>
          </p:txBody>
        </p:sp>
      </p:grpSp>
      <p:pic>
        <p:nvPicPr>
          <p:cNvPr id="3" name="Picture 2">
            <a:extLst>
              <a:ext uri="{FF2B5EF4-FFF2-40B4-BE49-F238E27FC236}">
                <a16:creationId xmlns:a16="http://schemas.microsoft.com/office/drawing/2014/main" id="{FCC1F4FA-4D1B-F69A-95A2-12736CC1B4C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88794" y="1628800"/>
            <a:ext cx="3671638" cy="2358749"/>
          </a:xfrm>
          <a:prstGeom prst="rect">
            <a:avLst/>
          </a:prstGeom>
        </p:spPr>
      </p:pic>
      <p:sp>
        <p:nvSpPr>
          <p:cNvPr id="2" name="Footer Placeholder 2">
            <a:extLst>
              <a:ext uri="{FF2B5EF4-FFF2-40B4-BE49-F238E27FC236}">
                <a16:creationId xmlns:a16="http://schemas.microsoft.com/office/drawing/2014/main" id="{6906FA1B-84EB-D753-0FE2-658D33FC996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2592860969"/>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E9A72-17BF-9FDC-9505-4ECC1D79F40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3334FE4B-B8F4-1173-5FCF-9381F89C792F}"/>
              </a:ext>
            </a:extLst>
          </p:cNvPr>
          <p:cNvSpPr>
            <a:spLocks noGrp="1" noChangeArrowheads="1"/>
          </p:cNvSpPr>
          <p:nvPr>
            <p:ph type="title"/>
          </p:nvPr>
        </p:nvSpPr>
        <p:spPr bwMode="auto">
          <a:xfrm>
            <a:off x="261950" y="1126332"/>
            <a:ext cx="8640960" cy="4304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 التحفيز في مكان العمل - التسلسل الهرمي لنظرية الحاجة من </a:t>
            </a:r>
            <a:r>
              <a:rPr lang="ar" sz="2200" b="1" dirty="0"/>
              <a:t>ماسلو </a:t>
            </a:r>
            <a:br>
              <a:rPr lang="en-GB" sz="2200" b="1" dirty="0">
                <a:effectLst/>
              </a:rPr>
            </a:br>
            <a:br>
              <a:rPr lang="en-GB" sz="2200" b="1" dirty="0">
                <a:effectLst/>
              </a:rPr>
            </a:b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C72C1199-1B9F-587C-E0AF-9FDE4FA7E30C}"/>
              </a:ext>
            </a:extLst>
          </p:cNvPr>
          <p:cNvSpPr>
            <a:spLocks noGrp="1" noChangeArrowheads="1"/>
          </p:cNvSpPr>
          <p:nvPr>
            <p:ph sz="half" idx="2"/>
          </p:nvPr>
        </p:nvSpPr>
        <p:spPr bwMode="auto">
          <a:xfrm>
            <a:off x="5530985" y="1625572"/>
            <a:ext cx="3308022" cy="4251700"/>
          </a:xfrm>
          <a:solidFill>
            <a:schemeClr val="accent5"/>
          </a:solidFill>
        </p:spPr>
        <p:txBody>
          <a:bodyPr vert="horz" wrap="square" lIns="91440" tIns="45720" rIns="91440" bIns="45720" numCol="1" rtlCol="1" anchor="t" anchorCtr="0" compatLnSpc="1">
            <a:prstTxWarp prst="textNoShape">
              <a:avLst/>
            </a:prstTxWarp>
          </a:bodyPr>
          <a:lstStyle/>
          <a:p>
            <a:pPr rtl="1"/>
            <a:r>
              <a:rPr lang="ar" sz="1800" dirty="0">
                <a:effectLst/>
              </a:rPr>
              <a:t>في عام 1943، قال ماسلو إن العمال لديهم احتياجات، </a:t>
            </a:r>
            <a:r>
              <a:rPr lang="ar" sz="1800" dirty="0"/>
              <a:t> وتمكن</a:t>
            </a:r>
            <a:r>
              <a:rPr lang="ar" sz="1800" dirty="0">
                <a:effectLst/>
              </a:rPr>
              <a:t> من تنظيم هذه الاحتياجات في تسلسل هرمي.</a:t>
            </a:r>
          </a:p>
          <a:p>
            <a:pPr rtl="1"/>
            <a:r>
              <a:rPr lang="ar" sz="1800" dirty="0">
                <a:effectLst/>
              </a:rPr>
              <a:t>فقط عند تلبية المستوى الأدنى من الاحتياجات بشكلٍ كامل، يمكن للعامل أن يكون متحفزًا لتلبية الحاجة التالية في التسلسل الهرمي. </a:t>
            </a:r>
          </a:p>
          <a:p>
            <a:pPr rtl="1"/>
            <a:r>
              <a:rPr lang="ar" sz="1800" dirty="0">
                <a:effectLst/>
              </a:rPr>
              <a:t>تقدم المؤسسات حوافز مختلفة للعاملين لمساعدتهم على تلبية احتياجات كل مستوى من مستويات التسلسل الهرمي</a:t>
            </a:r>
          </a:p>
          <a:p>
            <a:pPr rtl="1"/>
            <a:r>
              <a:rPr lang="ar" sz="1800" dirty="0">
                <a:effectLst/>
              </a:rPr>
              <a:t>لا يُحفَّز جميع العمال بالطريقة نفسها ولا يتقدمون جميعًا في التسلسل الهرمي بالوتيرة نفسها</a:t>
            </a:r>
          </a:p>
        </p:txBody>
      </p:sp>
      <p:graphicFrame>
        <p:nvGraphicFramePr>
          <p:cNvPr id="25" name="Diagram 24">
            <a:extLst>
              <a:ext uri="{FF2B5EF4-FFF2-40B4-BE49-F238E27FC236}">
                <a16:creationId xmlns:a16="http://schemas.microsoft.com/office/drawing/2014/main" id="{62B55BB0-F157-BE85-4218-08C77FDFD413}"/>
              </a:ext>
            </a:extLst>
          </p:cNvPr>
          <p:cNvGraphicFramePr/>
          <p:nvPr>
            <p:extLst>
              <p:ext uri="{D42A27DB-BD31-4B8C-83A1-F6EECF244321}">
                <p14:modId xmlns:p14="http://schemas.microsoft.com/office/powerpoint/2010/main" val="3336822172"/>
              </p:ext>
            </p:extLst>
          </p:nvPr>
        </p:nvGraphicFramePr>
        <p:xfrm>
          <a:off x="174547" y="2129628"/>
          <a:ext cx="5189541" cy="39604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B36E8A4A-570C-5D78-6038-3873763D7E95}"/>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93618650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466AA-211F-2201-33F4-908F040A13DE}"/>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0D664E18-55DA-36DF-FBBA-D9F18F4C1DF4}"/>
              </a:ext>
            </a:extLst>
          </p:cNvPr>
          <p:cNvSpPr>
            <a:spLocks noGrp="1" noChangeArrowheads="1"/>
          </p:cNvSpPr>
          <p:nvPr>
            <p:ph type="title"/>
          </p:nvPr>
        </p:nvSpPr>
        <p:spPr bwMode="auto">
          <a:xfrm>
            <a:off x="261950" y="1126332"/>
            <a:ext cx="8640960" cy="3995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التحفيز في مكان العمل - نظرية العامل الثاني لهيرزبرج</a:t>
            </a:r>
            <a:br>
              <a:rPr lang="en-GB" sz="2200" b="1" dirty="0">
                <a:effectLst/>
              </a:rPr>
            </a:br>
            <a:br>
              <a:rPr lang="en-GB" sz="2200" b="1" dirty="0">
                <a:effectLst/>
              </a:rPr>
            </a:b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BC7CD462-834F-79D7-ECE0-1CA1DCCF50CA}"/>
              </a:ext>
            </a:extLst>
          </p:cNvPr>
          <p:cNvSpPr>
            <a:spLocks noGrp="1" noChangeArrowheads="1"/>
          </p:cNvSpPr>
          <p:nvPr>
            <p:ph sz="half" idx="2"/>
          </p:nvPr>
        </p:nvSpPr>
        <p:spPr bwMode="auto">
          <a:xfrm>
            <a:off x="638670" y="1671441"/>
            <a:ext cx="7866656" cy="2519156"/>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1900" dirty="0"/>
              <a:t>في عام 1966، طرح </a:t>
            </a:r>
            <a:r>
              <a:rPr lang="ar" sz="1900" dirty="0">
                <a:effectLst/>
              </a:rPr>
              <a:t>هيرزبرج نظرية السلوك البشري بناءً على بحثه. وسأل </a:t>
            </a:r>
            <a:r>
              <a:rPr lang="ar" sz="1900" dirty="0"/>
              <a:t>200</a:t>
            </a:r>
            <a:r>
              <a:rPr lang="ar" sz="1900" dirty="0">
                <a:effectLst/>
              </a:rPr>
              <a:t> عامل عن الدافع الذي يحفزهم </a:t>
            </a:r>
            <a:br>
              <a:rPr lang="en-US" sz="1900" dirty="0">
                <a:effectLst/>
              </a:rPr>
            </a:br>
            <a:r>
              <a:rPr lang="ar" sz="1900" dirty="0">
                <a:effectLst/>
              </a:rPr>
              <a:t>في مكان العمل. </a:t>
            </a:r>
          </a:p>
          <a:p>
            <a:pPr marL="0" indent="0" rtl="1">
              <a:buNone/>
            </a:pPr>
            <a:r>
              <a:rPr lang="ar" sz="1900" b="1" dirty="0"/>
              <a:t>الحوافز</a:t>
            </a:r>
            <a:r>
              <a:rPr lang="ar" sz="1900" b="1" dirty="0">
                <a:effectLst/>
              </a:rPr>
              <a:t> </a:t>
            </a:r>
            <a:r>
              <a:rPr lang="ar" sz="1900" dirty="0">
                <a:effectLst/>
              </a:rPr>
              <a:t>المرتبطة بوظائفهم مثل مدى إثارة الوظيفة للاهتمام والفرص التي توفرها للإنجاز والتقدير والترقية وزيادة المسؤولية.</a:t>
            </a:r>
          </a:p>
          <a:p>
            <a:pPr marL="0" indent="0" rtl="1">
              <a:buNone/>
            </a:pPr>
            <a:r>
              <a:rPr lang="ar" sz="1900" dirty="0">
                <a:effectLst/>
              </a:rPr>
              <a:t>شملت </a:t>
            </a:r>
            <a:r>
              <a:rPr lang="ar" sz="1900" b="1" dirty="0"/>
              <a:t>العوامل الوقائية</a:t>
            </a:r>
            <a:r>
              <a:rPr lang="ar" sz="1900" dirty="0">
                <a:effectLst/>
              </a:rPr>
              <a:t> الأجور والشروط ومستويات الإشراف والمعاشات التقاعدية.</a:t>
            </a:r>
            <a:r>
              <a:rPr lang="ar" sz="1900" dirty="0">
                <a:ea typeface="Times New Roman" panose="02020603050405020304" pitchFamily="18" charset="0"/>
              </a:rPr>
              <a:t> أدى ذلك إلى منع الشعور بالاستياء، </a:t>
            </a:r>
            <a:r>
              <a:rPr lang="ar" sz="1900" dirty="0"/>
              <a:t>لكنه لم يحفزهم على العمل بجدية أكبر. </a:t>
            </a:r>
            <a:endParaRPr lang="en-GB" sz="1900" dirty="0">
              <a:ea typeface="Times New Roman" panose="02020603050405020304" pitchFamily="18" charset="0"/>
            </a:endParaRPr>
          </a:p>
          <a:p>
            <a:pPr marL="0" indent="0" rtl="1">
              <a:buNone/>
            </a:pPr>
            <a:r>
              <a:rPr lang="ar" sz="1900" dirty="0">
                <a:ea typeface="Times New Roman" panose="02020603050405020304" pitchFamily="18" charset="0"/>
              </a:rPr>
              <a:t>ومن بين الطرق التي يتم بها تنفيذ هذه النظرية في مكان العمل محاولة تحسين طبيعة ومحتوى الوظائف الفعلية.</a:t>
            </a:r>
            <a:endParaRPr lang="en-GB" sz="1900" dirty="0">
              <a:effectLst/>
            </a:endParaRPr>
          </a:p>
        </p:txBody>
      </p:sp>
      <p:sp>
        <p:nvSpPr>
          <p:cNvPr id="6" name="TextBox 5">
            <a:extLst>
              <a:ext uri="{FF2B5EF4-FFF2-40B4-BE49-F238E27FC236}">
                <a16:creationId xmlns:a16="http://schemas.microsoft.com/office/drawing/2014/main" id="{0DE16A96-A722-5CEB-7D9B-A41172F44464}"/>
              </a:ext>
            </a:extLst>
          </p:cNvPr>
          <p:cNvSpPr txBox="1"/>
          <p:nvPr/>
        </p:nvSpPr>
        <p:spPr>
          <a:xfrm>
            <a:off x="6173409" y="4383951"/>
            <a:ext cx="2331919" cy="1554272"/>
          </a:xfrm>
          <a:prstGeom prst="rect">
            <a:avLst/>
          </a:prstGeom>
          <a:solidFill>
            <a:schemeClr val="accent6">
              <a:lumMod val="20000"/>
              <a:lumOff val="80000"/>
            </a:schemeClr>
          </a:solidFill>
        </p:spPr>
        <p:txBody>
          <a:bodyPr wrap="square" rtlCol="1">
            <a:spAutoFit/>
          </a:bodyPr>
          <a:lstStyle/>
          <a:p>
            <a:pPr rtl="1"/>
            <a:r>
              <a:rPr lang="ar" sz="1900" b="1" dirty="0">
                <a:effectLst/>
                <a:latin typeface="Sakkal Majalla" panose="02000000000000000000" pitchFamily="2" charset="-78"/>
                <a:ea typeface="Times New Roman" panose="02020603050405020304" pitchFamily="18" charset="0"/>
                <a:cs typeface="Sakkal Majalla" panose="02000000000000000000" pitchFamily="2" charset="-78"/>
              </a:rPr>
              <a:t>الإثراء الوظيفي</a:t>
            </a:r>
            <a:r>
              <a:rPr lang="ar" sz="1900" dirty="0">
                <a:effectLst/>
                <a:latin typeface="Sakkal Majalla" panose="02000000000000000000" pitchFamily="2" charset="-78"/>
                <a:ea typeface="Times New Roman" panose="02020603050405020304" pitchFamily="18" charset="0"/>
                <a:cs typeface="Sakkal Majalla" panose="02000000000000000000" pitchFamily="2" charset="-78"/>
              </a:rPr>
              <a:t> - إعطاء الموظف قدرًا أكبر من الاستقلالية والمشاركة في اتخاذ القرار وبالتالي إثراء وظيفته</a:t>
            </a:r>
          </a:p>
          <a:p>
            <a:pPr rtl="1"/>
            <a:endParaRPr lang="en-US" sz="190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7" name="TextBox 6">
            <a:extLst>
              <a:ext uri="{FF2B5EF4-FFF2-40B4-BE49-F238E27FC236}">
                <a16:creationId xmlns:a16="http://schemas.microsoft.com/office/drawing/2014/main" id="{9271F61B-F165-1E2E-FA8C-4788AD580B99}"/>
              </a:ext>
            </a:extLst>
          </p:cNvPr>
          <p:cNvSpPr txBox="1"/>
          <p:nvPr/>
        </p:nvSpPr>
        <p:spPr>
          <a:xfrm>
            <a:off x="3347047" y="4383951"/>
            <a:ext cx="2331919" cy="1554272"/>
          </a:xfrm>
          <a:prstGeom prst="rect">
            <a:avLst/>
          </a:prstGeom>
          <a:solidFill>
            <a:schemeClr val="accent5"/>
          </a:solidFill>
        </p:spPr>
        <p:txBody>
          <a:bodyPr wrap="square" rtlCol="1">
            <a:spAutoFit/>
          </a:bodyPr>
          <a:lstStyle/>
          <a:p>
            <a:pPr rtl="1"/>
            <a:r>
              <a:rPr lang="ar" sz="1900" b="1" dirty="0">
                <a:effectLst/>
                <a:latin typeface="Sakkal Majalla" panose="02000000000000000000" pitchFamily="2" charset="-78"/>
                <a:ea typeface="Times New Roman" panose="02020603050405020304" pitchFamily="18" charset="0"/>
                <a:cs typeface="Sakkal Majalla" panose="02000000000000000000" pitchFamily="2" charset="-78"/>
              </a:rPr>
              <a:t>توسيع نطاق الوظيفة</a:t>
            </a:r>
            <a:r>
              <a:rPr lang="ar" sz="1900" dirty="0">
                <a:effectLst/>
                <a:latin typeface="Sakkal Majalla" panose="02000000000000000000" pitchFamily="2" charset="-78"/>
                <a:ea typeface="Times New Roman" panose="02020603050405020304" pitchFamily="18" charset="0"/>
                <a:cs typeface="Sakkal Majalla" panose="02000000000000000000" pitchFamily="2" charset="-78"/>
              </a:rPr>
              <a:t> - إعطاء الموظفين مجموعة متنوعة من المهام لأدائها لجعل الوظيفة أكثر إثارة للاهتمام</a:t>
            </a:r>
            <a:r>
              <a:rPr lang="ar" sz="1900" dirty="0">
                <a:effectLst/>
                <a:latin typeface="Sakkal Majalla" panose="02000000000000000000" pitchFamily="2" charset="-78"/>
                <a:cs typeface="Sakkal Majalla" panose="02000000000000000000" pitchFamily="2" charset="-78"/>
              </a:rPr>
              <a:t> </a:t>
            </a:r>
            <a:endParaRPr lang="en-GB" sz="1900" dirty="0">
              <a:latin typeface="Sakkal Majalla" panose="02000000000000000000" pitchFamily="2" charset="-78"/>
              <a:cs typeface="Sakkal Majalla" panose="02000000000000000000" pitchFamily="2" charset="-78"/>
            </a:endParaRPr>
          </a:p>
          <a:p>
            <a:pPr rtl="1"/>
            <a:endParaRPr lang="en-GB" sz="1900" dirty="0">
              <a:effectLst/>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D97C9DB8-D1D2-2ECD-58F1-CC536FB53DFF}"/>
              </a:ext>
            </a:extLst>
          </p:cNvPr>
          <p:cNvSpPr txBox="1"/>
          <p:nvPr/>
        </p:nvSpPr>
        <p:spPr>
          <a:xfrm>
            <a:off x="638670" y="4360065"/>
            <a:ext cx="2331919" cy="1554272"/>
          </a:xfrm>
          <a:prstGeom prst="rect">
            <a:avLst/>
          </a:prstGeom>
          <a:solidFill>
            <a:schemeClr val="accent6">
              <a:lumMod val="20000"/>
              <a:lumOff val="80000"/>
            </a:schemeClr>
          </a:solidFill>
        </p:spPr>
        <p:txBody>
          <a:bodyPr wrap="square" rtlCol="1">
            <a:spAutoFit/>
          </a:bodyPr>
          <a:lstStyle/>
          <a:p>
            <a:pPr rtl="1"/>
            <a:r>
              <a:rPr lang="ar" sz="1900" b="1" spc="-20" dirty="0">
                <a:effectLst/>
                <a:latin typeface="Sakkal Majalla" panose="02000000000000000000" pitchFamily="2" charset="-78"/>
                <a:ea typeface="Times New Roman" panose="02020603050405020304" pitchFamily="18" charset="0"/>
                <a:cs typeface="Sakkal Majalla" panose="02000000000000000000" pitchFamily="2" charset="-78"/>
              </a:rPr>
              <a:t>التناوب الوظيفي</a:t>
            </a:r>
            <a:r>
              <a:rPr lang="ar" sz="1900" spc="-20" dirty="0">
                <a:effectLst/>
                <a:latin typeface="Sakkal Majalla" panose="02000000000000000000" pitchFamily="2" charset="-78"/>
                <a:ea typeface="Times New Roman" panose="02020603050405020304" pitchFamily="18" charset="0"/>
                <a:cs typeface="Sakkal Majalla" panose="02000000000000000000" pitchFamily="2" charset="-78"/>
              </a:rPr>
              <a:t> - منح الموظفين المزيد من التنوع والاهتمام بعملهم من خلال تمكينهم من تجربة مجموعة من الوظائف المرتبطة </a:t>
            </a:r>
            <a:br>
              <a:rPr lang="en-US" sz="1900" spc="-20" dirty="0">
                <a:effectLst/>
                <a:latin typeface="Sakkal Majalla" panose="02000000000000000000" pitchFamily="2" charset="-78"/>
                <a:ea typeface="Times New Roman" panose="02020603050405020304" pitchFamily="18" charset="0"/>
                <a:cs typeface="Sakkal Majalla" panose="02000000000000000000" pitchFamily="2" charset="-78"/>
              </a:rPr>
            </a:br>
            <a:r>
              <a:rPr lang="ar" sz="1900" spc="-20" dirty="0">
                <a:effectLst/>
                <a:latin typeface="Sakkal Majalla" panose="02000000000000000000" pitchFamily="2" charset="-78"/>
                <a:ea typeface="Times New Roman" panose="02020603050405020304" pitchFamily="18" charset="0"/>
                <a:cs typeface="Sakkal Majalla" panose="02000000000000000000" pitchFamily="2" charset="-78"/>
              </a:rPr>
              <a:t>في أوقات مختلفة</a:t>
            </a:r>
            <a:r>
              <a:rPr lang="ar" sz="1900" spc="-20" dirty="0">
                <a:effectLst/>
                <a:latin typeface="Sakkal Majalla" panose="02000000000000000000" pitchFamily="2" charset="-78"/>
                <a:cs typeface="Sakkal Majalla" panose="02000000000000000000" pitchFamily="2" charset="-78"/>
              </a:rPr>
              <a:t> </a:t>
            </a:r>
            <a:endParaRPr lang="en-GB" sz="1900" spc="-20" dirty="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AD3F54CA-EDD1-46E2-1E39-2230DE289DA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4009416068"/>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26D0C-C34C-3A67-8707-E6D7721C2182}"/>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8963C28D-7589-E942-59D1-719E3C1A8038}"/>
              </a:ext>
            </a:extLst>
          </p:cNvPr>
          <p:cNvSpPr>
            <a:spLocks noGrp="1" noChangeArrowheads="1"/>
          </p:cNvSpPr>
          <p:nvPr>
            <p:ph type="title"/>
          </p:nvPr>
        </p:nvSpPr>
        <p:spPr bwMode="auto">
          <a:xfrm>
            <a:off x="261950" y="1126332"/>
            <a:ext cx="8640960" cy="7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التحفيز في مكان العمل - نظرية الإدارة العلمية </a:t>
            </a:r>
            <a:r>
              <a:rPr lang="ar" sz="2200" b="1" dirty="0"/>
              <a:t>لتايلور</a:t>
            </a:r>
            <a:br>
              <a:rPr lang="en-GB" sz="2200" b="1" dirty="0">
                <a:effectLst/>
              </a:rPr>
            </a:br>
            <a:br>
              <a:rPr lang="en-GB" sz="2200" b="1" dirty="0">
                <a:effectLst/>
              </a:rPr>
            </a:b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E7DAFF4B-0F54-31BF-2B4F-A51154FE3642}"/>
              </a:ext>
            </a:extLst>
          </p:cNvPr>
          <p:cNvSpPr>
            <a:spLocks noGrp="1" noChangeArrowheads="1"/>
          </p:cNvSpPr>
          <p:nvPr>
            <p:ph sz="half" idx="2"/>
          </p:nvPr>
        </p:nvSpPr>
        <p:spPr bwMode="auto">
          <a:xfrm>
            <a:off x="3419871" y="1700808"/>
            <a:ext cx="5184576" cy="4680520"/>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effectLst/>
              </a:rPr>
              <a:t>في أواخر القرن التاسع عشر، كان تايلور أول شخص يحلل إدارة العمال.</a:t>
            </a:r>
          </a:p>
          <a:p>
            <a:pPr marL="0" indent="0" rtl="1">
              <a:buNone/>
            </a:pPr>
            <a:endParaRPr lang="en-GB" sz="2000" dirty="0"/>
          </a:p>
          <a:p>
            <a:pPr marL="0" indent="0" rtl="1">
              <a:buNone/>
            </a:pPr>
            <a:r>
              <a:rPr lang="ar" sz="2000" dirty="0"/>
              <a:t>كان "النهج العلمي" الذي يتبعه هو:</a:t>
            </a:r>
          </a:p>
          <a:p>
            <a:pPr rtl="1"/>
            <a:r>
              <a:rPr lang="ar" sz="2000" dirty="0"/>
              <a:t>اختيار العمال لتنفيذ المهمة المطلوبة</a:t>
            </a:r>
          </a:p>
          <a:p>
            <a:pPr rtl="1"/>
            <a:r>
              <a:rPr lang="ar" sz="2000" dirty="0"/>
              <a:t>مراقبتهم وملاحظة العناصر الرئيسة</a:t>
            </a:r>
          </a:p>
          <a:p>
            <a:pPr rtl="1"/>
            <a:r>
              <a:rPr lang="ar" sz="2000" dirty="0"/>
              <a:t>تسجيل الوقت المستغرق في تنفيذ كل جزء من المهمة</a:t>
            </a:r>
          </a:p>
          <a:p>
            <a:pPr rtl="1"/>
            <a:r>
              <a:rPr lang="ar" sz="2000" dirty="0"/>
              <a:t>تدريب جميع العمال لتنفيذ المهمة بأسرع طريقة</a:t>
            </a:r>
          </a:p>
          <a:p>
            <a:pPr rtl="1"/>
            <a:r>
              <a:rPr lang="ar" sz="2000" dirty="0"/>
              <a:t>الإشراف على العمال للتأكد من أنهم يتبعون هذه الطريقة</a:t>
            </a:r>
          </a:p>
          <a:p>
            <a:pPr rtl="1"/>
            <a:r>
              <a:rPr lang="ar" sz="2000" dirty="0"/>
              <a:t>دفع أجور العمال على أساس النتائج</a:t>
            </a:r>
          </a:p>
          <a:p>
            <a:pPr marL="0" indent="0" rtl="1">
              <a:buNone/>
            </a:pPr>
            <a:endParaRPr lang="en-GB" sz="2000" dirty="0"/>
          </a:p>
          <a:p>
            <a:pPr marL="0" indent="0" rtl="1">
              <a:buNone/>
            </a:pPr>
            <a:r>
              <a:rPr lang="ar" sz="2000" dirty="0"/>
              <a:t>قاد هذا تايلور إلى الاعتقاد بأن الدافع الذي كان يحفز العمال هو المال فقط.</a:t>
            </a:r>
          </a:p>
        </p:txBody>
      </p:sp>
      <p:grpSp>
        <p:nvGrpSpPr>
          <p:cNvPr id="2" name="Group 1">
            <a:extLst>
              <a:ext uri="{FF2B5EF4-FFF2-40B4-BE49-F238E27FC236}">
                <a16:creationId xmlns:a16="http://schemas.microsoft.com/office/drawing/2014/main" id="{213DA420-2AF8-0804-4FFF-1D682103F21A}"/>
              </a:ext>
            </a:extLst>
          </p:cNvPr>
          <p:cNvGrpSpPr/>
          <p:nvPr/>
        </p:nvGrpSpPr>
        <p:grpSpPr>
          <a:xfrm>
            <a:off x="179512" y="2557848"/>
            <a:ext cx="2951926" cy="2959384"/>
            <a:chOff x="-44472" y="215426"/>
            <a:chExt cx="2609276" cy="1398306"/>
          </a:xfrm>
        </p:grpSpPr>
        <p:sp>
          <p:nvSpPr>
            <p:cNvPr id="3" name="Rectangle 2">
              <a:extLst>
                <a:ext uri="{FF2B5EF4-FFF2-40B4-BE49-F238E27FC236}">
                  <a16:creationId xmlns:a16="http://schemas.microsoft.com/office/drawing/2014/main" id="{60CCB6BA-0BEA-6EFC-C19F-37E82A5C5587}"/>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4" name="TextBox 3">
              <a:extLst>
                <a:ext uri="{FF2B5EF4-FFF2-40B4-BE49-F238E27FC236}">
                  <a16:creationId xmlns:a16="http://schemas.microsoft.com/office/drawing/2014/main" id="{319C7382-3CF5-1EF3-227B-9122C2B22ACF}"/>
                </a:ext>
              </a:extLst>
            </p:cNvPr>
            <p:cNvSpPr txBox="1"/>
            <p:nvPr/>
          </p:nvSpPr>
          <p:spPr>
            <a:xfrm>
              <a:off x="-44472"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rtl="1"/>
              <a:r>
                <a:rPr lang="ar" sz="2000" spc="-20" dirty="0">
                  <a:solidFill>
                    <a:srgbClr val="7030A0"/>
                  </a:solidFill>
                  <a:latin typeface="Sakkal Majalla" panose="02000000000000000000" pitchFamily="2" charset="-78"/>
                  <a:cs typeface="Sakkal Majalla" panose="02000000000000000000" pitchFamily="2" charset="-78"/>
                </a:rPr>
                <a:t>على الرغم من أن نهج "الجزرة والعصا" الذي اتبعه تايلور قد تبنته في الأصل العديد من المؤسسات، إلا أن الكثير منها الآن تخلى عن هذه الطريقة واستعاض عنها بنماذج التحفيز اليابانية.</a:t>
              </a:r>
            </a:p>
            <a:p>
              <a:pPr rtl="1"/>
              <a:endParaRPr lang="en-US" sz="2000" dirty="0">
                <a:solidFill>
                  <a:srgbClr val="7030A0"/>
                </a:solidFill>
                <a:latin typeface="Sakkal Majalla" panose="02000000000000000000" pitchFamily="2" charset="-78"/>
                <a:cs typeface="Sakkal Majalla" panose="02000000000000000000" pitchFamily="2" charset="-78"/>
              </a:endParaRPr>
            </a:p>
            <a:p>
              <a:pPr rtl="1"/>
              <a:r>
                <a:rPr lang="ar" sz="2000" dirty="0">
                  <a:solidFill>
                    <a:srgbClr val="7030A0"/>
                  </a:solidFill>
                  <a:latin typeface="Sakkal Majalla" panose="02000000000000000000" pitchFamily="2" charset="-78"/>
                  <a:cs typeface="Sakkal Majalla" panose="02000000000000000000" pitchFamily="2" charset="-78"/>
                </a:rPr>
                <a:t>برأيك، ما سبب حدوث ذلك؟</a:t>
              </a:r>
            </a:p>
          </p:txBody>
        </p:sp>
      </p:grpSp>
      <p:sp>
        <p:nvSpPr>
          <p:cNvPr id="5" name="Footer Placeholder 2">
            <a:extLst>
              <a:ext uri="{FF2B5EF4-FFF2-40B4-BE49-F238E27FC236}">
                <a16:creationId xmlns:a16="http://schemas.microsoft.com/office/drawing/2014/main" id="{ACE189ED-08D9-E856-DC9C-06C1EAEE057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2987310391"/>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3B19F-70AC-FAE4-D609-8050348AE9C9}"/>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31D74DE-E6D2-3362-0BC2-A3BC1A486B2D}"/>
              </a:ext>
            </a:extLst>
          </p:cNvPr>
          <p:cNvSpPr>
            <a:spLocks noGrp="1" noChangeArrowheads="1"/>
          </p:cNvSpPr>
          <p:nvPr>
            <p:ph type="title"/>
          </p:nvPr>
        </p:nvSpPr>
        <p:spPr bwMode="auto">
          <a:xfrm>
            <a:off x="261950" y="1126332"/>
            <a:ext cx="8640960" cy="790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التحفيز في مكان العمل - مايو وآخرون</a:t>
            </a:r>
            <a:br>
              <a:rPr lang="en-GB" sz="2200" b="1" dirty="0">
                <a:effectLst/>
              </a:rPr>
            </a:br>
            <a:br>
              <a:rPr lang="en-GB" sz="2200" b="1" dirty="0">
                <a:effectLst/>
              </a:rPr>
            </a:b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E37F18C2-D1F2-B7BE-0E69-7CB7E978AA4D}"/>
              </a:ext>
            </a:extLst>
          </p:cNvPr>
          <p:cNvSpPr>
            <a:spLocks noGrp="1" noChangeArrowheads="1"/>
          </p:cNvSpPr>
          <p:nvPr>
            <p:ph sz="half" idx="2"/>
          </p:nvPr>
        </p:nvSpPr>
        <p:spPr bwMode="auto">
          <a:xfrm>
            <a:off x="467545" y="1556792"/>
            <a:ext cx="7985093" cy="3600400"/>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effectLst/>
              </a:rPr>
              <a:t>اشتهر مايو بدراسته لمصنع هاوثورن إلكتريك في شيكاغو خلال العشرينيات من القرن الماضي.</a:t>
            </a:r>
            <a:r>
              <a:rPr lang="ar" sz="2000" dirty="0"/>
              <a:t> </a:t>
            </a:r>
          </a:p>
          <a:p>
            <a:pPr marL="0" indent="0" rtl="1">
              <a:buNone/>
            </a:pPr>
            <a:r>
              <a:rPr lang="ar" sz="2000" dirty="0">
                <a:effectLst/>
              </a:rPr>
              <a:t>كان يعتقد في البداية أن العمال كانوا يتحفزون بما يأتي:</a:t>
            </a:r>
          </a:p>
          <a:p>
            <a:pPr lvl="1" rtl="1"/>
            <a:r>
              <a:rPr lang="ar" sz="2000" dirty="0">
                <a:latin typeface="Sakkal Majalla" panose="02000000000000000000" pitchFamily="2" charset="-78"/>
              </a:rPr>
              <a:t>ظروف العمل</a:t>
            </a:r>
          </a:p>
          <a:p>
            <a:pPr lvl="1" rtl="1"/>
            <a:r>
              <a:rPr lang="ar" sz="2000" dirty="0">
                <a:latin typeface="Sakkal Majalla" panose="02000000000000000000" pitchFamily="2" charset="-78"/>
              </a:rPr>
              <a:t>المهارات التي يمتلكونها</a:t>
            </a:r>
          </a:p>
          <a:p>
            <a:pPr lvl="1" rtl="1"/>
            <a:r>
              <a:rPr lang="ar" sz="2000" dirty="0">
                <a:effectLst/>
                <a:latin typeface="Sakkal Majalla" panose="02000000000000000000" pitchFamily="2" charset="-78"/>
              </a:rPr>
              <a:t>الحوافز المالية</a:t>
            </a:r>
          </a:p>
          <a:p>
            <a:pPr marL="0" indent="0" rtl="1">
              <a:buNone/>
            </a:pPr>
            <a:r>
              <a:rPr lang="ar" sz="2000" dirty="0"/>
              <a:t>اختبرت دراسته هذا الاعتقاد على مدى خمس سنوات.</a:t>
            </a:r>
          </a:p>
          <a:p>
            <a:pPr marL="0" indent="0" rtl="1">
              <a:buNone/>
            </a:pPr>
            <a:r>
              <a:rPr lang="ar" sz="2000" dirty="0">
                <a:effectLst/>
              </a:rPr>
              <a:t>وارتأى له أن التغييرات في ظروف العمل أو المكافآت المالية كان لها تأثير ضئيل للغاية.</a:t>
            </a:r>
          </a:p>
          <a:p>
            <a:pPr marL="0" indent="0" rtl="1">
              <a:buNone/>
            </a:pPr>
            <a:r>
              <a:rPr lang="ar" sz="2000" dirty="0"/>
              <a:t>وخلص إلى أن الدافع وراء تحفيز العمال يكمن في الطريقة التي يتفاعلون بها مع بعضهم بعضًا مثل العمل في فرق حيث يمكنهم اتخاذ القرارات.</a:t>
            </a:r>
          </a:p>
          <a:p>
            <a:pPr marL="0" indent="0" rtl="1">
              <a:buNone/>
            </a:pPr>
            <a:endParaRPr lang="en-GB" sz="1600" dirty="0">
              <a:effectLst/>
            </a:endParaRPr>
          </a:p>
        </p:txBody>
      </p:sp>
      <p:grpSp>
        <p:nvGrpSpPr>
          <p:cNvPr id="2" name="Group 1">
            <a:extLst>
              <a:ext uri="{FF2B5EF4-FFF2-40B4-BE49-F238E27FC236}">
                <a16:creationId xmlns:a16="http://schemas.microsoft.com/office/drawing/2014/main" id="{F1B05450-A2C1-A063-BB32-29C8FAA02867}"/>
              </a:ext>
            </a:extLst>
          </p:cNvPr>
          <p:cNvGrpSpPr/>
          <p:nvPr/>
        </p:nvGrpSpPr>
        <p:grpSpPr>
          <a:xfrm>
            <a:off x="1907705" y="5301208"/>
            <a:ext cx="5130574" cy="1469969"/>
            <a:chOff x="-36390" y="215426"/>
            <a:chExt cx="2601194" cy="1398306"/>
          </a:xfrm>
        </p:grpSpPr>
        <p:sp>
          <p:nvSpPr>
            <p:cNvPr id="3" name="Rectangle 2">
              <a:extLst>
                <a:ext uri="{FF2B5EF4-FFF2-40B4-BE49-F238E27FC236}">
                  <a16:creationId xmlns:a16="http://schemas.microsoft.com/office/drawing/2014/main" id="{C41CFE98-9494-17CF-BEFF-66BF8B1185B0}"/>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4" name="TextBox 3">
              <a:extLst>
                <a:ext uri="{FF2B5EF4-FFF2-40B4-BE49-F238E27FC236}">
                  <a16:creationId xmlns:a16="http://schemas.microsoft.com/office/drawing/2014/main" id="{2116EE71-0C61-40D3-3295-23BF01A7A2B7}"/>
                </a:ext>
              </a:extLst>
            </p:cNvPr>
            <p:cNvSpPr txBox="1"/>
            <p:nvPr/>
          </p:nvSpPr>
          <p:spPr>
            <a:xfrm>
              <a:off x="-36390"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i="1" dirty="0">
                  <a:solidFill>
                    <a:srgbClr val="7030A0"/>
                  </a:solidFill>
                  <a:latin typeface="Sakkal Majalla" panose="02000000000000000000" pitchFamily="2" charset="-78"/>
                  <a:cs typeface="Sakkal Majalla" panose="02000000000000000000" pitchFamily="2" charset="-78"/>
                </a:rPr>
                <a:t>"ناتج الفريق أكبر من المساهمات الفردية"</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السبب في ذلك برأيك؟</a:t>
              </a:r>
            </a:p>
          </p:txBody>
        </p:sp>
      </p:grpSp>
      <p:sp>
        <p:nvSpPr>
          <p:cNvPr id="5" name="Footer Placeholder 2">
            <a:extLst>
              <a:ext uri="{FF2B5EF4-FFF2-40B4-BE49-F238E27FC236}">
                <a16:creationId xmlns:a16="http://schemas.microsoft.com/office/drawing/2014/main" id="{A8A4178F-17B1-5E34-1F1C-42B23C1943C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2372948848"/>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DA282-63F7-4AC7-A738-62BA2043E0CA}"/>
            </a:ext>
          </a:extLst>
        </p:cNvPr>
        <p:cNvGrpSpPr/>
        <p:nvPr/>
      </p:nvGrpSpPr>
      <p:grpSpPr>
        <a:xfrm>
          <a:off x="0" y="0"/>
          <a:ext cx="0" cy="0"/>
          <a:chOff x="0" y="0"/>
          <a:chExt cx="0" cy="0"/>
        </a:xfrm>
      </p:grpSpPr>
      <p:pic>
        <p:nvPicPr>
          <p:cNvPr id="3" name="Picture 2" descr="A meter with different faces&#10;&#10;Description automatically generated">
            <a:extLst>
              <a:ext uri="{FF2B5EF4-FFF2-40B4-BE49-F238E27FC236}">
                <a16:creationId xmlns:a16="http://schemas.microsoft.com/office/drawing/2014/main" id="{DB09C939-A405-1747-52E2-2403829FEF3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714343" y="4727980"/>
            <a:ext cx="2101745" cy="2101745"/>
          </a:xfrm>
          <a:prstGeom prst="rect">
            <a:avLst/>
          </a:prstGeom>
        </p:spPr>
      </p:pic>
      <p:sp>
        <p:nvSpPr>
          <p:cNvPr id="30728" name="Text Placeholder 2">
            <a:extLst>
              <a:ext uri="{FF2B5EF4-FFF2-40B4-BE49-F238E27FC236}">
                <a16:creationId xmlns:a16="http://schemas.microsoft.com/office/drawing/2014/main" id="{9A5FFEEB-4849-3990-4322-6DE36BD1B2E1}"/>
              </a:ext>
            </a:extLst>
          </p:cNvPr>
          <p:cNvSpPr>
            <a:spLocks noGrp="1"/>
          </p:cNvSpPr>
          <p:nvPr>
            <p:ph type="body" idx="1"/>
          </p:nvPr>
        </p:nvSpPr>
        <p:spPr>
          <a:xfrm>
            <a:off x="4816326" y="1733841"/>
            <a:ext cx="3898776" cy="2870487"/>
          </a:xfrm>
          <a:solidFill>
            <a:schemeClr val="accent5"/>
          </a:solidFill>
        </p:spPr>
        <p:txBody>
          <a:bodyPr tIns="0" rtlCol="1"/>
          <a:lstStyle/>
          <a:p>
            <a:pPr marL="0" indent="0" rtl="1">
              <a:buNone/>
            </a:pPr>
            <a:r>
              <a:rPr lang="ar" sz="2000" b="0" dirty="0"/>
              <a:t>يميل العمال الذين </a:t>
            </a:r>
            <a:r>
              <a:rPr lang="ar" sz="2000" dirty="0"/>
              <a:t>ليس لديهم دوافع تحفيزية جيدة </a:t>
            </a:r>
            <a:r>
              <a:rPr lang="ar" sz="2000" b="0" dirty="0"/>
              <a:t>إلى: </a:t>
            </a:r>
          </a:p>
          <a:p>
            <a:pPr marL="285750" indent="-285750" rtl="1">
              <a:buFont typeface="Arial" panose="020B0604020202020204" pitchFamily="34" charset="0"/>
              <a:buChar char="•"/>
            </a:pPr>
            <a:r>
              <a:rPr lang="ar" sz="2000" b="0" dirty="0"/>
              <a:t>معدلات غياب عالية</a:t>
            </a:r>
          </a:p>
          <a:p>
            <a:pPr marL="285750" indent="-285750" rtl="1">
              <a:buFont typeface="Arial" panose="020B0604020202020204" pitchFamily="34" charset="0"/>
              <a:buChar char="•"/>
            </a:pPr>
            <a:r>
              <a:rPr lang="ar" sz="2000" b="0" dirty="0"/>
              <a:t>الوصول متأخرًا</a:t>
            </a:r>
          </a:p>
          <a:p>
            <a:pPr marL="285750" indent="-285750" rtl="1">
              <a:buFont typeface="Arial" panose="020B0604020202020204" pitchFamily="34" charset="0"/>
              <a:buChar char="•"/>
            </a:pPr>
            <a:r>
              <a:rPr lang="ar" sz="2000" b="0" dirty="0"/>
              <a:t>إنتاج سلع و/أو خدمات ذات جودة رديئة</a:t>
            </a:r>
          </a:p>
          <a:p>
            <a:pPr marL="285750" indent="-285750" rtl="1">
              <a:buFont typeface="Arial" panose="020B0604020202020204" pitchFamily="34" charset="0"/>
              <a:buChar char="•"/>
            </a:pPr>
            <a:r>
              <a:rPr lang="ar" sz="2000" b="0" dirty="0"/>
              <a:t>إبداء مزيد من عدم المبالاة، ما يؤدي إلى وقوع المزيد من الحوادث</a:t>
            </a:r>
          </a:p>
          <a:p>
            <a:pPr marL="285750" indent="-285750" rtl="1">
              <a:buFont typeface="Arial" panose="020B0604020202020204" pitchFamily="34" charset="0"/>
              <a:buChar char="•"/>
            </a:pPr>
            <a:r>
              <a:rPr lang="ar" sz="2000" b="0" dirty="0"/>
              <a:t>البطئ في الاستجابة لطلبات المشرفين/المديرين </a:t>
            </a:r>
          </a:p>
        </p:txBody>
      </p:sp>
      <p:sp>
        <p:nvSpPr>
          <p:cNvPr id="30723" name="Content Placeholder 3">
            <a:extLst>
              <a:ext uri="{FF2B5EF4-FFF2-40B4-BE49-F238E27FC236}">
                <a16:creationId xmlns:a16="http://schemas.microsoft.com/office/drawing/2014/main" id="{00CC94A5-771E-7503-3034-E816EB40937D}"/>
              </a:ext>
            </a:extLst>
          </p:cNvPr>
          <p:cNvSpPr>
            <a:spLocks noGrp="1" noChangeArrowheads="1"/>
          </p:cNvSpPr>
          <p:nvPr>
            <p:ph sz="half" idx="2"/>
          </p:nvPr>
        </p:nvSpPr>
        <p:spPr bwMode="auto">
          <a:xfrm>
            <a:off x="409427" y="1733841"/>
            <a:ext cx="4257081" cy="2870487"/>
          </a:xfrm>
          <a:solidFill>
            <a:schemeClr val="accent6">
              <a:lumMod val="20000"/>
              <a:lumOff val="80000"/>
            </a:schemeClr>
          </a:solidFill>
          <a:ln>
            <a:solidFill>
              <a:schemeClr val="accent5">
                <a:lumMod val="90000"/>
              </a:schemeClr>
            </a:solidFill>
          </a:ln>
        </p:spPr>
        <p:txBody>
          <a:bodyPr vert="horz" wrap="square" lIns="91440" tIns="45720" rIns="91440" bIns="45720" numCol="1" rtlCol="1" anchor="t" anchorCtr="0" compatLnSpc="1">
            <a:prstTxWarp prst="textNoShape">
              <a:avLst/>
            </a:prstTxWarp>
            <a:normAutofit/>
          </a:bodyPr>
          <a:lstStyle/>
          <a:p>
            <a:pPr marL="0" indent="0" rtl="1">
              <a:buNone/>
            </a:pPr>
            <a:r>
              <a:rPr lang="ar" sz="2000" dirty="0">
                <a:effectLst/>
              </a:rPr>
              <a:t>يميل العمال الذين </a:t>
            </a:r>
            <a:r>
              <a:rPr lang="en" sz="2000" b="1" dirty="0">
                <a:effectLst/>
              </a:rPr>
              <a:t>لديهم دوافع تحفيزية جيدة إلى:</a:t>
            </a:r>
          </a:p>
          <a:p>
            <a:pPr rtl="1"/>
            <a:r>
              <a:rPr lang="ar" sz="2000" dirty="0"/>
              <a:t>أخذ إجازات قليلة من العمل</a:t>
            </a:r>
          </a:p>
          <a:p>
            <a:pPr rtl="1"/>
            <a:r>
              <a:rPr lang="ar" sz="2000" dirty="0"/>
              <a:t>الشعور بالتحمس وتقديم أفكار جديدة</a:t>
            </a:r>
          </a:p>
          <a:p>
            <a:pPr rtl="1"/>
            <a:r>
              <a:rPr lang="ar" sz="2000" dirty="0"/>
              <a:t>الوصول مبكرًا</a:t>
            </a:r>
          </a:p>
          <a:p>
            <a:pPr rtl="1"/>
            <a:r>
              <a:rPr lang="ar" sz="2000" dirty="0"/>
              <a:t>الشعور بالفخر تجاه عملهم</a:t>
            </a:r>
          </a:p>
          <a:p>
            <a:pPr rtl="1"/>
            <a:r>
              <a:rPr lang="ar" sz="2000" dirty="0"/>
              <a:t>الاعتناء بأنفسهم وبالآخرين في مكان العمل</a:t>
            </a:r>
          </a:p>
          <a:p>
            <a:pPr rtl="1"/>
            <a:r>
              <a:rPr lang="ar" sz="2000" dirty="0"/>
              <a:t>الإخلاص في العمل</a:t>
            </a:r>
          </a:p>
          <a:p>
            <a:pPr marL="0" indent="0" rtl="1">
              <a:buNone/>
            </a:pPr>
            <a:endParaRPr lang="en-GB" sz="2000" dirty="0">
              <a:effectLst/>
            </a:endParaRPr>
          </a:p>
        </p:txBody>
      </p:sp>
      <p:sp>
        <p:nvSpPr>
          <p:cNvPr id="7" name="Title 6">
            <a:extLst>
              <a:ext uri="{FF2B5EF4-FFF2-40B4-BE49-F238E27FC236}">
                <a16:creationId xmlns:a16="http://schemas.microsoft.com/office/drawing/2014/main" id="{56C5456E-7FE7-561A-63C8-2F50A8761E9A}"/>
              </a:ext>
            </a:extLst>
          </p:cNvPr>
          <p:cNvSpPr>
            <a:spLocks noGrp="1"/>
          </p:cNvSpPr>
          <p:nvPr>
            <p:ph type="title"/>
          </p:nvPr>
        </p:nvSpPr>
        <p:spPr>
          <a:xfrm>
            <a:off x="457200" y="1195200"/>
            <a:ext cx="8229600" cy="445468"/>
          </a:xfrm>
        </p:spPr>
        <p:txBody>
          <a:bodyPr rtlCol="1"/>
          <a:lstStyle/>
          <a:p>
            <a:pPr rtl="1"/>
            <a:r>
              <a:rPr lang="ar" sz="2200" b="1" dirty="0">
                <a:effectLst/>
              </a:rPr>
              <a:t>ب1 تأثير التحفيز في أداء الأعمال</a:t>
            </a:r>
            <a:endParaRPr lang="en-US" sz="2200" b="1" dirty="0"/>
          </a:p>
        </p:txBody>
      </p:sp>
      <p:grpSp>
        <p:nvGrpSpPr>
          <p:cNvPr id="8" name="Group 7">
            <a:extLst>
              <a:ext uri="{FF2B5EF4-FFF2-40B4-BE49-F238E27FC236}">
                <a16:creationId xmlns:a16="http://schemas.microsoft.com/office/drawing/2014/main" id="{243E5A33-87EE-76D0-8723-F1A6F2D854DD}"/>
              </a:ext>
            </a:extLst>
          </p:cNvPr>
          <p:cNvGrpSpPr/>
          <p:nvPr/>
        </p:nvGrpSpPr>
        <p:grpSpPr>
          <a:xfrm>
            <a:off x="346560" y="5150984"/>
            <a:ext cx="4216300" cy="1396373"/>
            <a:chOff x="-38822" y="215426"/>
            <a:chExt cx="2603626" cy="1398306"/>
          </a:xfrm>
        </p:grpSpPr>
        <p:sp>
          <p:nvSpPr>
            <p:cNvPr id="9" name="Rectangle 8">
              <a:extLst>
                <a:ext uri="{FF2B5EF4-FFF2-40B4-BE49-F238E27FC236}">
                  <a16:creationId xmlns:a16="http://schemas.microsoft.com/office/drawing/2014/main" id="{9F82307E-6B15-818E-DE34-FD9B60EC54BC}"/>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10" name="TextBox 9">
              <a:extLst>
                <a:ext uri="{FF2B5EF4-FFF2-40B4-BE49-F238E27FC236}">
                  <a16:creationId xmlns:a16="http://schemas.microsoft.com/office/drawing/2014/main" id="{3416538A-EDBA-BEC9-1CE5-543271B1CD1E}"/>
                </a:ext>
              </a:extLst>
            </p:cNvPr>
            <p:cNvSpPr txBox="1"/>
            <p:nvPr/>
          </p:nvSpPr>
          <p:spPr>
            <a:xfrm>
              <a:off x="-38822"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كيف يمكن للموظفين المحفزين جيدًا أن يساعدوا المؤسسة على تحقيق أهدافها؟</a:t>
              </a:r>
            </a:p>
          </p:txBody>
        </p:sp>
      </p:grpSp>
      <p:sp>
        <p:nvSpPr>
          <p:cNvPr id="2" name="Footer Placeholder 2">
            <a:extLst>
              <a:ext uri="{FF2B5EF4-FFF2-40B4-BE49-F238E27FC236}">
                <a16:creationId xmlns:a16="http://schemas.microsoft.com/office/drawing/2014/main" id="{0311E799-1CE0-EBF7-3235-E34C7F3DAEB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2586258292"/>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0EB8F-69DC-96AE-3C23-4F282A6B2D47}"/>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9C678CA2-73CA-7B20-5DA0-9B975EB29F4E}"/>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أنظمة المكافآت</a:t>
            </a:r>
            <a:endParaRPr lang="en-GB" altLang="en-US" sz="2200" b="1" dirty="0"/>
          </a:p>
        </p:txBody>
      </p:sp>
      <p:sp>
        <p:nvSpPr>
          <p:cNvPr id="30723" name="Content Placeholder 3">
            <a:extLst>
              <a:ext uri="{FF2B5EF4-FFF2-40B4-BE49-F238E27FC236}">
                <a16:creationId xmlns:a16="http://schemas.microsoft.com/office/drawing/2014/main" id="{0630E991-DD62-F25B-72C6-66E7BF35DA84}"/>
              </a:ext>
            </a:extLst>
          </p:cNvPr>
          <p:cNvSpPr>
            <a:spLocks noGrp="1" noChangeArrowheads="1"/>
          </p:cNvSpPr>
          <p:nvPr>
            <p:ph sz="half" idx="2"/>
          </p:nvPr>
        </p:nvSpPr>
        <p:spPr bwMode="auto">
          <a:xfrm>
            <a:off x="4677012" y="2780928"/>
            <a:ext cx="3990883" cy="3744416"/>
          </a:xfrm>
          <a:solidFill>
            <a:schemeClr val="accent5"/>
          </a:solidFill>
        </p:spPr>
        <p:txBody>
          <a:bodyPr vert="horz" wrap="square" lIns="91440" tIns="45720" rIns="91440" bIns="45720" numCol="1" rtlCol="1" anchor="t" anchorCtr="0" compatLnSpc="1">
            <a:prstTxWarp prst="textNoShape">
              <a:avLst/>
            </a:prstTxWarp>
          </a:bodyPr>
          <a:lstStyle/>
          <a:p>
            <a:pPr rtl="1" fontAlgn="ctr"/>
            <a:r>
              <a:rPr lang="ar" sz="2000" dirty="0"/>
              <a:t>الأجر المرتبط بالأداء</a:t>
            </a:r>
          </a:p>
          <a:p>
            <a:pPr rtl="1" fontAlgn="ctr"/>
            <a:r>
              <a:rPr lang="ar" sz="2000" dirty="0"/>
              <a:t>برامج التقاعد</a:t>
            </a:r>
          </a:p>
          <a:p>
            <a:pPr rtl="1" fontAlgn="ctr"/>
            <a:r>
              <a:rPr lang="ar" sz="2000" dirty="0"/>
              <a:t>مركبات الشركة</a:t>
            </a:r>
          </a:p>
          <a:p>
            <a:pPr rtl="1" fontAlgn="ctr"/>
            <a:r>
              <a:rPr lang="ar" sz="2000" dirty="0"/>
              <a:t>خصومات الموظفين</a:t>
            </a:r>
          </a:p>
          <a:p>
            <a:pPr rtl="1" fontAlgn="ctr"/>
            <a:r>
              <a:rPr lang="ar" sz="2000" dirty="0"/>
              <a:t>نظام المكافأة الإلكترونية</a:t>
            </a:r>
          </a:p>
          <a:p>
            <a:pPr rtl="1" fontAlgn="ctr"/>
            <a:r>
              <a:rPr lang="ar" sz="2000" dirty="0"/>
              <a:t>العمولة</a:t>
            </a:r>
          </a:p>
          <a:p>
            <a:pPr rtl="1" fontAlgn="ctr"/>
            <a:r>
              <a:rPr lang="ar" sz="2000" dirty="0"/>
              <a:t>مشاركة الأرباح</a:t>
            </a:r>
          </a:p>
          <a:p>
            <a:pPr rtl="1" fontAlgn="ctr"/>
            <a:r>
              <a:rPr lang="ar" sz="2000" dirty="0"/>
              <a:t>خيارات ملكية الأسهم</a:t>
            </a:r>
          </a:p>
          <a:p>
            <a:pPr marL="0" indent="0" rtl="1" fontAlgn="ctr">
              <a:buNone/>
            </a:pPr>
            <a:endParaRPr lang="en-GB" sz="1800" dirty="0">
              <a:effectLst/>
              <a:ea typeface="Times New Roman" panose="02020603050405020304" pitchFamily="18" charset="0"/>
              <a:cs typeface="Times New Roman" panose="02020603050405020304" pitchFamily="18" charset="0"/>
            </a:endParaRPr>
          </a:p>
          <a:p>
            <a:pPr marL="0" indent="0" algn="l" rtl="1" fontAlgn="ctr">
              <a:buNone/>
            </a:pPr>
            <a:endParaRPr lang="en-GB" sz="1600" b="1" dirty="0"/>
          </a:p>
          <a:p>
            <a:pPr marL="0" indent="0" algn="l" rtl="1" fontAlgn="ctr">
              <a:buNone/>
            </a:pPr>
            <a:endParaRPr lang="en-GB" sz="1600" b="1" dirty="0"/>
          </a:p>
          <a:p>
            <a:pPr marL="0" indent="0" algn="l" rtl="1" fontAlgn="ctr">
              <a:buNone/>
            </a:pPr>
            <a:endParaRPr lang="en-GB" sz="1600" b="1" dirty="0"/>
          </a:p>
          <a:p>
            <a:pPr marL="0" indent="0" algn="l" rtl="1" fontAlgn="ctr">
              <a:buNone/>
            </a:pPr>
            <a:endParaRPr lang="en-GB" sz="1600" dirty="0"/>
          </a:p>
          <a:p>
            <a:pPr marL="457200" lvl="1" indent="0" rtl="1">
              <a:lnSpc>
                <a:spcPct val="90000"/>
              </a:lnSpc>
              <a:buNone/>
            </a:pPr>
            <a:endParaRPr lang="en-GB" sz="1600" b="0" i="0" u="none" strike="noStrike" dirty="0">
              <a:solidFill>
                <a:srgbClr val="000000"/>
              </a:solidFill>
              <a:effectLst/>
            </a:endParaRPr>
          </a:p>
          <a:p>
            <a:pPr marL="0" indent="0" rtl="1">
              <a:buNone/>
            </a:pPr>
            <a:endParaRPr lang="en-GB" altLang="en-US" dirty="0">
              <a:solidFill>
                <a:srgbClr val="FF0000"/>
              </a:solidFill>
            </a:endParaRPr>
          </a:p>
        </p:txBody>
      </p:sp>
      <p:sp>
        <p:nvSpPr>
          <p:cNvPr id="11" name="TextBox 10">
            <a:extLst>
              <a:ext uri="{FF2B5EF4-FFF2-40B4-BE49-F238E27FC236}">
                <a16:creationId xmlns:a16="http://schemas.microsoft.com/office/drawing/2014/main" id="{633DDF5A-CF87-CBEA-3E18-303B0C32B5DF}"/>
              </a:ext>
            </a:extLst>
          </p:cNvPr>
          <p:cNvSpPr txBox="1"/>
          <p:nvPr/>
        </p:nvSpPr>
        <p:spPr>
          <a:xfrm>
            <a:off x="4678787" y="2335261"/>
            <a:ext cx="3990882" cy="400110"/>
          </a:xfrm>
          <a:prstGeom prst="rect">
            <a:avLst/>
          </a:prstGeom>
          <a:solidFill>
            <a:schemeClr val="accent5"/>
          </a:solidFill>
        </p:spPr>
        <p:txBody>
          <a:bodyPr wrap="square" rtlCol="1">
            <a:spAutoFit/>
          </a:bodyPr>
          <a:lstStyle/>
          <a:p>
            <a:pPr indent="0" algn="ctr" rtl="1" fontAlgn="ctr">
              <a:spcBef>
                <a:spcPts val="1200"/>
              </a:spcBef>
              <a:spcAft>
                <a:spcPts val="1200"/>
              </a:spcAft>
              <a:buNone/>
            </a:pPr>
            <a:r>
              <a:rPr lang="ar" sz="2000" b="1" dirty="0">
                <a:solidFill>
                  <a:schemeClr val="accent5">
                    <a:lumMod val="50000"/>
                  </a:schemeClr>
                </a:solidFill>
                <a:latin typeface="Sakkal Majalla" panose="02000000000000000000" pitchFamily="2" charset="-78"/>
                <a:cs typeface="Sakkal Majalla" panose="02000000000000000000" pitchFamily="2" charset="-78"/>
              </a:rPr>
              <a:t>المحفزات المالية</a:t>
            </a:r>
          </a:p>
        </p:txBody>
      </p:sp>
      <p:sp>
        <p:nvSpPr>
          <p:cNvPr id="2" name="Content Placeholder 3">
            <a:extLst>
              <a:ext uri="{FF2B5EF4-FFF2-40B4-BE49-F238E27FC236}">
                <a16:creationId xmlns:a16="http://schemas.microsoft.com/office/drawing/2014/main" id="{469CEECA-02DF-06EC-9917-EE8D5788B7AE}"/>
              </a:ext>
            </a:extLst>
          </p:cNvPr>
          <p:cNvSpPr txBox="1">
            <a:spLocks noChangeArrowheads="1"/>
          </p:cNvSpPr>
          <p:nvPr/>
        </p:nvSpPr>
        <p:spPr bwMode="auto">
          <a:xfrm>
            <a:off x="463986" y="2780928"/>
            <a:ext cx="4119157" cy="3744416"/>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fontAlgn="ctr"/>
            <a:r>
              <a:rPr lang="ar" sz="2000" dirty="0">
                <a:latin typeface="Sakkal Majalla" panose="02000000000000000000" pitchFamily="2" charset="-78"/>
                <a:cs typeface="Sakkal Majalla" panose="02000000000000000000" pitchFamily="2" charset="-78"/>
              </a:rPr>
              <a:t>العمل المرن</a:t>
            </a:r>
          </a:p>
          <a:p>
            <a:pPr rtl="1" fontAlgn="ctr"/>
            <a:r>
              <a:rPr lang="ar" sz="2000" dirty="0">
                <a:latin typeface="Sakkal Majalla" panose="02000000000000000000" pitchFamily="2" charset="-78"/>
                <a:cs typeface="Sakkal Majalla" panose="02000000000000000000" pitchFamily="2" charset="-78"/>
              </a:rPr>
              <a:t>باقات الرعاية الصحية</a:t>
            </a:r>
          </a:p>
          <a:p>
            <a:pPr rtl="1" fontAlgn="ctr"/>
            <a:r>
              <a:rPr lang="ar" sz="2000" dirty="0">
                <a:latin typeface="Sakkal Majalla" panose="02000000000000000000" pitchFamily="2" charset="-78"/>
                <a:cs typeface="Sakkal Majalla" panose="02000000000000000000" pitchFamily="2" charset="-78"/>
              </a:rPr>
              <a:t>فترات الراحة المهنية/إجازات التفرغ</a:t>
            </a:r>
          </a:p>
          <a:p>
            <a:pPr rtl="1" fontAlgn="ctr"/>
            <a:r>
              <a:rPr lang="ar" sz="2000" dirty="0">
                <a:latin typeface="Sakkal Majalla" panose="02000000000000000000" pitchFamily="2" charset="-78"/>
                <a:cs typeface="Sakkal Majalla" panose="02000000000000000000" pitchFamily="2" charset="-78"/>
              </a:rPr>
              <a:t>الإجازات الإضافية، على سبيل المثال يوم عطلة بمناسبة عيد ميلادك</a:t>
            </a:r>
          </a:p>
          <a:p>
            <a:pPr rtl="1" fontAlgn="ctr"/>
            <a:r>
              <a:rPr lang="ar" sz="2000" dirty="0">
                <a:latin typeface="Sakkal Majalla" panose="02000000000000000000" pitchFamily="2" charset="-78"/>
                <a:cs typeface="Sakkal Majalla" panose="02000000000000000000" pitchFamily="2" charset="-78"/>
              </a:rPr>
              <a:t>الفرص الإضافية للتطوير المهني والشخصي</a:t>
            </a:r>
          </a:p>
          <a:p>
            <a:pPr rtl="1" fontAlgn="ctr"/>
            <a:r>
              <a:rPr lang="ar" sz="2000" dirty="0">
                <a:latin typeface="Sakkal Majalla" panose="02000000000000000000" pitchFamily="2" charset="-78"/>
                <a:cs typeface="Sakkal Majalla" panose="02000000000000000000" pitchFamily="2" charset="-78"/>
              </a:rPr>
              <a:t>الإجازة التطوعية</a:t>
            </a: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FA424DF4-CEF6-6EB3-0522-818FB5F2C5D1}"/>
              </a:ext>
            </a:extLst>
          </p:cNvPr>
          <p:cNvSpPr txBox="1"/>
          <p:nvPr/>
        </p:nvSpPr>
        <p:spPr>
          <a:xfrm>
            <a:off x="486508" y="2343363"/>
            <a:ext cx="4085492" cy="400110"/>
          </a:xfrm>
          <a:prstGeom prst="rect">
            <a:avLst/>
          </a:prstGeom>
          <a:solidFill>
            <a:schemeClr val="accent6">
              <a:lumMod val="20000"/>
              <a:lumOff val="80000"/>
            </a:schemeClr>
          </a:solidFill>
        </p:spPr>
        <p:txBody>
          <a:bodyPr wrap="square" rtlCol="1">
            <a:spAutoFit/>
          </a:bodyPr>
          <a:lstStyle/>
          <a:p>
            <a:pPr marL="0" algn="ctr" rtl="1" fontAlgn="ctr">
              <a:spcBef>
                <a:spcPts val="1200"/>
              </a:spcBef>
              <a:spcAft>
                <a:spcPts val="1200"/>
              </a:spcAft>
            </a:pPr>
            <a:r>
              <a:rPr lang="ar" sz="2000" b="1" dirty="0">
                <a:solidFill>
                  <a:srgbClr val="7030A0"/>
                </a:solidFill>
                <a:latin typeface="Sakkal Majalla" panose="02000000000000000000" pitchFamily="2" charset="-78"/>
                <a:cs typeface="Sakkal Majalla" panose="02000000000000000000" pitchFamily="2" charset="-78"/>
              </a:rPr>
              <a:t>المحفزات غير المالية</a:t>
            </a:r>
          </a:p>
        </p:txBody>
      </p:sp>
      <p:sp>
        <p:nvSpPr>
          <p:cNvPr id="4" name="TextBox 3">
            <a:extLst>
              <a:ext uri="{FF2B5EF4-FFF2-40B4-BE49-F238E27FC236}">
                <a16:creationId xmlns:a16="http://schemas.microsoft.com/office/drawing/2014/main" id="{43797BA8-4E5B-1D01-CC69-F66E37B095AE}"/>
              </a:ext>
            </a:extLst>
          </p:cNvPr>
          <p:cNvSpPr txBox="1"/>
          <p:nvPr/>
        </p:nvSpPr>
        <p:spPr>
          <a:xfrm>
            <a:off x="463986" y="1628800"/>
            <a:ext cx="8191674" cy="400110"/>
          </a:xfrm>
          <a:prstGeom prst="rect">
            <a:avLst/>
          </a:prstGeom>
          <a:solidFill>
            <a:schemeClr val="accent5"/>
          </a:solidFill>
        </p:spPr>
        <p:txBody>
          <a:bodyPr wrap="square" rtlCol="1">
            <a:spAutoFit/>
          </a:bodyPr>
          <a:lstStyle/>
          <a:p>
            <a:pPr indent="0" algn="ctr" rtl="1" fontAlgn="ctr">
              <a:spcBef>
                <a:spcPts val="1200"/>
              </a:spcBef>
              <a:spcAft>
                <a:spcPts val="1200"/>
              </a:spcAft>
              <a:buNone/>
            </a:pPr>
            <a:r>
              <a:rPr lang="ar" sz="2000" b="1" dirty="0">
                <a:solidFill>
                  <a:schemeClr val="accent6"/>
                </a:solidFill>
                <a:latin typeface="Sakkal Majalla" panose="02000000000000000000" pitchFamily="2" charset="-78"/>
                <a:cs typeface="Sakkal Majalla" panose="02000000000000000000" pitchFamily="2" charset="-78"/>
              </a:rPr>
              <a:t>تستخدم المؤسسات أنظمة المكافآت المالية وغير المالية.</a:t>
            </a:r>
          </a:p>
        </p:txBody>
      </p:sp>
      <p:sp>
        <p:nvSpPr>
          <p:cNvPr id="5" name="Footer Placeholder 2">
            <a:extLst>
              <a:ext uri="{FF2B5EF4-FFF2-40B4-BE49-F238E27FC236}">
                <a16:creationId xmlns:a16="http://schemas.microsoft.com/office/drawing/2014/main" id="{C91262AE-CF00-077A-9A3D-F02774E17D1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840941676"/>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4258C-09E9-7C1C-FEC6-E2782ECA1B94}"/>
              </a:ext>
            </a:extLst>
          </p:cNvPr>
          <p:cNvSpPr>
            <a:spLocks noGrp="1"/>
          </p:cNvSpPr>
          <p:nvPr>
            <p:ph type="title"/>
          </p:nvPr>
        </p:nvSpPr>
        <p:spPr>
          <a:xfrm>
            <a:off x="457200" y="1195200"/>
            <a:ext cx="8229600" cy="577616"/>
          </a:xfrm>
        </p:spPr>
        <p:txBody>
          <a:bodyPr rtlCol="1"/>
          <a:lstStyle/>
          <a:p>
            <a:pPr rtl="1"/>
            <a:r>
              <a:rPr lang="ar" sz="2200" b="1" dirty="0">
                <a:effectLst/>
              </a:rPr>
              <a:t>ب2 التدريب والتطوير</a:t>
            </a:r>
            <a:endParaRPr lang="en-US" sz="2200" b="1" dirty="0"/>
          </a:p>
        </p:txBody>
      </p:sp>
      <p:sp>
        <p:nvSpPr>
          <p:cNvPr id="5" name="TextBox 4">
            <a:extLst>
              <a:ext uri="{FF2B5EF4-FFF2-40B4-BE49-F238E27FC236}">
                <a16:creationId xmlns:a16="http://schemas.microsoft.com/office/drawing/2014/main" id="{339717BB-9598-5D04-BCD4-34B6279DBCE6}"/>
              </a:ext>
            </a:extLst>
          </p:cNvPr>
          <p:cNvSpPr txBox="1"/>
          <p:nvPr/>
        </p:nvSpPr>
        <p:spPr>
          <a:xfrm>
            <a:off x="860549" y="1755895"/>
            <a:ext cx="7455866" cy="430887"/>
          </a:xfrm>
          <a:prstGeom prst="rect">
            <a:avLst/>
          </a:prstGeom>
          <a:solidFill>
            <a:schemeClr val="accent5"/>
          </a:solidFill>
        </p:spPr>
        <p:txBody>
          <a:bodyPr wrap="square" rtlCol="1">
            <a:spAutoFit/>
          </a:bodyPr>
          <a:lstStyle/>
          <a:p>
            <a:pPr algn="ctr" rtl="1"/>
            <a:r>
              <a:rPr lang="ar" sz="2200" dirty="0">
                <a:effectLst/>
                <a:latin typeface="Sakkal Majalla" panose="02000000000000000000" pitchFamily="2" charset="-78"/>
                <a:cs typeface="Sakkal Majalla" panose="02000000000000000000" pitchFamily="2" charset="-78"/>
              </a:rPr>
              <a:t>الغرض من تحليل احتياجات التدريب (TNA).</a:t>
            </a:r>
          </a:p>
        </p:txBody>
      </p:sp>
      <p:sp>
        <p:nvSpPr>
          <p:cNvPr id="7" name="TextBox 6">
            <a:extLst>
              <a:ext uri="{FF2B5EF4-FFF2-40B4-BE49-F238E27FC236}">
                <a16:creationId xmlns:a16="http://schemas.microsoft.com/office/drawing/2014/main" id="{D5EAD324-5C90-D51E-5881-5A1281104A82}"/>
              </a:ext>
            </a:extLst>
          </p:cNvPr>
          <p:cNvSpPr txBox="1"/>
          <p:nvPr/>
        </p:nvSpPr>
        <p:spPr>
          <a:xfrm>
            <a:off x="4572000" y="2300068"/>
            <a:ext cx="3744416" cy="3477875"/>
          </a:xfrm>
          <a:prstGeom prst="rect">
            <a:avLst/>
          </a:prstGeom>
          <a:solidFill>
            <a:schemeClr val="accent5"/>
          </a:solidFill>
        </p:spPr>
        <p:txBody>
          <a:bodyPr wrap="square" rtlCol="1">
            <a:spAutoFit/>
          </a:bodyPr>
          <a:lstStyle/>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تحليل احتياجات التدريب هو تحليل لما تتطلبه المؤسسة بغرض تحقيق أهدافها وأين توجد المهارات. </a:t>
            </a:r>
          </a:p>
          <a:p>
            <a:pPr marL="285750" indent="-285750" rtl="1">
              <a:buFont typeface="Arial" panose="020B0604020202020204" pitchFamily="34" charset="0"/>
              <a:buChar char="•"/>
            </a:pPr>
            <a:r>
              <a:rPr lang="ar" sz="2000" spc="-20" dirty="0">
                <a:latin typeface="Sakkal Majalla" panose="02000000000000000000" pitchFamily="2" charset="-78"/>
                <a:cs typeface="Sakkal Majalla" panose="02000000000000000000" pitchFamily="2" charset="-78"/>
              </a:rPr>
              <a:t>يتم </a:t>
            </a:r>
            <a:r>
              <a:rPr lang="ar" sz="2000" spc="-20" dirty="0">
                <a:effectLst/>
                <a:latin typeface="Sakkal Majalla" panose="02000000000000000000" pitchFamily="2" charset="-78"/>
                <a:cs typeface="Sakkal Majalla" panose="02000000000000000000" pitchFamily="2" charset="-78"/>
              </a:rPr>
              <a:t> تحليل المهارات والمستويات والفجوات الموجودة لاتخاذ قرارات بشأن التدريب والتطوير. </a:t>
            </a: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تختلف أدوات جمع البيانات ومن المرجح أن تعكس طبيعة المؤسسة: </a:t>
            </a:r>
          </a:p>
          <a:p>
            <a:pPr marL="742950" lvl="1" indent="-285750" rtl="1">
              <a:buFont typeface="Courier New" panose="02070309020205020404" pitchFamily="49" charset="0"/>
              <a:buChar char="o"/>
            </a:pPr>
            <a:r>
              <a:rPr lang="ar" sz="2000" dirty="0">
                <a:effectLst/>
                <a:latin typeface="Sakkal Majalla" panose="02000000000000000000" pitchFamily="2" charset="-78"/>
                <a:cs typeface="Sakkal Majalla" panose="02000000000000000000" pitchFamily="2" charset="-78"/>
              </a:rPr>
              <a:t>قد تستخدم الصناعات الأكثر إبداعًا مخططات العنكبوت</a:t>
            </a:r>
          </a:p>
          <a:p>
            <a:pPr marL="742950" lvl="1" indent="-285750" rtl="1">
              <a:buFont typeface="Courier New" panose="02070309020205020404" pitchFamily="49" charset="0"/>
              <a:buChar char="o"/>
            </a:pPr>
            <a:r>
              <a:rPr lang="ar" sz="2000" dirty="0">
                <a:effectLst/>
                <a:latin typeface="Sakkal Majalla" panose="02000000000000000000" pitchFamily="2" charset="-78"/>
                <a:cs typeface="Sakkal Majalla" panose="02000000000000000000" pitchFamily="2" charset="-78"/>
              </a:rPr>
              <a:t>من المرجح أن تستخدم المزيد من مؤسسات الأعمال التقليدية القوالب.</a:t>
            </a:r>
          </a:p>
        </p:txBody>
      </p:sp>
      <p:grpSp>
        <p:nvGrpSpPr>
          <p:cNvPr id="10" name="Group 9">
            <a:extLst>
              <a:ext uri="{FF2B5EF4-FFF2-40B4-BE49-F238E27FC236}">
                <a16:creationId xmlns:a16="http://schemas.microsoft.com/office/drawing/2014/main" id="{EA36C101-82CC-351B-6D9B-07D93CD3AB5D}"/>
              </a:ext>
            </a:extLst>
          </p:cNvPr>
          <p:cNvGrpSpPr/>
          <p:nvPr/>
        </p:nvGrpSpPr>
        <p:grpSpPr>
          <a:xfrm>
            <a:off x="629146" y="5085185"/>
            <a:ext cx="3688421" cy="1396373"/>
            <a:chOff x="-24693" y="215426"/>
            <a:chExt cx="2589497" cy="1398306"/>
          </a:xfrm>
        </p:grpSpPr>
        <p:sp>
          <p:nvSpPr>
            <p:cNvPr id="11" name="Rectangle 10">
              <a:extLst>
                <a:ext uri="{FF2B5EF4-FFF2-40B4-BE49-F238E27FC236}">
                  <a16:creationId xmlns:a16="http://schemas.microsoft.com/office/drawing/2014/main" id="{45DC42B0-E1DC-F75C-8591-0887E2FE9CB3}"/>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12" name="TextBox 11">
              <a:extLst>
                <a:ext uri="{FF2B5EF4-FFF2-40B4-BE49-F238E27FC236}">
                  <a16:creationId xmlns:a16="http://schemas.microsoft.com/office/drawing/2014/main" id="{775BC668-5E22-C623-1D56-6DCE4FA76BEF}"/>
                </a:ext>
              </a:extLst>
            </p:cNvPr>
            <p:cNvSpPr txBox="1"/>
            <p:nvPr/>
          </p:nvSpPr>
          <p:spPr>
            <a:xfrm>
              <a:off x="-24693"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كيف يمكن لمعرفة الفجوات الحاصلة في المهارات مساعدة المؤسسة على تحقيق أهدافها؟</a:t>
              </a:r>
            </a:p>
          </p:txBody>
        </p:sp>
      </p:grpSp>
      <p:pic>
        <p:nvPicPr>
          <p:cNvPr id="4" name="Picture 3" descr="A person sitting at a desk with a computer and a tablet&#10;&#10;Description automatically generated">
            <a:extLst>
              <a:ext uri="{FF2B5EF4-FFF2-40B4-BE49-F238E27FC236}">
                <a16:creationId xmlns:a16="http://schemas.microsoft.com/office/drawing/2014/main" id="{2179ABB7-48F9-F883-729D-5EB8D206C8B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93971" y="2270427"/>
            <a:ext cx="2958773" cy="2785373"/>
          </a:xfrm>
          <a:prstGeom prst="rect">
            <a:avLst/>
          </a:prstGeom>
        </p:spPr>
      </p:pic>
      <p:sp>
        <p:nvSpPr>
          <p:cNvPr id="3" name="Footer Placeholder 2">
            <a:extLst>
              <a:ext uri="{FF2B5EF4-FFF2-40B4-BE49-F238E27FC236}">
                <a16:creationId xmlns:a16="http://schemas.microsoft.com/office/drawing/2014/main" id="{C62D4AE3-326F-5837-D06D-24959E00A1C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809474778"/>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2952E-2A15-1A3F-3E85-DBD09C96E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511E2-C0AB-81BF-28A9-6D7498DB8C30}"/>
              </a:ext>
            </a:extLst>
          </p:cNvPr>
          <p:cNvSpPr>
            <a:spLocks noGrp="1"/>
          </p:cNvSpPr>
          <p:nvPr>
            <p:ph type="title"/>
          </p:nvPr>
        </p:nvSpPr>
        <p:spPr>
          <a:xfrm>
            <a:off x="457200" y="1195200"/>
            <a:ext cx="8229600" cy="577616"/>
          </a:xfrm>
        </p:spPr>
        <p:txBody>
          <a:bodyPr rtlCol="1"/>
          <a:lstStyle/>
          <a:p>
            <a:pPr rtl="1"/>
            <a:r>
              <a:rPr lang="ar" sz="2200" b="1" dirty="0">
                <a:effectLst/>
              </a:rPr>
              <a:t>ب2 أنواع التدريب</a:t>
            </a:r>
            <a:endParaRPr lang="en-US" sz="2200" b="1" dirty="0"/>
          </a:p>
        </p:txBody>
      </p:sp>
      <p:graphicFrame>
        <p:nvGraphicFramePr>
          <p:cNvPr id="5" name="Diagram 4">
            <a:extLst>
              <a:ext uri="{FF2B5EF4-FFF2-40B4-BE49-F238E27FC236}">
                <a16:creationId xmlns:a16="http://schemas.microsoft.com/office/drawing/2014/main" id="{64E6A0D5-CFA3-060C-276C-A5A77EB2A604}"/>
              </a:ext>
            </a:extLst>
          </p:cNvPr>
          <p:cNvGraphicFramePr/>
          <p:nvPr>
            <p:extLst>
              <p:ext uri="{D42A27DB-BD31-4B8C-83A1-F6EECF244321}">
                <p14:modId xmlns:p14="http://schemas.microsoft.com/office/powerpoint/2010/main" val="2193773466"/>
              </p:ext>
            </p:extLst>
          </p:nvPr>
        </p:nvGraphicFramePr>
        <p:xfrm>
          <a:off x="827584" y="1988840"/>
          <a:ext cx="7344816" cy="43121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11431DE7-9B92-2CC0-D89C-0429DDD8CC4B}"/>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14991922"/>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BA53C-C8E6-69C6-0AA4-CC474DB42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BF257-AA46-EA01-23A7-C1054FB59629}"/>
              </a:ext>
            </a:extLst>
          </p:cNvPr>
          <p:cNvSpPr>
            <a:spLocks noGrp="1"/>
          </p:cNvSpPr>
          <p:nvPr>
            <p:ph type="title"/>
          </p:nvPr>
        </p:nvSpPr>
        <p:spPr>
          <a:xfrm>
            <a:off x="457200" y="1195200"/>
            <a:ext cx="8229600" cy="577616"/>
          </a:xfrm>
        </p:spPr>
        <p:txBody>
          <a:bodyPr rtlCol="1"/>
          <a:lstStyle/>
          <a:p>
            <a:pPr rtl="1"/>
            <a:r>
              <a:rPr lang="ar" sz="2200" b="1" dirty="0">
                <a:effectLst/>
              </a:rPr>
              <a:t>ب2 </a:t>
            </a:r>
            <a:r>
              <a:rPr lang="ar" sz="2200" b="1" dirty="0"/>
              <a:t>قياس</a:t>
            </a:r>
            <a:r>
              <a:rPr lang="ar" sz="2200" b="1" dirty="0">
                <a:effectLst/>
              </a:rPr>
              <a:t> فعالية التدريب</a:t>
            </a:r>
            <a:endParaRPr lang="en-US" sz="2200" b="1" dirty="0"/>
          </a:p>
        </p:txBody>
      </p:sp>
      <p:graphicFrame>
        <p:nvGraphicFramePr>
          <p:cNvPr id="7" name="Diagram 6">
            <a:extLst>
              <a:ext uri="{FF2B5EF4-FFF2-40B4-BE49-F238E27FC236}">
                <a16:creationId xmlns:a16="http://schemas.microsoft.com/office/drawing/2014/main" id="{B1EBD3DE-F6FE-1D17-E641-9336DB809DEA}"/>
              </a:ext>
            </a:extLst>
          </p:cNvPr>
          <p:cNvGraphicFramePr/>
          <p:nvPr>
            <p:extLst>
              <p:ext uri="{D42A27DB-BD31-4B8C-83A1-F6EECF244321}">
                <p14:modId xmlns:p14="http://schemas.microsoft.com/office/powerpoint/2010/main" val="2826006708"/>
              </p:ext>
            </p:extLst>
          </p:nvPr>
        </p:nvGraphicFramePr>
        <p:xfrm>
          <a:off x="930424" y="1425595"/>
          <a:ext cx="7283152" cy="39645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8" name="Group 7">
            <a:extLst>
              <a:ext uri="{FF2B5EF4-FFF2-40B4-BE49-F238E27FC236}">
                <a16:creationId xmlns:a16="http://schemas.microsoft.com/office/drawing/2014/main" id="{C8461172-B4F1-FB64-0127-4C251602A1C0}"/>
              </a:ext>
            </a:extLst>
          </p:cNvPr>
          <p:cNvGrpSpPr/>
          <p:nvPr/>
        </p:nvGrpSpPr>
        <p:grpSpPr>
          <a:xfrm>
            <a:off x="819043" y="5229201"/>
            <a:ext cx="7034822" cy="1224136"/>
            <a:chOff x="-15222" y="215426"/>
            <a:chExt cx="2580026" cy="1398306"/>
          </a:xfrm>
        </p:grpSpPr>
        <p:sp>
          <p:nvSpPr>
            <p:cNvPr id="9" name="Rectangle 8">
              <a:extLst>
                <a:ext uri="{FF2B5EF4-FFF2-40B4-BE49-F238E27FC236}">
                  <a16:creationId xmlns:a16="http://schemas.microsoft.com/office/drawing/2014/main" id="{0E4227B1-7461-5BF0-D7B2-D63DF304E922}"/>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BE9BA2C8-FA05-F3D1-8B33-AF3ABB0C14C1}"/>
                </a:ext>
              </a:extLst>
            </p:cNvPr>
            <p:cNvSpPr txBox="1"/>
            <p:nvPr/>
          </p:nvSpPr>
          <p:spPr>
            <a:xfrm>
              <a:off x="-15222"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rtl="1"/>
              <a:r>
                <a:rPr lang="ar" sz="2000" dirty="0">
                  <a:solidFill>
                    <a:srgbClr val="7030A0"/>
                  </a:solidFill>
                  <a:latin typeface="Sakkal Majalla" panose="02000000000000000000" pitchFamily="2" charset="-78"/>
                  <a:cs typeface="Sakkal Majalla" panose="02000000000000000000" pitchFamily="2" charset="-78"/>
                </a:rPr>
                <a:t>كيف يمكن للتدريب الأفضل أن يزيد من تحفيز الموظفين؟</a:t>
              </a:r>
            </a:p>
          </p:txBody>
        </p:sp>
      </p:grpSp>
      <p:sp>
        <p:nvSpPr>
          <p:cNvPr id="3" name="Footer Placeholder 2">
            <a:extLst>
              <a:ext uri="{FF2B5EF4-FFF2-40B4-BE49-F238E27FC236}">
                <a16:creationId xmlns:a16="http://schemas.microsoft.com/office/drawing/2014/main" id="{7C5F5343-5ECA-0D81-0EC7-5CEEF388229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206644775"/>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65942-94A7-7552-A4D3-46A6CA9E8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12AC3-F7D4-E9DE-C93C-E0F64B6B39F5}"/>
              </a:ext>
            </a:extLst>
          </p:cNvPr>
          <p:cNvSpPr>
            <a:spLocks noGrp="1"/>
          </p:cNvSpPr>
          <p:nvPr>
            <p:ph type="title"/>
          </p:nvPr>
        </p:nvSpPr>
        <p:spPr>
          <a:xfrm>
            <a:off x="457200" y="1195200"/>
            <a:ext cx="8229600" cy="505608"/>
          </a:xfrm>
        </p:spPr>
        <p:txBody>
          <a:bodyPr vert="horz" wrap="square" lIns="91440" tIns="45720" rIns="91440" bIns="45720" numCol="1" rtlCol="1" anchor="ctr" anchorCtr="0" compatLnSpc="1">
            <a:prstTxWarp prst="textNoShape">
              <a:avLst/>
            </a:prstTxWarp>
            <a:normAutofit/>
          </a:bodyPr>
          <a:lstStyle/>
          <a:p>
            <a:pPr algn="ctr" rtl="1"/>
            <a:r>
              <a:rPr lang="ar" sz="2200" b="1" dirty="0">
                <a:effectLst/>
              </a:rPr>
              <a:t>ب3 تقييم الأداء</a:t>
            </a:r>
          </a:p>
        </p:txBody>
      </p:sp>
      <p:sp>
        <p:nvSpPr>
          <p:cNvPr id="11" name="Text Placeholder 2">
            <a:extLst>
              <a:ext uri="{FF2B5EF4-FFF2-40B4-BE49-F238E27FC236}">
                <a16:creationId xmlns:a16="http://schemas.microsoft.com/office/drawing/2014/main" id="{D3D710B5-0B4A-77F6-E3EA-33DAB2D6BAF3}"/>
              </a:ext>
            </a:extLst>
          </p:cNvPr>
          <p:cNvSpPr>
            <a:spLocks noGrp="1"/>
          </p:cNvSpPr>
          <p:nvPr>
            <p:ph type="body" idx="1"/>
          </p:nvPr>
        </p:nvSpPr>
        <p:spPr>
          <a:xfrm>
            <a:off x="4646613" y="1876119"/>
            <a:ext cx="4040188" cy="400753"/>
          </a:xfrm>
          <a:gradFill>
            <a:gsLst>
              <a:gs pos="0">
                <a:schemeClr val="accent6">
                  <a:lumMod val="20000"/>
                  <a:lumOff val="80000"/>
                </a:schemeClr>
              </a:gs>
              <a:gs pos="86000">
                <a:schemeClr val="accent5"/>
              </a:gs>
              <a:gs pos="100000">
                <a:schemeClr val="accent5"/>
              </a:gs>
            </a:gsLst>
            <a:lin ang="2700000" scaled="1"/>
          </a:gradFill>
        </p:spPr>
        <p:txBody>
          <a:bodyPr rtlCol="1"/>
          <a:lstStyle/>
          <a:p>
            <a:pPr algn="ctr" rtl="1"/>
            <a:r>
              <a:rPr lang="ar" sz="2000" dirty="0"/>
              <a:t>ما تقييم الأداء؟</a:t>
            </a:r>
          </a:p>
        </p:txBody>
      </p:sp>
      <p:sp>
        <p:nvSpPr>
          <p:cNvPr id="6" name="TextBox 5">
            <a:extLst>
              <a:ext uri="{FF2B5EF4-FFF2-40B4-BE49-F238E27FC236}">
                <a16:creationId xmlns:a16="http://schemas.microsoft.com/office/drawing/2014/main" id="{066FA113-CC13-8F58-9818-9FF389F1638B}"/>
              </a:ext>
            </a:extLst>
          </p:cNvPr>
          <p:cNvSpPr txBox="1"/>
          <p:nvPr/>
        </p:nvSpPr>
        <p:spPr bwMode="auto">
          <a:xfrm>
            <a:off x="477110" y="2452183"/>
            <a:ext cx="4021864" cy="1768905"/>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normAutofit/>
          </a:bodyPr>
          <a:lstStyle/>
          <a:p>
            <a:pPr marL="342900" indent="-342900" rtl="1">
              <a:spcBef>
                <a:spcPct val="20000"/>
              </a:spcBef>
              <a:buFont typeface="Courier New" panose="02070309020205020404" pitchFamily="49" charset="0"/>
              <a:buChar char="o"/>
            </a:pPr>
            <a:r>
              <a:rPr lang="ar" sz="1700" dirty="0">
                <a:effectLst/>
                <a:latin typeface="Sakkal Majalla" panose="02000000000000000000" pitchFamily="2" charset="-78"/>
                <a:cs typeface="Sakkal Majalla" panose="02000000000000000000" pitchFamily="2" charset="-78"/>
              </a:rPr>
              <a:t>التقييم الذاتي</a:t>
            </a:r>
            <a:endParaRPr lang="en-US" sz="1700" dirty="0">
              <a:latin typeface="Sakkal Majalla" panose="02000000000000000000" pitchFamily="2" charset="-78"/>
              <a:cs typeface="Sakkal Majalla" panose="02000000000000000000" pitchFamily="2" charset="-78"/>
            </a:endParaRPr>
          </a:p>
          <a:p>
            <a:pPr marL="342900" indent="-342900" rtl="1">
              <a:spcBef>
                <a:spcPct val="20000"/>
              </a:spcBef>
              <a:buFont typeface="Courier New" panose="02070309020205020404" pitchFamily="49" charset="0"/>
              <a:buChar char="o"/>
            </a:pPr>
            <a:r>
              <a:rPr lang="ar" sz="1700" dirty="0">
                <a:effectLst/>
                <a:latin typeface="Sakkal Majalla" panose="02000000000000000000" pitchFamily="2" charset="-78"/>
                <a:cs typeface="Sakkal Majalla" panose="02000000000000000000" pitchFamily="2" charset="-78"/>
              </a:rPr>
              <a:t>الإدارة بالأهداف (MB0)</a:t>
            </a:r>
          </a:p>
          <a:p>
            <a:pPr marL="342900" indent="-342900" rtl="1">
              <a:spcBef>
                <a:spcPct val="20000"/>
              </a:spcBef>
              <a:buFont typeface="Courier New" panose="02070309020205020404" pitchFamily="49" charset="0"/>
              <a:buChar char="o"/>
            </a:pPr>
            <a:r>
              <a:rPr lang="ar" sz="1700" dirty="0">
                <a:latin typeface="Sakkal Majalla" panose="02000000000000000000" pitchFamily="2" charset="-78"/>
                <a:cs typeface="Sakkal Majalla" panose="02000000000000000000" pitchFamily="2" charset="-78"/>
              </a:rPr>
              <a:t>تستند مقاييس </a:t>
            </a:r>
            <a:r>
              <a:rPr lang="ar" sz="1700" dirty="0">
                <a:effectLst/>
                <a:latin typeface="Sakkal Majalla" panose="02000000000000000000" pitchFamily="2" charset="-78"/>
                <a:cs typeface="Sakkal Majalla" panose="02000000000000000000" pitchFamily="2" charset="-78"/>
              </a:rPr>
              <a:t>تصنيفات الأداء إلى معايير محددة مسبقًا</a:t>
            </a:r>
          </a:p>
          <a:p>
            <a:pPr marL="342900" indent="-342900" rtl="1">
              <a:spcBef>
                <a:spcPct val="20000"/>
              </a:spcBef>
              <a:buFont typeface="Courier New" panose="02070309020205020404" pitchFamily="49" charset="0"/>
              <a:buChar char="o"/>
            </a:pPr>
            <a:r>
              <a:rPr lang="ar" sz="1700" dirty="0">
                <a:effectLst/>
                <a:latin typeface="Sakkal Majalla" panose="02000000000000000000" pitchFamily="2" charset="-78"/>
                <a:cs typeface="Sakkal Majalla" panose="02000000000000000000" pitchFamily="2" charset="-78"/>
              </a:rPr>
              <a:t>تعقيبات 360 درجة تتضمن تصنيفات وتعقيبات من الشركاء ومديريهم المباشرين.</a:t>
            </a:r>
          </a:p>
        </p:txBody>
      </p:sp>
      <p:sp>
        <p:nvSpPr>
          <p:cNvPr id="13" name="Text Placeholder 4">
            <a:extLst>
              <a:ext uri="{FF2B5EF4-FFF2-40B4-BE49-F238E27FC236}">
                <a16:creationId xmlns:a16="http://schemas.microsoft.com/office/drawing/2014/main" id="{A18E0879-C823-17CD-FC16-F4341C96B597}"/>
              </a:ext>
            </a:extLst>
          </p:cNvPr>
          <p:cNvSpPr>
            <a:spLocks noGrp="1"/>
          </p:cNvSpPr>
          <p:nvPr>
            <p:ph type="body" sz="quarter" idx="3"/>
          </p:nvPr>
        </p:nvSpPr>
        <p:spPr>
          <a:xfrm>
            <a:off x="457199" y="1876119"/>
            <a:ext cx="4041775" cy="400753"/>
          </a:xfrm>
          <a:gradFill>
            <a:gsLst>
              <a:gs pos="0">
                <a:schemeClr val="accent6">
                  <a:lumMod val="20000"/>
                  <a:lumOff val="80000"/>
                </a:schemeClr>
              </a:gs>
              <a:gs pos="86000">
                <a:schemeClr val="accent5"/>
              </a:gs>
              <a:gs pos="100000">
                <a:schemeClr val="accent5"/>
              </a:gs>
            </a:gsLst>
            <a:lin ang="2700000" scaled="1"/>
          </a:gradFill>
        </p:spPr>
        <p:txBody>
          <a:bodyPr rtlCol="1"/>
          <a:lstStyle/>
          <a:p>
            <a:pPr algn="ctr" rtl="1"/>
            <a:r>
              <a:rPr lang="ar" sz="2200" dirty="0"/>
              <a:t>أنواع التقييم</a:t>
            </a:r>
          </a:p>
        </p:txBody>
      </p:sp>
      <p:sp>
        <p:nvSpPr>
          <p:cNvPr id="4" name="TextBox 3">
            <a:extLst>
              <a:ext uri="{FF2B5EF4-FFF2-40B4-BE49-F238E27FC236}">
                <a16:creationId xmlns:a16="http://schemas.microsoft.com/office/drawing/2014/main" id="{408AB6D7-8CCB-D289-43EB-21D5E21D8281}"/>
              </a:ext>
            </a:extLst>
          </p:cNvPr>
          <p:cNvSpPr txBox="1"/>
          <p:nvPr/>
        </p:nvSpPr>
        <p:spPr bwMode="auto">
          <a:xfrm>
            <a:off x="4645026" y="2452182"/>
            <a:ext cx="4041775" cy="4052881"/>
          </a:xfrm>
          <a:prstGeom prst="rect">
            <a:avLst/>
          </a:prstGeom>
          <a:solidFill>
            <a:schemeClr val="accent5"/>
          </a:solidFill>
          <a:ln>
            <a:noFill/>
          </a:ln>
        </p:spPr>
        <p:txBody>
          <a:bodyPr vert="horz" wrap="square" lIns="91440" tIns="45720" rIns="91440" bIns="45720" numCol="1" rtlCol="1" anchor="t" anchorCtr="0" compatLnSpc="1">
            <a:prstTxWarp prst="textNoShape">
              <a:avLst/>
            </a:prstTxWarp>
            <a:normAutofit/>
          </a:bodyPr>
          <a:lstStyle/>
          <a:p>
            <a:pPr marL="285750" indent="-285750" rtl="1">
              <a:lnSpc>
                <a:spcPct val="110000"/>
              </a:lnSpc>
              <a:spcBef>
                <a:spcPct val="20000"/>
              </a:spcBef>
              <a:buFont typeface="Arial" panose="020B0604020202020204" pitchFamily="34" charset="0"/>
              <a:buChar char="•"/>
            </a:pPr>
            <a:r>
              <a:rPr lang="ar" sz="1900" dirty="0">
                <a:effectLst/>
                <a:latin typeface="Sakkal Majalla" panose="02000000000000000000" pitchFamily="2" charset="-78"/>
                <a:cs typeface="Sakkal Majalla" panose="02000000000000000000" pitchFamily="2" charset="-78"/>
              </a:rPr>
              <a:t>اجتماع بين عامل ومديره  المباشر لتقييم الأداء الوظيفي للموظف</a:t>
            </a:r>
          </a:p>
          <a:p>
            <a:pPr marL="285750" indent="-285750" rtl="1">
              <a:lnSpc>
                <a:spcPct val="110000"/>
              </a:lnSpc>
              <a:spcBef>
                <a:spcPct val="20000"/>
              </a:spcBef>
              <a:buFont typeface="Arial" panose="020B0604020202020204" pitchFamily="34" charset="0"/>
              <a:buChar char="•"/>
            </a:pPr>
            <a:r>
              <a:rPr lang="ar" sz="1900" dirty="0">
                <a:effectLst/>
                <a:latin typeface="Sakkal Majalla" panose="02000000000000000000" pitchFamily="2" charset="-78"/>
                <a:cs typeface="Sakkal Majalla" panose="02000000000000000000" pitchFamily="2" charset="-78"/>
              </a:rPr>
              <a:t>يقدم تعقيبات للمساعدة على التحسن</a:t>
            </a:r>
            <a:endParaRPr lang="en-US" sz="1900" dirty="0">
              <a:latin typeface="Sakkal Majalla" panose="02000000000000000000" pitchFamily="2" charset="-78"/>
              <a:cs typeface="Sakkal Majalla" panose="02000000000000000000" pitchFamily="2" charset="-78"/>
            </a:endParaRPr>
          </a:p>
          <a:p>
            <a:pPr marL="285750" indent="-285750" rtl="1">
              <a:lnSpc>
                <a:spcPct val="110000"/>
              </a:lnSpc>
              <a:spcBef>
                <a:spcPct val="20000"/>
              </a:spcBef>
              <a:buFont typeface="Arial" panose="020B0604020202020204" pitchFamily="34" charset="0"/>
              <a:buChar char="•"/>
            </a:pPr>
            <a:r>
              <a:rPr lang="ar" sz="1900" dirty="0">
                <a:latin typeface="Sakkal Majalla" panose="02000000000000000000" pitchFamily="2" charset="-78"/>
                <a:cs typeface="Sakkal Majalla" panose="02000000000000000000" pitchFamily="2" charset="-78"/>
              </a:rPr>
              <a:t>عادةً ما يحدث ذلك مرة واحدة في السنة</a:t>
            </a:r>
          </a:p>
          <a:p>
            <a:pPr marL="285750" indent="-285750" rtl="1">
              <a:lnSpc>
                <a:spcPct val="110000"/>
              </a:lnSpc>
              <a:spcBef>
                <a:spcPct val="20000"/>
              </a:spcBef>
              <a:buFont typeface="Arial" panose="020B0604020202020204" pitchFamily="34" charset="0"/>
              <a:buChar char="•"/>
            </a:pPr>
            <a:r>
              <a:rPr lang="ar" sz="1900" dirty="0">
                <a:effectLst/>
                <a:latin typeface="Sakkal Majalla" panose="02000000000000000000" pitchFamily="2" charset="-78"/>
                <a:cs typeface="Sakkal Majalla" panose="02000000000000000000" pitchFamily="2" charset="-78"/>
              </a:rPr>
              <a:t>سيناقشون الآتي:</a:t>
            </a:r>
          </a:p>
          <a:p>
            <a:pPr marL="742950" lvl="1" indent="-285750" rtl="1">
              <a:lnSpc>
                <a:spcPct val="110000"/>
              </a:lnSpc>
              <a:spcBef>
                <a:spcPct val="20000"/>
              </a:spcBef>
              <a:buFont typeface="Courier New" panose="02070309020205020404" pitchFamily="49" charset="0"/>
              <a:buChar char="o"/>
            </a:pPr>
            <a:r>
              <a:rPr lang="ar" sz="1900" dirty="0">
                <a:latin typeface="Sakkal Majalla" panose="02000000000000000000" pitchFamily="2" charset="-78"/>
                <a:cs typeface="Sakkal Majalla" panose="02000000000000000000" pitchFamily="2" charset="-78"/>
              </a:rPr>
              <a:t>المهام التي نفذوها بشكلٍ جيد </a:t>
            </a:r>
            <a:r>
              <a:rPr lang="ar" sz="1900" dirty="0">
                <a:effectLst/>
                <a:latin typeface="Sakkal Majalla" panose="02000000000000000000" pitchFamily="2" charset="-78"/>
                <a:cs typeface="Sakkal Majalla" panose="02000000000000000000" pitchFamily="2" charset="-78"/>
              </a:rPr>
              <a:t>والمشكلات التي حدثت</a:t>
            </a:r>
          </a:p>
          <a:p>
            <a:pPr marL="742950" lvl="1" indent="-285750" rtl="1">
              <a:lnSpc>
                <a:spcPct val="110000"/>
              </a:lnSpc>
              <a:spcBef>
                <a:spcPct val="20000"/>
              </a:spcBef>
              <a:buFont typeface="Courier New" panose="02070309020205020404" pitchFamily="49" charset="0"/>
              <a:buChar char="o"/>
            </a:pPr>
            <a:r>
              <a:rPr lang="ar" sz="1900" dirty="0">
                <a:effectLst/>
                <a:latin typeface="Sakkal Majalla" panose="02000000000000000000" pitchFamily="2" charset="-78"/>
                <a:cs typeface="Sakkal Majalla" panose="02000000000000000000" pitchFamily="2" charset="-78"/>
              </a:rPr>
              <a:t>توقعات الأداء والأهداف المستقبلية</a:t>
            </a:r>
          </a:p>
          <a:p>
            <a:pPr marL="742950" lvl="1" indent="-285750" rtl="1">
              <a:lnSpc>
                <a:spcPct val="110000"/>
              </a:lnSpc>
              <a:spcBef>
                <a:spcPct val="20000"/>
              </a:spcBef>
              <a:buFont typeface="Courier New" panose="02070309020205020404" pitchFamily="49" charset="0"/>
              <a:buChar char="o"/>
            </a:pPr>
            <a:r>
              <a:rPr lang="ar" sz="1900" dirty="0">
                <a:latin typeface="Sakkal Majalla" panose="02000000000000000000" pitchFamily="2" charset="-78"/>
                <a:cs typeface="Sakkal Majalla" panose="02000000000000000000" pitchFamily="2" charset="-78"/>
              </a:rPr>
              <a:t>احتياجات التدريب</a:t>
            </a:r>
          </a:p>
          <a:p>
            <a:pPr marL="742950" lvl="1" indent="-285750" rtl="1">
              <a:lnSpc>
                <a:spcPct val="110000"/>
              </a:lnSpc>
              <a:spcBef>
                <a:spcPct val="20000"/>
              </a:spcBef>
              <a:buFont typeface="Courier New" panose="02070309020205020404" pitchFamily="49" charset="0"/>
              <a:buChar char="o"/>
            </a:pPr>
            <a:r>
              <a:rPr lang="ar" sz="1900" dirty="0">
                <a:latin typeface="Sakkal Majalla" panose="02000000000000000000" pitchFamily="2" charset="-78"/>
                <a:cs typeface="Sakkal Majalla" panose="02000000000000000000" pitchFamily="2" charset="-78"/>
              </a:rPr>
              <a:t>فرص التطوير</a:t>
            </a:r>
            <a:endParaRPr lang="en-US" sz="1900" dirty="0">
              <a:effectLst/>
              <a:latin typeface="Sakkal Majalla" panose="02000000000000000000" pitchFamily="2" charset="-78"/>
              <a:cs typeface="Sakkal Majalla" panose="02000000000000000000" pitchFamily="2" charset="-78"/>
            </a:endParaRPr>
          </a:p>
        </p:txBody>
      </p:sp>
      <p:grpSp>
        <p:nvGrpSpPr>
          <p:cNvPr id="7" name="Group 6">
            <a:extLst>
              <a:ext uri="{FF2B5EF4-FFF2-40B4-BE49-F238E27FC236}">
                <a16:creationId xmlns:a16="http://schemas.microsoft.com/office/drawing/2014/main" id="{7F1CAD4B-C5A9-6266-A1F8-E3F499BC90E5}"/>
              </a:ext>
            </a:extLst>
          </p:cNvPr>
          <p:cNvGrpSpPr/>
          <p:nvPr/>
        </p:nvGrpSpPr>
        <p:grpSpPr>
          <a:xfrm>
            <a:off x="341361" y="4391957"/>
            <a:ext cx="4057428" cy="2158531"/>
            <a:chOff x="-27352" y="215426"/>
            <a:chExt cx="2592156" cy="1398306"/>
          </a:xfrm>
        </p:grpSpPr>
        <p:sp>
          <p:nvSpPr>
            <p:cNvPr id="8" name="Rectangle 7">
              <a:extLst>
                <a:ext uri="{FF2B5EF4-FFF2-40B4-BE49-F238E27FC236}">
                  <a16:creationId xmlns:a16="http://schemas.microsoft.com/office/drawing/2014/main" id="{1507C6A5-A1BB-5E20-9C72-BFA2CFD97594}"/>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9" name="TextBox 8">
              <a:extLst>
                <a:ext uri="{FF2B5EF4-FFF2-40B4-BE49-F238E27FC236}">
                  <a16:creationId xmlns:a16="http://schemas.microsoft.com/office/drawing/2014/main" id="{5AE89331-5F77-A791-7C07-758030A63B1D}"/>
                </a:ext>
              </a:extLst>
            </p:cNvPr>
            <p:cNvSpPr txBox="1"/>
            <p:nvPr/>
          </p:nvSpPr>
          <p:spPr>
            <a:xfrm>
              <a:off x="-27352"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أنت مستاء من التعقيبات التي قدمها أحد الزملاء بشأن أدائك. ما الذي قد يُشعرك أن هذه التعقيبات متحيزة؟ </a:t>
              </a:r>
            </a:p>
            <a:p>
              <a:pPr rtl="1"/>
              <a:r>
                <a:rPr lang="ar" dirty="0">
                  <a:solidFill>
                    <a:srgbClr val="7030A0"/>
                  </a:solidFill>
                  <a:latin typeface="Sakkal Majalla" panose="02000000000000000000" pitchFamily="2" charset="-78"/>
                  <a:cs typeface="Sakkal Majalla" panose="02000000000000000000" pitchFamily="2" charset="-78"/>
                </a:rPr>
                <a:t>فكِّر في العلاقة التي تربطك بذلك الشخص وأنواع الشخصية ونتائج تقييم هذا الزميل. </a:t>
              </a:r>
            </a:p>
          </p:txBody>
        </p:sp>
      </p:grpSp>
      <p:sp>
        <p:nvSpPr>
          <p:cNvPr id="3" name="Footer Placeholder 2">
            <a:extLst>
              <a:ext uri="{FF2B5EF4-FFF2-40B4-BE49-F238E27FC236}">
                <a16:creationId xmlns:a16="http://schemas.microsoft.com/office/drawing/2014/main" id="{30D7E2EE-7422-D093-A274-F2ECAD64BC4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149751959"/>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DF45B-C2E3-E2D3-B2B2-097D45B65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53F5C-835D-5BCE-6528-EF7DEBB5CF29}"/>
              </a:ext>
            </a:extLst>
          </p:cNvPr>
          <p:cNvSpPr>
            <a:spLocks noGrp="1"/>
          </p:cNvSpPr>
          <p:nvPr>
            <p:ph type="title"/>
          </p:nvPr>
        </p:nvSpPr>
        <p:spPr>
          <a:xfrm>
            <a:off x="457200" y="1195200"/>
            <a:ext cx="8229600" cy="577616"/>
          </a:xfrm>
        </p:spPr>
        <p:txBody>
          <a:bodyPr rtlCol="1"/>
          <a:lstStyle/>
          <a:p>
            <a:pPr rtl="1"/>
            <a:r>
              <a:rPr lang="ar" sz="2200" b="1" dirty="0">
                <a:effectLst/>
              </a:rPr>
              <a:t>ب3 </a:t>
            </a:r>
            <a:r>
              <a:rPr lang="ar" sz="2200" b="1" dirty="0"/>
              <a:t>تأثير</a:t>
            </a:r>
            <a:r>
              <a:rPr lang="ar" sz="2200" b="1" dirty="0">
                <a:effectLst/>
              </a:rPr>
              <a:t> تقييم الأداء في الفرد والأعمال</a:t>
            </a:r>
          </a:p>
        </p:txBody>
      </p:sp>
      <p:sp>
        <p:nvSpPr>
          <p:cNvPr id="6" name="TextBox 5">
            <a:extLst>
              <a:ext uri="{FF2B5EF4-FFF2-40B4-BE49-F238E27FC236}">
                <a16:creationId xmlns:a16="http://schemas.microsoft.com/office/drawing/2014/main" id="{F5FFB3A5-34B9-3A85-5B24-6FC2D2A4E16B}"/>
              </a:ext>
            </a:extLst>
          </p:cNvPr>
          <p:cNvSpPr txBox="1"/>
          <p:nvPr/>
        </p:nvSpPr>
        <p:spPr>
          <a:xfrm>
            <a:off x="700312" y="2485731"/>
            <a:ext cx="3528392" cy="1631216"/>
          </a:xfrm>
          <a:prstGeom prst="rect">
            <a:avLst/>
          </a:prstGeom>
          <a:solidFill>
            <a:schemeClr val="accent5"/>
          </a:solidFill>
        </p:spPr>
        <p:txBody>
          <a:bodyPr wrap="square" rtlCol="1">
            <a:spAutoFit/>
          </a:bodyPr>
          <a:lstStyle/>
          <a:p>
            <a:pPr rtl="1"/>
            <a:r>
              <a:rPr lang="ar" sz="2000" dirty="0">
                <a:solidFill>
                  <a:srgbClr val="3A3A3A"/>
                </a:solidFill>
                <a:latin typeface="Sakkal Majalla" panose="02000000000000000000" pitchFamily="2" charset="-78"/>
                <a:cs typeface="Sakkal Majalla" panose="02000000000000000000" pitchFamily="2" charset="-78"/>
              </a:rPr>
              <a:t>يمكن أن يؤدي تقديم تعقيبات واضحة للموظفين، على سبيل </a:t>
            </a:r>
            <a:r>
              <a:rPr lang="ar" sz="2000" dirty="0">
                <a:solidFill>
                  <a:srgbClr val="3A3A3A"/>
                </a:solidFill>
                <a:effectLst/>
                <a:latin typeface="Sakkal Majalla" panose="02000000000000000000" pitchFamily="2" charset="-78"/>
                <a:cs typeface="Sakkal Majalla" panose="02000000000000000000" pitchFamily="2" charset="-78"/>
              </a:rPr>
              <a:t> المثال</a:t>
            </a:r>
            <a:r>
              <a:rPr lang="ar" sz="2000" dirty="0">
                <a:solidFill>
                  <a:srgbClr val="3A3A3A"/>
                </a:solidFill>
                <a:latin typeface="Sakkal Majalla" panose="02000000000000000000" pitchFamily="2" charset="-78"/>
                <a:cs typeface="Sakkal Majalla" panose="02000000000000000000" pitchFamily="2" charset="-78"/>
              </a:rPr>
              <a:t>، إلى</a:t>
            </a:r>
          </a:p>
          <a:p>
            <a:pPr marL="285750" indent="-285750" rtl="1">
              <a:buFont typeface="Arial" panose="020B0604020202020204" pitchFamily="34" charset="0"/>
              <a:buChar char="•"/>
            </a:pPr>
            <a:r>
              <a:rPr lang="ar" sz="2000" dirty="0">
                <a:solidFill>
                  <a:srgbClr val="3A3A3A"/>
                </a:solidFill>
                <a:latin typeface="Sakkal Majalla" panose="02000000000000000000" pitchFamily="2" charset="-78"/>
                <a:cs typeface="Sakkal Majalla" panose="02000000000000000000" pitchFamily="2" charset="-78"/>
              </a:rPr>
              <a:t>تحسين أداء </a:t>
            </a:r>
            <a:r>
              <a:rPr lang="ar" sz="2000" dirty="0">
                <a:solidFill>
                  <a:srgbClr val="3A3A3A"/>
                </a:solidFill>
                <a:effectLst/>
                <a:latin typeface="Sakkal Majalla" panose="02000000000000000000" pitchFamily="2" charset="-78"/>
                <a:cs typeface="Sakkal Majalla" panose="02000000000000000000" pitchFamily="2" charset="-78"/>
              </a:rPr>
              <a:t>المهام</a:t>
            </a:r>
            <a:endParaRPr lang="en-GB" sz="2000" dirty="0">
              <a:solidFill>
                <a:srgbClr val="3A3A3A"/>
              </a:solidFill>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solidFill>
                  <a:srgbClr val="3A3A3A"/>
                </a:solidFill>
                <a:latin typeface="Sakkal Majalla" panose="02000000000000000000" pitchFamily="2" charset="-78"/>
                <a:cs typeface="Sakkal Majalla" panose="02000000000000000000" pitchFamily="2" charset="-78"/>
              </a:rPr>
              <a:t>زيادة إنتاجية </a:t>
            </a:r>
            <a:r>
              <a:rPr lang="ar" sz="2000" dirty="0">
                <a:solidFill>
                  <a:srgbClr val="3A3A3A"/>
                </a:solidFill>
                <a:effectLst/>
                <a:latin typeface="Sakkal Majalla" panose="02000000000000000000" pitchFamily="2" charset="-78"/>
                <a:cs typeface="Sakkal Majalla" panose="02000000000000000000" pitchFamily="2" charset="-78"/>
              </a:rPr>
              <a:t>الموظفين </a:t>
            </a:r>
          </a:p>
          <a:p>
            <a:pPr marL="285750" indent="-285750" rtl="1">
              <a:buFont typeface="Arial" panose="020B0604020202020204" pitchFamily="34" charset="0"/>
              <a:buChar char="•"/>
            </a:pPr>
            <a:r>
              <a:rPr lang="ar" sz="2000" dirty="0">
                <a:solidFill>
                  <a:srgbClr val="3A3A3A"/>
                </a:solidFill>
                <a:effectLst/>
                <a:latin typeface="Sakkal Majalla" panose="02000000000000000000" pitchFamily="2" charset="-78"/>
                <a:cs typeface="Sakkal Majalla" panose="02000000000000000000" pitchFamily="2" charset="-78"/>
              </a:rPr>
              <a:t>تحسين رضا الموظفين والتزامهم. </a:t>
            </a:r>
          </a:p>
        </p:txBody>
      </p:sp>
      <p:sp>
        <p:nvSpPr>
          <p:cNvPr id="7" name="TextBox 6">
            <a:extLst>
              <a:ext uri="{FF2B5EF4-FFF2-40B4-BE49-F238E27FC236}">
                <a16:creationId xmlns:a16="http://schemas.microsoft.com/office/drawing/2014/main" id="{093A8148-EF2D-75F4-C5B3-4DB8C6DFCC6E}"/>
              </a:ext>
            </a:extLst>
          </p:cNvPr>
          <p:cNvSpPr txBox="1"/>
          <p:nvPr/>
        </p:nvSpPr>
        <p:spPr>
          <a:xfrm>
            <a:off x="4571999" y="2485731"/>
            <a:ext cx="3913572" cy="1631216"/>
          </a:xfrm>
          <a:prstGeom prst="rect">
            <a:avLst/>
          </a:prstGeom>
          <a:solidFill>
            <a:schemeClr val="accent6">
              <a:lumMod val="20000"/>
              <a:lumOff val="80000"/>
            </a:schemeClr>
          </a:solidFill>
        </p:spPr>
        <p:txBody>
          <a:bodyPr wrap="square" rtlCol="1">
            <a:spAutoFit/>
          </a:bodyPr>
          <a:lstStyle/>
          <a:p>
            <a:pPr rtl="1"/>
            <a:r>
              <a:rPr lang="ar" sz="2000" dirty="0">
                <a:solidFill>
                  <a:srgbClr val="3A3A3A"/>
                </a:solidFill>
                <a:latin typeface="Sakkal Majalla" panose="02000000000000000000" pitchFamily="2" charset="-78"/>
                <a:cs typeface="Sakkal Majalla" panose="02000000000000000000" pitchFamily="2" charset="-78"/>
              </a:rPr>
              <a:t>إذا كان تقدير الموظف لذاته مهددًا بسبب التعقيبات، فقد يؤدي ذلك، على سبيل </a:t>
            </a:r>
            <a:r>
              <a:rPr lang="ar" sz="2000" dirty="0">
                <a:solidFill>
                  <a:srgbClr val="3A3A3A"/>
                </a:solidFill>
                <a:effectLst/>
                <a:latin typeface="Sakkal Majalla" panose="02000000000000000000" pitchFamily="2" charset="-78"/>
                <a:cs typeface="Sakkal Majalla" panose="02000000000000000000" pitchFamily="2" charset="-78"/>
              </a:rPr>
              <a:t> المثال، إلى</a:t>
            </a:r>
          </a:p>
          <a:p>
            <a:pPr marL="285750" indent="-285750" rtl="1">
              <a:buFont typeface="Arial" panose="020B0604020202020204" pitchFamily="34" charset="0"/>
              <a:buChar char="•"/>
            </a:pPr>
            <a:r>
              <a:rPr lang="ar" sz="2000" dirty="0">
                <a:solidFill>
                  <a:srgbClr val="3A3A3A"/>
                </a:solidFill>
                <a:effectLst/>
                <a:latin typeface="Sakkal Majalla" panose="02000000000000000000" pitchFamily="2" charset="-78"/>
                <a:cs typeface="Sakkal Majalla" panose="02000000000000000000" pitchFamily="2" charset="-78"/>
              </a:rPr>
              <a:t> رفض التعقيبات</a:t>
            </a:r>
          </a:p>
          <a:p>
            <a:pPr marL="285750" indent="-285750" rtl="1">
              <a:buFont typeface="Arial" panose="020B0604020202020204" pitchFamily="34" charset="0"/>
              <a:buChar char="•"/>
            </a:pPr>
            <a:r>
              <a:rPr lang="ar" sz="2000" dirty="0">
                <a:solidFill>
                  <a:srgbClr val="3A3A3A"/>
                </a:solidFill>
                <a:effectLst/>
                <a:latin typeface="Sakkal Majalla" panose="02000000000000000000" pitchFamily="2" charset="-78"/>
                <a:cs typeface="Sakkal Majalla" panose="02000000000000000000" pitchFamily="2" charset="-78"/>
              </a:rPr>
              <a:t>الشعور بالغضب و/أو خيبة الأمل</a:t>
            </a:r>
          </a:p>
          <a:p>
            <a:pPr marL="285750" indent="-285750" rtl="1">
              <a:buFont typeface="Arial" panose="020B0604020202020204" pitchFamily="34" charset="0"/>
              <a:buChar char="•"/>
            </a:pPr>
            <a:r>
              <a:rPr lang="ar" sz="2000" dirty="0">
                <a:solidFill>
                  <a:srgbClr val="3A3A3A"/>
                </a:solidFill>
                <a:effectLst/>
                <a:latin typeface="Sakkal Majalla" panose="02000000000000000000" pitchFamily="2" charset="-78"/>
                <a:cs typeface="Sakkal Majalla" panose="02000000000000000000" pitchFamily="2" charset="-78"/>
              </a:rPr>
              <a:t> تحويل انتباهه بعيدًا عن مهامه. </a:t>
            </a:r>
            <a:endParaRPr lang="ar-EG" sz="2000" dirty="0">
              <a:solidFill>
                <a:srgbClr val="3A3A3A"/>
              </a:solidFill>
              <a:effectLst/>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71798DC5-49EB-3F96-1EE7-0FD2BE5F1C4C}"/>
              </a:ext>
            </a:extLst>
          </p:cNvPr>
          <p:cNvSpPr txBox="1"/>
          <p:nvPr/>
        </p:nvSpPr>
        <p:spPr>
          <a:xfrm>
            <a:off x="700312" y="2019709"/>
            <a:ext cx="3528392" cy="400110"/>
          </a:xfrm>
          <a:prstGeom prst="rect">
            <a:avLst/>
          </a:prstGeom>
          <a:gradFill>
            <a:gsLst>
              <a:gs pos="0">
                <a:schemeClr val="accent6">
                  <a:lumMod val="20000"/>
                  <a:lumOff val="80000"/>
                </a:schemeClr>
              </a:gs>
              <a:gs pos="86000">
                <a:schemeClr val="accent5"/>
              </a:gs>
              <a:gs pos="100000">
                <a:schemeClr val="accent5"/>
              </a:gs>
            </a:gsLst>
            <a:lin ang="2700000" scaled="1"/>
          </a:gradFill>
        </p:spPr>
        <p:txBody>
          <a:bodyPr wrap="square" rtlCol="1">
            <a:spAutoFit/>
          </a:bodyPr>
          <a:lstStyle/>
          <a:p>
            <a:pPr algn="ctr" rtl="1"/>
            <a:r>
              <a:rPr lang="ar" sz="2000" b="1" dirty="0">
                <a:latin typeface="Sakkal Majalla" panose="02000000000000000000" pitchFamily="2" charset="-78"/>
                <a:cs typeface="Sakkal Majalla" panose="02000000000000000000" pitchFamily="2" charset="-78"/>
              </a:rPr>
              <a:t>الآثار الإيجابية</a:t>
            </a:r>
          </a:p>
        </p:txBody>
      </p:sp>
      <p:sp>
        <p:nvSpPr>
          <p:cNvPr id="9" name="TextBox 8">
            <a:extLst>
              <a:ext uri="{FF2B5EF4-FFF2-40B4-BE49-F238E27FC236}">
                <a16:creationId xmlns:a16="http://schemas.microsoft.com/office/drawing/2014/main" id="{2DD28799-05F2-BB9C-78C4-72764118C8C8}"/>
              </a:ext>
            </a:extLst>
          </p:cNvPr>
          <p:cNvSpPr txBox="1"/>
          <p:nvPr/>
        </p:nvSpPr>
        <p:spPr>
          <a:xfrm>
            <a:off x="4572000" y="2019709"/>
            <a:ext cx="3930075" cy="400110"/>
          </a:xfrm>
          <a:prstGeom prst="rect">
            <a:avLst/>
          </a:prstGeom>
          <a:gradFill>
            <a:gsLst>
              <a:gs pos="0">
                <a:schemeClr val="accent6">
                  <a:lumMod val="20000"/>
                  <a:lumOff val="80000"/>
                </a:schemeClr>
              </a:gs>
              <a:gs pos="86000">
                <a:schemeClr val="accent5"/>
              </a:gs>
              <a:gs pos="100000">
                <a:schemeClr val="accent5"/>
              </a:gs>
            </a:gsLst>
            <a:lin ang="2700000" scaled="1"/>
          </a:gradFill>
        </p:spPr>
        <p:txBody>
          <a:bodyPr wrap="square" rtlCol="1">
            <a:spAutoFit/>
          </a:bodyPr>
          <a:lstStyle/>
          <a:p>
            <a:pPr algn="ctr" rtl="1"/>
            <a:r>
              <a:rPr lang="ar" sz="2000" b="1" dirty="0">
                <a:latin typeface="Sakkal Majalla" panose="02000000000000000000" pitchFamily="2" charset="-78"/>
                <a:cs typeface="Sakkal Majalla" panose="02000000000000000000" pitchFamily="2" charset="-78"/>
              </a:rPr>
              <a:t>الآثار السلبية</a:t>
            </a:r>
          </a:p>
        </p:txBody>
      </p:sp>
      <p:grpSp>
        <p:nvGrpSpPr>
          <p:cNvPr id="10" name="Group 9">
            <a:extLst>
              <a:ext uri="{FF2B5EF4-FFF2-40B4-BE49-F238E27FC236}">
                <a16:creationId xmlns:a16="http://schemas.microsoft.com/office/drawing/2014/main" id="{D7387AE8-CEE7-59E3-2429-F4051460AAF9}"/>
              </a:ext>
            </a:extLst>
          </p:cNvPr>
          <p:cNvGrpSpPr/>
          <p:nvPr/>
        </p:nvGrpSpPr>
        <p:grpSpPr>
          <a:xfrm>
            <a:off x="683568" y="4312094"/>
            <a:ext cx="3459228" cy="2016740"/>
            <a:chOff x="-12475" y="215426"/>
            <a:chExt cx="2577279" cy="1398306"/>
          </a:xfrm>
        </p:grpSpPr>
        <p:sp>
          <p:nvSpPr>
            <p:cNvPr id="11" name="Rectangle 10">
              <a:extLst>
                <a:ext uri="{FF2B5EF4-FFF2-40B4-BE49-F238E27FC236}">
                  <a16:creationId xmlns:a16="http://schemas.microsoft.com/office/drawing/2014/main" id="{216E956D-3604-68D8-77A7-FB500AA2BDC4}"/>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12" name="TextBox 11">
              <a:extLst>
                <a:ext uri="{FF2B5EF4-FFF2-40B4-BE49-F238E27FC236}">
                  <a16:creationId xmlns:a16="http://schemas.microsoft.com/office/drawing/2014/main" id="{645DF51B-98C6-95C4-D6D1-6F3FC7546B35}"/>
                </a:ext>
              </a:extLst>
            </p:cNvPr>
            <p:cNvSpPr txBox="1"/>
            <p:nvPr/>
          </p:nvSpPr>
          <p:spPr>
            <a:xfrm>
              <a:off x="-12475"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هل سبق لك أن تلقيت تعقيبات سلبية </a:t>
              </a:r>
              <a:br>
                <a:rPr lang="en-US" dirty="0">
                  <a:solidFill>
                    <a:srgbClr val="7030A0"/>
                  </a:solidFill>
                  <a:latin typeface="Sakkal Majalla" panose="02000000000000000000" pitchFamily="2" charset="-78"/>
                  <a:cs typeface="Sakkal Majalla" panose="02000000000000000000" pitchFamily="2" charset="-78"/>
                </a:rPr>
              </a:br>
              <a:r>
                <a:rPr lang="ar" dirty="0">
                  <a:solidFill>
                    <a:srgbClr val="7030A0"/>
                  </a:solidFill>
                  <a:latin typeface="Sakkal Majalla" panose="02000000000000000000" pitchFamily="2" charset="-78"/>
                  <a:cs typeface="Sakkal Majalla" panose="02000000000000000000" pitchFamily="2" charset="-78"/>
                </a:rPr>
                <a:t>حول أدائك؟</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الشعور الذي انتابك؟</a:t>
              </a:r>
            </a:p>
          </p:txBody>
        </p:sp>
      </p:grpSp>
      <p:pic>
        <p:nvPicPr>
          <p:cNvPr id="4" name="Picture 3">
            <a:extLst>
              <a:ext uri="{FF2B5EF4-FFF2-40B4-BE49-F238E27FC236}">
                <a16:creationId xmlns:a16="http://schemas.microsoft.com/office/drawing/2014/main" id="{418744FB-A8B9-6618-4362-EE178A05881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57559" y="4293096"/>
            <a:ext cx="2698817" cy="1917755"/>
          </a:xfrm>
          <a:prstGeom prst="rect">
            <a:avLst/>
          </a:prstGeom>
        </p:spPr>
      </p:pic>
      <p:sp>
        <p:nvSpPr>
          <p:cNvPr id="3" name="Footer Placeholder 2">
            <a:extLst>
              <a:ext uri="{FF2B5EF4-FFF2-40B4-BE49-F238E27FC236}">
                <a16:creationId xmlns:a16="http://schemas.microsoft.com/office/drawing/2014/main" id="{5DDC5548-62DE-4E4F-5CD9-4457E084FC8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513033047"/>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83730-E2EE-13EE-4B77-B01FDF08845C}"/>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4763C27A-1EF1-AC10-4FDB-DA6BF07C67AB}"/>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EB5945A2-6D23-6B30-C7E0-384856322886}"/>
              </a:ext>
            </a:extLst>
          </p:cNvPr>
          <p:cNvSpPr>
            <a:spLocks noChangeArrowheads="1"/>
          </p:cNvSpPr>
          <p:nvPr/>
        </p:nvSpPr>
        <p:spPr bwMode="auto">
          <a:xfrm>
            <a:off x="539750" y="2493962"/>
            <a:ext cx="7991475" cy="1871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lgn="ctr" rtl="1"/>
            <a:r>
              <a:rPr lang="ar" sz="3800" dirty="0">
                <a:latin typeface="Sakkal Majalla" panose="02000000000000000000" pitchFamily="2" charset="-78"/>
                <a:cs typeface="Sakkal Majalla" panose="02000000000000000000" pitchFamily="2" charset="-78"/>
              </a:rPr>
              <a:t>دراسة مدى إسهام التوظيف والاختيار الفعال في نجاح الشركة</a:t>
            </a:r>
          </a:p>
        </p:txBody>
      </p:sp>
      <p:sp>
        <p:nvSpPr>
          <p:cNvPr id="2" name="Footer Placeholder 2">
            <a:extLst>
              <a:ext uri="{FF2B5EF4-FFF2-40B4-BE49-F238E27FC236}">
                <a16:creationId xmlns:a16="http://schemas.microsoft.com/office/drawing/2014/main" id="{FCE7BEE6-DF90-FF9E-E9F0-BFD85F27B97C}"/>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541935210"/>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33478-D80C-B8E5-1F44-0214888FA1C2}"/>
            </a:ext>
          </a:extLst>
        </p:cNvPr>
        <p:cNvGrpSpPr/>
        <p:nvPr/>
      </p:nvGrpSpPr>
      <p:grpSpPr>
        <a:xfrm>
          <a:off x="0" y="0"/>
          <a:ext cx="0" cy="0"/>
          <a:chOff x="0" y="0"/>
          <a:chExt cx="0" cy="0"/>
        </a:xfrm>
      </p:grpSpPr>
      <p:graphicFrame>
        <p:nvGraphicFramePr>
          <p:cNvPr id="5" name="Content Placeholder 3">
            <a:extLst>
              <a:ext uri="{FF2B5EF4-FFF2-40B4-BE49-F238E27FC236}">
                <a16:creationId xmlns:a16="http://schemas.microsoft.com/office/drawing/2014/main" id="{B8D33DF3-44E0-9361-36AB-1A288F380993}"/>
              </a:ext>
            </a:extLst>
          </p:cNvPr>
          <p:cNvGraphicFramePr>
            <a:graphicFrameLocks/>
          </p:cNvGraphicFramePr>
          <p:nvPr>
            <p:extLst>
              <p:ext uri="{D42A27DB-BD31-4B8C-83A1-F6EECF244321}">
                <p14:modId xmlns:p14="http://schemas.microsoft.com/office/powerpoint/2010/main" val="3033920001"/>
              </p:ext>
            </p:extLst>
          </p:nvPr>
        </p:nvGraphicFramePr>
        <p:xfrm>
          <a:off x="488106" y="1727920"/>
          <a:ext cx="4669358" cy="44660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 Placeholder 2">
            <a:extLst>
              <a:ext uri="{FF2B5EF4-FFF2-40B4-BE49-F238E27FC236}">
                <a16:creationId xmlns:a16="http://schemas.microsoft.com/office/drawing/2014/main" id="{9B6A21D3-227C-F3AD-B5C5-CBE3383B2A8C}"/>
              </a:ext>
            </a:extLst>
          </p:cNvPr>
          <p:cNvSpPr>
            <a:spLocks noGrp="1"/>
          </p:cNvSpPr>
          <p:nvPr>
            <p:ph type="body" sz="half" idx="2"/>
          </p:nvPr>
        </p:nvSpPr>
        <p:spPr>
          <a:xfrm>
            <a:off x="5678488" y="1743572"/>
            <a:ext cx="3008313" cy="2837556"/>
          </a:xfrm>
          <a:solidFill>
            <a:schemeClr val="accent5"/>
          </a:solidFill>
        </p:spPr>
        <p:txBody>
          <a:bodyPr rtlCol="1"/>
          <a:lstStyle/>
          <a:p>
            <a:pPr rtl="1"/>
            <a:r>
              <a:rPr lang="ar" sz="1800" dirty="0">
                <a:solidFill>
                  <a:schemeClr val="tx2"/>
                </a:solidFill>
              </a:rPr>
              <a:t>نتاج التعلم ج:</a:t>
            </a:r>
          </a:p>
          <a:p>
            <a:pPr marL="285750" indent="-285750" rtl="1">
              <a:buFont typeface="Arial" panose="020B0604020202020204" pitchFamily="34" charset="0"/>
              <a:buChar char="•"/>
            </a:pPr>
            <a:r>
              <a:rPr lang="ar" sz="2000" dirty="0"/>
              <a:t>يستكشف تخطيط القوى العاملة لمؤسسات الأعمال الكبيرة التي تضم أكثر من 250 موظفًا</a:t>
            </a:r>
          </a:p>
          <a:p>
            <a:pPr marL="285750" indent="-285750" rtl="1">
              <a:buFont typeface="Arial" panose="020B0604020202020204" pitchFamily="34" charset="0"/>
              <a:buChar char="•"/>
            </a:pPr>
            <a:r>
              <a:rPr lang="ar" sz="2000" dirty="0"/>
              <a:t>يدرس عمليات التوظيف والاختيار</a:t>
            </a:r>
          </a:p>
          <a:p>
            <a:pPr marL="285750" indent="-285750" rtl="1">
              <a:buFont typeface="Arial" panose="020B0604020202020204" pitchFamily="34" charset="0"/>
              <a:buChar char="•"/>
            </a:pPr>
            <a:r>
              <a:rPr lang="ar" sz="2000" dirty="0"/>
              <a:t>يستكشف أهمية التزام المؤسسة بتشريعات التوظيف المحلية والممارسات الأخلاقية. </a:t>
            </a:r>
          </a:p>
          <a:p>
            <a:pPr marL="285750" indent="-285750" rtl="1">
              <a:buFont typeface="Arial" panose="020B0604020202020204" pitchFamily="34" charset="0"/>
              <a:buChar char="•"/>
            </a:pPr>
            <a:endParaRPr lang="en-GB" sz="1800" dirty="0">
              <a:effectLst/>
            </a:endParaRPr>
          </a:p>
          <a:p>
            <a:pPr marL="285750" indent="-285750" rtl="1">
              <a:buFont typeface="Arial" panose="020B0604020202020204" pitchFamily="34" charset="0"/>
              <a:buChar char="•"/>
            </a:pPr>
            <a:endParaRPr lang="en-GB" sz="2000" dirty="0"/>
          </a:p>
          <a:p>
            <a:pPr marL="285750" indent="-285750" rtl="1">
              <a:buFont typeface="Arial" panose="020B0604020202020204" pitchFamily="34" charset="0"/>
              <a:buChar char="•"/>
            </a:pPr>
            <a:endParaRPr lang="en-US" sz="1600" dirty="0">
              <a:solidFill>
                <a:schemeClr val="tx2"/>
              </a:solidFill>
            </a:endParaRPr>
          </a:p>
          <a:p>
            <a:pPr marL="285750" indent="-285750" rtl="1">
              <a:buFont typeface="Arial" panose="020B0604020202020204" pitchFamily="34" charset="0"/>
              <a:buChar char="•"/>
            </a:pPr>
            <a:endParaRPr lang="en-US" sz="1600" dirty="0"/>
          </a:p>
        </p:txBody>
      </p:sp>
      <p:sp>
        <p:nvSpPr>
          <p:cNvPr id="2" name="Footer Placeholder 2">
            <a:extLst>
              <a:ext uri="{FF2B5EF4-FFF2-40B4-BE49-F238E27FC236}">
                <a16:creationId xmlns:a16="http://schemas.microsoft.com/office/drawing/2014/main" id="{C8B57E63-110A-41BC-595F-31DD7FDA9C0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4217359285"/>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60E50-BA4E-FAD6-BF32-930567218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E2B014-237C-19D7-2442-39646513D5EF}"/>
              </a:ext>
            </a:extLst>
          </p:cNvPr>
          <p:cNvSpPr>
            <a:spLocks noGrp="1"/>
          </p:cNvSpPr>
          <p:nvPr>
            <p:ph type="title"/>
          </p:nvPr>
        </p:nvSpPr>
        <p:spPr>
          <a:xfrm>
            <a:off x="457200" y="1195200"/>
            <a:ext cx="8229600" cy="577616"/>
          </a:xfrm>
        </p:spPr>
        <p:txBody>
          <a:bodyPr rtlCol="1"/>
          <a:lstStyle/>
          <a:p>
            <a:pPr rtl="1"/>
            <a:r>
              <a:rPr lang="ar" sz="2200" b="1" dirty="0">
                <a:effectLst/>
              </a:rPr>
              <a:t>ج1 لماذا قد تحتاج المؤسسة إلى تعيين موظفين؟</a:t>
            </a:r>
            <a:endParaRPr lang="en-US" sz="2200" b="1" dirty="0"/>
          </a:p>
        </p:txBody>
      </p:sp>
      <p:sp>
        <p:nvSpPr>
          <p:cNvPr id="4" name="TextBox 3">
            <a:extLst>
              <a:ext uri="{FF2B5EF4-FFF2-40B4-BE49-F238E27FC236}">
                <a16:creationId xmlns:a16="http://schemas.microsoft.com/office/drawing/2014/main" id="{359281FA-FEA6-D6B0-F0BD-CE24341C9EE4}"/>
              </a:ext>
            </a:extLst>
          </p:cNvPr>
          <p:cNvSpPr txBox="1"/>
          <p:nvPr/>
        </p:nvSpPr>
        <p:spPr>
          <a:xfrm>
            <a:off x="457200" y="1916832"/>
            <a:ext cx="8147248" cy="2554545"/>
          </a:xfrm>
          <a:prstGeom prst="rect">
            <a:avLst/>
          </a:prstGeom>
          <a:solidFill>
            <a:schemeClr val="accent6">
              <a:lumMod val="20000"/>
              <a:lumOff val="80000"/>
            </a:schemeClr>
          </a:solidFill>
        </p:spPr>
        <p:txBody>
          <a:bodyPr wrap="square" rtlCol="1">
            <a:spAutoFit/>
          </a:bodyPr>
          <a:lstStyle/>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الأعمال التجارية </a:t>
            </a:r>
            <a:r>
              <a:rPr lang="ar" sz="2000" dirty="0">
                <a:effectLst/>
                <a:latin typeface="Sakkal Majalla" panose="02000000000000000000" pitchFamily="2" charset="-78"/>
                <a:cs typeface="Sakkal Majalla" panose="02000000000000000000" pitchFamily="2" charset="-78"/>
              </a:rPr>
              <a:t>آخذة في النمو – محلي</a:t>
            </a:r>
            <a:r>
              <a:rPr lang="ar-SA" sz="2000" dirty="0">
                <a:latin typeface="Sakkal Majalla" panose="02000000000000000000" pitchFamily="2" charset="-78"/>
                <a:cs typeface="Sakkal Majalla" panose="02000000000000000000" pitchFamily="2" charset="-78"/>
              </a:rPr>
              <a:t>ًّ</a:t>
            </a:r>
            <a:r>
              <a:rPr lang="ar" sz="2000" dirty="0">
                <a:effectLst/>
                <a:latin typeface="Sakkal Majalla" panose="02000000000000000000" pitchFamily="2" charset="-78"/>
                <a:cs typeface="Sakkal Majalla" panose="02000000000000000000" pitchFamily="2" charset="-78"/>
              </a:rPr>
              <a:t>ا ووطني</a:t>
            </a:r>
            <a:r>
              <a:rPr lang="ar-SA" sz="2000" dirty="0">
                <a:latin typeface="Sakkal Majalla" panose="02000000000000000000" pitchFamily="2" charset="-78"/>
                <a:cs typeface="Sakkal Majalla" panose="02000000000000000000" pitchFamily="2" charset="-78"/>
              </a:rPr>
              <a:t>ًّ</a:t>
            </a:r>
            <a:r>
              <a:rPr lang="ar" sz="2000" dirty="0">
                <a:effectLst/>
                <a:latin typeface="Sakkal Majalla" panose="02000000000000000000" pitchFamily="2" charset="-78"/>
                <a:cs typeface="Sakkal Majalla" panose="02000000000000000000" pitchFamily="2" charset="-78"/>
              </a:rPr>
              <a:t>ا وعالمي</a:t>
            </a:r>
            <a:r>
              <a:rPr lang="ar-SA" sz="2000" dirty="0">
                <a:effectLst/>
                <a:latin typeface="Sakkal Majalla" panose="02000000000000000000" pitchFamily="2" charset="-78"/>
                <a:cs typeface="Sakkal Majalla" panose="02000000000000000000" pitchFamily="2" charset="-78"/>
              </a:rPr>
              <a:t>ًّ</a:t>
            </a:r>
            <a:r>
              <a:rPr lang="ar" sz="2000" dirty="0">
                <a:effectLst/>
                <a:latin typeface="Sakkal Majalla" panose="02000000000000000000" pitchFamily="2" charset="-78"/>
                <a:cs typeface="Sakkal Majalla" panose="02000000000000000000" pitchFamily="2" charset="-78"/>
              </a:rPr>
              <a:t>ا</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الأدوار </a:t>
            </a:r>
            <a:r>
              <a:rPr lang="ar" sz="2000" dirty="0">
                <a:effectLst/>
                <a:latin typeface="Sakkal Majalla" panose="02000000000000000000" pitchFamily="2" charset="-78"/>
                <a:cs typeface="Sakkal Majalla" panose="02000000000000000000" pitchFamily="2" charset="-78"/>
              </a:rPr>
              <a:t>الوظيفية تتغير</a:t>
            </a:r>
            <a:endParaRPr lang="en-GB" sz="20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الأنظمة تتغير</a:t>
            </a: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الحاجة إلى ملء الوظائف الشاغرة الجديدة الناتجة عن زيادة المساحة أو تطوير المنتجات</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الحاجة إلى ملء </a:t>
            </a:r>
            <a:r>
              <a:rPr lang="ar" sz="2000" dirty="0">
                <a:effectLst/>
                <a:latin typeface="Sakkal Majalla" panose="02000000000000000000" pitchFamily="2" charset="-78"/>
                <a:cs typeface="Sakkal Majalla" panose="02000000000000000000" pitchFamily="2" charset="-78"/>
              </a:rPr>
              <a:t>الوظائف الشاغرة الناجمة عن ترك العمل/ دوران الموظفين</a:t>
            </a: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الموظفون </a:t>
            </a:r>
            <a:r>
              <a:rPr lang="ar" sz="2000" dirty="0">
                <a:latin typeface="Sakkal Majalla" panose="02000000000000000000" pitchFamily="2" charset="-78"/>
                <a:cs typeface="Sakkal Majalla" panose="02000000000000000000" pitchFamily="2" charset="-78"/>
              </a:rPr>
              <a:t>لديهم ترقيات</a:t>
            </a:r>
            <a:r>
              <a:rPr lang="ar" sz="2000" dirty="0">
                <a:effectLst/>
                <a:latin typeface="Sakkal Majalla" panose="02000000000000000000" pitchFamily="2" charset="-78"/>
                <a:cs typeface="Sakkal Majalla" panose="02000000000000000000" pitchFamily="2" charset="-78"/>
              </a:rPr>
              <a:t> داخلية</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هناك حاجة إلى موظفين إضافيين </a:t>
            </a:r>
            <a:r>
              <a:rPr lang="ar" sz="2000" dirty="0">
                <a:effectLst/>
                <a:latin typeface="Sakkal Majalla" panose="02000000000000000000" pitchFamily="2" charset="-78"/>
                <a:cs typeface="Sakkal Majalla" panose="02000000000000000000" pitchFamily="2" charset="-78"/>
              </a:rPr>
              <a:t>عند فتح مكاتب أو فروع جديدة</a:t>
            </a: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التقلبات الموسمية التي تؤدي إلى الحاجة إلى موظفين مؤقتين</a:t>
            </a:r>
          </a:p>
        </p:txBody>
      </p:sp>
      <p:grpSp>
        <p:nvGrpSpPr>
          <p:cNvPr id="7" name="Group 6">
            <a:extLst>
              <a:ext uri="{FF2B5EF4-FFF2-40B4-BE49-F238E27FC236}">
                <a16:creationId xmlns:a16="http://schemas.microsoft.com/office/drawing/2014/main" id="{13097A60-A15B-D4FE-F293-7146995E73D1}"/>
              </a:ext>
            </a:extLst>
          </p:cNvPr>
          <p:cNvGrpSpPr/>
          <p:nvPr/>
        </p:nvGrpSpPr>
        <p:grpSpPr>
          <a:xfrm>
            <a:off x="457200" y="4653136"/>
            <a:ext cx="8229601" cy="1769894"/>
            <a:chOff x="0" y="215426"/>
            <a:chExt cx="2635219" cy="1368881"/>
          </a:xfrm>
        </p:grpSpPr>
        <p:sp>
          <p:nvSpPr>
            <p:cNvPr id="8" name="Rectangle 7">
              <a:extLst>
                <a:ext uri="{FF2B5EF4-FFF2-40B4-BE49-F238E27FC236}">
                  <a16:creationId xmlns:a16="http://schemas.microsoft.com/office/drawing/2014/main" id="{98F869BE-B962-E97D-8A70-BA560694D138}"/>
                </a:ext>
              </a:extLst>
            </p:cNvPr>
            <p:cNvSpPr/>
            <p:nvPr/>
          </p:nvSpPr>
          <p:spPr>
            <a:xfrm>
              <a:off x="0" y="215426"/>
              <a:ext cx="2635219"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9" name="TextBox 8">
              <a:extLst>
                <a:ext uri="{FF2B5EF4-FFF2-40B4-BE49-F238E27FC236}">
                  <a16:creationId xmlns:a16="http://schemas.microsoft.com/office/drawing/2014/main" id="{A36E277B-182F-07CF-D83E-8CB1A116AB0C}"/>
                </a:ext>
              </a:extLst>
            </p:cNvPr>
            <p:cNvSpPr txBox="1"/>
            <p:nvPr/>
          </p:nvSpPr>
          <p:spPr>
            <a:xfrm>
              <a:off x="70415" y="215426"/>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rtl="1"/>
              <a:r>
                <a:rPr lang="ar" sz="2000" dirty="0">
                  <a:solidFill>
                    <a:srgbClr val="7030A0"/>
                  </a:solidFill>
                  <a:latin typeface="Sakkal Majalla" panose="02000000000000000000" pitchFamily="2" charset="-78"/>
                  <a:cs typeface="Sakkal Majalla" panose="02000000000000000000" pitchFamily="2" charset="-78"/>
                </a:rPr>
                <a:t>تخيل أنك تعمل في سينما كبيرة بها 10 شاشات.</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لماذا قد تشهد السينما تقلبات كبيرة في أعداد العملاء؟ </a:t>
              </a:r>
            </a:p>
          </p:txBody>
        </p:sp>
      </p:grpSp>
      <p:sp>
        <p:nvSpPr>
          <p:cNvPr id="3" name="Footer Placeholder 2">
            <a:extLst>
              <a:ext uri="{FF2B5EF4-FFF2-40B4-BE49-F238E27FC236}">
                <a16:creationId xmlns:a16="http://schemas.microsoft.com/office/drawing/2014/main" id="{1961DBA9-961D-B233-90F2-A864B5AC74A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862986976"/>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3517-FADD-313E-7445-35E227897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0865A-9324-D540-22BF-103AFCE8F677}"/>
              </a:ext>
            </a:extLst>
          </p:cNvPr>
          <p:cNvSpPr>
            <a:spLocks noGrp="1"/>
          </p:cNvSpPr>
          <p:nvPr>
            <p:ph type="title"/>
          </p:nvPr>
        </p:nvSpPr>
        <p:spPr>
          <a:xfrm>
            <a:off x="457200" y="1079676"/>
            <a:ext cx="8229600" cy="577616"/>
          </a:xfrm>
        </p:spPr>
        <p:txBody>
          <a:bodyPr rtlCol="1"/>
          <a:lstStyle/>
          <a:p>
            <a:pPr rtl="1"/>
            <a:r>
              <a:rPr lang="ar" sz="2200" b="1" dirty="0">
                <a:effectLst/>
              </a:rPr>
              <a:t>ج1 كيف يمكن للمؤسسة توظيف الموظفين؟</a:t>
            </a:r>
            <a:endParaRPr lang="en-US" sz="2200" b="1" dirty="0"/>
          </a:p>
        </p:txBody>
      </p:sp>
      <p:sp>
        <p:nvSpPr>
          <p:cNvPr id="4" name="TextBox 3">
            <a:extLst>
              <a:ext uri="{FF2B5EF4-FFF2-40B4-BE49-F238E27FC236}">
                <a16:creationId xmlns:a16="http://schemas.microsoft.com/office/drawing/2014/main" id="{47510076-FA8D-9222-C698-5761B22DFDF3}"/>
              </a:ext>
            </a:extLst>
          </p:cNvPr>
          <p:cNvSpPr txBox="1"/>
          <p:nvPr/>
        </p:nvSpPr>
        <p:spPr>
          <a:xfrm>
            <a:off x="606388" y="1603388"/>
            <a:ext cx="7931224" cy="3170099"/>
          </a:xfrm>
          <a:prstGeom prst="rect">
            <a:avLst/>
          </a:prstGeom>
          <a:solidFill>
            <a:schemeClr val="accent5"/>
          </a:solid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قد تستخدم المؤسسة وكالات التوظيف </a:t>
            </a:r>
            <a:r>
              <a:rPr lang="ar" sz="2000" b="1" dirty="0">
                <a:effectLst/>
                <a:latin typeface="Sakkal Majalla" panose="02000000000000000000" pitchFamily="2" charset="-78"/>
                <a:cs typeface="Sakkal Majalla" panose="02000000000000000000" pitchFamily="2" charset="-78"/>
              </a:rPr>
              <a:t>الحكومية أو الخاصة</a:t>
            </a:r>
            <a:r>
              <a:rPr lang="ar" sz="2000" dirty="0">
                <a:effectLst/>
                <a:latin typeface="Sakkal Majalla" panose="02000000000000000000" pitchFamily="2" charset="-78"/>
                <a:cs typeface="Sakkal Majalla" panose="02000000000000000000" pitchFamily="2" charset="-78"/>
              </a:rPr>
              <a:t> للمساعدة على عملية التوظيف. </a:t>
            </a:r>
            <a:endParaRPr lang="en-GB" sz="2000" dirty="0">
              <a:latin typeface="Sakkal Majalla" panose="02000000000000000000" pitchFamily="2" charset="-78"/>
              <a:cs typeface="Sakkal Majalla" panose="02000000000000000000" pitchFamily="2" charset="-78"/>
            </a:endParaRPr>
          </a:p>
          <a:p>
            <a:pPr rtl="1"/>
            <a:endParaRPr lang="en-GB" sz="2000" dirty="0">
              <a:effectLst/>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قد تعلن عن الوظائف الشاغرة:</a:t>
            </a:r>
          </a:p>
          <a:p>
            <a:pPr marL="285750" indent="-285750" rtl="1">
              <a:buFont typeface="Arial" panose="020B0604020202020204" pitchFamily="34" charset="0"/>
              <a:buChar char="•"/>
            </a:pPr>
            <a:r>
              <a:rPr lang="ar" sz="2000" b="1" dirty="0">
                <a:latin typeface="Sakkal Majalla" panose="02000000000000000000" pitchFamily="2" charset="-78"/>
                <a:cs typeface="Sakkal Majalla" panose="02000000000000000000" pitchFamily="2" charset="-78"/>
              </a:rPr>
              <a:t>داخليًا</a:t>
            </a:r>
            <a:r>
              <a:rPr lang="ar" sz="2000" dirty="0">
                <a:latin typeface="Sakkal Majalla" panose="02000000000000000000" pitchFamily="2" charset="-78"/>
                <a:cs typeface="Sakkal Majalla" panose="02000000000000000000" pitchFamily="2" charset="-78"/>
              </a:rPr>
              <a:t> - داخل المؤسسة فقط</a:t>
            </a:r>
          </a:p>
          <a:p>
            <a:pPr marL="285750" indent="-285750" rtl="1">
              <a:buFont typeface="Arial" panose="020B0604020202020204" pitchFamily="34" charset="0"/>
              <a:buChar char="•"/>
            </a:pPr>
            <a:r>
              <a:rPr lang="ar" sz="2000" b="1" dirty="0">
                <a:latin typeface="Sakkal Majalla" panose="02000000000000000000" pitchFamily="2" charset="-78"/>
                <a:cs typeface="Sakkal Majalla" panose="02000000000000000000" pitchFamily="2" charset="-78"/>
              </a:rPr>
              <a:t>خارجيًا</a:t>
            </a:r>
            <a:r>
              <a:rPr lang="ar" sz="2000" dirty="0">
                <a:latin typeface="Sakkal Majalla" panose="02000000000000000000" pitchFamily="2" charset="-78"/>
                <a:cs typeface="Sakkal Majalla" panose="02000000000000000000" pitchFamily="2" charset="-78"/>
              </a:rPr>
              <a:t> - خارج المؤسسة</a:t>
            </a: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قد تستخدم:</a:t>
            </a:r>
          </a:p>
          <a:p>
            <a:pPr marL="285750" indent="-285750" rtl="1">
              <a:buFont typeface="Arial" panose="020B0604020202020204" pitchFamily="34" charset="0"/>
              <a:buChar char="•"/>
            </a:pPr>
            <a:r>
              <a:rPr lang="ar" sz="2000" b="1" dirty="0">
                <a:effectLst/>
                <a:latin typeface="Sakkal Majalla" panose="02000000000000000000" pitchFamily="2" charset="-78"/>
                <a:cs typeface="Sakkal Majalla" panose="02000000000000000000" pitchFamily="2" charset="-78"/>
              </a:rPr>
              <a:t>الطرق عبر الإنترنت</a:t>
            </a:r>
            <a:r>
              <a:rPr lang="ar" sz="2000" dirty="0">
                <a:effectLst/>
                <a:latin typeface="Sakkal Majalla" panose="02000000000000000000" pitchFamily="2" charset="-78"/>
                <a:cs typeface="Sakkal Majalla" panose="02000000000000000000" pitchFamily="2" charset="-78"/>
              </a:rPr>
              <a:t> - نماذج الطلبات التي تظهر على الشاشة وإعلانات الوظائف على مواقع التواصل الاجتماعي</a:t>
            </a:r>
          </a:p>
          <a:p>
            <a:pPr marL="285750" indent="-285750" rtl="1">
              <a:buFont typeface="Arial" panose="020B0604020202020204" pitchFamily="34" charset="0"/>
              <a:buChar char="•"/>
            </a:pPr>
            <a:r>
              <a:rPr lang="ar" sz="2000" b="1" dirty="0">
                <a:effectLst/>
                <a:latin typeface="Sakkal Majalla" panose="02000000000000000000" pitchFamily="2" charset="-78"/>
                <a:cs typeface="Sakkal Majalla" panose="02000000000000000000" pitchFamily="2" charset="-78"/>
              </a:rPr>
              <a:t>الطرق التقليدية</a:t>
            </a:r>
            <a:r>
              <a:rPr lang="ar" sz="2000" dirty="0">
                <a:effectLst/>
                <a:latin typeface="Sakkal Majalla" panose="02000000000000000000" pitchFamily="2" charset="-78"/>
                <a:cs typeface="Sakkal Majalla" panose="02000000000000000000" pitchFamily="2" charset="-78"/>
              </a:rPr>
              <a:t> - الصحف المحلية ونوافذ المتاجر ومراكز العمل الحكومية</a:t>
            </a:r>
          </a:p>
        </p:txBody>
      </p:sp>
      <p:grpSp>
        <p:nvGrpSpPr>
          <p:cNvPr id="5" name="Group 4">
            <a:extLst>
              <a:ext uri="{FF2B5EF4-FFF2-40B4-BE49-F238E27FC236}">
                <a16:creationId xmlns:a16="http://schemas.microsoft.com/office/drawing/2014/main" id="{8CC2D5F5-C697-74A3-620D-619BE9F85FA0}"/>
              </a:ext>
            </a:extLst>
          </p:cNvPr>
          <p:cNvGrpSpPr/>
          <p:nvPr/>
        </p:nvGrpSpPr>
        <p:grpSpPr>
          <a:xfrm>
            <a:off x="574300" y="5013176"/>
            <a:ext cx="7931224" cy="1409854"/>
            <a:chOff x="0" y="215426"/>
            <a:chExt cx="2635219" cy="1368881"/>
          </a:xfrm>
        </p:grpSpPr>
        <p:sp>
          <p:nvSpPr>
            <p:cNvPr id="6" name="Rectangle 5">
              <a:extLst>
                <a:ext uri="{FF2B5EF4-FFF2-40B4-BE49-F238E27FC236}">
                  <a16:creationId xmlns:a16="http://schemas.microsoft.com/office/drawing/2014/main" id="{BE973A61-3DC7-3DA3-55AA-606B27A39324}"/>
                </a:ext>
              </a:extLst>
            </p:cNvPr>
            <p:cNvSpPr/>
            <p:nvPr/>
          </p:nvSpPr>
          <p:spPr>
            <a:xfrm>
              <a:off x="0" y="215426"/>
              <a:ext cx="2635219"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7" name="TextBox 6">
              <a:extLst>
                <a:ext uri="{FF2B5EF4-FFF2-40B4-BE49-F238E27FC236}">
                  <a16:creationId xmlns:a16="http://schemas.microsoft.com/office/drawing/2014/main" id="{96E9CB11-F978-C1CF-079A-51179757F3E7}"/>
                </a:ext>
              </a:extLst>
            </p:cNvPr>
            <p:cNvSpPr txBox="1"/>
            <p:nvPr/>
          </p:nvSpPr>
          <p:spPr>
            <a:xfrm>
              <a:off x="65341" y="215426"/>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في عام 2024، كان لدى لينكد إن مليار عضو في أكثر من 200 دولة ومنطقة حول العالم.</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نوع الشخص الذي يستخدم لينكد إن؟</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نوع الوظائف التي تتوقع الإعلان عنها على هذه المنصة؟</a:t>
              </a:r>
              <a:endParaRPr lang="en-US" dirty="0">
                <a:solidFill>
                  <a:schemeClr val="accent4"/>
                </a:solidFill>
                <a:latin typeface="Sakkal Majalla" panose="02000000000000000000" pitchFamily="2" charset="-78"/>
                <a:cs typeface="Sakkal Majalla" panose="02000000000000000000" pitchFamily="2" charset="-78"/>
              </a:endParaRPr>
            </a:p>
          </p:txBody>
        </p:sp>
      </p:grpSp>
      <p:sp>
        <p:nvSpPr>
          <p:cNvPr id="3" name="Footer Placeholder 2">
            <a:extLst>
              <a:ext uri="{FF2B5EF4-FFF2-40B4-BE49-F238E27FC236}">
                <a16:creationId xmlns:a16="http://schemas.microsoft.com/office/drawing/2014/main" id="{781533D0-7EA1-429D-4EE8-BD868453995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94671651"/>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68EEB-A774-DBBC-45AF-248A00CD7A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0BCBD-D273-2950-CFB8-8AAC25ECE37D}"/>
              </a:ext>
            </a:extLst>
          </p:cNvPr>
          <p:cNvSpPr>
            <a:spLocks noGrp="1"/>
          </p:cNvSpPr>
          <p:nvPr>
            <p:ph type="title"/>
          </p:nvPr>
        </p:nvSpPr>
        <p:spPr>
          <a:xfrm>
            <a:off x="457200" y="1195200"/>
            <a:ext cx="8229600" cy="577616"/>
          </a:xfrm>
        </p:spPr>
        <p:txBody>
          <a:bodyPr rtlCol="1"/>
          <a:lstStyle/>
          <a:p>
            <a:pPr rtl="1"/>
            <a:r>
              <a:rPr lang="ar" sz="2200" b="1" dirty="0">
                <a:effectLst/>
              </a:rPr>
              <a:t>ج1 العلاقة بين عمليات التوظيف ونجاح المؤسسة</a:t>
            </a:r>
            <a:endParaRPr lang="en-US" sz="2200" b="1" dirty="0"/>
          </a:p>
        </p:txBody>
      </p:sp>
      <p:sp>
        <p:nvSpPr>
          <p:cNvPr id="6" name="TextBox 5">
            <a:extLst>
              <a:ext uri="{FF2B5EF4-FFF2-40B4-BE49-F238E27FC236}">
                <a16:creationId xmlns:a16="http://schemas.microsoft.com/office/drawing/2014/main" id="{3525E08C-A9B5-29E7-13E1-E54FF8C56A7C}"/>
              </a:ext>
            </a:extLst>
          </p:cNvPr>
          <p:cNvSpPr txBox="1"/>
          <p:nvPr/>
        </p:nvSpPr>
        <p:spPr>
          <a:xfrm>
            <a:off x="2699792" y="1772816"/>
            <a:ext cx="6001776" cy="3785652"/>
          </a:xfrm>
          <a:prstGeom prst="rect">
            <a:avLst/>
          </a:prstGeom>
          <a:solidFill>
            <a:schemeClr val="accent6">
              <a:lumMod val="20000"/>
              <a:lumOff val="80000"/>
            </a:schemeClr>
          </a:solidFill>
        </p:spPr>
        <p:txBody>
          <a:bodyPr wrap="square" rtlCol="1">
            <a:spAutoFit/>
          </a:bodyPr>
          <a:lstStyle/>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يعد توظيف الموظفين المناسبين أمرًا مهمًا للغاية لنجاح المؤسسة </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يمكن </a:t>
            </a:r>
            <a:r>
              <a:rPr lang="ar" sz="2000" dirty="0">
                <a:effectLst/>
                <a:latin typeface="Sakkal Majalla" panose="02000000000000000000" pitchFamily="2" charset="-78"/>
                <a:cs typeface="Sakkal Majalla" panose="02000000000000000000" pitchFamily="2" charset="-78"/>
              </a:rPr>
              <a:t>أن يكون الموظفون العاديون أغلى الأصول في المؤسسة.</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قد يكون توظيف</a:t>
            </a:r>
            <a:r>
              <a:rPr lang="ar" sz="2000" dirty="0">
                <a:latin typeface="Sakkal Majalla" panose="02000000000000000000" pitchFamily="2" charset="-78"/>
                <a:cs typeface="Sakkal Majalla" panose="02000000000000000000" pitchFamily="2" charset="-78"/>
              </a:rPr>
              <a:t> </a:t>
            </a:r>
            <a:r>
              <a:rPr lang="ar" sz="2000" dirty="0">
                <a:effectLst/>
                <a:latin typeface="Sakkal Majalla" panose="02000000000000000000" pitchFamily="2" charset="-78"/>
                <a:cs typeface="Sakkal Majalla" panose="02000000000000000000" pitchFamily="2" charset="-78"/>
              </a:rPr>
              <a:t> الأشخاص الخطأ مكلفًا إذا لم يؤدوا أداءً جيدًا أو يقدمون خدمة </a:t>
            </a:r>
            <a:r>
              <a:rPr lang="ar" sz="2000" dirty="0">
                <a:latin typeface="Sakkal Majalla" panose="02000000000000000000" pitchFamily="2" charset="-78"/>
                <a:cs typeface="Sakkal Majalla" panose="02000000000000000000" pitchFamily="2" charset="-78"/>
              </a:rPr>
              <a:t>سيئة أو </a:t>
            </a:r>
            <a:r>
              <a:rPr lang="ar" sz="2000" dirty="0">
                <a:effectLst/>
                <a:latin typeface="Sakkal Majalla" panose="02000000000000000000" pitchFamily="2" charset="-78"/>
                <a:cs typeface="Sakkal Majalla" panose="02000000000000000000" pitchFamily="2" charset="-78"/>
              </a:rPr>
              <a:t> يجعلون العملاء غير سعداء</a:t>
            </a:r>
          </a:p>
          <a:p>
            <a:pPr marL="285750" indent="-285750" rtl="1">
              <a:buFont typeface="Arial" panose="020B0604020202020204" pitchFamily="34" charset="0"/>
              <a:buChar char="•"/>
            </a:pPr>
            <a:endParaRPr lang="en-GB" sz="20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في كل مرة تقوم فيها مؤسسة أعمال بتوظيف عضو جديد من الموظفين، تكون هناك تكلفة على الشركة - عملية الإعلان والتوظيف، والوقت الذي تستغرقه عملية التوظيف.</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قد تؤدي عمليات التوظيف الجيدة إلى أعداد كبيرة من المتقدمين الجيدين</a:t>
            </a:r>
          </a:p>
        </p:txBody>
      </p:sp>
      <p:grpSp>
        <p:nvGrpSpPr>
          <p:cNvPr id="7" name="Group 6">
            <a:extLst>
              <a:ext uri="{FF2B5EF4-FFF2-40B4-BE49-F238E27FC236}">
                <a16:creationId xmlns:a16="http://schemas.microsoft.com/office/drawing/2014/main" id="{020AA4C0-8818-6B2C-813A-2A7042DBDA8E}"/>
              </a:ext>
            </a:extLst>
          </p:cNvPr>
          <p:cNvGrpSpPr/>
          <p:nvPr/>
        </p:nvGrpSpPr>
        <p:grpSpPr>
          <a:xfrm>
            <a:off x="457199" y="1772816"/>
            <a:ext cx="2026569" cy="3785652"/>
            <a:chOff x="0" y="215426"/>
            <a:chExt cx="2635219" cy="1368881"/>
          </a:xfrm>
        </p:grpSpPr>
        <p:sp>
          <p:nvSpPr>
            <p:cNvPr id="8" name="Rectangle 7">
              <a:extLst>
                <a:ext uri="{FF2B5EF4-FFF2-40B4-BE49-F238E27FC236}">
                  <a16:creationId xmlns:a16="http://schemas.microsoft.com/office/drawing/2014/main" id="{0821B29B-1759-5523-E1E1-D96EC945DF79}"/>
                </a:ext>
              </a:extLst>
            </p:cNvPr>
            <p:cNvSpPr/>
            <p:nvPr/>
          </p:nvSpPr>
          <p:spPr>
            <a:xfrm>
              <a:off x="0" y="215426"/>
              <a:ext cx="2635219"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9" name="TextBox 8">
              <a:extLst>
                <a:ext uri="{FF2B5EF4-FFF2-40B4-BE49-F238E27FC236}">
                  <a16:creationId xmlns:a16="http://schemas.microsoft.com/office/drawing/2014/main" id="{A97E07D9-7F4A-963C-8380-F1A351B73764}"/>
                </a:ext>
              </a:extLst>
            </p:cNvPr>
            <p:cNvSpPr txBox="1"/>
            <p:nvPr/>
          </p:nvSpPr>
          <p:spPr>
            <a:xfrm>
              <a:off x="65341" y="215426"/>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تخيل أن لديك عملًا تجاري</a:t>
              </a:r>
              <a:r>
                <a:rPr lang="ar-SA" dirty="0">
                  <a:solidFill>
                    <a:srgbClr val="7030A0"/>
                  </a:solidFill>
                  <a:latin typeface="Sakkal Majalla" panose="02000000000000000000" pitchFamily="2" charset="-78"/>
                  <a:cs typeface="Sakkal Majalla" panose="02000000000000000000" pitchFamily="2" charset="-78"/>
                </a:rPr>
                <a:t>ًّ</a:t>
              </a:r>
              <a:r>
                <a:rPr lang="ar" dirty="0">
                  <a:solidFill>
                    <a:srgbClr val="7030A0"/>
                  </a:solidFill>
                  <a:latin typeface="Sakkal Majalla" panose="02000000000000000000" pitchFamily="2" charset="-78"/>
                  <a:cs typeface="Sakkal Majalla" panose="02000000000000000000" pitchFamily="2" charset="-78"/>
                </a:rPr>
                <a:t>ا ناجحًا، بحيث نشرت إعلان عن دور وظيفي وتقدم للوظفية 200 شخص.</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لماذا لا يمكنك إجراء مقابلات معهم جميعًا؟</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لماذا من المهم أن تقوم بالاختيار الصحيح؟</a:t>
              </a:r>
            </a:p>
          </p:txBody>
        </p:sp>
      </p:grpSp>
      <p:sp>
        <p:nvSpPr>
          <p:cNvPr id="3" name="Footer Placeholder 2">
            <a:extLst>
              <a:ext uri="{FF2B5EF4-FFF2-40B4-BE49-F238E27FC236}">
                <a16:creationId xmlns:a16="http://schemas.microsoft.com/office/drawing/2014/main" id="{FD531A25-AFEB-AE6B-69CD-0447C450B00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440400399"/>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A904D-1849-BC38-4357-D97ECA898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03B07-E754-2FD2-5FF2-4B4AA99FF6C4}"/>
              </a:ext>
            </a:extLst>
          </p:cNvPr>
          <p:cNvSpPr>
            <a:spLocks noGrp="1"/>
          </p:cNvSpPr>
          <p:nvPr>
            <p:ph type="title"/>
          </p:nvPr>
        </p:nvSpPr>
        <p:spPr>
          <a:xfrm>
            <a:off x="457200" y="1195200"/>
            <a:ext cx="8229600" cy="864000"/>
          </a:xfrm>
        </p:spPr>
        <p:txBody>
          <a:bodyPr vert="horz" wrap="square" lIns="91440" tIns="45720" rIns="91440" bIns="45720" numCol="1" rtlCol="1" anchor="ctr" anchorCtr="0" compatLnSpc="1">
            <a:prstTxWarp prst="textNoShape">
              <a:avLst/>
            </a:prstTxWarp>
            <a:normAutofit/>
          </a:bodyPr>
          <a:lstStyle/>
          <a:p>
            <a:pPr rtl="1">
              <a:lnSpc>
                <a:spcPct val="90000"/>
              </a:lnSpc>
            </a:pPr>
            <a:r>
              <a:rPr lang="ar" sz="3000" b="1" dirty="0">
                <a:effectLst/>
              </a:rPr>
              <a:t>ج1 </a:t>
            </a:r>
            <a:r>
              <a:rPr lang="ar" sz="3000" b="1" dirty="0"/>
              <a:t>الربط</a:t>
            </a:r>
            <a:r>
              <a:rPr lang="ar" sz="3000" b="1" dirty="0">
                <a:effectLst/>
              </a:rPr>
              <a:t> بين عمليات التوظيف المهنية وتكامل الموظفين الفعال.</a:t>
            </a:r>
            <a:endParaRPr lang="en-US" sz="3000" b="1" dirty="0"/>
          </a:p>
        </p:txBody>
      </p:sp>
      <p:sp>
        <p:nvSpPr>
          <p:cNvPr id="4" name="TextBox 3">
            <a:extLst>
              <a:ext uri="{FF2B5EF4-FFF2-40B4-BE49-F238E27FC236}">
                <a16:creationId xmlns:a16="http://schemas.microsoft.com/office/drawing/2014/main" id="{B10276CA-C76A-09C9-CBC3-4EC736C1CE27}"/>
              </a:ext>
            </a:extLst>
          </p:cNvPr>
          <p:cNvSpPr txBox="1"/>
          <p:nvPr/>
        </p:nvSpPr>
        <p:spPr bwMode="auto">
          <a:xfrm>
            <a:off x="468312" y="2196001"/>
            <a:ext cx="4027488" cy="4024100"/>
          </a:xfrm>
          <a:prstGeom prst="rect">
            <a:avLst/>
          </a:prstGeom>
          <a:solidFill>
            <a:schemeClr val="accent5"/>
          </a:solidFill>
          <a:ln>
            <a:noFill/>
          </a:ln>
        </p:spPr>
        <p:txBody>
          <a:bodyPr vert="horz" wrap="square" lIns="91440" tIns="45720" rIns="91440" bIns="45720" numCol="1" rtlCol="1" anchor="t" anchorCtr="0" compatLnSpc="1">
            <a:prstTxWarp prst="textNoShape">
              <a:avLst/>
            </a:prstTxWarp>
            <a:normAutofit/>
          </a:bodyPr>
          <a:lstStyle/>
          <a:p>
            <a:pPr rtl="1">
              <a:lnSpc>
                <a:spcPct val="90000"/>
              </a:lnSpc>
              <a:spcBef>
                <a:spcPct val="20000"/>
              </a:spcBef>
            </a:pPr>
            <a:endParaRPr lang="en-US" sz="2000" dirty="0">
              <a:effectLst/>
              <a:latin typeface="Sakkal Majalla" panose="02000000000000000000" pitchFamily="2" charset="-78"/>
              <a:cs typeface="Sakkal Majalla" panose="02000000000000000000" pitchFamily="2" charset="-78"/>
            </a:endParaRPr>
          </a:p>
          <a:p>
            <a:pPr rtl="1">
              <a:lnSpc>
                <a:spcPct val="90000"/>
              </a:lnSpc>
              <a:spcBef>
                <a:spcPct val="20000"/>
              </a:spcBef>
            </a:pPr>
            <a:r>
              <a:rPr lang="ar" sz="2000" dirty="0">
                <a:effectLst/>
                <a:latin typeface="Sakkal Majalla" panose="02000000000000000000" pitchFamily="2" charset="-78"/>
                <a:cs typeface="Sakkal Majalla" panose="02000000000000000000" pitchFamily="2" charset="-78"/>
              </a:rPr>
              <a:t>يعد توظيف الموظفين بطريقة مهنية أمرًا بالغ الأهمية للمؤسسات للأسباب الآتية:</a:t>
            </a:r>
          </a:p>
          <a:p>
            <a:pPr marL="342900" indent="-342900" rtl="1">
              <a:lnSpc>
                <a:spcPct val="90000"/>
              </a:lnSpc>
              <a:spcBef>
                <a:spcPct val="20000"/>
              </a:spcBef>
              <a:buFont typeface="Wingdings" pitchFamily="2" charset="2"/>
              <a:buChar char="§"/>
            </a:pPr>
            <a:endParaRPr lang="en-US" sz="2000" dirty="0">
              <a:latin typeface="Sakkal Majalla" panose="02000000000000000000" pitchFamily="2" charset="-78"/>
              <a:cs typeface="Sakkal Majalla" panose="02000000000000000000" pitchFamily="2" charset="-78"/>
            </a:endParaRPr>
          </a:p>
          <a:p>
            <a:pPr marL="342900" indent="-342900" rtl="1">
              <a:lnSpc>
                <a:spcPct val="90000"/>
              </a:lnSpc>
              <a:spcBef>
                <a:spcPct val="20000"/>
              </a:spcBef>
              <a:buFont typeface="Wingdings" pitchFamily="2" charset="2"/>
              <a:buChar char="§"/>
            </a:pPr>
            <a:r>
              <a:rPr lang="ar" sz="2000" dirty="0">
                <a:effectLst/>
                <a:latin typeface="Sakkal Majalla" panose="02000000000000000000" pitchFamily="2" charset="-78"/>
                <a:cs typeface="Sakkal Majalla" panose="02000000000000000000" pitchFamily="2" charset="-78"/>
              </a:rPr>
              <a:t>يمكنها الحفاظ على/تحسين سمعة المؤسسة</a:t>
            </a:r>
          </a:p>
          <a:p>
            <a:pPr marL="342900" indent="-342900" rtl="1">
              <a:lnSpc>
                <a:spcPct val="90000"/>
              </a:lnSpc>
              <a:spcBef>
                <a:spcPct val="20000"/>
              </a:spcBef>
              <a:buFont typeface="Wingdings" pitchFamily="2" charset="2"/>
              <a:buChar char="§"/>
            </a:pPr>
            <a:endParaRPr lang="en-US" sz="2000" dirty="0">
              <a:latin typeface="Sakkal Majalla" panose="02000000000000000000" pitchFamily="2" charset="-78"/>
              <a:cs typeface="Sakkal Majalla" panose="02000000000000000000" pitchFamily="2" charset="-78"/>
            </a:endParaRPr>
          </a:p>
          <a:p>
            <a:pPr marL="342900" indent="-342900" rtl="1">
              <a:lnSpc>
                <a:spcPct val="90000"/>
              </a:lnSpc>
              <a:spcBef>
                <a:spcPct val="20000"/>
              </a:spcBef>
              <a:buFont typeface="Wingdings" pitchFamily="2" charset="2"/>
              <a:buChar char="§"/>
            </a:pPr>
            <a:r>
              <a:rPr lang="ar" sz="2000" dirty="0">
                <a:effectLst/>
                <a:latin typeface="Sakkal Majalla" panose="02000000000000000000" pitchFamily="2" charset="-78"/>
                <a:cs typeface="Sakkal Majalla" panose="02000000000000000000" pitchFamily="2" charset="-78"/>
              </a:rPr>
              <a:t>يمكن أن تجذب المواهب - الأفراد الذين يمكن أن يكونوا مساهمين قيّمين في المؤسسة</a:t>
            </a:r>
          </a:p>
          <a:p>
            <a:pPr marL="342900" indent="-342900" rtl="1">
              <a:lnSpc>
                <a:spcPct val="90000"/>
              </a:lnSpc>
              <a:spcBef>
                <a:spcPct val="20000"/>
              </a:spcBef>
              <a:buFont typeface="Wingdings" pitchFamily="2" charset="2"/>
              <a:buChar char="§"/>
            </a:pPr>
            <a:endParaRPr lang="en-US" sz="2000" dirty="0">
              <a:effectLst/>
              <a:latin typeface="Sakkal Majalla" panose="02000000000000000000" pitchFamily="2" charset="-78"/>
              <a:cs typeface="Sakkal Majalla" panose="02000000000000000000" pitchFamily="2" charset="-78"/>
            </a:endParaRPr>
          </a:p>
          <a:p>
            <a:pPr marL="342900" indent="-342900" rtl="1">
              <a:lnSpc>
                <a:spcPct val="90000"/>
              </a:lnSpc>
              <a:spcBef>
                <a:spcPct val="20000"/>
              </a:spcBef>
              <a:buFont typeface="Wingdings" pitchFamily="2" charset="2"/>
              <a:buChar char="§"/>
            </a:pPr>
            <a:r>
              <a:rPr lang="ar" sz="2000" dirty="0">
                <a:effectLst/>
                <a:latin typeface="Sakkal Majalla" panose="02000000000000000000" pitchFamily="2" charset="-78"/>
                <a:cs typeface="Sakkal Majalla" panose="02000000000000000000" pitchFamily="2" charset="-78"/>
              </a:rPr>
              <a:t>يضمن اندماج الموظفين الجدد في الشركات بسرعة لأنهم على دراية بالمطلوب منذ البداية.</a:t>
            </a:r>
          </a:p>
        </p:txBody>
      </p:sp>
      <p:pic>
        <p:nvPicPr>
          <p:cNvPr id="5" name="Picture 4" descr="A hand holding a paper with a check mark&#10;&#10;Description automatically generated">
            <a:extLst>
              <a:ext uri="{FF2B5EF4-FFF2-40B4-BE49-F238E27FC236}">
                <a16:creationId xmlns:a16="http://schemas.microsoft.com/office/drawing/2014/main" id="{626DDA24-399C-E864-BA7A-D6495C34398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03280" y="2276872"/>
            <a:ext cx="3672408" cy="3672408"/>
          </a:xfrm>
          <a:prstGeom prst="rect">
            <a:avLst/>
          </a:prstGeom>
        </p:spPr>
      </p:pic>
      <p:sp>
        <p:nvSpPr>
          <p:cNvPr id="3" name="Footer Placeholder 2">
            <a:extLst>
              <a:ext uri="{FF2B5EF4-FFF2-40B4-BE49-F238E27FC236}">
                <a16:creationId xmlns:a16="http://schemas.microsoft.com/office/drawing/2014/main" id="{9728BD9F-6F56-E164-4601-02DB2D1F70B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708829250"/>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713AB-7969-16CF-C91C-F23CC57A4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48F1B-416D-0B44-3A00-3199BBF645BC}"/>
              </a:ext>
            </a:extLst>
          </p:cNvPr>
          <p:cNvSpPr>
            <a:spLocks noGrp="1"/>
          </p:cNvSpPr>
          <p:nvPr>
            <p:ph type="title"/>
          </p:nvPr>
        </p:nvSpPr>
        <p:spPr>
          <a:xfrm>
            <a:off x="457200" y="1195200"/>
            <a:ext cx="8229600" cy="577616"/>
          </a:xfrm>
        </p:spPr>
        <p:txBody>
          <a:bodyPr rtlCol="1"/>
          <a:lstStyle/>
          <a:p>
            <a:pPr rtl="1"/>
            <a:r>
              <a:rPr lang="ar" sz="2200" b="1" dirty="0">
                <a:effectLst/>
              </a:rPr>
              <a:t>ج2 المستندات المستخدمة </a:t>
            </a:r>
            <a:r>
              <a:rPr lang="ar" sz="2200" b="1" dirty="0"/>
              <a:t> في</a:t>
            </a:r>
            <a:r>
              <a:rPr lang="ar" sz="2200" b="1" dirty="0">
                <a:effectLst/>
              </a:rPr>
              <a:t> </a:t>
            </a:r>
            <a:r>
              <a:rPr lang="ar" sz="2200" b="1" dirty="0"/>
              <a:t>عملية</a:t>
            </a:r>
            <a:r>
              <a:rPr lang="ar" sz="2200" b="1" dirty="0">
                <a:effectLst/>
              </a:rPr>
              <a:t> التوظيف</a:t>
            </a:r>
            <a:endParaRPr lang="en-US" sz="2200" b="1" dirty="0"/>
          </a:p>
        </p:txBody>
      </p:sp>
      <p:graphicFrame>
        <p:nvGraphicFramePr>
          <p:cNvPr id="5" name="Diagram 4">
            <a:extLst>
              <a:ext uri="{FF2B5EF4-FFF2-40B4-BE49-F238E27FC236}">
                <a16:creationId xmlns:a16="http://schemas.microsoft.com/office/drawing/2014/main" id="{16D8E64B-BC13-5EDF-1566-5C6ADA5E5D32}"/>
              </a:ext>
            </a:extLst>
          </p:cNvPr>
          <p:cNvGraphicFramePr/>
          <p:nvPr>
            <p:extLst>
              <p:ext uri="{D42A27DB-BD31-4B8C-83A1-F6EECF244321}">
                <p14:modId xmlns:p14="http://schemas.microsoft.com/office/powerpoint/2010/main" val="229536404"/>
              </p:ext>
            </p:extLst>
          </p:nvPr>
        </p:nvGraphicFramePr>
        <p:xfrm>
          <a:off x="302840" y="1720840"/>
          <a:ext cx="8229600" cy="49485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FE68B3EE-153F-0ABA-52AC-81C6874E290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612188798"/>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57438-38E4-0333-A362-2D555F2D84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BDD5E-3C0D-323C-E910-736CD3AB20EE}"/>
              </a:ext>
            </a:extLst>
          </p:cNvPr>
          <p:cNvSpPr>
            <a:spLocks noGrp="1"/>
          </p:cNvSpPr>
          <p:nvPr>
            <p:ph type="title"/>
          </p:nvPr>
        </p:nvSpPr>
        <p:spPr>
          <a:xfrm>
            <a:off x="457200" y="1195200"/>
            <a:ext cx="8229600" cy="864000"/>
          </a:xfrm>
        </p:spPr>
        <p:txBody>
          <a:bodyPr wrap="square" rtlCol="1" anchor="ctr">
            <a:normAutofit/>
          </a:bodyPr>
          <a:lstStyle/>
          <a:p>
            <a:pPr algn="ctr" rtl="1">
              <a:lnSpc>
                <a:spcPct val="90000"/>
              </a:lnSpc>
            </a:pPr>
            <a:r>
              <a:rPr lang="ar-SA" sz="3000" b="1" dirty="0"/>
              <a:t>ج2</a:t>
            </a:r>
            <a:r>
              <a:rPr lang="ar" sz="3000" b="1" dirty="0"/>
              <a:t> فعالية </a:t>
            </a:r>
            <a:r>
              <a:rPr lang="ar" sz="3000" b="1" dirty="0">
                <a:effectLst/>
              </a:rPr>
              <a:t> تكلفة مناهج التطبيق المختلفة</a:t>
            </a:r>
            <a:endParaRPr lang="en-US" sz="3000" b="1" dirty="0"/>
          </a:p>
        </p:txBody>
      </p:sp>
      <p:sp>
        <p:nvSpPr>
          <p:cNvPr id="4" name="TextBox 3">
            <a:extLst>
              <a:ext uri="{FF2B5EF4-FFF2-40B4-BE49-F238E27FC236}">
                <a16:creationId xmlns:a16="http://schemas.microsoft.com/office/drawing/2014/main" id="{68511300-B0E3-1A4B-D154-E187ECCD3E8C}"/>
              </a:ext>
            </a:extLst>
          </p:cNvPr>
          <p:cNvSpPr txBox="1"/>
          <p:nvPr/>
        </p:nvSpPr>
        <p:spPr bwMode="auto">
          <a:xfrm>
            <a:off x="4572001" y="1916832"/>
            <a:ext cx="4114799" cy="368904"/>
          </a:xfrm>
          <a:prstGeom prst="rect">
            <a:avLst/>
          </a:prstGeom>
          <a:solidFill>
            <a:schemeClr val="accent5"/>
          </a:solidFill>
          <a:ln>
            <a:noFill/>
          </a:ln>
        </p:spPr>
        <p:txBody>
          <a:bodyPr vert="horz" wrap="square" lIns="91440" tIns="45720" rIns="91440" bIns="45720" numCol="1" rtlCol="1" anchor="b" anchorCtr="0" compatLnSpc="1">
            <a:prstTxWarp prst="textNoShape">
              <a:avLst/>
            </a:prstTxWarp>
            <a:noAutofit/>
          </a:bodyPr>
          <a:lstStyle/>
          <a:p>
            <a:pPr algn="ctr" rtl="1">
              <a:spcBef>
                <a:spcPct val="20000"/>
              </a:spcBef>
            </a:pPr>
            <a:r>
              <a:rPr lang="ar" sz="2200" b="1" dirty="0">
                <a:latin typeface="Sakkal Majalla" panose="02000000000000000000" pitchFamily="2" charset="-78"/>
                <a:cs typeface="Sakkal Majalla" panose="02000000000000000000" pitchFamily="2" charset="-78"/>
              </a:rPr>
              <a:t>عبر الإنترنت</a:t>
            </a:r>
            <a:endParaRPr lang="en-US" sz="2200" b="1" dirty="0">
              <a:latin typeface="Sakkal Majalla" panose="02000000000000000000" pitchFamily="2" charset="-78"/>
              <a:cs typeface="Sakkal Majalla" panose="02000000000000000000" pitchFamily="2" charset="-78"/>
            </a:endParaRPr>
          </a:p>
        </p:txBody>
      </p:sp>
      <p:sp>
        <p:nvSpPr>
          <p:cNvPr id="9" name="Content Placeholder 3">
            <a:extLst>
              <a:ext uri="{FF2B5EF4-FFF2-40B4-BE49-F238E27FC236}">
                <a16:creationId xmlns:a16="http://schemas.microsoft.com/office/drawing/2014/main" id="{B22A76AB-1885-CCC9-0A3C-F7849770AB25}"/>
              </a:ext>
            </a:extLst>
          </p:cNvPr>
          <p:cNvSpPr>
            <a:spLocks noGrp="1"/>
          </p:cNvSpPr>
          <p:nvPr>
            <p:ph sz="half" idx="2"/>
          </p:nvPr>
        </p:nvSpPr>
        <p:spPr>
          <a:xfrm>
            <a:off x="4572000" y="2417148"/>
            <a:ext cx="4114801" cy="2460876"/>
          </a:xfrm>
          <a:solidFill>
            <a:schemeClr val="accent5"/>
          </a:solidFill>
        </p:spPr>
        <p:txBody>
          <a:bodyPr rtlCol="1"/>
          <a:lstStyle/>
          <a:p>
            <a:pPr rtl="1"/>
            <a:r>
              <a:rPr lang="ar" sz="2000" dirty="0"/>
              <a:t>يمكن إنتاج جميع المستندات وتخزينها كنسخة رقمية/إلكترونية</a:t>
            </a:r>
          </a:p>
          <a:p>
            <a:pPr rtl="1"/>
            <a:r>
              <a:rPr lang="ar" sz="2000" dirty="0"/>
              <a:t>يمكن تحميل جميع المستندات إلى موقع إلكتروني وينزلها المرشحون منه</a:t>
            </a:r>
          </a:p>
          <a:p>
            <a:pPr rtl="1"/>
            <a:r>
              <a:rPr lang="ar" sz="2000" dirty="0"/>
              <a:t>يمكن للمتقدمين ملء الطلبات عبر الإنترنت وإرسالها إلى الشركة و/أو تحميل سيرتهم الذاتية</a:t>
            </a:r>
          </a:p>
          <a:p>
            <a:pPr rtl="1"/>
            <a:endParaRPr lang="en-US" sz="2000" dirty="0"/>
          </a:p>
        </p:txBody>
      </p:sp>
      <p:sp>
        <p:nvSpPr>
          <p:cNvPr id="3" name="TextBox 2">
            <a:extLst>
              <a:ext uri="{FF2B5EF4-FFF2-40B4-BE49-F238E27FC236}">
                <a16:creationId xmlns:a16="http://schemas.microsoft.com/office/drawing/2014/main" id="{1F230A3C-B3F7-E642-D224-81FFC1D069A1}"/>
              </a:ext>
            </a:extLst>
          </p:cNvPr>
          <p:cNvSpPr txBox="1"/>
          <p:nvPr/>
        </p:nvSpPr>
        <p:spPr bwMode="auto">
          <a:xfrm>
            <a:off x="457199" y="1916832"/>
            <a:ext cx="4041775" cy="368904"/>
          </a:xfrm>
          <a:prstGeom prst="rect">
            <a:avLst/>
          </a:prstGeom>
          <a:solidFill>
            <a:schemeClr val="accent6">
              <a:lumMod val="20000"/>
              <a:lumOff val="80000"/>
            </a:schemeClr>
          </a:solidFill>
          <a:ln>
            <a:noFill/>
          </a:ln>
        </p:spPr>
        <p:txBody>
          <a:bodyPr vert="horz" wrap="square" lIns="91440" tIns="365760" rIns="91440" bIns="45720" numCol="1" rtlCol="1" anchor="b" anchorCtr="0" compatLnSpc="1">
            <a:prstTxWarp prst="textNoShape">
              <a:avLst/>
            </a:prstTxWarp>
            <a:noAutofit/>
          </a:bodyPr>
          <a:lstStyle/>
          <a:p>
            <a:pPr algn="ctr" rtl="1">
              <a:spcBef>
                <a:spcPct val="20000"/>
              </a:spcBef>
            </a:pPr>
            <a:r>
              <a:rPr lang="ar" sz="2200" b="1" dirty="0">
                <a:latin typeface="Sakkal Majalla" panose="02000000000000000000" pitchFamily="2" charset="-78"/>
                <a:cs typeface="Sakkal Majalla" panose="02000000000000000000" pitchFamily="2" charset="-78"/>
              </a:rPr>
              <a:t>ذات أساس ورقي</a:t>
            </a:r>
          </a:p>
        </p:txBody>
      </p:sp>
      <p:sp>
        <p:nvSpPr>
          <p:cNvPr id="11" name="Content Placeholder 5">
            <a:extLst>
              <a:ext uri="{FF2B5EF4-FFF2-40B4-BE49-F238E27FC236}">
                <a16:creationId xmlns:a16="http://schemas.microsoft.com/office/drawing/2014/main" id="{94706C1E-501D-BAC9-DA0A-B8EC745E76FC}"/>
              </a:ext>
            </a:extLst>
          </p:cNvPr>
          <p:cNvSpPr>
            <a:spLocks noGrp="1"/>
          </p:cNvSpPr>
          <p:nvPr>
            <p:ph sz="quarter" idx="4"/>
          </p:nvPr>
        </p:nvSpPr>
        <p:spPr>
          <a:xfrm>
            <a:off x="457199" y="2421911"/>
            <a:ext cx="4041775" cy="2456113"/>
          </a:xfrm>
          <a:solidFill>
            <a:schemeClr val="accent6">
              <a:lumMod val="20000"/>
              <a:lumOff val="80000"/>
            </a:schemeClr>
          </a:solidFill>
        </p:spPr>
        <p:txBody>
          <a:bodyPr rtlCol="1"/>
          <a:lstStyle/>
          <a:p>
            <a:pPr rtl="1"/>
            <a:r>
              <a:rPr lang="ar" sz="2000" dirty="0"/>
              <a:t>سيجري إنتاج المستندات وتخزينها كنسخة ورقية</a:t>
            </a:r>
          </a:p>
          <a:p>
            <a:pPr rtl="1"/>
            <a:r>
              <a:rPr lang="ar" sz="2000" dirty="0"/>
              <a:t>سيجري فرض رسوم على إعلانات الوظائف حال الإعلان عنها في المجلات/الصحف ونحو ذلك</a:t>
            </a:r>
          </a:p>
          <a:p>
            <a:pPr rtl="1"/>
            <a:r>
              <a:rPr lang="ar" sz="2000" dirty="0"/>
              <a:t>يجب طباعة نماذج الطلبات وإرسالها أولًا إلى المتقدمين ثم إعادتها إلى المؤسسة</a:t>
            </a:r>
          </a:p>
        </p:txBody>
      </p:sp>
      <p:grpSp>
        <p:nvGrpSpPr>
          <p:cNvPr id="5" name="Group 4">
            <a:extLst>
              <a:ext uri="{FF2B5EF4-FFF2-40B4-BE49-F238E27FC236}">
                <a16:creationId xmlns:a16="http://schemas.microsoft.com/office/drawing/2014/main" id="{4EE4D766-6A2D-BF61-3F3F-9DFA362436F8}"/>
              </a:ext>
            </a:extLst>
          </p:cNvPr>
          <p:cNvGrpSpPr/>
          <p:nvPr/>
        </p:nvGrpSpPr>
        <p:grpSpPr>
          <a:xfrm>
            <a:off x="574300" y="4975444"/>
            <a:ext cx="7931224" cy="1409854"/>
            <a:chOff x="0" y="215426"/>
            <a:chExt cx="2635219" cy="1368881"/>
          </a:xfrm>
        </p:grpSpPr>
        <p:sp>
          <p:nvSpPr>
            <p:cNvPr id="6" name="Rectangle 5">
              <a:extLst>
                <a:ext uri="{FF2B5EF4-FFF2-40B4-BE49-F238E27FC236}">
                  <a16:creationId xmlns:a16="http://schemas.microsoft.com/office/drawing/2014/main" id="{03170B88-3E28-EED0-D1AA-D7EAA845FE3D}"/>
                </a:ext>
              </a:extLst>
            </p:cNvPr>
            <p:cNvSpPr/>
            <p:nvPr/>
          </p:nvSpPr>
          <p:spPr>
            <a:xfrm>
              <a:off x="0" y="215426"/>
              <a:ext cx="2635219"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7" name="TextBox 6">
              <a:extLst>
                <a:ext uri="{FF2B5EF4-FFF2-40B4-BE49-F238E27FC236}">
                  <a16:creationId xmlns:a16="http://schemas.microsoft.com/office/drawing/2014/main" id="{2D959A78-4A55-2CC9-404D-E00B15E46FE8}"/>
                </a:ext>
              </a:extLst>
            </p:cNvPr>
            <p:cNvSpPr txBox="1"/>
            <p:nvPr/>
          </p:nvSpPr>
          <p:spPr>
            <a:xfrm>
              <a:off x="55433" y="215426"/>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ماذا سيكون تفضيلك؟ هل تفضل استكمال الطلب عبر الإنترنت، أم ملء المستندات يدويًّا؟</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وما سبب ذلك؟</a:t>
              </a:r>
              <a:endParaRPr lang="en-US" sz="2000" dirty="0">
                <a:solidFill>
                  <a:schemeClr val="accent4"/>
                </a:solidFill>
                <a:latin typeface="Sakkal Majalla" panose="02000000000000000000" pitchFamily="2" charset="-78"/>
                <a:cs typeface="Sakkal Majalla" panose="02000000000000000000" pitchFamily="2" charset="-78"/>
              </a:endParaRPr>
            </a:p>
          </p:txBody>
        </p:sp>
      </p:grpSp>
      <p:sp>
        <p:nvSpPr>
          <p:cNvPr id="8" name="Footer Placeholder 2">
            <a:extLst>
              <a:ext uri="{FF2B5EF4-FFF2-40B4-BE49-F238E27FC236}">
                <a16:creationId xmlns:a16="http://schemas.microsoft.com/office/drawing/2014/main" id="{65797D48-948E-273B-3E8D-762B95E2BB51}"/>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454572721"/>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9A679-13F4-5BE9-8294-03DF13C5C1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2087A-D793-4B0D-DB66-42A357BB5A82}"/>
              </a:ext>
            </a:extLst>
          </p:cNvPr>
          <p:cNvSpPr>
            <a:spLocks noGrp="1"/>
          </p:cNvSpPr>
          <p:nvPr>
            <p:ph type="title"/>
          </p:nvPr>
        </p:nvSpPr>
        <p:spPr>
          <a:xfrm>
            <a:off x="457200" y="1195200"/>
            <a:ext cx="8229600" cy="577616"/>
          </a:xfrm>
        </p:spPr>
        <p:txBody>
          <a:bodyPr rtlCol="1"/>
          <a:lstStyle/>
          <a:p>
            <a:pPr rtl="1"/>
            <a:r>
              <a:rPr lang="ar-SA" sz="2200" b="1" dirty="0">
                <a:effectLst/>
              </a:rPr>
              <a:t>ج2</a:t>
            </a:r>
            <a:r>
              <a:rPr lang="ar" sz="2200" b="1" dirty="0">
                <a:effectLst/>
              </a:rPr>
              <a:t> عملية </a:t>
            </a:r>
            <a:r>
              <a:rPr lang="ar" sz="2200" b="1" dirty="0"/>
              <a:t>الاختيار</a:t>
            </a:r>
            <a:endParaRPr lang="en-US" sz="2200" b="1" dirty="0"/>
          </a:p>
        </p:txBody>
      </p:sp>
      <p:sp>
        <p:nvSpPr>
          <p:cNvPr id="5" name="TextBox 4">
            <a:extLst>
              <a:ext uri="{FF2B5EF4-FFF2-40B4-BE49-F238E27FC236}">
                <a16:creationId xmlns:a16="http://schemas.microsoft.com/office/drawing/2014/main" id="{E1211271-D9DB-2C14-E061-FB95B602A51E}"/>
              </a:ext>
            </a:extLst>
          </p:cNvPr>
          <p:cNvSpPr txBox="1"/>
          <p:nvPr/>
        </p:nvSpPr>
        <p:spPr>
          <a:xfrm>
            <a:off x="457200" y="1772816"/>
            <a:ext cx="8229600" cy="4093428"/>
          </a:xfrm>
          <a:prstGeom prst="rect">
            <a:avLst/>
          </a:prstGeom>
          <a:solidFill>
            <a:schemeClr val="accent5"/>
          </a:solidFill>
        </p:spPr>
        <p:txBody>
          <a:bodyPr wrap="square" rtlCol="1">
            <a:spAutoFit/>
          </a:bodyPr>
          <a:lstStyle/>
          <a:p>
            <a:pPr marL="285750" indent="-285750" rtl="1">
              <a:buFont typeface="Arial" panose="020B0604020202020204" pitchFamily="34" charset="0"/>
              <a:buChar char="•"/>
            </a:pPr>
            <a:r>
              <a:rPr lang="ar" sz="2000" b="1" dirty="0">
                <a:latin typeface="Sakkal Majalla" panose="02000000000000000000" pitchFamily="2" charset="-78"/>
                <a:cs typeface="Sakkal Majalla" panose="02000000000000000000" pitchFamily="2" charset="-78"/>
              </a:rPr>
              <a:t>قد تكون المقابلة (المقابلات) المباشرة أو عبر الهاتف</a:t>
            </a:r>
            <a:r>
              <a:rPr lang="ar" sz="2000" dirty="0">
                <a:latin typeface="Sakkal Majalla" panose="02000000000000000000" pitchFamily="2" charset="-78"/>
                <a:cs typeface="Sakkal Majalla" panose="02000000000000000000" pitchFamily="2" charset="-78"/>
              </a:rPr>
              <a:t> مع المرشح فردية أو جماعية</a:t>
            </a:r>
          </a:p>
          <a:p>
            <a:pPr marL="285750" indent="-285750" rtl="1">
              <a:buFont typeface="Arial" panose="020B0604020202020204" pitchFamily="34" charset="0"/>
              <a:buChar char="•"/>
            </a:pPr>
            <a:endParaRPr lang="en-GB" sz="2000" b="1"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b="1" dirty="0">
                <a:latin typeface="Sakkal Majalla" panose="02000000000000000000" pitchFamily="2" charset="-78"/>
                <a:cs typeface="Sakkal Majalla" panose="02000000000000000000" pitchFamily="2" charset="-78"/>
              </a:rPr>
              <a:t>تجمع المقابلات الجماعية/الفرق العديد من المرشحين </a:t>
            </a:r>
            <a:r>
              <a:rPr lang="ar" sz="2000" dirty="0">
                <a:latin typeface="Sakkal Majalla" panose="02000000000000000000" pitchFamily="2" charset="-78"/>
                <a:cs typeface="Sakkal Majalla" panose="02000000000000000000" pitchFamily="2" charset="-78"/>
              </a:rPr>
              <a:t>معًا، على سبيل المثال </a:t>
            </a:r>
            <a:r>
              <a:rPr lang="ar" sz="2000" b="1" dirty="0">
                <a:effectLst/>
                <a:latin typeface="Sakkal Majalla" panose="02000000000000000000" pitchFamily="2" charset="-78"/>
                <a:cs typeface="Sakkal Majalla" panose="02000000000000000000" pitchFamily="2" charset="-78"/>
              </a:rPr>
              <a:t>في مراكز التقييم</a:t>
            </a:r>
            <a:r>
              <a:rPr lang="ar" sz="2000" dirty="0">
                <a:effectLst/>
                <a:latin typeface="Sakkal Majalla" panose="02000000000000000000" pitchFamily="2" charset="-78"/>
                <a:cs typeface="Sakkal Majalla" panose="02000000000000000000" pitchFamily="2" charset="-78"/>
              </a:rPr>
              <a:t> </a:t>
            </a:r>
            <a:r>
              <a:rPr lang="ar" sz="2000" dirty="0">
                <a:latin typeface="Sakkal Majalla" panose="02000000000000000000" pitchFamily="2" charset="-78"/>
                <a:cs typeface="Sakkal Majalla" panose="02000000000000000000" pitchFamily="2" charset="-78"/>
              </a:rPr>
              <a:t>على مدار </a:t>
            </a:r>
            <a:br>
              <a:rPr lang="en-US" sz="2000" dirty="0">
                <a:latin typeface="Sakkal Majalla" panose="02000000000000000000" pitchFamily="2" charset="-78"/>
                <a:cs typeface="Sakkal Majalla" panose="02000000000000000000" pitchFamily="2" charset="-78"/>
              </a:rPr>
            </a:br>
            <a:r>
              <a:rPr lang="ar" sz="2000" dirty="0">
                <a:effectLst/>
                <a:latin typeface="Sakkal Majalla" panose="02000000000000000000" pitchFamily="2" charset="-78"/>
                <a:cs typeface="Sakkal Majalla" panose="02000000000000000000" pitchFamily="2" charset="-78"/>
              </a:rPr>
              <a:t>يومين</a:t>
            </a:r>
            <a:r>
              <a:rPr lang="ar" sz="2000" dirty="0">
                <a:latin typeface="Sakkal Majalla" panose="02000000000000000000" pitchFamily="2" charset="-78"/>
                <a:cs typeface="Sakkal Majalla" panose="02000000000000000000" pitchFamily="2" charset="-78"/>
              </a:rPr>
              <a:t> أو أكثر</a:t>
            </a:r>
          </a:p>
          <a:p>
            <a:pPr rtl="1"/>
            <a:endParaRPr lang="en-GB" sz="2000" b="1"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يجرى</a:t>
            </a:r>
            <a:r>
              <a:rPr lang="ar" sz="2000" b="1" dirty="0">
                <a:latin typeface="Sakkal Majalla" panose="02000000000000000000" pitchFamily="2" charset="-78"/>
                <a:cs typeface="Sakkal Majalla" panose="02000000000000000000" pitchFamily="2" charset="-78"/>
              </a:rPr>
              <a:t> المقابلات الجماعية</a:t>
            </a:r>
            <a:r>
              <a:rPr lang="ar" sz="2000" dirty="0">
                <a:latin typeface="Sakkal Majalla" panose="02000000000000000000" pitchFamily="2" charset="-78"/>
                <a:cs typeface="Sakkal Majalla" panose="02000000000000000000" pitchFamily="2" charset="-78"/>
              </a:rPr>
              <a:t> مجموعة أو لجنة من الأشخاص يطرح كل منهم فيها أسئلة على المرشح</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يطلب بعض أصحاب العمل من المرشحين تقديم </a:t>
            </a:r>
            <a:r>
              <a:rPr lang="ar" sz="2000" b="1" dirty="0">
                <a:latin typeface="Sakkal Majalla" panose="02000000000000000000" pitchFamily="2" charset="-78"/>
                <a:cs typeface="Sakkal Majalla" panose="02000000000000000000" pitchFamily="2" charset="-78"/>
              </a:rPr>
              <a:t>عرض تقديمي</a:t>
            </a:r>
            <a:r>
              <a:rPr lang="ar" sz="2000" dirty="0">
                <a:latin typeface="Sakkal Majalla" panose="02000000000000000000" pitchFamily="2" charset="-78"/>
                <a:cs typeface="Sakkal Majalla" panose="02000000000000000000" pitchFamily="2" charset="-78"/>
              </a:rPr>
              <a:t> في أثناء المقابلة حول موضوع تم إعداده مسبقًا</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b="1" dirty="0">
                <a:latin typeface="Sakkal Majalla" panose="02000000000000000000" pitchFamily="2" charset="-78"/>
                <a:cs typeface="Sakkal Majalla" panose="02000000000000000000" pitchFamily="2" charset="-78"/>
              </a:rPr>
              <a:t>تُستخدم</a:t>
            </a:r>
            <a:r>
              <a:rPr lang="ar" sz="2000" b="1" dirty="0">
                <a:effectLst/>
                <a:latin typeface="Sakkal Majalla" panose="02000000000000000000" pitchFamily="2" charset="-78"/>
                <a:cs typeface="Sakkal Majalla" panose="02000000000000000000" pitchFamily="2" charset="-78"/>
              </a:rPr>
              <a:t> بعض الاختبارات السيكومترية</a:t>
            </a:r>
            <a:r>
              <a:rPr lang="ar" sz="2000" dirty="0">
                <a:effectLst/>
                <a:latin typeface="Sakkal Majalla" panose="02000000000000000000" pitchFamily="2" charset="-78"/>
                <a:cs typeface="Sakkal Majalla" panose="02000000000000000000" pitchFamily="2" charset="-78"/>
              </a:rPr>
              <a:t> لقياس الذكاء أو نوع الشخصية لتقييم مدى جودة الشخص </a:t>
            </a:r>
            <a:br>
              <a:rPr lang="en-US" sz="2000" dirty="0">
                <a:effectLst/>
                <a:latin typeface="Sakkal Majalla" panose="02000000000000000000" pitchFamily="2" charset="-78"/>
                <a:cs typeface="Sakkal Majalla" panose="02000000000000000000" pitchFamily="2" charset="-78"/>
              </a:rPr>
            </a:br>
            <a:r>
              <a:rPr lang="ar" sz="2000" dirty="0">
                <a:effectLst/>
                <a:latin typeface="Sakkal Majalla" panose="02000000000000000000" pitchFamily="2" charset="-78"/>
                <a:cs typeface="Sakkal Majalla" panose="02000000000000000000" pitchFamily="2" charset="-78"/>
              </a:rPr>
              <a:t>في الوظيفة.</a:t>
            </a:r>
          </a:p>
          <a:p>
            <a:pPr rtl="1"/>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يستخدم </a:t>
            </a:r>
            <a:r>
              <a:rPr lang="ar" sz="2000" b="1" dirty="0">
                <a:latin typeface="Sakkal Majalla" panose="02000000000000000000" pitchFamily="2" charset="-78"/>
                <a:cs typeface="Sakkal Majalla" panose="02000000000000000000" pitchFamily="2" charset="-78"/>
              </a:rPr>
              <a:t>البعض الآخر اختبارات</a:t>
            </a:r>
            <a:r>
              <a:rPr lang="ar" sz="2000" b="1" dirty="0">
                <a:effectLst/>
                <a:latin typeface="Sakkal Majalla" panose="02000000000000000000" pitchFamily="2" charset="-78"/>
                <a:cs typeface="Sakkal Majalla" panose="02000000000000000000" pitchFamily="2" charset="-78"/>
              </a:rPr>
              <a:t> قصيرة </a:t>
            </a:r>
            <a:r>
              <a:rPr lang="ar" sz="2000" dirty="0">
                <a:effectLst/>
                <a:latin typeface="Sakkal Majalla" panose="02000000000000000000" pitchFamily="2" charset="-78"/>
                <a:cs typeface="Sakkal Majalla" panose="02000000000000000000" pitchFamily="2" charset="-78"/>
              </a:rPr>
              <a:t>لاختيار أفضل مرشح. يعتمد نوع الاختبار على الدور الوظيفي</a:t>
            </a:r>
          </a:p>
        </p:txBody>
      </p:sp>
      <p:sp>
        <p:nvSpPr>
          <p:cNvPr id="3" name="Footer Placeholder 2">
            <a:extLst>
              <a:ext uri="{FF2B5EF4-FFF2-40B4-BE49-F238E27FC236}">
                <a16:creationId xmlns:a16="http://schemas.microsoft.com/office/drawing/2014/main" id="{0C4A823B-AF8C-43E1-BCE0-02F656AEEC75}"/>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1520498751"/>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3859A-BA1E-30F3-ABF9-521B73A25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56E61-7B49-AEBC-5972-D5A3C4A93C1B}"/>
              </a:ext>
            </a:extLst>
          </p:cNvPr>
          <p:cNvSpPr>
            <a:spLocks noGrp="1"/>
          </p:cNvSpPr>
          <p:nvPr>
            <p:ph type="title"/>
          </p:nvPr>
        </p:nvSpPr>
        <p:spPr>
          <a:xfrm>
            <a:off x="457200" y="1195200"/>
            <a:ext cx="8229600" cy="577616"/>
          </a:xfrm>
        </p:spPr>
        <p:txBody>
          <a:bodyPr rtlCol="1"/>
          <a:lstStyle/>
          <a:p>
            <a:pPr rtl="1"/>
            <a:r>
              <a:rPr lang="ar-SA" sz="2200" b="1" dirty="0">
                <a:effectLst/>
              </a:rPr>
              <a:t>ج</a:t>
            </a:r>
            <a:r>
              <a:rPr lang="ar" sz="2200" b="1" dirty="0">
                <a:effectLst/>
              </a:rPr>
              <a:t>2 </a:t>
            </a:r>
            <a:r>
              <a:rPr lang="ar" sz="2200" b="1" dirty="0"/>
              <a:t>النظر في فعالية </a:t>
            </a:r>
            <a:r>
              <a:rPr lang="ar" sz="2200" b="1" dirty="0">
                <a:effectLst/>
              </a:rPr>
              <a:t>عملية </a:t>
            </a:r>
            <a:r>
              <a:rPr lang="ar" sz="2200" b="1" dirty="0"/>
              <a:t>الاختيار</a:t>
            </a:r>
            <a:endParaRPr lang="en-US" sz="2200" b="1" dirty="0"/>
          </a:p>
        </p:txBody>
      </p:sp>
      <p:sp>
        <p:nvSpPr>
          <p:cNvPr id="5" name="TextBox 4">
            <a:extLst>
              <a:ext uri="{FF2B5EF4-FFF2-40B4-BE49-F238E27FC236}">
                <a16:creationId xmlns:a16="http://schemas.microsoft.com/office/drawing/2014/main" id="{212B711C-0FD4-F787-E1DA-5143485014C3}"/>
              </a:ext>
            </a:extLst>
          </p:cNvPr>
          <p:cNvSpPr txBox="1"/>
          <p:nvPr/>
        </p:nvSpPr>
        <p:spPr>
          <a:xfrm>
            <a:off x="457200" y="1772816"/>
            <a:ext cx="8229600" cy="4401205"/>
          </a:xfrm>
          <a:prstGeom prst="rect">
            <a:avLst/>
          </a:prstGeom>
          <a:solidFill>
            <a:schemeClr val="accent6">
              <a:lumMod val="20000"/>
              <a:lumOff val="80000"/>
            </a:schemeClr>
          </a:solidFill>
        </p:spPr>
        <p:txBody>
          <a:bodyPr wrap="square" rtlCol="1">
            <a:spAutoFit/>
          </a:bodyPr>
          <a:lstStyle/>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هل تتبع المؤسسة</a:t>
            </a:r>
            <a:r>
              <a:rPr lang="ar" sz="2000" b="1" dirty="0">
                <a:latin typeface="Sakkal Majalla" panose="02000000000000000000" pitchFamily="2" charset="-78"/>
                <a:cs typeface="Sakkal Majalla" panose="02000000000000000000" pitchFamily="2" charset="-78"/>
              </a:rPr>
              <a:t> بروتوكولات واضحة </a:t>
            </a:r>
            <a:r>
              <a:rPr lang="ar" sz="2000" dirty="0">
                <a:latin typeface="Sakkal Majalla" panose="02000000000000000000" pitchFamily="2" charset="-78"/>
                <a:cs typeface="Sakkal Majalla" panose="02000000000000000000" pitchFamily="2" charset="-78"/>
              </a:rPr>
              <a:t>- القواعد والإرشادات المتوقعة؟</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هل تستخدم النوع </a:t>
            </a:r>
            <a:r>
              <a:rPr lang="ar" sz="2000" b="1" dirty="0">
                <a:latin typeface="Sakkal Majalla" panose="02000000000000000000" pitchFamily="2" charset="-78"/>
                <a:cs typeface="Sakkal Majalla" panose="02000000000000000000" pitchFamily="2" charset="-78"/>
              </a:rPr>
              <a:t>المناسب من الاختيار</a:t>
            </a:r>
            <a:r>
              <a:rPr lang="ar" sz="2000" dirty="0">
                <a:latin typeface="Sakkal Majalla" panose="02000000000000000000" pitchFamily="2" charset="-78"/>
                <a:cs typeface="Sakkal Majalla" panose="02000000000000000000" pitchFamily="2" charset="-78"/>
              </a:rPr>
              <a:t>، مع الموازنة بين مزايا وعيوب كيفية مساهمة كل نوع في العملية؟</a:t>
            </a:r>
          </a:p>
          <a:p>
            <a:pPr marL="285750" indent="-285750" rtl="1">
              <a:buFont typeface="Arial" panose="020B0604020202020204" pitchFamily="34" charset="0"/>
              <a:buChar char="•"/>
            </a:pPr>
            <a:endParaRPr lang="en-GB" sz="2000" b="1"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هل يتم </a:t>
            </a:r>
            <a:r>
              <a:rPr lang="ar" sz="2000" b="1" dirty="0">
                <a:effectLst/>
                <a:latin typeface="Sakkal Majalla" panose="02000000000000000000" pitchFamily="2" charset="-78"/>
                <a:cs typeface="Sakkal Majalla" panose="02000000000000000000" pitchFamily="2" charset="-78"/>
              </a:rPr>
              <a:t>فرز</a:t>
            </a:r>
            <a:r>
              <a:rPr lang="ar" sz="2000" dirty="0">
                <a:effectLst/>
                <a:latin typeface="Sakkal Majalla" panose="02000000000000000000" pitchFamily="2" charset="-78"/>
                <a:cs typeface="Sakkal Majalla" panose="02000000000000000000" pitchFamily="2" charset="-78"/>
              </a:rPr>
              <a:t> المرشحين أولًا عبر الهاتف أم من خلال الاختبارات عبر الإنترنت قبل دعوتهم لإجراء مقابلة؟</a:t>
            </a:r>
          </a:p>
          <a:p>
            <a:pPr rtl="1"/>
            <a:endParaRPr lang="en-GB" sz="2000" b="1"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هل تستخدم </a:t>
            </a:r>
            <a:r>
              <a:rPr lang="ar" sz="2000" b="1" dirty="0">
                <a:latin typeface="Sakkal Majalla" panose="02000000000000000000" pitchFamily="2" charset="-78"/>
                <a:cs typeface="Sakkal Majalla" panose="02000000000000000000" pitchFamily="2" charset="-78"/>
              </a:rPr>
              <a:t>التكنولوجيا </a:t>
            </a:r>
            <a:r>
              <a:rPr lang="ar" sz="2000" dirty="0">
                <a:latin typeface="Sakkal Majalla" panose="02000000000000000000" pitchFamily="2" charset="-78"/>
                <a:cs typeface="Sakkal Majalla" panose="02000000000000000000" pitchFamily="2" charset="-78"/>
              </a:rPr>
              <a:t> لخفض التكاليف وجعل العملية أسرع؟</a:t>
            </a:r>
          </a:p>
          <a:p>
            <a:pPr marL="285750" indent="-285750" rtl="1">
              <a:buFont typeface="Arial" panose="020B0604020202020204" pitchFamily="34" charset="0"/>
              <a:buChar char="•"/>
            </a:pPr>
            <a:endParaRPr lang="en-GB" sz="20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هل </a:t>
            </a:r>
            <a:r>
              <a:rPr lang="ar" sz="2000" b="1" dirty="0">
                <a:effectLst/>
                <a:latin typeface="Sakkal Majalla" panose="02000000000000000000" pitchFamily="2" charset="-78"/>
                <a:cs typeface="Sakkal Majalla" panose="02000000000000000000" pitchFamily="2" charset="-78"/>
              </a:rPr>
              <a:t>التواصل </a:t>
            </a:r>
            <a:r>
              <a:rPr lang="ar" sz="2000" dirty="0">
                <a:effectLst/>
                <a:latin typeface="Sakkal Majalla" panose="02000000000000000000" pitchFamily="2" charset="-78"/>
                <a:cs typeface="Sakkal Majalla" panose="02000000000000000000" pitchFamily="2" charset="-78"/>
              </a:rPr>
              <a:t> مع المرشحين يجري بصورة جيدة في جميع مراحل العملية؟ هل من السهل الوصول إلى قنوات الاتصال ومراقبتها جيدًا؟</a:t>
            </a:r>
          </a:p>
          <a:p>
            <a:pPr marL="285750" indent="-285750" rtl="1">
              <a:buFont typeface="Arial" panose="020B0604020202020204" pitchFamily="34" charset="0"/>
              <a:buChar char="•"/>
            </a:pPr>
            <a:endParaRPr lang="en-GB"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هل هي عملية </a:t>
            </a:r>
            <a:r>
              <a:rPr lang="ar" sz="2000" b="1" dirty="0">
                <a:latin typeface="Sakkal Majalla" panose="02000000000000000000" pitchFamily="2" charset="-78"/>
                <a:cs typeface="Sakkal Majalla" panose="02000000000000000000" pitchFamily="2" charset="-78"/>
              </a:rPr>
              <a:t>عالية الجودة </a:t>
            </a:r>
            <a:r>
              <a:rPr lang="ar" sz="2000" dirty="0">
                <a:latin typeface="Sakkal Majalla" panose="02000000000000000000" pitchFamily="2" charset="-78"/>
                <a:cs typeface="Sakkal Majalla" panose="02000000000000000000" pitchFamily="2" charset="-78"/>
              </a:rPr>
              <a:t>مع وجود مستندات واضحة وذات صلة؟</a:t>
            </a:r>
          </a:p>
          <a:p>
            <a:pPr marL="285750" indent="-285750" rtl="1">
              <a:buFont typeface="Arial" panose="020B0604020202020204" pitchFamily="34" charset="0"/>
              <a:buChar char="•"/>
            </a:pPr>
            <a:endParaRPr lang="en-GB" sz="20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هل يضمن ذلك تعيين </a:t>
            </a:r>
            <a:r>
              <a:rPr lang="ar" sz="2000" b="1" dirty="0">
                <a:effectLst/>
                <a:latin typeface="Sakkal Majalla" panose="02000000000000000000" pitchFamily="2" charset="-78"/>
                <a:cs typeface="Sakkal Majalla" panose="02000000000000000000" pitchFamily="2" charset="-78"/>
              </a:rPr>
              <a:t>أفضل شخص</a:t>
            </a:r>
            <a:r>
              <a:rPr lang="ar" sz="2000" dirty="0">
                <a:effectLst/>
                <a:latin typeface="Sakkal Majalla" panose="02000000000000000000" pitchFamily="2" charset="-78"/>
                <a:cs typeface="Sakkal Majalla" panose="02000000000000000000" pitchFamily="2" charset="-78"/>
              </a:rPr>
              <a:t> للدور الوظيفي ذي الصلة؟</a:t>
            </a:r>
          </a:p>
        </p:txBody>
      </p:sp>
      <p:sp>
        <p:nvSpPr>
          <p:cNvPr id="3" name="Footer Placeholder 2">
            <a:extLst>
              <a:ext uri="{FF2B5EF4-FFF2-40B4-BE49-F238E27FC236}">
                <a16:creationId xmlns:a16="http://schemas.microsoft.com/office/drawing/2014/main" id="{03256BFF-6074-7DD8-AAD4-010B86EC7F5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57924284"/>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6A270-CE18-7A64-6142-9AABEDED9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94429-8047-B14B-75CA-B2B46A35AC67}"/>
              </a:ext>
            </a:extLst>
          </p:cNvPr>
          <p:cNvSpPr>
            <a:spLocks noGrp="1"/>
          </p:cNvSpPr>
          <p:nvPr>
            <p:ph type="title"/>
          </p:nvPr>
        </p:nvSpPr>
        <p:spPr>
          <a:xfrm>
            <a:off x="467604" y="1240402"/>
            <a:ext cx="8229600" cy="577428"/>
          </a:xfrm>
        </p:spPr>
        <p:txBody>
          <a:bodyPr vert="horz" wrap="square" lIns="91440" tIns="45720" rIns="91440" bIns="45720" numCol="1" rtlCol="1" anchor="ctr" anchorCtr="0" compatLnSpc="1">
            <a:prstTxWarp prst="textNoShape">
              <a:avLst/>
            </a:prstTxWarp>
            <a:normAutofit/>
          </a:bodyPr>
          <a:lstStyle/>
          <a:p>
            <a:pPr rtl="1">
              <a:lnSpc>
                <a:spcPct val="90000"/>
              </a:lnSpc>
            </a:pPr>
            <a:r>
              <a:rPr lang="ar" sz="2200" b="1" dirty="0">
                <a:effectLst/>
                <a:ea typeface="Arial" charset="0"/>
              </a:rPr>
              <a:t>ج2 الاعتبارات الأخلاقية والقانونية في </a:t>
            </a:r>
            <a:r>
              <a:rPr lang="ar" sz="2200" b="1" dirty="0">
                <a:ea typeface="Arial" charset="0"/>
              </a:rPr>
              <a:t>عملية التوظيف</a:t>
            </a:r>
          </a:p>
        </p:txBody>
      </p:sp>
      <p:sp>
        <p:nvSpPr>
          <p:cNvPr id="10" name="Footer Placeholder 3">
            <a:extLst>
              <a:ext uri="{FF2B5EF4-FFF2-40B4-BE49-F238E27FC236}">
                <a16:creationId xmlns:a16="http://schemas.microsoft.com/office/drawing/2014/main" id="{FDE56974-0C91-2703-45A8-7FBFE1D30F3F}"/>
              </a:ext>
            </a:extLst>
          </p:cNvPr>
          <p:cNvSpPr>
            <a:spLocks noGrp="1"/>
          </p:cNvSpPr>
          <p:nvPr>
            <p:ph type="ftr" sz="quarter" idx="10"/>
          </p:nvPr>
        </p:nvSpPr>
        <p:spPr>
          <a:xfrm>
            <a:off x="971600" y="1804464"/>
            <a:ext cx="7359089" cy="472409"/>
          </a:xfrm>
          <a:gradFill>
            <a:gsLst>
              <a:gs pos="0">
                <a:schemeClr val="accent6">
                  <a:lumMod val="20000"/>
                  <a:lumOff val="80000"/>
                </a:schemeClr>
              </a:gs>
              <a:gs pos="86000">
                <a:schemeClr val="accent5"/>
              </a:gs>
              <a:gs pos="100000">
                <a:schemeClr val="accent5"/>
              </a:gs>
            </a:gsLst>
            <a:lin ang="2700000" scaled="1"/>
          </a:gradFill>
        </p:spPr>
        <p:txBody>
          <a:bodyPr rtlCol="1"/>
          <a:lstStyle/>
          <a:p>
            <a:pPr algn="ctr" rtl="1"/>
            <a:r>
              <a:rPr lang="ar" sz="2200" dirty="0">
                <a:effectLst/>
              </a:rPr>
              <a:t>يجب على المؤسسات أن تلتزم بالأخلاقيات عند التوظيف. حيث ينبغي لها:</a:t>
            </a:r>
          </a:p>
        </p:txBody>
      </p:sp>
      <p:graphicFrame>
        <p:nvGraphicFramePr>
          <p:cNvPr id="6" name="TextBox 3">
            <a:extLst>
              <a:ext uri="{FF2B5EF4-FFF2-40B4-BE49-F238E27FC236}">
                <a16:creationId xmlns:a16="http://schemas.microsoft.com/office/drawing/2014/main" id="{EA18B1D2-6382-1B68-3B06-A59714B8905B}"/>
              </a:ext>
            </a:extLst>
          </p:cNvPr>
          <p:cNvGraphicFramePr/>
          <p:nvPr>
            <p:extLst>
              <p:ext uri="{D42A27DB-BD31-4B8C-83A1-F6EECF244321}">
                <p14:modId xmlns:p14="http://schemas.microsoft.com/office/powerpoint/2010/main" val="3816068072"/>
              </p:ext>
            </p:extLst>
          </p:nvPr>
        </p:nvGraphicFramePr>
        <p:xfrm>
          <a:off x="467603" y="2492895"/>
          <a:ext cx="8219196" cy="41111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3B75D5A9-C723-6C33-E4BC-2BAA07325942}"/>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2490004100"/>
      </p:ext>
    </p:extLst>
  </p:cSld>
  <p:clrMapOvr>
    <a:masterClrMapping/>
  </p:clrMapOvr>
  <p:transition>
    <p:sndAc>
      <p:stSnd>
        <p:snd r:embed="rId3" name="click.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C69F2-21BC-83D6-1749-F75D43DDC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FAE09-1DDD-176C-6E1E-44456A152DA9}"/>
              </a:ext>
            </a:extLst>
          </p:cNvPr>
          <p:cNvSpPr>
            <a:spLocks noGrp="1"/>
          </p:cNvSpPr>
          <p:nvPr>
            <p:ph type="title"/>
          </p:nvPr>
        </p:nvSpPr>
        <p:spPr>
          <a:xfrm>
            <a:off x="457201" y="1268760"/>
            <a:ext cx="8229598" cy="433600"/>
          </a:xfrm>
        </p:spPr>
        <p:txBody>
          <a:bodyPr vert="horz" wrap="square" lIns="91440" tIns="45720" rIns="91440" bIns="45720" numCol="1" rtlCol="1" anchor="b" anchorCtr="0" compatLnSpc="1">
            <a:prstTxWarp prst="textNoShape">
              <a:avLst/>
            </a:prstTxWarp>
            <a:normAutofit/>
          </a:bodyPr>
          <a:lstStyle/>
          <a:p>
            <a:pPr algn="ctr" rtl="1">
              <a:lnSpc>
                <a:spcPct val="90000"/>
              </a:lnSpc>
            </a:pPr>
            <a:r>
              <a:rPr lang="ar" sz="2200" dirty="0">
                <a:effectLst/>
              </a:rPr>
              <a:t>ج2 الاعتبارات الأخلاقية والقانونية في </a:t>
            </a:r>
            <a:r>
              <a:rPr lang="ar" sz="2200" dirty="0"/>
              <a:t>عملية</a:t>
            </a:r>
            <a:r>
              <a:rPr lang="ar" sz="2200" dirty="0">
                <a:effectLst/>
              </a:rPr>
              <a:t> التوظيف</a:t>
            </a:r>
            <a:endParaRPr lang="en-US" sz="2200" dirty="0"/>
          </a:p>
        </p:txBody>
      </p:sp>
      <p:sp>
        <p:nvSpPr>
          <p:cNvPr id="10" name="Text Placeholder 2">
            <a:extLst>
              <a:ext uri="{FF2B5EF4-FFF2-40B4-BE49-F238E27FC236}">
                <a16:creationId xmlns:a16="http://schemas.microsoft.com/office/drawing/2014/main" id="{140AD31B-9405-6A3C-8150-5B3D8172C61B}"/>
              </a:ext>
            </a:extLst>
          </p:cNvPr>
          <p:cNvSpPr>
            <a:spLocks noGrp="1"/>
          </p:cNvSpPr>
          <p:nvPr>
            <p:ph type="body" sz="half" idx="2"/>
          </p:nvPr>
        </p:nvSpPr>
        <p:spPr>
          <a:xfrm>
            <a:off x="5679403" y="2132855"/>
            <a:ext cx="3008313" cy="4176463"/>
          </a:xfrm>
          <a:solidFill>
            <a:schemeClr val="accent5"/>
          </a:solidFill>
        </p:spPr>
        <p:txBody>
          <a:bodyPr rtlCol="1"/>
          <a:lstStyle/>
          <a:p>
            <a:pPr rtl="1"/>
            <a:r>
              <a:rPr lang="ar" sz="2000" dirty="0">
                <a:effectLst/>
              </a:rPr>
              <a:t>من المهم أن تمتثل المؤسسات لتشريعات التوظيف المحلية.</a:t>
            </a:r>
            <a:endParaRPr lang="en-GB" sz="2000" dirty="0"/>
          </a:p>
          <a:p>
            <a:pPr rtl="1"/>
            <a:endParaRPr lang="en-GB" sz="2000" dirty="0"/>
          </a:p>
          <a:p>
            <a:pPr rtl="1"/>
            <a:r>
              <a:rPr lang="ar" sz="2000" dirty="0">
                <a:solidFill>
                  <a:schemeClr val="accent4"/>
                </a:solidFill>
              </a:rPr>
              <a:t>وقد يشمل هذا تشريعات المساواة وتكافؤ الفرص التي تتطلب من الشركات معاملة الناس بالطريقة نفسها بغض النظر عن الجنس أو العمر أو العرق أو الإعاقة، أو التشريعات المتعلقة بالأجور مثل الحد الأدنى أو الأجر المعيشي.</a:t>
            </a:r>
          </a:p>
          <a:p>
            <a:pPr rtl="1"/>
            <a:endParaRPr lang="en-US" sz="2000" dirty="0">
              <a:solidFill>
                <a:schemeClr val="accent4"/>
              </a:solidFill>
            </a:endParaRPr>
          </a:p>
          <a:p>
            <a:pPr rtl="1"/>
            <a:endParaRPr lang="en-GB" sz="2000" dirty="0"/>
          </a:p>
          <a:p>
            <a:pPr rtl="1"/>
            <a:endParaRPr lang="en-GB" sz="2000" dirty="0"/>
          </a:p>
          <a:p>
            <a:pPr rtl="1"/>
            <a:endParaRPr lang="en-US" sz="2000" dirty="0"/>
          </a:p>
        </p:txBody>
      </p:sp>
      <p:graphicFrame>
        <p:nvGraphicFramePr>
          <p:cNvPr id="6" name="TextBox 3">
            <a:extLst>
              <a:ext uri="{FF2B5EF4-FFF2-40B4-BE49-F238E27FC236}">
                <a16:creationId xmlns:a16="http://schemas.microsoft.com/office/drawing/2014/main" id="{7724715D-05A9-778E-F4DF-244B10C58325}"/>
              </a:ext>
            </a:extLst>
          </p:cNvPr>
          <p:cNvGraphicFramePr/>
          <p:nvPr>
            <p:extLst>
              <p:ext uri="{D42A27DB-BD31-4B8C-83A1-F6EECF244321}">
                <p14:modId xmlns:p14="http://schemas.microsoft.com/office/powerpoint/2010/main" val="1473760627"/>
              </p:ext>
            </p:extLst>
          </p:nvPr>
        </p:nvGraphicFramePr>
        <p:xfrm>
          <a:off x="457201" y="1828390"/>
          <a:ext cx="5111751"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5F752DCA-6D2B-A8A9-BDAC-F2F5F6A1E82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extLst>
      <p:ext uri="{BB962C8B-B14F-4D97-AF65-F5344CB8AC3E}">
        <p14:creationId xmlns:p14="http://schemas.microsoft.com/office/powerpoint/2010/main" val="3772040180"/>
      </p:ext>
    </p:extLst>
  </p:cSld>
  <p:clrMapOvr>
    <a:masterClrMapping/>
  </p:clrMapOvr>
  <p:transition>
    <p:sndAc>
      <p:stSnd>
        <p:snd r:embed="rId3" name="click.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b="1" dirty="0"/>
              <a:t>الصور</a:t>
            </a:r>
          </a:p>
          <a:p>
            <a:pPr marL="0" indent="0" rtl="1">
              <a:buNone/>
            </a:pPr>
            <a:r>
              <a:rPr lang="ar" sz="2000" b="1" dirty="0">
                <a:effectLst/>
                <a:ea typeface="Calibri" panose="020F0502020204030204" pitchFamily="34" charset="0"/>
              </a:rPr>
              <a:t>123RF:</a:t>
            </a:r>
            <a:r>
              <a:rPr lang="ar" sz="2000" dirty="0">
                <a:solidFill>
                  <a:srgbClr val="242424"/>
                </a:solidFill>
                <a:effectLst/>
                <a:ea typeface="Calibri" panose="020F0502020204030204" pitchFamily="34" charset="0"/>
              </a:rPr>
              <a:t> </a:t>
            </a:r>
            <a:r>
              <a:rPr lang="ar" sz="2000" dirty="0">
                <a:effectLst/>
                <a:ea typeface="Calibri" panose="020F0502020204030204" pitchFamily="34" charset="0"/>
              </a:rPr>
              <a:t>سيريباسكا (شريحة 17)، سيماكس (شريحة 37)؛ شترستوك: </a:t>
            </a:r>
            <a:r>
              <a:rPr lang="ar" sz="2000" b="1" dirty="0">
                <a:effectLst/>
                <a:ea typeface="Calibri" panose="020F0502020204030204" pitchFamily="34" charset="0"/>
              </a:rPr>
              <a:t> </a:t>
            </a:r>
            <a:r>
              <a:rPr lang="ar" sz="2000" dirty="0">
                <a:effectLst/>
                <a:ea typeface="Calibri" panose="020F0502020204030204" pitchFamily="34" charset="0"/>
              </a:rPr>
              <a:t>ترافيكتور (شريحة 1)، ريدوس ميخايلو (شريحة 8)، ناديا_آرت (شريحة 16)، رامكراتيف (شريحة 20)، ويندواكي (شريحة 25)، أورورا كرياتيف ستد (شريحة 27)، ستومول (شريحة 31).</a:t>
            </a:r>
          </a:p>
          <a:p>
            <a:pPr rtl="1"/>
            <a:endParaRPr lang="en-GB" dirty="0"/>
          </a:p>
          <a:p>
            <a:pPr rtl="1"/>
            <a:endParaRPr lang="en-GB" dirty="0"/>
          </a:p>
        </p:txBody>
      </p:sp>
      <p:sp>
        <p:nvSpPr>
          <p:cNvPr id="3" name="Footer Placeholder 2">
            <a:extLst>
              <a:ext uri="{FF2B5EF4-FFF2-40B4-BE49-F238E27FC236}">
                <a16:creationId xmlns:a16="http://schemas.microsoft.com/office/drawing/2014/main" id="{3A235D28-887F-1BE4-93BF-93348B12C22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A103000398480</a:t>
            </a:r>
            <a:endParaRPr lang="ar" sz="9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128C10-8494-4532-BC53-E6B6CAF2921F}">
  <ds:schemaRefs>
    <ds:schemaRef ds:uri="http://purl.org/dc/terms/"/>
    <ds:schemaRef ds:uri="7c1bd8dc-4e40-424f-a15f-9ffcd522197f"/>
    <ds:schemaRef ds:uri="http://purl.org/dc/dcmitype/"/>
    <ds:schemaRef ds:uri="http://www.w3.org/XML/1998/namespace"/>
    <ds:schemaRef ds:uri="http://purl.org/dc/elements/1.1/"/>
    <ds:schemaRef ds:uri="http://schemas.openxmlformats.org/package/2006/metadata/core-properties"/>
    <ds:schemaRef ds:uri="6125ffc9-2c56-435e-8267-1393444907b2"/>
    <ds:schemaRef ds:uri="http://schemas.microsoft.com/office/2006/documentManagement/types"/>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1950B99F-3E95-48F7-917C-3B140B69D73D}"/>
</file>

<file path=docProps/app.xml><?xml version="1.0" encoding="utf-8"?>
<Properties xmlns="http://schemas.openxmlformats.org/officeDocument/2006/extended-properties" xmlns:vt="http://schemas.openxmlformats.org/officeDocument/2006/docPropsVTypes">
  <TotalTime>20656</TotalTime>
  <Words>3843</Words>
  <Application>Microsoft Office PowerPoint</Application>
  <PresentationFormat>On-screen Show (4:3)</PresentationFormat>
  <Paragraphs>564</Paragraphs>
  <Slides>44</Slides>
  <Notes>44</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44</vt:i4>
      </vt:variant>
    </vt:vector>
  </HeadingPairs>
  <TitlesOfParts>
    <vt:vector size="62" baseType="lpstr">
      <vt:lpstr>Arial</vt:lpstr>
      <vt:lpstr>Calibri</vt:lpstr>
      <vt:lpstr>Cambria Math</vt:lpstr>
      <vt:lpstr>Courier New</vt:lpstr>
      <vt:lpstr>Sakkal Majalla</vt:lpstr>
      <vt:lpstr>Times New Roman</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8: الموارد البشرية  </vt:lpstr>
      <vt:lpstr>الموارد البشرية</vt:lpstr>
      <vt:lpstr>كيفية إجراء تقييم هذه الوحدة؟</vt:lpstr>
      <vt:lpstr>نتاجات التعلُّم أ - ج</vt:lpstr>
      <vt:lpstr>نتاج التعلُّم أ  </vt:lpstr>
      <vt:lpstr>PowerPoint Presentation</vt:lpstr>
      <vt:lpstr>أ1 الموارد البشرية (1)</vt:lpstr>
      <vt:lpstr>أ1 الموارد البشرية (2) </vt:lpstr>
      <vt:lpstr>أ2 العوامل المشاركة في تخطيط الموارد البشرية </vt:lpstr>
      <vt:lpstr>أ2 ملفات تعريف القوى العاملة </vt:lpstr>
      <vt:lpstr>أ2 عقود العمل </vt:lpstr>
      <vt:lpstr>أ2 العوامل المشاركة في تخطيط الموارد البشرية (3) </vt:lpstr>
      <vt:lpstr>أ2 إجراءات الإدارة في مجال تخطيط الموارد البشرية</vt:lpstr>
      <vt:lpstr>أ2 التقنيات المستخدمة في تخطيط  الموارد البشرية
</vt:lpstr>
      <vt:lpstr>أ2 التدريب التعريفي </vt:lpstr>
      <vt:lpstr>أ2 مقابلات  ترك العمل </vt:lpstr>
      <vt:lpstr>أ2 مراجعة فعالية ممارسات الموارد البشرية </vt:lpstr>
      <vt:lpstr>نتاج التعلُّم ب  </vt:lpstr>
      <vt:lpstr>PowerPoint Presentation</vt:lpstr>
      <vt:lpstr>ب1 التحفيز في مكان العمل</vt:lpstr>
      <vt:lpstr>ب1 - التحفيز في مكان العمل - التسلسل الهرمي لنظرية الحاجة من ماسلو    </vt:lpstr>
      <vt:lpstr>ب1 التحفيز في مكان العمل - نظرية العامل الثاني لهيرزبرج   </vt:lpstr>
      <vt:lpstr>ب1 التحفيز في مكان العمل - نظرية الإدارة العلمية لتايلور   </vt:lpstr>
      <vt:lpstr>ب1 التحفيز في مكان العمل - مايو وآخرون   </vt:lpstr>
      <vt:lpstr>ب1 تأثير التحفيز في أداء الأعمال</vt:lpstr>
      <vt:lpstr>ب1 أنظمة المكافآت</vt:lpstr>
      <vt:lpstr>ب2 التدريب والتطوير</vt:lpstr>
      <vt:lpstr>ب2 أنواع التدريب</vt:lpstr>
      <vt:lpstr>ب2 قياس فعالية التدريب</vt:lpstr>
      <vt:lpstr>ب3 تقييم الأداء</vt:lpstr>
      <vt:lpstr>ب3 تأثير تقييم الأداء في الفرد والأعمال</vt:lpstr>
      <vt:lpstr>نتاج التعلم ج  </vt:lpstr>
      <vt:lpstr>PowerPoint Presentation</vt:lpstr>
      <vt:lpstr>ج1 لماذا قد تحتاج المؤسسة إلى تعيين موظفين؟</vt:lpstr>
      <vt:lpstr>ج1 كيف يمكن للمؤسسة توظيف الموظفين؟</vt:lpstr>
      <vt:lpstr>ج1 العلاقة بين عمليات التوظيف ونجاح المؤسسة</vt:lpstr>
      <vt:lpstr>ج1 الربط بين عمليات التوظيف المهنية وتكامل الموظفين الفعال.</vt:lpstr>
      <vt:lpstr>ج2 المستندات المستخدمة  في عملية التوظيف</vt:lpstr>
      <vt:lpstr>ج2 فعالية  تكلفة مناهج التطبيق المختلفة</vt:lpstr>
      <vt:lpstr>ج2 عملية الاختيار</vt:lpstr>
      <vt:lpstr>ج2 النظر في فعالية عملية الاختيار</vt:lpstr>
      <vt:lpstr>ج2 الاعتبارات الأخلاقية والقانونية في عملية التوظيف</vt:lpstr>
      <vt:lpstr>ج2 الاعتبارات الأخلاقية والقانونية في عملية التوظيف</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444</cp:revision>
  <dcterms:created xsi:type="dcterms:W3CDTF">2020-07-15T07:14:47Z</dcterms:created>
  <dcterms:modified xsi:type="dcterms:W3CDTF">2024-09-12T12:55:44Z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