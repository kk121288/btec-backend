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6.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8.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9.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3.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46"/>
  </p:notesMasterIdLst>
  <p:sldIdLst>
    <p:sldId id="310" r:id="rId14"/>
    <p:sldId id="257" r:id="rId15"/>
    <p:sldId id="312" r:id="rId16"/>
    <p:sldId id="313" r:id="rId17"/>
    <p:sldId id="317" r:id="rId18"/>
    <p:sldId id="314" r:id="rId19"/>
    <p:sldId id="323" r:id="rId20"/>
    <p:sldId id="357" r:id="rId21"/>
    <p:sldId id="358" r:id="rId22"/>
    <p:sldId id="359" r:id="rId23"/>
    <p:sldId id="349" r:id="rId24"/>
    <p:sldId id="362" r:id="rId25"/>
    <p:sldId id="360" r:id="rId26"/>
    <p:sldId id="320" r:id="rId27"/>
    <p:sldId id="324" r:id="rId28"/>
    <p:sldId id="318" r:id="rId29"/>
    <p:sldId id="315" r:id="rId30"/>
    <p:sldId id="361" r:id="rId31"/>
    <p:sldId id="329" r:id="rId32"/>
    <p:sldId id="330" r:id="rId33"/>
    <p:sldId id="319" r:id="rId34"/>
    <p:sldId id="316" r:id="rId35"/>
    <p:sldId id="351" r:id="rId36"/>
    <p:sldId id="352" r:id="rId37"/>
    <p:sldId id="363" r:id="rId38"/>
    <p:sldId id="332" r:id="rId39"/>
    <p:sldId id="366" r:id="rId40"/>
    <p:sldId id="333" r:id="rId41"/>
    <p:sldId id="365" r:id="rId42"/>
    <p:sldId id="356" r:id="rId43"/>
    <p:sldId id="364" r:id="rId44"/>
    <p:sldId id="402" r:id="rId45"/>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B2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B9483E-E77A-43B3-93E5-4DABA12744B9}" v="33" dt="2024-09-12T13:00:06.326"/>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51" autoAdjust="0"/>
    <p:restoredTop sz="96247" autoAdjust="0"/>
  </p:normalViewPr>
  <p:slideViewPr>
    <p:cSldViewPr>
      <p:cViewPr varScale="1">
        <p:scale>
          <a:sx n="152" d="100"/>
          <a:sy n="152" d="100"/>
        </p:scale>
        <p:origin x="1884" y="132"/>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microsoft.com/office/2015/10/relationships/revisionInfo" Target="revisionInfo.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6.xml"/><Relationship Id="rId31" Type="http://schemas.openxmlformats.org/officeDocument/2006/relationships/slide" Target="slides/slide18.xml"/><Relationship Id="rId44" Type="http://schemas.openxmlformats.org/officeDocument/2006/relationships/slide" Target="slides/slide31.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notesMaster" Target="notesMasters/notesMaster1.xml"/><Relationship Id="rId20" Type="http://schemas.openxmlformats.org/officeDocument/2006/relationships/slide" Target="slides/slide7.xml"/><Relationship Id="rId41" Type="http://schemas.openxmlformats.org/officeDocument/2006/relationships/slide" Target="slides/slide28.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7EC5AC2C-2B96-4CE8-BE5B-68C0BACF2967}"/>
    <pc:docChg chg="custSel addSld modSld">
      <pc:chgData name="Paul Winser" userId="c3146a91-e6bd-4264-bd86-e164e04bc32d" providerId="ADAL" clId="{7EC5AC2C-2B96-4CE8-BE5B-68C0BACF2967}" dt="2024-08-20T17:09:55.940" v="185" actId="1076"/>
      <pc:docMkLst>
        <pc:docMk/>
      </pc:docMkLst>
      <pc:sldChg chg="modSp">
        <pc:chgData name="Paul Winser" userId="c3146a91-e6bd-4264-bd86-e164e04bc32d" providerId="ADAL" clId="{7EC5AC2C-2B96-4CE8-BE5B-68C0BACF2967}" dt="2024-08-19T14:17:28.572" v="0" actId="14100"/>
        <pc:sldMkLst>
          <pc:docMk/>
          <pc:sldMk cId="0" sldId="257"/>
        </pc:sldMkLst>
        <pc:spChg chg="mod">
          <ac:chgData name="Paul Winser" userId="c3146a91-e6bd-4264-bd86-e164e04bc32d" providerId="ADAL" clId="{7EC5AC2C-2B96-4CE8-BE5B-68C0BACF2967}" dt="2024-08-19T14:17:28.572" v="0" actId="14100"/>
          <ac:spMkLst>
            <pc:docMk/>
            <pc:sldMk cId="0" sldId="257"/>
            <ac:spMk id="30723" creationId="{3C79F714-332C-AB63-03D9-E6D0CAE0623F}"/>
          </ac:spMkLst>
        </pc:spChg>
      </pc:sldChg>
      <pc:sldChg chg="addSp delSp modSp mod">
        <pc:chgData name="Paul Winser" userId="c3146a91-e6bd-4264-bd86-e164e04bc32d" providerId="ADAL" clId="{7EC5AC2C-2B96-4CE8-BE5B-68C0BACF2967}" dt="2024-08-20T17:08:07.103" v="127" actId="1076"/>
        <pc:sldMkLst>
          <pc:docMk/>
          <pc:sldMk cId="0" sldId="310"/>
        </pc:sldMkLst>
        <pc:spChg chg="add mod">
          <ac:chgData name="Paul Winser" userId="c3146a91-e6bd-4264-bd86-e164e04bc32d" providerId="ADAL" clId="{7EC5AC2C-2B96-4CE8-BE5B-68C0BACF2967}" dt="2024-08-20T17:06:53.040" v="119"/>
          <ac:spMkLst>
            <pc:docMk/>
            <pc:sldMk cId="0" sldId="310"/>
            <ac:spMk id="2" creationId="{779B5F7E-7666-4AA0-B21E-01F43FC0FE08}"/>
          </ac:spMkLst>
        </pc:spChg>
        <pc:picChg chg="del mod">
          <ac:chgData name="Paul Winser" userId="c3146a91-e6bd-4264-bd86-e164e04bc32d" providerId="ADAL" clId="{7EC5AC2C-2B96-4CE8-BE5B-68C0BACF2967}" dt="2024-08-20T17:07:58.999" v="121" actId="478"/>
          <ac:picMkLst>
            <pc:docMk/>
            <pc:sldMk cId="0" sldId="310"/>
            <ac:picMk id="4" creationId="{805269EF-DEE4-F36F-FE3E-9FC1ADBB816F}"/>
          </ac:picMkLst>
        </pc:picChg>
        <pc:picChg chg="add mod">
          <ac:chgData name="Paul Winser" userId="c3146a91-e6bd-4264-bd86-e164e04bc32d" providerId="ADAL" clId="{7EC5AC2C-2B96-4CE8-BE5B-68C0BACF2967}" dt="2024-08-20T17:08:07.103" v="127" actId="1076"/>
          <ac:picMkLst>
            <pc:docMk/>
            <pc:sldMk cId="0" sldId="310"/>
            <ac:picMk id="6" creationId="{6DD06877-B3D3-7A15-F5F9-BB46ECD594B6}"/>
          </ac:picMkLst>
        </pc:picChg>
      </pc:sldChg>
      <pc:sldChg chg="modSp mod">
        <pc:chgData name="Paul Winser" userId="c3146a91-e6bd-4264-bd86-e164e04bc32d" providerId="ADAL" clId="{7EC5AC2C-2B96-4CE8-BE5B-68C0BACF2967}" dt="2024-08-19T14:17:54.379" v="29"/>
        <pc:sldMkLst>
          <pc:docMk/>
          <pc:sldMk cId="1462100039" sldId="312"/>
        </pc:sldMkLst>
        <pc:spChg chg="mod">
          <ac:chgData name="Paul Winser" userId="c3146a91-e6bd-4264-bd86-e164e04bc32d" providerId="ADAL" clId="{7EC5AC2C-2B96-4CE8-BE5B-68C0BACF2967}" dt="2024-08-19T14:17:34.319" v="18" actId="20577"/>
          <ac:spMkLst>
            <pc:docMk/>
            <pc:sldMk cId="1462100039" sldId="312"/>
            <ac:spMk id="30722" creationId="{FBE43A64-630B-33D8-60B0-723B68362A55}"/>
          </ac:spMkLst>
        </pc:spChg>
        <pc:graphicFrameChg chg="mod">
          <ac:chgData name="Paul Winser" userId="c3146a91-e6bd-4264-bd86-e164e04bc32d" providerId="ADAL" clId="{7EC5AC2C-2B96-4CE8-BE5B-68C0BACF2967}" dt="2024-08-19T14:17:54.379" v="29"/>
          <ac:graphicFrameMkLst>
            <pc:docMk/>
            <pc:sldMk cId="1462100039" sldId="312"/>
            <ac:graphicFrameMk id="5" creationId="{9AA54A44-C5B4-7201-7A43-2CB30D2602F0}"/>
          </ac:graphicFrameMkLst>
        </pc:graphicFrameChg>
      </pc:sldChg>
      <pc:sldChg chg="modSp mod">
        <pc:chgData name="Paul Winser" userId="c3146a91-e6bd-4264-bd86-e164e04bc32d" providerId="ADAL" clId="{7EC5AC2C-2B96-4CE8-BE5B-68C0BACF2967}" dt="2024-08-19T14:18:10.423" v="30" actId="1076"/>
        <pc:sldMkLst>
          <pc:docMk/>
          <pc:sldMk cId="0" sldId="314"/>
        </pc:sldMkLst>
        <pc:graphicFrameChg chg="mod">
          <ac:chgData name="Paul Winser" userId="c3146a91-e6bd-4264-bd86-e164e04bc32d" providerId="ADAL" clId="{7EC5AC2C-2B96-4CE8-BE5B-68C0BACF2967}" dt="2024-08-19T14:18:10.423" v="30" actId="1076"/>
          <ac:graphicFrameMkLst>
            <pc:docMk/>
            <pc:sldMk cId="0" sldId="314"/>
            <ac:graphicFrameMk id="5" creationId="{4972FC8C-DE48-E72E-644B-B7FEA8508A23}"/>
          </ac:graphicFrameMkLst>
        </pc:graphicFrameChg>
      </pc:sldChg>
      <pc:sldChg chg="modSp mod">
        <pc:chgData name="Paul Winser" userId="c3146a91-e6bd-4264-bd86-e164e04bc32d" providerId="ADAL" clId="{7EC5AC2C-2B96-4CE8-BE5B-68C0BACF2967}" dt="2024-08-19T14:19:28.439" v="40" actId="1076"/>
        <pc:sldMkLst>
          <pc:docMk/>
          <pc:sldMk cId="3334210411" sldId="315"/>
        </pc:sldMkLst>
        <pc:graphicFrameChg chg="mod">
          <ac:chgData name="Paul Winser" userId="c3146a91-e6bd-4264-bd86-e164e04bc32d" providerId="ADAL" clId="{7EC5AC2C-2B96-4CE8-BE5B-68C0BACF2967}" dt="2024-08-19T14:19:28.439" v="40" actId="1076"/>
          <ac:graphicFrameMkLst>
            <pc:docMk/>
            <pc:sldMk cId="3334210411" sldId="315"/>
            <ac:graphicFrameMk id="5" creationId="{99F3D1CC-E35A-51C3-BB56-C9275B996158}"/>
          </ac:graphicFrameMkLst>
        </pc:graphicFrameChg>
      </pc:sldChg>
      <pc:sldChg chg="modSp mod">
        <pc:chgData name="Paul Winser" userId="c3146a91-e6bd-4264-bd86-e164e04bc32d" providerId="ADAL" clId="{7EC5AC2C-2B96-4CE8-BE5B-68C0BACF2967}" dt="2024-08-19T14:20:00.924" v="48"/>
        <pc:sldMkLst>
          <pc:docMk/>
          <pc:sldMk cId="4217359285" sldId="316"/>
        </pc:sldMkLst>
        <pc:graphicFrameChg chg="mod">
          <ac:chgData name="Paul Winser" userId="c3146a91-e6bd-4264-bd86-e164e04bc32d" providerId="ADAL" clId="{7EC5AC2C-2B96-4CE8-BE5B-68C0BACF2967}" dt="2024-08-19T14:20:00.924" v="48"/>
          <ac:graphicFrameMkLst>
            <pc:docMk/>
            <pc:sldMk cId="4217359285" sldId="316"/>
            <ac:graphicFrameMk id="5" creationId="{B8D33DF3-44E0-9361-36AB-1A288F380993}"/>
          </ac:graphicFrameMkLst>
        </pc:graphicFrameChg>
      </pc:sldChg>
      <pc:sldChg chg="modSp mod">
        <pc:chgData name="Paul Winser" userId="c3146a91-e6bd-4264-bd86-e164e04bc32d" providerId="ADAL" clId="{7EC5AC2C-2B96-4CE8-BE5B-68C0BACF2967}" dt="2024-08-19T14:19:13.081" v="38" actId="1076"/>
        <pc:sldMkLst>
          <pc:docMk/>
          <pc:sldMk cId="2053389041" sldId="320"/>
        </pc:sldMkLst>
        <pc:graphicFrameChg chg="mod">
          <ac:chgData name="Paul Winser" userId="c3146a91-e6bd-4264-bd86-e164e04bc32d" providerId="ADAL" clId="{7EC5AC2C-2B96-4CE8-BE5B-68C0BACF2967}" dt="2024-08-19T14:19:13.081" v="38" actId="1076"/>
          <ac:graphicFrameMkLst>
            <pc:docMk/>
            <pc:sldMk cId="2053389041" sldId="320"/>
            <ac:graphicFrameMk id="7" creationId="{E812C84F-4B61-1041-93BE-91C92D5316C6}"/>
          </ac:graphicFrameMkLst>
        </pc:graphicFrameChg>
      </pc:sldChg>
      <pc:sldChg chg="modSp mod">
        <pc:chgData name="Paul Winser" userId="c3146a91-e6bd-4264-bd86-e164e04bc32d" providerId="ADAL" clId="{7EC5AC2C-2B96-4CE8-BE5B-68C0BACF2967}" dt="2024-08-19T14:21:57.285" v="113" actId="20577"/>
        <pc:sldMkLst>
          <pc:docMk/>
          <pc:sldMk cId="353477816" sldId="329"/>
        </pc:sldMkLst>
        <pc:spChg chg="mod">
          <ac:chgData name="Paul Winser" userId="c3146a91-e6bd-4264-bd86-e164e04bc32d" providerId="ADAL" clId="{7EC5AC2C-2B96-4CE8-BE5B-68C0BACF2967}" dt="2024-08-19T14:19:41.174" v="43" actId="1076"/>
          <ac:spMkLst>
            <pc:docMk/>
            <pc:sldMk cId="353477816" sldId="329"/>
            <ac:spMk id="10" creationId="{D3CD16E6-ED3C-3442-AAA4-F48AC9E19F2C}"/>
          </ac:spMkLst>
        </pc:spChg>
        <pc:spChg chg="mod">
          <ac:chgData name="Paul Winser" userId="c3146a91-e6bd-4264-bd86-e164e04bc32d" providerId="ADAL" clId="{7EC5AC2C-2B96-4CE8-BE5B-68C0BACF2967}" dt="2024-08-19T14:21:57.285" v="113" actId="20577"/>
          <ac:spMkLst>
            <pc:docMk/>
            <pc:sldMk cId="353477816" sldId="329"/>
            <ac:spMk id="30723" creationId="{21E3A342-6059-9B7E-1303-3628451D22B7}"/>
          </ac:spMkLst>
        </pc:spChg>
        <pc:grpChg chg="mod">
          <ac:chgData name="Paul Winser" userId="c3146a91-e6bd-4264-bd86-e164e04bc32d" providerId="ADAL" clId="{7EC5AC2C-2B96-4CE8-BE5B-68C0BACF2967}" dt="2024-08-19T14:19:46.848" v="46" actId="1076"/>
          <ac:grpSpMkLst>
            <pc:docMk/>
            <pc:sldMk cId="353477816" sldId="329"/>
            <ac:grpSpMk id="8" creationId="{2F5A119E-0B4A-AB10-9066-D2063A6FF456}"/>
          </ac:grpSpMkLst>
        </pc:grpChg>
      </pc:sldChg>
      <pc:sldChg chg="addSp delSp modSp mod">
        <pc:chgData name="Paul Winser" userId="c3146a91-e6bd-4264-bd86-e164e04bc32d" providerId="ADAL" clId="{7EC5AC2C-2B96-4CE8-BE5B-68C0BACF2967}" dt="2024-08-20T17:09:13.061" v="160" actId="1076"/>
        <pc:sldMkLst>
          <pc:docMk/>
          <pc:sldMk cId="2586258292" sldId="330"/>
        </pc:sldMkLst>
        <pc:picChg chg="add mod ord">
          <ac:chgData name="Paul Winser" userId="c3146a91-e6bd-4264-bd86-e164e04bc32d" providerId="ADAL" clId="{7EC5AC2C-2B96-4CE8-BE5B-68C0BACF2967}" dt="2024-08-20T17:09:13.061" v="160" actId="1076"/>
          <ac:picMkLst>
            <pc:docMk/>
            <pc:sldMk cId="2586258292" sldId="330"/>
            <ac:picMk id="4" creationId="{E1EC43F7-42F0-4380-083B-8B4F24FBF234}"/>
          </ac:picMkLst>
        </pc:picChg>
        <pc:picChg chg="del">
          <ac:chgData name="Paul Winser" userId="c3146a91-e6bd-4264-bd86-e164e04bc32d" providerId="ADAL" clId="{7EC5AC2C-2B96-4CE8-BE5B-68C0BACF2967}" dt="2024-08-20T17:08:59.078" v="149" actId="478"/>
          <ac:picMkLst>
            <pc:docMk/>
            <pc:sldMk cId="2586258292" sldId="330"/>
            <ac:picMk id="6" creationId="{3E515850-21C1-196F-196C-65303D739988}"/>
          </ac:picMkLst>
        </pc:picChg>
      </pc:sldChg>
      <pc:sldChg chg="addSp delSp modSp mod">
        <pc:chgData name="Paul Winser" userId="c3146a91-e6bd-4264-bd86-e164e04bc32d" providerId="ADAL" clId="{7EC5AC2C-2B96-4CE8-BE5B-68C0BACF2967}" dt="2024-08-20T17:09:39.983" v="176" actId="1076"/>
        <pc:sldMkLst>
          <pc:docMk/>
          <pc:sldMk cId="247344073" sldId="332"/>
        </pc:sldMkLst>
        <pc:spChg chg="mod">
          <ac:chgData name="Paul Winser" userId="c3146a91-e6bd-4264-bd86-e164e04bc32d" providerId="ADAL" clId="{7EC5AC2C-2B96-4CE8-BE5B-68C0BACF2967}" dt="2024-08-19T14:20:27.660" v="69" actId="20577"/>
          <ac:spMkLst>
            <pc:docMk/>
            <pc:sldMk cId="247344073" sldId="332"/>
            <ac:spMk id="2" creationId="{B005990D-6EE7-1802-C62B-29578C590356}"/>
          </ac:spMkLst>
        </pc:spChg>
        <pc:spChg chg="mod">
          <ac:chgData name="Paul Winser" userId="c3146a91-e6bd-4264-bd86-e164e04bc32d" providerId="ADAL" clId="{7EC5AC2C-2B96-4CE8-BE5B-68C0BACF2967}" dt="2024-08-19T14:20:34.893" v="79" actId="20577"/>
          <ac:spMkLst>
            <pc:docMk/>
            <pc:sldMk cId="247344073" sldId="332"/>
            <ac:spMk id="30723" creationId="{78E5AE1E-4439-A385-EC9E-414CF526A056}"/>
          </ac:spMkLst>
        </pc:spChg>
        <pc:picChg chg="add mod">
          <ac:chgData name="Paul Winser" userId="c3146a91-e6bd-4264-bd86-e164e04bc32d" providerId="ADAL" clId="{7EC5AC2C-2B96-4CE8-BE5B-68C0BACF2967}" dt="2024-08-20T17:09:39.983" v="176" actId="1076"/>
          <ac:picMkLst>
            <pc:docMk/>
            <pc:sldMk cId="247344073" sldId="332"/>
            <ac:picMk id="4" creationId="{F6AFB65F-6591-B54D-6A12-9B6F61312B97}"/>
          </ac:picMkLst>
        </pc:picChg>
        <pc:picChg chg="del">
          <ac:chgData name="Paul Winser" userId="c3146a91-e6bd-4264-bd86-e164e04bc32d" providerId="ADAL" clId="{7EC5AC2C-2B96-4CE8-BE5B-68C0BACF2967}" dt="2024-08-20T17:09:35.215" v="170" actId="478"/>
          <ac:picMkLst>
            <pc:docMk/>
            <pc:sldMk cId="247344073" sldId="332"/>
            <ac:picMk id="14" creationId="{0C371863-9A2C-FB95-FF70-63A029AEFA5E}"/>
          </ac:picMkLst>
        </pc:picChg>
      </pc:sldChg>
      <pc:sldChg chg="addSp delSp modSp mod">
        <pc:chgData name="Paul Winser" userId="c3146a91-e6bd-4264-bd86-e164e04bc32d" providerId="ADAL" clId="{7EC5AC2C-2B96-4CE8-BE5B-68C0BACF2967}" dt="2024-08-20T17:09:28.107" v="169" actId="1076"/>
        <pc:sldMkLst>
          <pc:docMk/>
          <pc:sldMk cId="1158632440" sldId="352"/>
        </pc:sldMkLst>
        <pc:spChg chg="mod">
          <ac:chgData name="Paul Winser" userId="c3146a91-e6bd-4264-bd86-e164e04bc32d" providerId="ADAL" clId="{7EC5AC2C-2B96-4CE8-BE5B-68C0BACF2967}" dt="2024-08-19T14:20:45.863" v="89" actId="20577"/>
          <ac:spMkLst>
            <pc:docMk/>
            <pc:sldMk cId="1158632440" sldId="352"/>
            <ac:spMk id="4" creationId="{C35C6C54-6DE7-E2AB-DE8A-F4F688FCEF20}"/>
          </ac:spMkLst>
        </pc:spChg>
        <pc:picChg chg="del">
          <ac:chgData name="Paul Winser" userId="c3146a91-e6bd-4264-bd86-e164e04bc32d" providerId="ADAL" clId="{7EC5AC2C-2B96-4CE8-BE5B-68C0BACF2967}" dt="2024-08-20T17:09:20.200" v="161" actId="478"/>
          <ac:picMkLst>
            <pc:docMk/>
            <pc:sldMk cId="1158632440" sldId="352"/>
            <ac:picMk id="3" creationId="{135A3EFC-863D-C026-8396-3CC7DE7204DA}"/>
          </ac:picMkLst>
        </pc:picChg>
        <pc:picChg chg="add mod">
          <ac:chgData name="Paul Winser" userId="c3146a91-e6bd-4264-bd86-e164e04bc32d" providerId="ADAL" clId="{7EC5AC2C-2B96-4CE8-BE5B-68C0BACF2967}" dt="2024-08-20T17:09:28.107" v="169" actId="1076"/>
          <ac:picMkLst>
            <pc:docMk/>
            <pc:sldMk cId="1158632440" sldId="352"/>
            <ac:picMk id="5" creationId="{A0DCF8FC-1492-1DCA-3671-789F9168A39C}"/>
          </ac:picMkLst>
        </pc:picChg>
      </pc:sldChg>
      <pc:sldChg chg="addSp delSp modSp mod">
        <pc:chgData name="Paul Winser" userId="c3146a91-e6bd-4264-bd86-e164e04bc32d" providerId="ADAL" clId="{7EC5AC2C-2B96-4CE8-BE5B-68C0BACF2967}" dt="2024-08-20T17:08:24.762" v="134" actId="1076"/>
        <pc:sldMkLst>
          <pc:docMk/>
          <pc:sldMk cId="384728082" sldId="358"/>
        </pc:sldMkLst>
        <pc:spChg chg="mod">
          <ac:chgData name="Paul Winser" userId="c3146a91-e6bd-4264-bd86-e164e04bc32d" providerId="ADAL" clId="{7EC5AC2C-2B96-4CE8-BE5B-68C0BACF2967}" dt="2024-08-19T14:18:47.273" v="36" actId="14100"/>
          <ac:spMkLst>
            <pc:docMk/>
            <pc:sldMk cId="384728082" sldId="358"/>
            <ac:spMk id="30723" creationId="{BB6CC801-B6A1-1337-2F1D-9BE726F7C284}"/>
          </ac:spMkLst>
        </pc:spChg>
        <pc:grpChg chg="mod">
          <ac:chgData name="Paul Winser" userId="c3146a91-e6bd-4264-bd86-e164e04bc32d" providerId="ADAL" clId="{7EC5AC2C-2B96-4CE8-BE5B-68C0BACF2967}" dt="2024-08-19T14:18:29.323" v="32" actId="1076"/>
          <ac:grpSpMkLst>
            <pc:docMk/>
            <pc:sldMk cId="384728082" sldId="358"/>
            <ac:grpSpMk id="4" creationId="{32AAFF10-6E2D-E812-876C-DB0914A4A08D}"/>
          </ac:grpSpMkLst>
        </pc:grpChg>
        <pc:picChg chg="add mod">
          <ac:chgData name="Paul Winser" userId="c3146a91-e6bd-4264-bd86-e164e04bc32d" providerId="ADAL" clId="{7EC5AC2C-2B96-4CE8-BE5B-68C0BACF2967}" dt="2024-08-20T17:08:24.762" v="134" actId="1076"/>
          <ac:picMkLst>
            <pc:docMk/>
            <pc:sldMk cId="384728082" sldId="358"/>
            <ac:picMk id="3" creationId="{F23CC2F4-FFD3-A468-610B-9C6DDE933EB8}"/>
          </ac:picMkLst>
        </pc:picChg>
        <pc:picChg chg="del mod">
          <ac:chgData name="Paul Winser" userId="c3146a91-e6bd-4264-bd86-e164e04bc32d" providerId="ADAL" clId="{7EC5AC2C-2B96-4CE8-BE5B-68C0BACF2967}" dt="2024-08-20T17:08:17.350" v="128" actId="478"/>
          <ac:picMkLst>
            <pc:docMk/>
            <pc:sldMk cId="384728082" sldId="358"/>
            <ac:picMk id="9" creationId="{1031320D-FC8A-B1C3-557B-7FD870FB5310}"/>
          </ac:picMkLst>
        </pc:picChg>
      </pc:sldChg>
      <pc:sldChg chg="addSp delSp modSp mod">
        <pc:chgData name="Paul Winser" userId="c3146a91-e6bd-4264-bd86-e164e04bc32d" providerId="ADAL" clId="{7EC5AC2C-2B96-4CE8-BE5B-68C0BACF2967}" dt="2024-08-20T17:08:38.241" v="141" actId="1076"/>
        <pc:sldMkLst>
          <pc:docMk/>
          <pc:sldMk cId="1509117227" sldId="359"/>
        </pc:sldMkLst>
        <pc:picChg chg="add mod">
          <ac:chgData name="Paul Winser" userId="c3146a91-e6bd-4264-bd86-e164e04bc32d" providerId="ADAL" clId="{7EC5AC2C-2B96-4CE8-BE5B-68C0BACF2967}" dt="2024-08-20T17:08:38.241" v="141" actId="1076"/>
          <ac:picMkLst>
            <pc:docMk/>
            <pc:sldMk cId="1509117227" sldId="359"/>
            <ac:picMk id="8" creationId="{1405D418-9666-29AD-0235-13486DEE641B}"/>
          </ac:picMkLst>
        </pc:picChg>
        <pc:picChg chg="del">
          <ac:chgData name="Paul Winser" userId="c3146a91-e6bd-4264-bd86-e164e04bc32d" providerId="ADAL" clId="{7EC5AC2C-2B96-4CE8-BE5B-68C0BACF2967}" dt="2024-08-20T17:08:32.918" v="135" actId="478"/>
          <ac:picMkLst>
            <pc:docMk/>
            <pc:sldMk cId="1509117227" sldId="359"/>
            <ac:picMk id="9" creationId="{1EEAEFDF-2834-0152-8D07-1F24A3C339A4}"/>
          </ac:picMkLst>
        </pc:picChg>
      </pc:sldChg>
      <pc:sldChg chg="addSp delSp modSp mod">
        <pc:chgData name="Paul Winser" userId="c3146a91-e6bd-4264-bd86-e164e04bc32d" providerId="ADAL" clId="{7EC5AC2C-2B96-4CE8-BE5B-68C0BACF2967}" dt="2024-08-20T17:08:50.012" v="148" actId="1076"/>
        <pc:sldMkLst>
          <pc:docMk/>
          <pc:sldMk cId="1304463549" sldId="360"/>
        </pc:sldMkLst>
        <pc:picChg chg="del">
          <ac:chgData name="Paul Winser" userId="c3146a91-e6bd-4264-bd86-e164e04bc32d" providerId="ADAL" clId="{7EC5AC2C-2B96-4CE8-BE5B-68C0BACF2967}" dt="2024-08-20T17:08:45.652" v="142" actId="478"/>
          <ac:picMkLst>
            <pc:docMk/>
            <pc:sldMk cId="1304463549" sldId="360"/>
            <ac:picMk id="5" creationId="{F3A033D6-3C2D-BE02-12F5-7B7B8636E594}"/>
          </ac:picMkLst>
        </pc:picChg>
        <pc:picChg chg="add mod">
          <ac:chgData name="Paul Winser" userId="c3146a91-e6bd-4264-bd86-e164e04bc32d" providerId="ADAL" clId="{7EC5AC2C-2B96-4CE8-BE5B-68C0BACF2967}" dt="2024-08-20T17:08:50.012" v="148" actId="1076"/>
          <ac:picMkLst>
            <pc:docMk/>
            <pc:sldMk cId="1304463549" sldId="360"/>
            <ac:picMk id="8" creationId="{3A9D48E0-5DC5-0A1E-9321-EEEC4EE1ED2C}"/>
          </ac:picMkLst>
        </pc:picChg>
      </pc:sldChg>
      <pc:sldChg chg="modSp">
        <pc:chgData name="Paul Winser" userId="c3146a91-e6bd-4264-bd86-e164e04bc32d" providerId="ADAL" clId="{7EC5AC2C-2B96-4CE8-BE5B-68C0BACF2967}" dt="2024-08-19T14:19:32.074" v="41" actId="1076"/>
        <pc:sldMkLst>
          <pc:docMk/>
          <pc:sldMk cId="4009416068" sldId="361"/>
        </pc:sldMkLst>
        <pc:spChg chg="mod">
          <ac:chgData name="Paul Winser" userId="c3146a91-e6bd-4264-bd86-e164e04bc32d" providerId="ADAL" clId="{7EC5AC2C-2B96-4CE8-BE5B-68C0BACF2967}" dt="2024-08-19T14:19:32.074" v="41" actId="1076"/>
          <ac:spMkLst>
            <pc:docMk/>
            <pc:sldMk cId="4009416068" sldId="361"/>
            <ac:spMk id="30723" creationId="{BC7CD462-834F-79D7-ECE0-1CA1DCCF50CA}"/>
          </ac:spMkLst>
        </pc:spChg>
      </pc:sldChg>
      <pc:sldChg chg="modSp mod">
        <pc:chgData name="Paul Winser" userId="c3146a91-e6bd-4264-bd86-e164e04bc32d" providerId="ADAL" clId="{7EC5AC2C-2B96-4CE8-BE5B-68C0BACF2967}" dt="2024-08-19T14:21:42.993" v="103" actId="20577"/>
        <pc:sldMkLst>
          <pc:docMk/>
          <pc:sldMk cId="4001976503" sldId="362"/>
        </pc:sldMkLst>
        <pc:spChg chg="mod">
          <ac:chgData name="Paul Winser" userId="c3146a91-e6bd-4264-bd86-e164e04bc32d" providerId="ADAL" clId="{7EC5AC2C-2B96-4CE8-BE5B-68C0BACF2967}" dt="2024-08-19T14:21:42.993" v="103" actId="20577"/>
          <ac:spMkLst>
            <pc:docMk/>
            <pc:sldMk cId="4001976503" sldId="362"/>
            <ac:spMk id="8" creationId="{D8805291-5024-A54C-1198-2FC55168EA46}"/>
          </ac:spMkLst>
        </pc:spChg>
      </pc:sldChg>
      <pc:sldChg chg="modSp mod">
        <pc:chgData name="Paul Winser" userId="c3146a91-e6bd-4264-bd86-e164e04bc32d" providerId="ADAL" clId="{7EC5AC2C-2B96-4CE8-BE5B-68C0BACF2967}" dt="2024-08-19T14:20:18.155" v="61" actId="20577"/>
        <pc:sldMkLst>
          <pc:docMk/>
          <pc:sldMk cId="521466740" sldId="363"/>
        </pc:sldMkLst>
        <pc:spChg chg="mod">
          <ac:chgData name="Paul Winser" userId="c3146a91-e6bd-4264-bd86-e164e04bc32d" providerId="ADAL" clId="{7EC5AC2C-2B96-4CE8-BE5B-68C0BACF2967}" dt="2024-08-19T14:20:18.155" v="61" actId="20577"/>
          <ac:spMkLst>
            <pc:docMk/>
            <pc:sldMk cId="521466740" sldId="363"/>
            <ac:spMk id="4" creationId="{6FF3715B-5413-3D9D-A35E-BFF01F7EA50E}"/>
          </ac:spMkLst>
        </pc:spChg>
      </pc:sldChg>
      <pc:sldChg chg="addSp delSp modSp mod">
        <pc:chgData name="Paul Winser" userId="c3146a91-e6bd-4264-bd86-e164e04bc32d" providerId="ADAL" clId="{7EC5AC2C-2B96-4CE8-BE5B-68C0BACF2967}" dt="2024-08-20T17:09:55.940" v="185" actId="1076"/>
        <pc:sldMkLst>
          <pc:docMk/>
          <pc:sldMk cId="1388533493" sldId="364"/>
        </pc:sldMkLst>
        <pc:picChg chg="del">
          <ac:chgData name="Paul Winser" userId="c3146a91-e6bd-4264-bd86-e164e04bc32d" providerId="ADAL" clId="{7EC5AC2C-2B96-4CE8-BE5B-68C0BACF2967}" dt="2024-08-20T17:09:47.830" v="177" actId="478"/>
          <ac:picMkLst>
            <pc:docMk/>
            <pc:sldMk cId="1388533493" sldId="364"/>
            <ac:picMk id="3" creationId="{6EA2ACD1-3488-5ED2-2C35-AF4F22D75917}"/>
          </ac:picMkLst>
        </pc:picChg>
        <pc:picChg chg="add mod">
          <ac:chgData name="Paul Winser" userId="c3146a91-e6bd-4264-bd86-e164e04bc32d" providerId="ADAL" clId="{7EC5AC2C-2B96-4CE8-BE5B-68C0BACF2967}" dt="2024-08-20T17:09:55.940" v="185" actId="1076"/>
          <ac:picMkLst>
            <pc:docMk/>
            <pc:sldMk cId="1388533493" sldId="364"/>
            <ac:picMk id="4" creationId="{9B0CBD75-A3DC-3216-74B8-E314DB0A4455}"/>
          </ac:picMkLst>
        </pc:picChg>
      </pc:sldChg>
      <pc:sldChg chg="modSp mod">
        <pc:chgData name="Paul Winser" userId="c3146a91-e6bd-4264-bd86-e164e04bc32d" providerId="ADAL" clId="{7EC5AC2C-2B96-4CE8-BE5B-68C0BACF2967}" dt="2024-08-19T14:20:58.871" v="97" actId="20577"/>
        <pc:sldMkLst>
          <pc:docMk/>
          <pc:sldMk cId="391853752" sldId="366"/>
        </pc:sldMkLst>
        <pc:spChg chg="mod">
          <ac:chgData name="Paul Winser" userId="c3146a91-e6bd-4264-bd86-e164e04bc32d" providerId="ADAL" clId="{7EC5AC2C-2B96-4CE8-BE5B-68C0BACF2967}" dt="2024-08-19T14:20:58.871" v="97" actId="20577"/>
          <ac:spMkLst>
            <pc:docMk/>
            <pc:sldMk cId="391853752" sldId="366"/>
            <ac:spMk id="2" creationId="{243DF17F-586A-F471-FE42-57FA86D2C76D}"/>
          </ac:spMkLst>
        </pc:spChg>
      </pc:sldChg>
      <pc:sldChg chg="modSp add mod modTransition">
        <pc:chgData name="Paul Winser" userId="c3146a91-e6bd-4264-bd86-e164e04bc32d" providerId="ADAL" clId="{7EC5AC2C-2B96-4CE8-BE5B-68C0BACF2967}" dt="2024-08-20T16:37:08.054" v="118" actId="12"/>
        <pc:sldMkLst>
          <pc:docMk/>
          <pc:sldMk cId="0" sldId="402"/>
        </pc:sldMkLst>
        <pc:spChg chg="mod">
          <ac:chgData name="Paul Winser" userId="c3146a91-e6bd-4264-bd86-e164e04bc32d" providerId="ADAL" clId="{7EC5AC2C-2B96-4CE8-BE5B-68C0BACF2967}" dt="2024-08-20T16:37:08.054" v="118" actId="12"/>
          <ac:spMkLst>
            <pc:docMk/>
            <pc:sldMk cId="0" sldId="402"/>
            <ac:spMk id="2" creationId="{571ED6DB-1193-D7D6-14BD-76307D6EBFD2}"/>
          </ac:spMkLst>
        </pc:spChg>
      </pc:sldChg>
    </pc:docChg>
  </pc:docChgLst>
  <pc:docChgLst>
    <pc:chgData name="Paul Winser" userId="c3146a91-e6bd-4264-bd86-e164e04bc32d" providerId="ADAL" clId="{CAB9483E-E77A-43B3-93E5-4DABA12744B9}"/>
    <pc:docChg chg="custSel modSld">
      <pc:chgData name="Paul Winser" userId="c3146a91-e6bd-4264-bd86-e164e04bc32d" providerId="ADAL" clId="{CAB9483E-E77A-43B3-93E5-4DABA12744B9}" dt="2024-09-12T13:06:49.991" v="49" actId="1076"/>
      <pc:docMkLst>
        <pc:docMk/>
      </pc:docMkLst>
      <pc:sldChg chg="addSp delSp modSp mod">
        <pc:chgData name="Paul Winser" userId="c3146a91-e6bd-4264-bd86-e164e04bc32d" providerId="ADAL" clId="{CAB9483E-E77A-43B3-93E5-4DABA12744B9}" dt="2024-09-12T12:57:55.517" v="8"/>
        <pc:sldMkLst>
          <pc:docMk/>
          <pc:sldMk cId="0" sldId="257"/>
        </pc:sldMkLst>
        <pc:spChg chg="add del mod">
          <ac:chgData name="Paul Winser" userId="c3146a91-e6bd-4264-bd86-e164e04bc32d" providerId="ADAL" clId="{CAB9483E-E77A-43B3-93E5-4DABA12744B9}" dt="2024-09-12T12:57:55.360" v="7" actId="478"/>
          <ac:spMkLst>
            <pc:docMk/>
            <pc:sldMk cId="0" sldId="257"/>
            <ac:spMk id="2" creationId="{BF563DCE-C136-4170-5370-99D2A8BB78B9}"/>
          </ac:spMkLst>
        </pc:spChg>
        <pc:spChg chg="add mod">
          <ac:chgData name="Paul Winser" userId="c3146a91-e6bd-4264-bd86-e164e04bc32d" providerId="ADAL" clId="{CAB9483E-E77A-43B3-93E5-4DABA12744B9}" dt="2024-09-12T12:57:55.517" v="8"/>
          <ac:spMkLst>
            <pc:docMk/>
            <pc:sldMk cId="0" sldId="257"/>
            <ac:spMk id="3" creationId="{71E5EDAB-07CA-14CC-EEEA-89823C21A31F}"/>
          </ac:spMkLst>
        </pc:spChg>
      </pc:sldChg>
      <pc:sldChg chg="addSp modSp mod modNotesTx">
        <pc:chgData name="Paul Winser" userId="c3146a91-e6bd-4264-bd86-e164e04bc32d" providerId="ADAL" clId="{CAB9483E-E77A-43B3-93E5-4DABA12744B9}" dt="2024-09-12T12:56:08.956" v="5" actId="6549"/>
        <pc:sldMkLst>
          <pc:docMk/>
          <pc:sldMk cId="0" sldId="310"/>
        </pc:sldMkLst>
        <pc:spChg chg="add mod">
          <ac:chgData name="Paul Winser" userId="c3146a91-e6bd-4264-bd86-e164e04bc32d" providerId="ADAL" clId="{CAB9483E-E77A-43B3-93E5-4DABA12744B9}" dt="2024-09-12T12:56:06.348" v="4" actId="20577"/>
          <ac:spMkLst>
            <pc:docMk/>
            <pc:sldMk cId="0" sldId="310"/>
            <ac:spMk id="4" creationId="{07130A77-5918-ED72-B89F-DCAD5D9040CD}"/>
          </ac:spMkLst>
        </pc:spChg>
      </pc:sldChg>
      <pc:sldChg chg="addSp modSp">
        <pc:chgData name="Paul Winser" userId="c3146a91-e6bd-4264-bd86-e164e04bc32d" providerId="ADAL" clId="{CAB9483E-E77A-43B3-93E5-4DABA12744B9}" dt="2024-09-12T12:57:57.298" v="9"/>
        <pc:sldMkLst>
          <pc:docMk/>
          <pc:sldMk cId="1462100039" sldId="312"/>
        </pc:sldMkLst>
        <pc:spChg chg="add mod">
          <ac:chgData name="Paul Winser" userId="c3146a91-e6bd-4264-bd86-e164e04bc32d" providerId="ADAL" clId="{CAB9483E-E77A-43B3-93E5-4DABA12744B9}" dt="2024-09-12T12:57:57.298" v="9"/>
          <ac:spMkLst>
            <pc:docMk/>
            <pc:sldMk cId="1462100039" sldId="312"/>
            <ac:spMk id="2" creationId="{D8409D02-B38A-8AC4-E262-DE0459859F47}"/>
          </ac:spMkLst>
        </pc:spChg>
      </pc:sldChg>
      <pc:sldChg chg="addSp modSp">
        <pc:chgData name="Paul Winser" userId="c3146a91-e6bd-4264-bd86-e164e04bc32d" providerId="ADAL" clId="{CAB9483E-E77A-43B3-93E5-4DABA12744B9}" dt="2024-09-12T12:57:59.061" v="10"/>
        <pc:sldMkLst>
          <pc:docMk/>
          <pc:sldMk cId="0" sldId="313"/>
        </pc:sldMkLst>
        <pc:spChg chg="add mod">
          <ac:chgData name="Paul Winser" userId="c3146a91-e6bd-4264-bd86-e164e04bc32d" providerId="ADAL" clId="{CAB9483E-E77A-43B3-93E5-4DABA12744B9}" dt="2024-09-12T12:57:59.061" v="10"/>
          <ac:spMkLst>
            <pc:docMk/>
            <pc:sldMk cId="0" sldId="313"/>
            <ac:spMk id="2" creationId="{2F352F50-9F3E-BBA5-C98A-18C5D72D41E4}"/>
          </ac:spMkLst>
        </pc:spChg>
      </pc:sldChg>
      <pc:sldChg chg="addSp modSp">
        <pc:chgData name="Paul Winser" userId="c3146a91-e6bd-4264-bd86-e164e04bc32d" providerId="ADAL" clId="{CAB9483E-E77A-43B3-93E5-4DABA12744B9}" dt="2024-09-12T12:58:02.820" v="12"/>
        <pc:sldMkLst>
          <pc:docMk/>
          <pc:sldMk cId="0" sldId="314"/>
        </pc:sldMkLst>
        <pc:spChg chg="add mod">
          <ac:chgData name="Paul Winser" userId="c3146a91-e6bd-4264-bd86-e164e04bc32d" providerId="ADAL" clId="{CAB9483E-E77A-43B3-93E5-4DABA12744B9}" dt="2024-09-12T12:58:02.820" v="12"/>
          <ac:spMkLst>
            <pc:docMk/>
            <pc:sldMk cId="0" sldId="314"/>
            <ac:spMk id="2" creationId="{8C11342F-CB6C-B621-F075-1005AED8BC0C}"/>
          </ac:spMkLst>
        </pc:spChg>
      </pc:sldChg>
      <pc:sldChg chg="addSp modSp">
        <pc:chgData name="Paul Winser" userId="c3146a91-e6bd-4264-bd86-e164e04bc32d" providerId="ADAL" clId="{CAB9483E-E77A-43B3-93E5-4DABA12744B9}" dt="2024-09-12T12:59:21.697" v="26"/>
        <pc:sldMkLst>
          <pc:docMk/>
          <pc:sldMk cId="3334210411" sldId="315"/>
        </pc:sldMkLst>
        <pc:spChg chg="add mod">
          <ac:chgData name="Paul Winser" userId="c3146a91-e6bd-4264-bd86-e164e04bc32d" providerId="ADAL" clId="{CAB9483E-E77A-43B3-93E5-4DABA12744B9}" dt="2024-09-12T12:59:21.697" v="26"/>
          <ac:spMkLst>
            <pc:docMk/>
            <pc:sldMk cId="3334210411" sldId="315"/>
            <ac:spMk id="2" creationId="{E601385D-2B6E-B719-8F47-2820656486CD}"/>
          </ac:spMkLst>
        </pc:spChg>
      </pc:sldChg>
      <pc:sldChg chg="addSp modSp">
        <pc:chgData name="Paul Winser" userId="c3146a91-e6bd-4264-bd86-e164e04bc32d" providerId="ADAL" clId="{CAB9483E-E77A-43B3-93E5-4DABA12744B9}" dt="2024-09-12T12:59:40.253" v="34"/>
        <pc:sldMkLst>
          <pc:docMk/>
          <pc:sldMk cId="4217359285" sldId="316"/>
        </pc:sldMkLst>
        <pc:spChg chg="add mod">
          <ac:chgData name="Paul Winser" userId="c3146a91-e6bd-4264-bd86-e164e04bc32d" providerId="ADAL" clId="{CAB9483E-E77A-43B3-93E5-4DABA12744B9}" dt="2024-09-12T12:59:40.253" v="34"/>
          <ac:spMkLst>
            <pc:docMk/>
            <pc:sldMk cId="4217359285" sldId="316"/>
            <ac:spMk id="2" creationId="{6A7809F6-B303-2FD9-44FD-0108DE57AB38}"/>
          </ac:spMkLst>
        </pc:spChg>
      </pc:sldChg>
      <pc:sldChg chg="addSp modSp">
        <pc:chgData name="Paul Winser" userId="c3146a91-e6bd-4264-bd86-e164e04bc32d" providerId="ADAL" clId="{CAB9483E-E77A-43B3-93E5-4DABA12744B9}" dt="2024-09-12T12:58:01.029" v="11"/>
        <pc:sldMkLst>
          <pc:docMk/>
          <pc:sldMk cId="3899057632" sldId="317"/>
        </pc:sldMkLst>
        <pc:spChg chg="add mod">
          <ac:chgData name="Paul Winser" userId="c3146a91-e6bd-4264-bd86-e164e04bc32d" providerId="ADAL" clId="{CAB9483E-E77A-43B3-93E5-4DABA12744B9}" dt="2024-09-12T12:58:01.029" v="11"/>
          <ac:spMkLst>
            <pc:docMk/>
            <pc:sldMk cId="3899057632" sldId="317"/>
            <ac:spMk id="2" creationId="{2A0E6465-E42A-1D1D-DEC0-E5395092593C}"/>
          </ac:spMkLst>
        </pc:spChg>
      </pc:sldChg>
      <pc:sldChg chg="addSp modSp">
        <pc:chgData name="Paul Winser" userId="c3146a91-e6bd-4264-bd86-e164e04bc32d" providerId="ADAL" clId="{CAB9483E-E77A-43B3-93E5-4DABA12744B9}" dt="2024-09-12T12:59:19.136" v="25"/>
        <pc:sldMkLst>
          <pc:docMk/>
          <pc:sldMk cId="2738697380" sldId="318"/>
        </pc:sldMkLst>
        <pc:spChg chg="add mod">
          <ac:chgData name="Paul Winser" userId="c3146a91-e6bd-4264-bd86-e164e04bc32d" providerId="ADAL" clId="{CAB9483E-E77A-43B3-93E5-4DABA12744B9}" dt="2024-09-12T12:59:19.136" v="25"/>
          <ac:spMkLst>
            <pc:docMk/>
            <pc:sldMk cId="2738697380" sldId="318"/>
            <ac:spMk id="2" creationId="{43EA3065-E26E-2E6D-EDA5-D953AFB97885}"/>
          </ac:spMkLst>
        </pc:spChg>
      </pc:sldChg>
      <pc:sldChg chg="addSp modSp">
        <pc:chgData name="Paul Winser" userId="c3146a91-e6bd-4264-bd86-e164e04bc32d" providerId="ADAL" clId="{CAB9483E-E77A-43B3-93E5-4DABA12744B9}" dt="2024-09-12T12:59:38.372" v="33"/>
        <pc:sldMkLst>
          <pc:docMk/>
          <pc:sldMk cId="3541935210" sldId="319"/>
        </pc:sldMkLst>
        <pc:spChg chg="add mod">
          <ac:chgData name="Paul Winser" userId="c3146a91-e6bd-4264-bd86-e164e04bc32d" providerId="ADAL" clId="{CAB9483E-E77A-43B3-93E5-4DABA12744B9}" dt="2024-09-12T12:59:38.372" v="33"/>
          <ac:spMkLst>
            <pc:docMk/>
            <pc:sldMk cId="3541935210" sldId="319"/>
            <ac:spMk id="2" creationId="{E0E2D1F4-B8EE-CC5A-78C2-1F60EBF1F1C4}"/>
          </ac:spMkLst>
        </pc:spChg>
      </pc:sldChg>
      <pc:sldChg chg="addSp modSp">
        <pc:chgData name="Paul Winser" userId="c3146a91-e6bd-4264-bd86-e164e04bc32d" providerId="ADAL" clId="{CAB9483E-E77A-43B3-93E5-4DABA12744B9}" dt="2024-09-12T12:58:39.152" v="23"/>
        <pc:sldMkLst>
          <pc:docMk/>
          <pc:sldMk cId="2053389041" sldId="320"/>
        </pc:sldMkLst>
        <pc:spChg chg="add mod">
          <ac:chgData name="Paul Winser" userId="c3146a91-e6bd-4264-bd86-e164e04bc32d" providerId="ADAL" clId="{CAB9483E-E77A-43B3-93E5-4DABA12744B9}" dt="2024-09-12T12:58:39.152" v="23"/>
          <ac:spMkLst>
            <pc:docMk/>
            <pc:sldMk cId="2053389041" sldId="320"/>
            <ac:spMk id="2" creationId="{6036F699-29CE-0D2D-3A3D-0F9B6ECE5A16}"/>
          </ac:spMkLst>
        </pc:spChg>
      </pc:sldChg>
      <pc:sldChg chg="addSp modSp">
        <pc:chgData name="Paul Winser" userId="c3146a91-e6bd-4264-bd86-e164e04bc32d" providerId="ADAL" clId="{CAB9483E-E77A-43B3-93E5-4DABA12744B9}" dt="2024-09-12T12:58:04.413" v="13"/>
        <pc:sldMkLst>
          <pc:docMk/>
          <pc:sldMk cId="1978475547" sldId="323"/>
        </pc:sldMkLst>
        <pc:spChg chg="add mod">
          <ac:chgData name="Paul Winser" userId="c3146a91-e6bd-4264-bd86-e164e04bc32d" providerId="ADAL" clId="{CAB9483E-E77A-43B3-93E5-4DABA12744B9}" dt="2024-09-12T12:58:04.413" v="13"/>
          <ac:spMkLst>
            <pc:docMk/>
            <pc:sldMk cId="1978475547" sldId="323"/>
            <ac:spMk id="6" creationId="{BF3AA9DA-FCCB-10B0-FD70-E1A39A6346FA}"/>
          </ac:spMkLst>
        </pc:spChg>
      </pc:sldChg>
      <pc:sldChg chg="addSp modSp">
        <pc:chgData name="Paul Winser" userId="c3146a91-e6bd-4264-bd86-e164e04bc32d" providerId="ADAL" clId="{CAB9483E-E77A-43B3-93E5-4DABA12744B9}" dt="2024-09-12T12:58:41.182" v="24"/>
        <pc:sldMkLst>
          <pc:docMk/>
          <pc:sldMk cId="3875268602" sldId="324"/>
        </pc:sldMkLst>
        <pc:spChg chg="add mod">
          <ac:chgData name="Paul Winser" userId="c3146a91-e6bd-4264-bd86-e164e04bc32d" providerId="ADAL" clId="{CAB9483E-E77A-43B3-93E5-4DABA12744B9}" dt="2024-09-12T12:58:41.182" v="24"/>
          <ac:spMkLst>
            <pc:docMk/>
            <pc:sldMk cId="3875268602" sldId="324"/>
            <ac:spMk id="2" creationId="{3B68C0B1-790D-D959-A77E-88941269A943}"/>
          </ac:spMkLst>
        </pc:spChg>
      </pc:sldChg>
      <pc:sldChg chg="addSp modSp">
        <pc:chgData name="Paul Winser" userId="c3146a91-e6bd-4264-bd86-e164e04bc32d" providerId="ADAL" clId="{CAB9483E-E77A-43B3-93E5-4DABA12744B9}" dt="2024-09-12T12:59:26.407" v="28"/>
        <pc:sldMkLst>
          <pc:docMk/>
          <pc:sldMk cId="353477816" sldId="329"/>
        </pc:sldMkLst>
        <pc:spChg chg="add mod">
          <ac:chgData name="Paul Winser" userId="c3146a91-e6bd-4264-bd86-e164e04bc32d" providerId="ADAL" clId="{CAB9483E-E77A-43B3-93E5-4DABA12744B9}" dt="2024-09-12T12:59:26.407" v="28"/>
          <ac:spMkLst>
            <pc:docMk/>
            <pc:sldMk cId="353477816" sldId="329"/>
            <ac:spMk id="2" creationId="{F1258930-0AEA-0F8B-340C-406ECAF8AC69}"/>
          </ac:spMkLst>
        </pc:spChg>
      </pc:sldChg>
      <pc:sldChg chg="addSp modSp mod modNotesTx">
        <pc:chgData name="Paul Winser" userId="c3146a91-e6bd-4264-bd86-e164e04bc32d" providerId="ADAL" clId="{CAB9483E-E77A-43B3-93E5-4DABA12744B9}" dt="2024-09-12T12:59:36.141" v="32" actId="6549"/>
        <pc:sldMkLst>
          <pc:docMk/>
          <pc:sldMk cId="2586258292" sldId="330"/>
        </pc:sldMkLst>
        <pc:spChg chg="add mod">
          <ac:chgData name="Paul Winser" userId="c3146a91-e6bd-4264-bd86-e164e04bc32d" providerId="ADAL" clId="{CAB9483E-E77A-43B3-93E5-4DABA12744B9}" dt="2024-09-12T12:59:28.296" v="29"/>
          <ac:spMkLst>
            <pc:docMk/>
            <pc:sldMk cId="2586258292" sldId="330"/>
            <ac:spMk id="3" creationId="{2C6FA9A5-142B-F5C9-DAFF-F2BE5B3C1FF4}"/>
          </ac:spMkLst>
        </pc:spChg>
        <pc:spChg chg="mod">
          <ac:chgData name="Paul Winser" userId="c3146a91-e6bd-4264-bd86-e164e04bc32d" providerId="ADAL" clId="{CAB9483E-E77A-43B3-93E5-4DABA12744B9}" dt="2024-09-12T12:59:34.009" v="31" actId="1076"/>
          <ac:spMkLst>
            <pc:docMk/>
            <pc:sldMk cId="2586258292" sldId="330"/>
            <ac:spMk id="30723" creationId="{00CC94A5-771E-7503-3034-E816EB40937D}"/>
          </ac:spMkLst>
        </pc:spChg>
        <pc:picChg chg="mod">
          <ac:chgData name="Paul Winser" userId="c3146a91-e6bd-4264-bd86-e164e04bc32d" providerId="ADAL" clId="{CAB9483E-E77A-43B3-93E5-4DABA12744B9}" dt="2024-09-12T12:59:31.335" v="30" actId="1076"/>
          <ac:picMkLst>
            <pc:docMk/>
            <pc:sldMk cId="2586258292" sldId="330"/>
            <ac:picMk id="4" creationId="{E1EC43F7-42F0-4380-083B-8B4F24FBF234}"/>
          </ac:picMkLst>
        </pc:picChg>
      </pc:sldChg>
      <pc:sldChg chg="addSp modSp modNotesTx">
        <pc:chgData name="Paul Winser" userId="c3146a91-e6bd-4264-bd86-e164e04bc32d" providerId="ADAL" clId="{CAB9483E-E77A-43B3-93E5-4DABA12744B9}" dt="2024-09-12T12:59:53.270" v="40" actId="6549"/>
        <pc:sldMkLst>
          <pc:docMk/>
          <pc:sldMk cId="247344073" sldId="332"/>
        </pc:sldMkLst>
        <pc:spChg chg="add mod">
          <ac:chgData name="Paul Winser" userId="c3146a91-e6bd-4264-bd86-e164e04bc32d" providerId="ADAL" clId="{CAB9483E-E77A-43B3-93E5-4DABA12744B9}" dt="2024-09-12T12:59:50.961" v="39"/>
          <ac:spMkLst>
            <pc:docMk/>
            <pc:sldMk cId="247344073" sldId="332"/>
            <ac:spMk id="3" creationId="{E12E49BB-7157-03BB-44F0-59BD4DDCC1FD}"/>
          </ac:spMkLst>
        </pc:spChg>
      </pc:sldChg>
      <pc:sldChg chg="addSp modSp">
        <pc:chgData name="Paul Winser" userId="c3146a91-e6bd-4264-bd86-e164e04bc32d" providerId="ADAL" clId="{CAB9483E-E77A-43B3-93E5-4DABA12744B9}" dt="2024-09-12T13:00:00.432" v="42"/>
        <pc:sldMkLst>
          <pc:docMk/>
          <pc:sldMk cId="4213875763" sldId="333"/>
        </pc:sldMkLst>
        <pc:spChg chg="add mod">
          <ac:chgData name="Paul Winser" userId="c3146a91-e6bd-4264-bd86-e164e04bc32d" providerId="ADAL" clId="{CAB9483E-E77A-43B3-93E5-4DABA12744B9}" dt="2024-09-12T13:00:00.432" v="42"/>
          <ac:spMkLst>
            <pc:docMk/>
            <pc:sldMk cId="4213875763" sldId="333"/>
            <ac:spMk id="3" creationId="{E736AED7-1649-220C-2DA0-870D1E963367}"/>
          </ac:spMkLst>
        </pc:spChg>
      </pc:sldChg>
      <pc:sldChg chg="addSp modSp">
        <pc:chgData name="Paul Winser" userId="c3146a91-e6bd-4264-bd86-e164e04bc32d" providerId="ADAL" clId="{CAB9483E-E77A-43B3-93E5-4DABA12744B9}" dt="2024-09-12T12:58:31.403" v="20"/>
        <pc:sldMkLst>
          <pc:docMk/>
          <pc:sldMk cId="135044647" sldId="349"/>
        </pc:sldMkLst>
        <pc:spChg chg="add mod">
          <ac:chgData name="Paul Winser" userId="c3146a91-e6bd-4264-bd86-e164e04bc32d" providerId="ADAL" clId="{CAB9483E-E77A-43B3-93E5-4DABA12744B9}" dt="2024-09-12T12:58:31.403" v="20"/>
          <ac:spMkLst>
            <pc:docMk/>
            <pc:sldMk cId="135044647" sldId="349"/>
            <ac:spMk id="2" creationId="{326E7845-8325-8828-0E0A-E77A4671A2F7}"/>
          </ac:spMkLst>
        </pc:spChg>
      </pc:sldChg>
      <pc:sldChg chg="addSp modSp">
        <pc:chgData name="Paul Winser" userId="c3146a91-e6bd-4264-bd86-e164e04bc32d" providerId="ADAL" clId="{CAB9483E-E77A-43B3-93E5-4DABA12744B9}" dt="2024-09-12T12:59:41.911" v="35"/>
        <pc:sldMkLst>
          <pc:docMk/>
          <pc:sldMk cId="3921876533" sldId="351"/>
        </pc:sldMkLst>
        <pc:spChg chg="add mod">
          <ac:chgData name="Paul Winser" userId="c3146a91-e6bd-4264-bd86-e164e04bc32d" providerId="ADAL" clId="{CAB9483E-E77A-43B3-93E5-4DABA12744B9}" dt="2024-09-12T12:59:41.911" v="35"/>
          <ac:spMkLst>
            <pc:docMk/>
            <pc:sldMk cId="3921876533" sldId="351"/>
            <ac:spMk id="2" creationId="{A4881BA9-5046-EFEA-6C4E-D916CA1E03B6}"/>
          </ac:spMkLst>
        </pc:spChg>
      </pc:sldChg>
      <pc:sldChg chg="addSp modSp modNotesTx">
        <pc:chgData name="Paul Winser" userId="c3146a91-e6bd-4264-bd86-e164e04bc32d" providerId="ADAL" clId="{CAB9483E-E77A-43B3-93E5-4DABA12744B9}" dt="2024-09-12T12:59:45.687" v="37" actId="6549"/>
        <pc:sldMkLst>
          <pc:docMk/>
          <pc:sldMk cId="1158632440" sldId="352"/>
        </pc:sldMkLst>
        <pc:spChg chg="add mod">
          <ac:chgData name="Paul Winser" userId="c3146a91-e6bd-4264-bd86-e164e04bc32d" providerId="ADAL" clId="{CAB9483E-E77A-43B3-93E5-4DABA12744B9}" dt="2024-09-12T12:59:43.402" v="36"/>
          <ac:spMkLst>
            <pc:docMk/>
            <pc:sldMk cId="1158632440" sldId="352"/>
            <ac:spMk id="2" creationId="{F45FD966-B9CA-4183-B857-89591D344346}"/>
          </ac:spMkLst>
        </pc:spChg>
      </pc:sldChg>
      <pc:sldChg chg="addSp modSp">
        <pc:chgData name="Paul Winser" userId="c3146a91-e6bd-4264-bd86-e164e04bc32d" providerId="ADAL" clId="{CAB9483E-E77A-43B3-93E5-4DABA12744B9}" dt="2024-09-12T13:00:03.217" v="44"/>
        <pc:sldMkLst>
          <pc:docMk/>
          <pc:sldMk cId="4249271697" sldId="356"/>
        </pc:sldMkLst>
        <pc:spChg chg="add mod">
          <ac:chgData name="Paul Winser" userId="c3146a91-e6bd-4264-bd86-e164e04bc32d" providerId="ADAL" clId="{CAB9483E-E77A-43B3-93E5-4DABA12744B9}" dt="2024-09-12T13:00:03.217" v="44"/>
          <ac:spMkLst>
            <pc:docMk/>
            <pc:sldMk cId="4249271697" sldId="356"/>
            <ac:spMk id="2" creationId="{9F3F8E78-8C50-3143-C279-EE7DDE43451D}"/>
          </ac:spMkLst>
        </pc:spChg>
      </pc:sldChg>
      <pc:sldChg chg="addSp modSp mod">
        <pc:chgData name="Paul Winser" userId="c3146a91-e6bd-4264-bd86-e164e04bc32d" providerId="ADAL" clId="{CAB9483E-E77A-43B3-93E5-4DABA12744B9}" dt="2024-09-12T12:58:15.138" v="15" actId="14100"/>
        <pc:sldMkLst>
          <pc:docMk/>
          <pc:sldMk cId="641457932" sldId="357"/>
        </pc:sldMkLst>
        <pc:spChg chg="mod">
          <ac:chgData name="Paul Winser" userId="c3146a91-e6bd-4264-bd86-e164e04bc32d" providerId="ADAL" clId="{CAB9483E-E77A-43B3-93E5-4DABA12744B9}" dt="2024-09-12T12:58:15.138" v="15" actId="14100"/>
          <ac:spMkLst>
            <pc:docMk/>
            <pc:sldMk cId="641457932" sldId="357"/>
            <ac:spMk id="3" creationId="{99447240-D730-2DD8-278F-D12DF4DD2D16}"/>
          </ac:spMkLst>
        </pc:spChg>
        <pc:spChg chg="add mod">
          <ac:chgData name="Paul Winser" userId="c3146a91-e6bd-4264-bd86-e164e04bc32d" providerId="ADAL" clId="{CAB9483E-E77A-43B3-93E5-4DABA12744B9}" dt="2024-09-12T12:58:10.141" v="14"/>
          <ac:spMkLst>
            <pc:docMk/>
            <pc:sldMk cId="641457932" sldId="357"/>
            <ac:spMk id="4" creationId="{5654E881-7C18-B23F-993B-39D703D91836}"/>
          </ac:spMkLst>
        </pc:spChg>
      </pc:sldChg>
      <pc:sldChg chg="addSp modSp modNotesTx">
        <pc:chgData name="Paul Winser" userId="c3146a91-e6bd-4264-bd86-e164e04bc32d" providerId="ADAL" clId="{CAB9483E-E77A-43B3-93E5-4DABA12744B9}" dt="2024-09-12T12:58:19.962" v="17" actId="6549"/>
        <pc:sldMkLst>
          <pc:docMk/>
          <pc:sldMk cId="384728082" sldId="358"/>
        </pc:sldMkLst>
        <pc:spChg chg="add mod">
          <ac:chgData name="Paul Winser" userId="c3146a91-e6bd-4264-bd86-e164e04bc32d" providerId="ADAL" clId="{CAB9483E-E77A-43B3-93E5-4DABA12744B9}" dt="2024-09-12T12:58:17.646" v="16"/>
          <ac:spMkLst>
            <pc:docMk/>
            <pc:sldMk cId="384728082" sldId="358"/>
            <ac:spMk id="2" creationId="{409167D5-53FD-3492-B47D-EBE254FE42DD}"/>
          </ac:spMkLst>
        </pc:spChg>
      </pc:sldChg>
      <pc:sldChg chg="addSp modSp modNotesTx">
        <pc:chgData name="Paul Winser" userId="c3146a91-e6bd-4264-bd86-e164e04bc32d" providerId="ADAL" clId="{CAB9483E-E77A-43B3-93E5-4DABA12744B9}" dt="2024-09-12T12:58:27.315" v="19" actId="6549"/>
        <pc:sldMkLst>
          <pc:docMk/>
          <pc:sldMk cId="1509117227" sldId="359"/>
        </pc:sldMkLst>
        <pc:spChg chg="add mod">
          <ac:chgData name="Paul Winser" userId="c3146a91-e6bd-4264-bd86-e164e04bc32d" providerId="ADAL" clId="{CAB9483E-E77A-43B3-93E5-4DABA12744B9}" dt="2024-09-12T12:58:24.425" v="18"/>
          <ac:spMkLst>
            <pc:docMk/>
            <pc:sldMk cId="1509117227" sldId="359"/>
            <ac:spMk id="4" creationId="{370EA306-3505-77D4-D0E5-97A25C92256F}"/>
          </ac:spMkLst>
        </pc:spChg>
      </pc:sldChg>
      <pc:sldChg chg="addSp modSp">
        <pc:chgData name="Paul Winser" userId="c3146a91-e6bd-4264-bd86-e164e04bc32d" providerId="ADAL" clId="{CAB9483E-E77A-43B3-93E5-4DABA12744B9}" dt="2024-09-12T12:58:35.242" v="22"/>
        <pc:sldMkLst>
          <pc:docMk/>
          <pc:sldMk cId="1304463549" sldId="360"/>
        </pc:sldMkLst>
        <pc:spChg chg="add mod">
          <ac:chgData name="Paul Winser" userId="c3146a91-e6bd-4264-bd86-e164e04bc32d" providerId="ADAL" clId="{CAB9483E-E77A-43B3-93E5-4DABA12744B9}" dt="2024-09-12T12:58:35.242" v="22"/>
          <ac:spMkLst>
            <pc:docMk/>
            <pc:sldMk cId="1304463549" sldId="360"/>
            <ac:spMk id="5" creationId="{672CA110-6E2C-0FCB-8631-E9944772BDE4}"/>
          </ac:spMkLst>
        </pc:spChg>
      </pc:sldChg>
      <pc:sldChg chg="addSp modSp">
        <pc:chgData name="Paul Winser" userId="c3146a91-e6bd-4264-bd86-e164e04bc32d" providerId="ADAL" clId="{CAB9483E-E77A-43B3-93E5-4DABA12744B9}" dt="2024-09-12T12:59:24.008" v="27"/>
        <pc:sldMkLst>
          <pc:docMk/>
          <pc:sldMk cId="4009416068" sldId="361"/>
        </pc:sldMkLst>
        <pc:spChg chg="add mod">
          <ac:chgData name="Paul Winser" userId="c3146a91-e6bd-4264-bd86-e164e04bc32d" providerId="ADAL" clId="{CAB9483E-E77A-43B3-93E5-4DABA12744B9}" dt="2024-09-12T12:59:24.008" v="27"/>
          <ac:spMkLst>
            <pc:docMk/>
            <pc:sldMk cId="4009416068" sldId="361"/>
            <ac:spMk id="5" creationId="{782ED5F4-DF67-D143-4F3E-1DF7C47BFACD}"/>
          </ac:spMkLst>
        </pc:spChg>
      </pc:sldChg>
      <pc:sldChg chg="addSp modSp">
        <pc:chgData name="Paul Winser" userId="c3146a91-e6bd-4264-bd86-e164e04bc32d" providerId="ADAL" clId="{CAB9483E-E77A-43B3-93E5-4DABA12744B9}" dt="2024-09-12T12:58:33.401" v="21"/>
        <pc:sldMkLst>
          <pc:docMk/>
          <pc:sldMk cId="4001976503" sldId="362"/>
        </pc:sldMkLst>
        <pc:spChg chg="add mod">
          <ac:chgData name="Paul Winser" userId="c3146a91-e6bd-4264-bd86-e164e04bc32d" providerId="ADAL" clId="{CAB9483E-E77A-43B3-93E5-4DABA12744B9}" dt="2024-09-12T12:58:33.401" v="21"/>
          <ac:spMkLst>
            <pc:docMk/>
            <pc:sldMk cId="4001976503" sldId="362"/>
            <ac:spMk id="2" creationId="{850EDCDF-7EAE-A1A7-482A-7AD3EA04D358}"/>
          </ac:spMkLst>
        </pc:spChg>
      </pc:sldChg>
      <pc:sldChg chg="addSp modSp">
        <pc:chgData name="Paul Winser" userId="c3146a91-e6bd-4264-bd86-e164e04bc32d" providerId="ADAL" clId="{CAB9483E-E77A-43B3-93E5-4DABA12744B9}" dt="2024-09-12T12:59:48.187" v="38"/>
        <pc:sldMkLst>
          <pc:docMk/>
          <pc:sldMk cId="521466740" sldId="363"/>
        </pc:sldMkLst>
        <pc:spChg chg="add mod">
          <ac:chgData name="Paul Winser" userId="c3146a91-e6bd-4264-bd86-e164e04bc32d" providerId="ADAL" clId="{CAB9483E-E77A-43B3-93E5-4DABA12744B9}" dt="2024-09-12T12:59:48.187" v="38"/>
          <ac:spMkLst>
            <pc:docMk/>
            <pc:sldMk cId="521466740" sldId="363"/>
            <ac:spMk id="2" creationId="{07755D05-B18E-950B-6ECA-B75D4A8A3EFE}"/>
          </ac:spMkLst>
        </pc:spChg>
      </pc:sldChg>
      <pc:sldChg chg="addSp modSp mod modNotesTx">
        <pc:chgData name="Paul Winser" userId="c3146a91-e6bd-4264-bd86-e164e04bc32d" providerId="ADAL" clId="{CAB9483E-E77A-43B3-93E5-4DABA12744B9}" dt="2024-09-12T13:06:49.991" v="49" actId="1076"/>
        <pc:sldMkLst>
          <pc:docMk/>
          <pc:sldMk cId="1388533493" sldId="364"/>
        </pc:sldMkLst>
        <pc:spChg chg="add mod">
          <ac:chgData name="Paul Winser" userId="c3146a91-e6bd-4264-bd86-e164e04bc32d" providerId="ADAL" clId="{CAB9483E-E77A-43B3-93E5-4DABA12744B9}" dt="2024-09-12T13:00:04.627" v="45"/>
          <ac:spMkLst>
            <pc:docMk/>
            <pc:sldMk cId="1388533493" sldId="364"/>
            <ac:spMk id="2" creationId="{D6F0203C-C598-F930-F6EB-A780F3E62837}"/>
          </ac:spMkLst>
        </pc:spChg>
        <pc:picChg chg="mod">
          <ac:chgData name="Paul Winser" userId="c3146a91-e6bd-4264-bd86-e164e04bc32d" providerId="ADAL" clId="{CAB9483E-E77A-43B3-93E5-4DABA12744B9}" dt="2024-09-12T13:06:49.991" v="49" actId="1076"/>
          <ac:picMkLst>
            <pc:docMk/>
            <pc:sldMk cId="1388533493" sldId="364"/>
            <ac:picMk id="4" creationId="{9B0CBD75-A3DC-3216-74B8-E314DB0A4455}"/>
          </ac:picMkLst>
        </pc:picChg>
      </pc:sldChg>
      <pc:sldChg chg="addSp modSp">
        <pc:chgData name="Paul Winser" userId="c3146a91-e6bd-4264-bd86-e164e04bc32d" providerId="ADAL" clId="{CAB9483E-E77A-43B3-93E5-4DABA12744B9}" dt="2024-09-12T13:00:01.891" v="43"/>
        <pc:sldMkLst>
          <pc:docMk/>
          <pc:sldMk cId="118371017" sldId="365"/>
        </pc:sldMkLst>
        <pc:spChg chg="add mod">
          <ac:chgData name="Paul Winser" userId="c3146a91-e6bd-4264-bd86-e164e04bc32d" providerId="ADAL" clId="{CAB9483E-E77A-43B3-93E5-4DABA12744B9}" dt="2024-09-12T13:00:01.891" v="43"/>
          <ac:spMkLst>
            <pc:docMk/>
            <pc:sldMk cId="118371017" sldId="365"/>
            <ac:spMk id="3" creationId="{E30E092B-84CD-152E-DA11-39C84AAB0BA4}"/>
          </ac:spMkLst>
        </pc:spChg>
      </pc:sldChg>
      <pc:sldChg chg="addSp modSp">
        <pc:chgData name="Paul Winser" userId="c3146a91-e6bd-4264-bd86-e164e04bc32d" providerId="ADAL" clId="{CAB9483E-E77A-43B3-93E5-4DABA12744B9}" dt="2024-09-12T12:59:56.100" v="41"/>
        <pc:sldMkLst>
          <pc:docMk/>
          <pc:sldMk cId="391853752" sldId="366"/>
        </pc:sldMkLst>
        <pc:spChg chg="add mod">
          <ac:chgData name="Paul Winser" userId="c3146a91-e6bd-4264-bd86-e164e04bc32d" providerId="ADAL" clId="{CAB9483E-E77A-43B3-93E5-4DABA12744B9}" dt="2024-09-12T12:59:56.100" v="41"/>
          <ac:spMkLst>
            <pc:docMk/>
            <pc:sldMk cId="391853752" sldId="366"/>
            <ac:spMk id="3" creationId="{1682EFF5-502D-1F8C-EBA4-87F49F75EE13}"/>
          </ac:spMkLst>
        </pc:spChg>
      </pc:sldChg>
      <pc:sldChg chg="addSp modSp">
        <pc:chgData name="Paul Winser" userId="c3146a91-e6bd-4264-bd86-e164e04bc32d" providerId="ADAL" clId="{CAB9483E-E77A-43B3-93E5-4DABA12744B9}" dt="2024-09-12T13:00:06.326" v="46"/>
        <pc:sldMkLst>
          <pc:docMk/>
          <pc:sldMk cId="0" sldId="402"/>
        </pc:sldMkLst>
        <pc:spChg chg="add mod">
          <ac:chgData name="Paul Winser" userId="c3146a91-e6bd-4264-bd86-e164e04bc32d" providerId="ADAL" clId="{CAB9483E-E77A-43B3-93E5-4DABA12744B9}" dt="2024-09-12T13:00:06.326" v="46"/>
          <ac:spMkLst>
            <pc:docMk/>
            <pc:sldMk cId="0" sldId="402"/>
            <ac:spMk id="3" creationId="{E71BC162-25D8-13F8-ED1C-F0039D3B31F8}"/>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ata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7.png"/><Relationship Id="rId7" Type="http://schemas.openxmlformats.org/officeDocument/2006/relationships/image" Target="../media/image1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3.svg"/><Relationship Id="rId4" Type="http://schemas.openxmlformats.org/officeDocument/2006/relationships/image" Target="../media/image28.svg"/><Relationship Id="rId9" Type="http://schemas.openxmlformats.org/officeDocument/2006/relationships/image" Target="../media/image32.png"/></Relationships>
</file>

<file path=ppt/diagrams/_rels/data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25.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ata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7.png"/><Relationship Id="rId7" Type="http://schemas.openxmlformats.org/officeDocument/2006/relationships/image" Target="../media/image19.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3.svg"/><Relationship Id="rId4" Type="http://schemas.openxmlformats.org/officeDocument/2006/relationships/image" Target="../media/image28.svg"/><Relationship Id="rId9" Type="http://schemas.openxmlformats.org/officeDocument/2006/relationships/image" Target="../media/image32.png"/></Relationships>
</file>

<file path=ppt/diagrams/_rels/drawing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svg"/><Relationship Id="rId1" Type="http://schemas.openxmlformats.org/officeDocument/2006/relationships/image" Target="../media/image25.png"/><Relationship Id="rId6" Type="http://schemas.openxmlformats.org/officeDocument/2006/relationships/image" Target="../media/image41.svg"/><Relationship Id="rId5" Type="http://schemas.openxmlformats.org/officeDocument/2006/relationships/image" Target="../media/image40.png"/><Relationship Id="rId4" Type="http://schemas.openxmlformats.org/officeDocument/2006/relationships/image" Target="../media/image39.svg"/></Relationships>
</file>

<file path=ppt/diagrams/_rels/drawing7.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9D95AA-5F20-1448-8D41-90732F51652E}" type="doc">
      <dgm:prSet loTypeId="urn:microsoft.com/office/officeart/2005/8/layout/vList3" loCatId="list" qsTypeId="urn:microsoft.com/office/officeart/2005/8/quickstyle/simple1" qsCatId="simple" csTypeId="urn:microsoft.com/office/officeart/2005/8/colors/accent1_2" csCatId="accent1" phldr="1"/>
      <dgm:spPr/>
      <dgm:t>
        <a:bodyPr rtlCol="1"/>
        <a:lstStyle/>
        <a:p>
          <a:pPr rtl="1"/>
          <a:endParaRPr lang="en-GB"/>
        </a:p>
      </dgm:t>
    </dgm:pt>
    <dgm:pt modelId="{12151B62-820D-1341-B26B-2BF60A36B2D3}">
      <dgm:prSet custT="1"/>
      <dgm:spPr/>
      <dgm:t>
        <a:bodyPr rtlCol="1"/>
        <a:lstStyle/>
        <a:p>
          <a:pPr rtl="1"/>
          <a:r>
            <a:rPr lang="ar" sz="2000" b="0" dirty="0">
              <a:solidFill>
                <a:schemeClr val="tx1"/>
              </a:solidFill>
              <a:latin typeface="Sakkal Majalla" panose="02000000000000000000" pitchFamily="2" charset="-78"/>
              <a:cs typeface="Sakkal Majalla" panose="02000000000000000000" pitchFamily="2" charset="-78"/>
            </a:rPr>
            <a:t>يتم تقييم هذه الوحدة باستخدام ملخصي الواجبات التي قدمها معلمك</a:t>
          </a:r>
          <a:endParaRPr lang="en-GB" sz="2000" b="0" dirty="0">
            <a:latin typeface="Sakkal Majalla" panose="02000000000000000000" pitchFamily="2" charset="-78"/>
            <a:cs typeface="Sakkal Majalla" panose="02000000000000000000" pitchFamily="2" charset="-78"/>
          </a:endParaRPr>
        </a:p>
      </dgm:t>
    </dgm:pt>
    <dgm:pt modelId="{8435A266-883C-2447-B49C-8395E5E48B76}" type="parTrans" cxnId="{65758508-34FA-F945-92A5-E550FCC42695}">
      <dgm:prSet/>
      <dgm:spPr/>
      <dgm:t>
        <a:bodyPr rtlCol="1"/>
        <a:lstStyle/>
        <a:p>
          <a:pPr rtl="1"/>
          <a:endParaRPr lang="en-GB"/>
        </a:p>
      </dgm:t>
    </dgm:pt>
    <dgm:pt modelId="{019BF42C-7CF1-7C44-9AAE-E920ABEDD84F}" type="sibTrans" cxnId="{65758508-34FA-F945-92A5-E550FCC42695}">
      <dgm:prSet/>
      <dgm:spPr/>
      <dgm:t>
        <a:bodyPr rtlCol="1"/>
        <a:lstStyle/>
        <a:p>
          <a:pPr rtl="1"/>
          <a:endParaRPr lang="en-GB"/>
        </a:p>
      </dgm:t>
    </dgm:pt>
    <dgm:pt modelId="{56EE145B-1949-794C-8DF2-32475194C59C}">
      <dgm:prSet custT="1"/>
      <dgm:spPr>
        <a:solidFill>
          <a:schemeClr val="accent6">
            <a:lumMod val="20000"/>
            <a:lumOff val="80000"/>
          </a:schemeClr>
        </a:solidFill>
      </dgm:spPr>
      <dgm:t>
        <a:bodyPr rtlCol="1"/>
        <a:lstStyle/>
        <a:p>
          <a:pPr algn="ctr" rtl="1"/>
          <a:r>
            <a:rPr lang="ar" sz="2000" kern="1200" dirty="0">
              <a:solidFill>
                <a:schemeClr val="tx1"/>
              </a:solidFill>
              <a:latin typeface="Sakkal Majalla" panose="02000000000000000000" pitchFamily="2" charset="-78"/>
              <a:cs typeface="Sakkal Majalla" panose="02000000000000000000" pitchFamily="2" charset="-78"/>
            </a:rPr>
            <a:t>ستقوم بالبحث في العديد من الشركات المتناقضة، وتجمع الأدلة وتبلغ عن النتائج التي توصلت إليها، وتظهر مهارات خدمة العملاء الخاصة بك في مواقف مختلفة ووضع خطة لتحسين هذه المهارات </a:t>
          </a:r>
          <a:endParaRPr lang="en-GB" sz="2000" kern="1200" dirty="0">
            <a:solidFill>
              <a:srgbClr val="000000"/>
            </a:solidFill>
            <a:latin typeface="Sakkal Majalla" panose="02000000000000000000" pitchFamily="2" charset="-78"/>
            <a:ea typeface="+mn-ea"/>
            <a:cs typeface="Sakkal Majalla" panose="02000000000000000000" pitchFamily="2" charset="-78"/>
          </a:endParaRPr>
        </a:p>
      </dgm:t>
    </dgm:pt>
    <dgm:pt modelId="{1E6160AA-3483-9E4B-A9E9-CF7F975914E7}" type="parTrans" cxnId="{3A497890-8736-D24E-A38C-6FC999D7A02C}">
      <dgm:prSet/>
      <dgm:spPr/>
      <dgm:t>
        <a:bodyPr rtlCol="1"/>
        <a:lstStyle/>
        <a:p>
          <a:pPr rtl="1"/>
          <a:endParaRPr lang="en-GB"/>
        </a:p>
      </dgm:t>
    </dgm:pt>
    <dgm:pt modelId="{3656389A-5884-3C44-857B-9D27F44D1825}" type="sibTrans" cxnId="{3A497890-8736-D24E-A38C-6FC999D7A02C}">
      <dgm:prSet/>
      <dgm:spPr/>
      <dgm:t>
        <a:bodyPr rtlCol="1"/>
        <a:lstStyle/>
        <a:p>
          <a:pPr rtl="1"/>
          <a:endParaRPr lang="en-GB"/>
        </a:p>
      </dgm:t>
    </dgm:pt>
    <dgm:pt modelId="{6B47433D-B477-3347-98FC-71D9608625F4}">
      <dgm:prSet custT="1"/>
      <dgm:spPr/>
      <dgm:t>
        <a:bodyPr rtlCol="1"/>
        <a:lstStyle/>
        <a:p>
          <a:pPr rtl="1"/>
          <a:r>
            <a:rPr lang="ar" sz="2000" dirty="0">
              <a:solidFill>
                <a:schemeClr val="tx1"/>
              </a:solidFill>
              <a:latin typeface="Sakkal Majalla" panose="02000000000000000000" pitchFamily="2" charset="-78"/>
              <a:cs typeface="Sakkal Majalla" panose="02000000000000000000" pitchFamily="2" charset="-78"/>
            </a:rPr>
            <a:t>سيتم تقييمك داخليًا من قبل المعلمين أو أصحاب العمل أو كلاهما</a:t>
          </a:r>
        </a:p>
      </dgm:t>
    </dgm:pt>
    <dgm:pt modelId="{4D3DCFA9-B275-C742-8154-E10EBE7C5598}" type="parTrans" cxnId="{6B72D3A6-A7BC-284D-857C-00874CADE015}">
      <dgm:prSet/>
      <dgm:spPr/>
      <dgm:t>
        <a:bodyPr rtlCol="1"/>
        <a:lstStyle/>
        <a:p>
          <a:pPr rtl="1"/>
          <a:endParaRPr lang="en-GB"/>
        </a:p>
      </dgm:t>
    </dgm:pt>
    <dgm:pt modelId="{09C290B3-D3BA-F344-842F-DE9C35FCCD3B}" type="sibTrans" cxnId="{6B72D3A6-A7BC-284D-857C-00874CADE015}">
      <dgm:prSet/>
      <dgm:spPr/>
      <dgm:t>
        <a:bodyPr rtlCol="1"/>
        <a:lstStyle/>
        <a:p>
          <a:pPr rtl="1"/>
          <a:endParaRPr lang="en-GB"/>
        </a:p>
      </dgm:t>
    </dgm:pt>
    <dgm:pt modelId="{D83B8ABC-EEF5-E44E-B881-4D845934A57E}" type="pres">
      <dgm:prSet presAssocID="{C19D95AA-5F20-1448-8D41-90732F51652E}" presName="linearFlow" presStyleCnt="0">
        <dgm:presLayoutVars>
          <dgm:dir val="rev"/>
          <dgm:resizeHandles val="exact"/>
        </dgm:presLayoutVars>
      </dgm:prSet>
      <dgm:spPr/>
    </dgm:pt>
    <dgm:pt modelId="{832D9F1E-66B3-EE41-B6C7-299B242B747B}" type="pres">
      <dgm:prSet presAssocID="{12151B62-820D-1341-B26B-2BF60A36B2D3}" presName="composite" presStyleCnt="0"/>
      <dgm:spPr/>
    </dgm:pt>
    <dgm:pt modelId="{07466073-534A-6D46-8ADE-679263BC913B}" type="pres">
      <dgm:prSet presAssocID="{12151B62-820D-1341-B26B-2BF60A36B2D3}" presName="imgShp" presStyleLbl="fgImgPlace1" presStyleIdx="0" presStyleCnt="3" custLinFactNeighborX="64240" custLinFactNeighborY="-102"/>
      <dgm:spPr>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42F9973B-5D49-8A42-BAC4-EF82E5721969}" type="pres">
      <dgm:prSet presAssocID="{12151B62-820D-1341-B26B-2BF60A36B2D3}" presName="txShp" presStyleLbl="node1" presStyleIdx="0" presStyleCnt="3" custScaleX="104624" custLinFactNeighborX="284" custLinFactNeighborY="1289">
        <dgm:presLayoutVars>
          <dgm:bulletEnabled val="1"/>
        </dgm:presLayoutVars>
      </dgm:prSet>
      <dgm:spPr/>
    </dgm:pt>
    <dgm:pt modelId="{8553C416-E47D-0C42-AD8A-F8272F7969D7}" type="pres">
      <dgm:prSet presAssocID="{019BF42C-7CF1-7C44-9AAE-E920ABEDD84F}" presName="spacing" presStyleCnt="0"/>
      <dgm:spPr/>
    </dgm:pt>
    <dgm:pt modelId="{5379A52D-C3C4-494B-9090-A4F2B451CBB1}" type="pres">
      <dgm:prSet presAssocID="{56EE145B-1949-794C-8DF2-32475194C59C}" presName="composite" presStyleCnt="0"/>
      <dgm:spPr/>
    </dgm:pt>
    <dgm:pt modelId="{F0BB6657-F43C-A140-B1F2-D744ED259593}" type="pres">
      <dgm:prSet presAssocID="{56EE145B-1949-794C-8DF2-32475194C59C}" presName="imgShp" presStyleLbl="fgImgPlace1" presStyleIdx="1" presStyleCnt="3" custLinFactNeighborX="64240" custLinFactNeighborY="130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Man with solid fill"/>
        </a:ext>
      </dgm:extLst>
    </dgm:pt>
    <dgm:pt modelId="{E5FB1FB1-11BF-224B-AB57-8205C1A8E483}" type="pres">
      <dgm:prSet presAssocID="{56EE145B-1949-794C-8DF2-32475194C59C}" presName="txShp" presStyleLbl="node1" presStyleIdx="1" presStyleCnt="3" custScaleX="102058" custScaleY="149220">
        <dgm:presLayoutVars>
          <dgm:bulletEnabled val="1"/>
        </dgm:presLayoutVars>
      </dgm:prSet>
      <dgm:spPr/>
    </dgm:pt>
    <dgm:pt modelId="{0741BF99-0A0C-4040-9B1D-F435E93D042C}" type="pres">
      <dgm:prSet presAssocID="{3656389A-5884-3C44-857B-9D27F44D1825}" presName="spacing" presStyleCnt="0"/>
      <dgm:spPr/>
    </dgm:pt>
    <dgm:pt modelId="{58AEE212-F7CF-3546-9595-0A70D78A0E3A}" type="pres">
      <dgm:prSet presAssocID="{6B47433D-B477-3347-98FC-71D9608625F4}" presName="composite" presStyleCnt="0"/>
      <dgm:spPr/>
    </dgm:pt>
    <dgm:pt modelId="{EAAD1AC9-DE04-3442-A4F4-1538E3E85E1E}" type="pres">
      <dgm:prSet presAssocID="{6B47433D-B477-3347-98FC-71D9608625F4}" presName="imgShp" presStyleLbl="fgImgPlace1" presStyleIdx="2" presStyleCnt="3" custLinFactNeighborX="70258" custLinFactNeighborY="102"/>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Magnifying glass with solid fill"/>
        </a:ext>
      </dgm:extLst>
    </dgm:pt>
    <dgm:pt modelId="{8EC2EE03-B08C-7540-BB3E-0E43195B2D99}" type="pres">
      <dgm:prSet presAssocID="{6B47433D-B477-3347-98FC-71D9608625F4}" presName="txShp" presStyleLbl="node1" presStyleIdx="2" presStyleCnt="3">
        <dgm:presLayoutVars>
          <dgm:bulletEnabled val="1"/>
        </dgm:presLayoutVars>
      </dgm:prSet>
      <dgm:spPr/>
    </dgm:pt>
  </dgm:ptLst>
  <dgm:cxnLst>
    <dgm:cxn modelId="{65758508-34FA-F945-92A5-E550FCC42695}" srcId="{C19D95AA-5F20-1448-8D41-90732F51652E}" destId="{12151B62-820D-1341-B26B-2BF60A36B2D3}" srcOrd="0" destOrd="0" parTransId="{8435A266-883C-2447-B49C-8395E5E48B76}" sibTransId="{019BF42C-7CF1-7C44-9AAE-E920ABEDD84F}"/>
    <dgm:cxn modelId="{4E058F35-57B1-A14A-BA01-552412E7D80D}" type="presOf" srcId="{56EE145B-1949-794C-8DF2-32475194C59C}" destId="{E5FB1FB1-11BF-224B-AB57-8205C1A8E483}" srcOrd="0" destOrd="0" presId="urn:microsoft.com/office/officeart/2005/8/layout/vList3"/>
    <dgm:cxn modelId="{50BFA43B-AF0E-8345-8B70-E5AD2C4ED136}" type="presOf" srcId="{12151B62-820D-1341-B26B-2BF60A36B2D3}" destId="{42F9973B-5D49-8A42-BAC4-EF82E5721969}" srcOrd="0" destOrd="0" presId="urn:microsoft.com/office/officeart/2005/8/layout/vList3"/>
    <dgm:cxn modelId="{E85ABA71-B328-8C46-B58E-D7BA82D2AF66}" type="presOf" srcId="{C19D95AA-5F20-1448-8D41-90732F51652E}" destId="{D83B8ABC-EEF5-E44E-B881-4D845934A57E}" srcOrd="0" destOrd="0" presId="urn:microsoft.com/office/officeart/2005/8/layout/vList3"/>
    <dgm:cxn modelId="{8EA12E84-FC1F-614C-8EB0-F747CFD4C23B}" type="presOf" srcId="{6B47433D-B477-3347-98FC-71D9608625F4}" destId="{8EC2EE03-B08C-7540-BB3E-0E43195B2D99}" srcOrd="0" destOrd="0" presId="urn:microsoft.com/office/officeart/2005/8/layout/vList3"/>
    <dgm:cxn modelId="{3A497890-8736-D24E-A38C-6FC999D7A02C}" srcId="{C19D95AA-5F20-1448-8D41-90732F51652E}" destId="{56EE145B-1949-794C-8DF2-32475194C59C}" srcOrd="1" destOrd="0" parTransId="{1E6160AA-3483-9E4B-A9E9-CF7F975914E7}" sibTransId="{3656389A-5884-3C44-857B-9D27F44D1825}"/>
    <dgm:cxn modelId="{6B72D3A6-A7BC-284D-857C-00874CADE015}" srcId="{C19D95AA-5F20-1448-8D41-90732F51652E}" destId="{6B47433D-B477-3347-98FC-71D9608625F4}" srcOrd="2" destOrd="0" parTransId="{4D3DCFA9-B275-C742-8154-E10EBE7C5598}" sibTransId="{09C290B3-D3BA-F344-842F-DE9C35FCCD3B}"/>
    <dgm:cxn modelId="{C6651D3A-1916-E844-81BA-096F1EEC99CD}" type="presParOf" srcId="{D83B8ABC-EEF5-E44E-B881-4D845934A57E}" destId="{832D9F1E-66B3-EE41-B6C7-299B242B747B}" srcOrd="0" destOrd="0" presId="urn:microsoft.com/office/officeart/2005/8/layout/vList3"/>
    <dgm:cxn modelId="{9BE6AAF5-09F5-6C40-BC80-5C2878D16E4D}" type="presParOf" srcId="{832D9F1E-66B3-EE41-B6C7-299B242B747B}" destId="{07466073-534A-6D46-8ADE-679263BC913B}" srcOrd="0" destOrd="0" presId="urn:microsoft.com/office/officeart/2005/8/layout/vList3"/>
    <dgm:cxn modelId="{286FC109-2F0D-004E-946A-3083DA3BEE7A}" type="presParOf" srcId="{832D9F1E-66B3-EE41-B6C7-299B242B747B}" destId="{42F9973B-5D49-8A42-BAC4-EF82E5721969}" srcOrd="1" destOrd="0" presId="urn:microsoft.com/office/officeart/2005/8/layout/vList3"/>
    <dgm:cxn modelId="{7DBF32A5-BBA3-A849-9A3E-29331BE64ED5}" type="presParOf" srcId="{D83B8ABC-EEF5-E44E-B881-4D845934A57E}" destId="{8553C416-E47D-0C42-AD8A-F8272F7969D7}" srcOrd="1" destOrd="0" presId="urn:microsoft.com/office/officeart/2005/8/layout/vList3"/>
    <dgm:cxn modelId="{8785E874-58F1-F241-BCA3-67C7604A18DF}" type="presParOf" srcId="{D83B8ABC-EEF5-E44E-B881-4D845934A57E}" destId="{5379A52D-C3C4-494B-9090-A4F2B451CBB1}" srcOrd="2" destOrd="0" presId="urn:microsoft.com/office/officeart/2005/8/layout/vList3"/>
    <dgm:cxn modelId="{F1DD3167-70CD-0948-983C-B1C56179D791}" type="presParOf" srcId="{5379A52D-C3C4-494B-9090-A4F2B451CBB1}" destId="{F0BB6657-F43C-A140-B1F2-D744ED259593}" srcOrd="0" destOrd="0" presId="urn:microsoft.com/office/officeart/2005/8/layout/vList3"/>
    <dgm:cxn modelId="{F8C0DFBB-7039-F649-AB28-DECF5C688376}" type="presParOf" srcId="{5379A52D-C3C4-494B-9090-A4F2B451CBB1}" destId="{E5FB1FB1-11BF-224B-AB57-8205C1A8E483}" srcOrd="1" destOrd="0" presId="urn:microsoft.com/office/officeart/2005/8/layout/vList3"/>
    <dgm:cxn modelId="{62AEFB43-06D3-414C-8008-F3E9005A39EF}" type="presParOf" srcId="{D83B8ABC-EEF5-E44E-B881-4D845934A57E}" destId="{0741BF99-0A0C-4040-9B1D-F435E93D042C}" srcOrd="3" destOrd="0" presId="urn:microsoft.com/office/officeart/2005/8/layout/vList3"/>
    <dgm:cxn modelId="{67A5E73E-1A0D-2044-8F93-D5054CD29FBC}" type="presParOf" srcId="{D83B8ABC-EEF5-E44E-B881-4D845934A57E}" destId="{58AEE212-F7CF-3546-9595-0A70D78A0E3A}" srcOrd="4" destOrd="0" presId="urn:microsoft.com/office/officeart/2005/8/layout/vList3"/>
    <dgm:cxn modelId="{F431A290-C829-6E4A-9788-4846E0FC9125}" type="presParOf" srcId="{58AEE212-F7CF-3546-9595-0A70D78A0E3A}" destId="{EAAD1AC9-DE04-3442-A4F4-1538E3E85E1E}" srcOrd="0" destOrd="0" presId="urn:microsoft.com/office/officeart/2005/8/layout/vList3"/>
    <dgm:cxn modelId="{6FE9D366-E100-D645-BB37-4A11BAC509D6}" type="presParOf" srcId="{58AEE212-F7CF-3546-9595-0A70D78A0E3A}" destId="{8EC2EE03-B08C-7540-BB3E-0E43195B2D99}"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816D63-968C-4A55-9BEC-59743BC029E6}"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12B01A0F-D3DB-4483-A684-EB3CDDB8C402}">
      <dgm:prSet custT="1"/>
      <dgm:spPr/>
      <dgm:t>
        <a:bodyPr rtlCol="1"/>
        <a:lstStyle/>
        <a:p>
          <a:pPr rtl="1"/>
          <a:r>
            <a:rPr lang="ar" sz="2200" b="1" dirty="0">
              <a:latin typeface="Sakkal Majalla" panose="02000000000000000000" pitchFamily="2" charset="-78"/>
              <a:cs typeface="Sakkal Majalla" panose="02000000000000000000" pitchFamily="2" charset="-78"/>
            </a:rPr>
            <a:t>أ: </a:t>
          </a:r>
          <a:r>
            <a:rPr lang="ar" sz="2200" dirty="0">
              <a:latin typeface="Sakkal Majalla" panose="02000000000000000000" pitchFamily="2" charset="-78"/>
              <a:cs typeface="Sakkal Majalla" panose="02000000000000000000" pitchFamily="2" charset="-78"/>
            </a:rPr>
            <a:t>استكشاف كيف تسهم خدمة العملاء الفعالة في نجاح الأعمال </a:t>
          </a:r>
          <a:endParaRPr lang="en-US" sz="2200" dirty="0">
            <a:latin typeface="Sakkal Majalla" panose="02000000000000000000" pitchFamily="2" charset="-78"/>
            <a:cs typeface="Sakkal Majalla" panose="02000000000000000000" pitchFamily="2" charset="-78"/>
          </a:endParaRPr>
        </a:p>
      </dgm:t>
    </dgm:pt>
    <dgm:pt modelId="{244FE7CD-09C9-4649-8078-2981EDCAFAF5}" type="parTrans" cxnId="{7C02C89A-B90E-4191-82FD-9CE4845EA376}">
      <dgm:prSet/>
      <dgm:spPr/>
      <dgm:t>
        <a:bodyPr rtlCol="1"/>
        <a:lstStyle/>
        <a:p>
          <a:pPr rtl="1"/>
          <a:endParaRPr lang="en-US"/>
        </a:p>
      </dgm:t>
    </dgm:pt>
    <dgm:pt modelId="{213FB626-D022-4DCE-A47B-D3479E29F97C}" type="sibTrans" cxnId="{7C02C89A-B90E-4191-82FD-9CE4845EA376}">
      <dgm:prSet/>
      <dgm:spPr/>
      <dgm:t>
        <a:bodyPr rtlCol="1"/>
        <a:lstStyle/>
        <a:p>
          <a:pPr rtl="1"/>
          <a:endParaRPr lang="en-US"/>
        </a:p>
      </dgm:t>
    </dgm:pt>
    <dgm:pt modelId="{56923969-828A-4BA8-B3D8-0D78B3954F0B}">
      <dgm:prSet custT="1"/>
      <dgm:spPr>
        <a:solidFill>
          <a:schemeClr val="accent5"/>
        </a:solidFill>
      </dgm:spPr>
      <dgm:t>
        <a:bodyPr rtlCol="1"/>
        <a:lstStyle/>
        <a:p>
          <a:pPr rtl="1"/>
          <a:r>
            <a:rPr lang="ar" sz="2200" b="1" dirty="0">
              <a:latin typeface="Sakkal Majalla" panose="02000000000000000000" pitchFamily="2" charset="-78"/>
              <a:cs typeface="Sakkal Majalla" panose="02000000000000000000" pitchFamily="2" charset="-78"/>
            </a:rPr>
            <a:t>ب: </a:t>
          </a:r>
          <a:r>
            <a:rPr lang="ar" sz="2200" dirty="0">
              <a:latin typeface="Sakkal Majalla" panose="02000000000000000000" pitchFamily="2" charset="-78"/>
              <a:cs typeface="Sakkal Majalla" panose="02000000000000000000" pitchFamily="2" charset="-78"/>
            </a:rPr>
            <a:t>دراسة الطرق المستخدمة لتحسين خدمة العملاء في شركة </a:t>
          </a:r>
          <a:endParaRPr lang="en-US" sz="2200" dirty="0">
            <a:latin typeface="Sakkal Majalla" panose="02000000000000000000" pitchFamily="2" charset="-78"/>
            <a:cs typeface="Sakkal Majalla" panose="02000000000000000000" pitchFamily="2" charset="-78"/>
          </a:endParaRPr>
        </a:p>
      </dgm:t>
    </dgm:pt>
    <dgm:pt modelId="{EDE96EA5-4272-4597-87C5-810736A70304}" type="parTrans" cxnId="{E1B2C347-2E28-49E0-B2E7-EDCC0F166AA5}">
      <dgm:prSet/>
      <dgm:spPr/>
      <dgm:t>
        <a:bodyPr rtlCol="1"/>
        <a:lstStyle/>
        <a:p>
          <a:pPr rtl="1"/>
          <a:endParaRPr lang="en-US"/>
        </a:p>
      </dgm:t>
    </dgm:pt>
    <dgm:pt modelId="{70055B61-415C-4256-B450-DFA4CB0F7EED}" type="sibTrans" cxnId="{E1B2C347-2E28-49E0-B2E7-EDCC0F166AA5}">
      <dgm:prSet/>
      <dgm:spPr/>
      <dgm:t>
        <a:bodyPr rtlCol="1"/>
        <a:lstStyle/>
        <a:p>
          <a:pPr rtl="1"/>
          <a:endParaRPr lang="en-US"/>
        </a:p>
      </dgm:t>
    </dgm:pt>
    <dgm:pt modelId="{598D8A68-E8AD-4E27-A32D-3D74B2BA7A6D}">
      <dgm:prSet custT="1"/>
      <dgm:spPr/>
      <dgm:t>
        <a:bodyPr rtlCol="1"/>
        <a:lstStyle/>
        <a:p>
          <a:pPr rtl="1"/>
          <a:r>
            <a:rPr lang="ar" sz="2200" b="1" dirty="0">
              <a:latin typeface="Sakkal Majalla" panose="02000000000000000000" pitchFamily="2" charset="-78"/>
              <a:cs typeface="Sakkal Majalla" panose="02000000000000000000" pitchFamily="2" charset="-78"/>
            </a:rPr>
            <a:t>ج: </a:t>
          </a:r>
          <a:r>
            <a:rPr lang="ar" sz="2200" dirty="0">
              <a:latin typeface="Sakkal Majalla" panose="02000000000000000000" pitchFamily="2" charset="-78"/>
              <a:cs typeface="Sakkal Majalla" panose="02000000000000000000" pitchFamily="2" charset="-78"/>
            </a:rPr>
            <a:t>إظهار مهارات خدمة العملاء في المواقف المختلفة، باستخدام السلوكيات المناسبة لتلبية التوقعات </a:t>
          </a:r>
          <a:endParaRPr lang="en-US" sz="2200" dirty="0">
            <a:latin typeface="Sakkal Majalla" panose="02000000000000000000" pitchFamily="2" charset="-78"/>
            <a:cs typeface="Sakkal Majalla" panose="02000000000000000000" pitchFamily="2" charset="-78"/>
          </a:endParaRPr>
        </a:p>
      </dgm:t>
    </dgm:pt>
    <dgm:pt modelId="{EA6FABF3-11AF-411B-82BF-6182842CCEF1}" type="parTrans" cxnId="{E19F1C02-E2E7-4263-B5BC-C09B8E53EF5C}">
      <dgm:prSet/>
      <dgm:spPr/>
      <dgm:t>
        <a:bodyPr rtlCol="1"/>
        <a:lstStyle/>
        <a:p>
          <a:pPr rtl="1"/>
          <a:endParaRPr lang="en-US"/>
        </a:p>
      </dgm:t>
    </dgm:pt>
    <dgm:pt modelId="{B9AE1657-59C9-45E6-AF59-CFC463F25A19}" type="sibTrans" cxnId="{E19F1C02-E2E7-4263-B5BC-C09B8E53EF5C}">
      <dgm:prSet/>
      <dgm:spPr/>
      <dgm:t>
        <a:bodyPr rtlCol="1"/>
        <a:lstStyle/>
        <a:p>
          <a:pPr rtl="1"/>
          <a:endParaRPr lang="en-US"/>
        </a:p>
      </dgm:t>
    </dgm:pt>
    <dgm:pt modelId="{61067BF9-26D6-4B13-BDFD-7E74DD3567ED}" type="pres">
      <dgm:prSet presAssocID="{49816D63-968C-4A55-9BEC-59743BC029E6}" presName="root" presStyleCnt="0">
        <dgm:presLayoutVars>
          <dgm:dir/>
          <dgm:resizeHandles val="exact"/>
        </dgm:presLayoutVars>
      </dgm:prSet>
      <dgm:spPr/>
    </dgm:pt>
    <dgm:pt modelId="{EE92A8AE-98EB-489C-B356-A192728D5660}" type="pres">
      <dgm:prSet presAssocID="{12B01A0F-D3DB-4483-A684-EB3CDDB8C402}" presName="compNode" presStyleCnt="0"/>
      <dgm:spPr/>
    </dgm:pt>
    <dgm:pt modelId="{C459F91B-A412-4046-9AE9-167787D1DE0B}" type="pres">
      <dgm:prSet presAssocID="{12B01A0F-D3DB-4483-A684-EB3CDDB8C402}" presName="bgRect" presStyleLbl="bgShp" presStyleIdx="0" presStyleCnt="3"/>
      <dgm:spPr/>
    </dgm:pt>
    <dgm:pt modelId="{F189B75D-60E8-4A38-AC23-0DC503925009}" type="pres">
      <dgm:prSet presAssocID="{12B01A0F-D3DB-4483-A684-EB3CDDB8C402}" presName="iconRect" presStyleLbl="node1" presStyleIdx="0" presStyleCnt="3" custLinFactX="556647" custLinFactNeighborX="600000"/>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2A0C591D-F2EB-412E-9E5F-4B0B488D452A}" type="pres">
      <dgm:prSet presAssocID="{12B01A0F-D3DB-4483-A684-EB3CDDB8C402}" presName="spaceRect" presStyleCnt="0"/>
      <dgm:spPr/>
    </dgm:pt>
    <dgm:pt modelId="{BA239B92-C7E8-4937-BA2F-63BBE1282096}" type="pres">
      <dgm:prSet presAssocID="{12B01A0F-D3DB-4483-A684-EB3CDDB8C402}" presName="parTx" presStyleLbl="revTx" presStyleIdx="0" presStyleCnt="3" custLinFactNeighborX="-14324">
        <dgm:presLayoutVars>
          <dgm:chMax val="0"/>
          <dgm:chPref val="0"/>
        </dgm:presLayoutVars>
      </dgm:prSet>
      <dgm:spPr/>
    </dgm:pt>
    <dgm:pt modelId="{25B81F6A-4678-4CB6-B870-DCC32B8BE308}" type="pres">
      <dgm:prSet presAssocID="{213FB626-D022-4DCE-A47B-D3479E29F97C}" presName="sibTrans" presStyleCnt="0"/>
      <dgm:spPr/>
    </dgm:pt>
    <dgm:pt modelId="{580F3AD1-2DCA-4977-8677-DFF4FB7EA121}" type="pres">
      <dgm:prSet presAssocID="{56923969-828A-4BA8-B3D8-0D78B3954F0B}" presName="compNode" presStyleCnt="0"/>
      <dgm:spPr/>
    </dgm:pt>
    <dgm:pt modelId="{F43D942C-5076-405B-826A-BC7DA2026AC7}" type="pres">
      <dgm:prSet presAssocID="{56923969-828A-4BA8-B3D8-0D78B3954F0B}" presName="bgRect" presStyleLbl="bgShp" presStyleIdx="1" presStyleCnt="3"/>
      <dgm:spPr>
        <a:solidFill>
          <a:schemeClr val="accent5"/>
        </a:solidFill>
      </dgm:spPr>
    </dgm:pt>
    <dgm:pt modelId="{8ED43BA3-C6FA-40D0-98FE-78504CE20FC3}" type="pres">
      <dgm:prSet presAssocID="{56923969-828A-4BA8-B3D8-0D78B3954F0B}" presName="iconRect" presStyleLbl="node1" presStyleIdx="1" presStyleCnt="3" custLinFactX="556647" custLinFactNeighborX="600000"/>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379730B0-BB0B-40F6-B12D-8E859490F291}" type="pres">
      <dgm:prSet presAssocID="{56923969-828A-4BA8-B3D8-0D78B3954F0B}" presName="spaceRect" presStyleCnt="0"/>
      <dgm:spPr/>
    </dgm:pt>
    <dgm:pt modelId="{C2A8200A-96B4-428C-8E55-83C8FFDC1FB3}" type="pres">
      <dgm:prSet presAssocID="{56923969-828A-4BA8-B3D8-0D78B3954F0B}" presName="parTx" presStyleLbl="revTx" presStyleIdx="1" presStyleCnt="3" custLinFactNeighborX="-14324">
        <dgm:presLayoutVars>
          <dgm:chMax val="0"/>
          <dgm:chPref val="0"/>
        </dgm:presLayoutVars>
      </dgm:prSet>
      <dgm:spPr/>
    </dgm:pt>
    <dgm:pt modelId="{482FED42-60A7-4FE7-BD43-C9E3D9677997}" type="pres">
      <dgm:prSet presAssocID="{70055B61-415C-4256-B450-DFA4CB0F7EED}" presName="sibTrans" presStyleCnt="0"/>
      <dgm:spPr/>
    </dgm:pt>
    <dgm:pt modelId="{46D7A108-654E-406E-BCC7-B53E4001F28C}" type="pres">
      <dgm:prSet presAssocID="{598D8A68-E8AD-4E27-A32D-3D74B2BA7A6D}" presName="compNode" presStyleCnt="0"/>
      <dgm:spPr/>
    </dgm:pt>
    <dgm:pt modelId="{875D741C-CAD9-4AF6-B4FA-DE20C2DFD952}" type="pres">
      <dgm:prSet presAssocID="{598D8A68-E8AD-4E27-A32D-3D74B2BA7A6D}" presName="bgRect" presStyleLbl="bgShp" presStyleIdx="2" presStyleCnt="3"/>
      <dgm:spPr/>
    </dgm:pt>
    <dgm:pt modelId="{848AB56E-E0E6-4724-B224-7DF8D29317AC}" type="pres">
      <dgm:prSet presAssocID="{598D8A68-E8AD-4E27-A32D-3D74B2BA7A6D}" presName="iconRect" presStyleLbl="node1" presStyleIdx="2" presStyleCnt="3" custLinFactX="556647" custLinFactNeighborX="600000"/>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ard Room"/>
        </a:ext>
      </dgm:extLst>
    </dgm:pt>
    <dgm:pt modelId="{A7CBF6A5-1ACE-4DC2-AC44-C42A787C6B4C}" type="pres">
      <dgm:prSet presAssocID="{598D8A68-E8AD-4E27-A32D-3D74B2BA7A6D}" presName="spaceRect" presStyleCnt="0"/>
      <dgm:spPr/>
    </dgm:pt>
    <dgm:pt modelId="{27D209A1-A39C-4A34-A67B-7F58F8B67DCB}" type="pres">
      <dgm:prSet presAssocID="{598D8A68-E8AD-4E27-A32D-3D74B2BA7A6D}" presName="parTx" presStyleLbl="revTx" presStyleIdx="2" presStyleCnt="3" custLinFactNeighborX="-14324">
        <dgm:presLayoutVars>
          <dgm:chMax val="0"/>
          <dgm:chPref val="0"/>
        </dgm:presLayoutVars>
      </dgm:prSet>
      <dgm:spPr/>
    </dgm:pt>
  </dgm:ptLst>
  <dgm:cxnLst>
    <dgm:cxn modelId="{E19F1C02-E2E7-4263-B5BC-C09B8E53EF5C}" srcId="{49816D63-968C-4A55-9BEC-59743BC029E6}" destId="{598D8A68-E8AD-4E27-A32D-3D74B2BA7A6D}" srcOrd="2" destOrd="0" parTransId="{EA6FABF3-11AF-411B-82BF-6182842CCEF1}" sibTransId="{B9AE1657-59C9-45E6-AF59-CFC463F25A19}"/>
    <dgm:cxn modelId="{21871D64-72DA-4E05-A3A7-0FB94129F53A}" type="presOf" srcId="{12B01A0F-D3DB-4483-A684-EB3CDDB8C402}" destId="{BA239B92-C7E8-4937-BA2F-63BBE1282096}" srcOrd="0" destOrd="0" presId="urn:microsoft.com/office/officeart/2018/2/layout/IconVerticalSolidList"/>
    <dgm:cxn modelId="{E1B2C347-2E28-49E0-B2E7-EDCC0F166AA5}" srcId="{49816D63-968C-4A55-9BEC-59743BC029E6}" destId="{56923969-828A-4BA8-B3D8-0D78B3954F0B}" srcOrd="1" destOrd="0" parTransId="{EDE96EA5-4272-4597-87C5-810736A70304}" sibTransId="{70055B61-415C-4256-B450-DFA4CB0F7EED}"/>
    <dgm:cxn modelId="{2EB42E8D-072D-471C-8F88-52777522F152}" type="presOf" srcId="{56923969-828A-4BA8-B3D8-0D78B3954F0B}" destId="{C2A8200A-96B4-428C-8E55-83C8FFDC1FB3}" srcOrd="0" destOrd="0" presId="urn:microsoft.com/office/officeart/2018/2/layout/IconVerticalSolidList"/>
    <dgm:cxn modelId="{7C02C89A-B90E-4191-82FD-9CE4845EA376}" srcId="{49816D63-968C-4A55-9BEC-59743BC029E6}" destId="{12B01A0F-D3DB-4483-A684-EB3CDDB8C402}" srcOrd="0" destOrd="0" parTransId="{244FE7CD-09C9-4649-8078-2981EDCAFAF5}" sibTransId="{213FB626-D022-4DCE-A47B-D3479E29F97C}"/>
    <dgm:cxn modelId="{F24098B8-8C9A-4C74-8826-7D1C2C7757A8}" type="presOf" srcId="{598D8A68-E8AD-4E27-A32D-3D74B2BA7A6D}" destId="{27D209A1-A39C-4A34-A67B-7F58F8B67DCB}" srcOrd="0" destOrd="0" presId="urn:microsoft.com/office/officeart/2018/2/layout/IconVerticalSolidList"/>
    <dgm:cxn modelId="{390716D4-D918-415D-BB23-40D401583C72}" type="presOf" srcId="{49816D63-968C-4A55-9BEC-59743BC029E6}" destId="{61067BF9-26D6-4B13-BDFD-7E74DD3567ED}" srcOrd="0" destOrd="0" presId="urn:microsoft.com/office/officeart/2018/2/layout/IconVerticalSolidList"/>
    <dgm:cxn modelId="{CEE4C875-104F-4F56-AC4D-07E0D11E2784}" type="presParOf" srcId="{61067BF9-26D6-4B13-BDFD-7E74DD3567ED}" destId="{EE92A8AE-98EB-489C-B356-A192728D5660}" srcOrd="0" destOrd="0" presId="urn:microsoft.com/office/officeart/2018/2/layout/IconVerticalSolidList"/>
    <dgm:cxn modelId="{6BB7D70E-5A1A-4B44-8F6A-EEFC223B3E0E}" type="presParOf" srcId="{EE92A8AE-98EB-489C-B356-A192728D5660}" destId="{C459F91B-A412-4046-9AE9-167787D1DE0B}" srcOrd="0" destOrd="0" presId="urn:microsoft.com/office/officeart/2018/2/layout/IconVerticalSolidList"/>
    <dgm:cxn modelId="{E89F0CE3-15FD-4EF2-943B-F2965FDC7317}" type="presParOf" srcId="{EE92A8AE-98EB-489C-B356-A192728D5660}" destId="{F189B75D-60E8-4A38-AC23-0DC503925009}" srcOrd="1" destOrd="0" presId="urn:microsoft.com/office/officeart/2018/2/layout/IconVerticalSolidList"/>
    <dgm:cxn modelId="{7A0AF181-8637-40C7-A816-94387AC86CCC}" type="presParOf" srcId="{EE92A8AE-98EB-489C-B356-A192728D5660}" destId="{2A0C591D-F2EB-412E-9E5F-4B0B488D452A}" srcOrd="2" destOrd="0" presId="urn:microsoft.com/office/officeart/2018/2/layout/IconVerticalSolidList"/>
    <dgm:cxn modelId="{128FC341-090F-4ED6-99A1-1CF1EE98946B}" type="presParOf" srcId="{EE92A8AE-98EB-489C-B356-A192728D5660}" destId="{BA239B92-C7E8-4937-BA2F-63BBE1282096}" srcOrd="3" destOrd="0" presId="urn:microsoft.com/office/officeart/2018/2/layout/IconVerticalSolidList"/>
    <dgm:cxn modelId="{D238C958-9E0F-4587-9B4F-8CC0813D5DA1}" type="presParOf" srcId="{61067BF9-26D6-4B13-BDFD-7E74DD3567ED}" destId="{25B81F6A-4678-4CB6-B870-DCC32B8BE308}" srcOrd="1" destOrd="0" presId="urn:microsoft.com/office/officeart/2018/2/layout/IconVerticalSolidList"/>
    <dgm:cxn modelId="{4D0B7B5A-6085-4659-AC79-2896A5F43A95}" type="presParOf" srcId="{61067BF9-26D6-4B13-BDFD-7E74DD3567ED}" destId="{580F3AD1-2DCA-4977-8677-DFF4FB7EA121}" srcOrd="2" destOrd="0" presId="urn:microsoft.com/office/officeart/2018/2/layout/IconVerticalSolidList"/>
    <dgm:cxn modelId="{1A411787-0573-4F84-B27E-E69EC2A3C339}" type="presParOf" srcId="{580F3AD1-2DCA-4977-8677-DFF4FB7EA121}" destId="{F43D942C-5076-405B-826A-BC7DA2026AC7}" srcOrd="0" destOrd="0" presId="urn:microsoft.com/office/officeart/2018/2/layout/IconVerticalSolidList"/>
    <dgm:cxn modelId="{83BB126A-927E-4E1F-9431-51C4DBDD6768}" type="presParOf" srcId="{580F3AD1-2DCA-4977-8677-DFF4FB7EA121}" destId="{8ED43BA3-C6FA-40D0-98FE-78504CE20FC3}" srcOrd="1" destOrd="0" presId="urn:microsoft.com/office/officeart/2018/2/layout/IconVerticalSolidList"/>
    <dgm:cxn modelId="{E8658007-9D23-47E4-8C2D-7C1D9AD63447}" type="presParOf" srcId="{580F3AD1-2DCA-4977-8677-DFF4FB7EA121}" destId="{379730B0-BB0B-40F6-B12D-8E859490F291}" srcOrd="2" destOrd="0" presId="urn:microsoft.com/office/officeart/2018/2/layout/IconVerticalSolidList"/>
    <dgm:cxn modelId="{37E0060B-F65C-4FE0-A1ED-0A3EE55B1234}" type="presParOf" srcId="{580F3AD1-2DCA-4977-8677-DFF4FB7EA121}" destId="{C2A8200A-96B4-428C-8E55-83C8FFDC1FB3}" srcOrd="3" destOrd="0" presId="urn:microsoft.com/office/officeart/2018/2/layout/IconVerticalSolidList"/>
    <dgm:cxn modelId="{65F5E5F1-E2A9-4730-BD3B-34329B1B920E}" type="presParOf" srcId="{61067BF9-26D6-4B13-BDFD-7E74DD3567ED}" destId="{482FED42-60A7-4FE7-BD43-C9E3D9677997}" srcOrd="3" destOrd="0" presId="urn:microsoft.com/office/officeart/2018/2/layout/IconVerticalSolidList"/>
    <dgm:cxn modelId="{8D0F1E27-4C28-49D1-BAD5-02750F697AA1}" type="presParOf" srcId="{61067BF9-26D6-4B13-BDFD-7E74DD3567ED}" destId="{46D7A108-654E-406E-BCC7-B53E4001F28C}" srcOrd="4" destOrd="0" presId="urn:microsoft.com/office/officeart/2018/2/layout/IconVerticalSolidList"/>
    <dgm:cxn modelId="{9F0B78CB-DE2A-4480-830A-E1B80C213EAE}" type="presParOf" srcId="{46D7A108-654E-406E-BCC7-B53E4001F28C}" destId="{875D741C-CAD9-4AF6-B4FA-DE20C2DFD952}" srcOrd="0" destOrd="0" presId="urn:microsoft.com/office/officeart/2018/2/layout/IconVerticalSolidList"/>
    <dgm:cxn modelId="{660DFB20-7B2D-4E52-AC36-8110CEDC70C7}" type="presParOf" srcId="{46D7A108-654E-406E-BCC7-B53E4001F28C}" destId="{848AB56E-E0E6-4724-B224-7DF8D29317AC}" srcOrd="1" destOrd="0" presId="urn:microsoft.com/office/officeart/2018/2/layout/IconVerticalSolidList"/>
    <dgm:cxn modelId="{2162CD32-1CD9-477F-AE6F-33AF5191F8AC}" type="presParOf" srcId="{46D7A108-654E-406E-BCC7-B53E4001F28C}" destId="{A7CBF6A5-1ACE-4DC2-AC44-C42A787C6B4C}" srcOrd="2" destOrd="0" presId="urn:microsoft.com/office/officeart/2018/2/layout/IconVerticalSolidList"/>
    <dgm:cxn modelId="{6FCF57F7-E560-4AB5-9E1B-602752354A33}" type="presParOf" srcId="{46D7A108-654E-406E-BCC7-B53E4001F28C}" destId="{27D209A1-A39C-4A34-A67B-7F58F8B67DC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noFill/>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أ1 خدمة العملاء في الأعمال</a:t>
          </a:r>
          <a:endParaRPr lang="en-US" sz="21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أ2 توقعات العملاء والحصول على رضاهم</a:t>
          </a:r>
          <a:endParaRPr lang="en-US" sz="21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a:noFill/>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أ3 فوائد بناء العلاقات مع العملاء</a:t>
          </a:r>
          <a:endParaRPr lang="en-US" sz="2100" dirty="0">
            <a:latin typeface="Sakkal Majalla" panose="02000000000000000000" pitchFamily="2" charset="-78"/>
            <a:cs typeface="Sakkal Majalla" panose="02000000000000000000" pitchFamily="2" charset="-78"/>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D38D27B2-4A76-FC44-B9C8-727DBB68E857}">
      <dgm:prSet custT="1"/>
      <dgm:spPr/>
      <dgm:t>
        <a:bodyPr rtlCol="1"/>
        <a:lstStyle/>
        <a:p>
          <a:pPr rtl="1">
            <a:lnSpc>
              <a:spcPct val="100000"/>
            </a:lnSpc>
          </a:pPr>
          <a:r>
            <a:rPr lang="ar" sz="2100" dirty="0">
              <a:latin typeface="Sakkal Majalla" panose="02000000000000000000" pitchFamily="2" charset="-78"/>
              <a:cs typeface="Sakkal Majalla" panose="02000000000000000000" pitchFamily="2" charset="-78"/>
            </a:rPr>
            <a:t>أ4 تشريعات ولوائح خدمة العملاء</a:t>
          </a:r>
          <a:endParaRPr lang="en-US" sz="2100" dirty="0">
            <a:latin typeface="Sakkal Majalla" panose="02000000000000000000" pitchFamily="2" charset="-78"/>
            <a:cs typeface="Sakkal Majalla" panose="02000000000000000000" pitchFamily="2" charset="-78"/>
          </a:endParaRPr>
        </a:p>
      </dgm:t>
    </dgm:pt>
    <dgm:pt modelId="{0200A9C0-9CC8-F84F-9F79-971FC768CC13}" type="parTrans" cxnId="{4C7410C5-EB1C-FC4E-B7CD-E8969764FD78}">
      <dgm:prSet/>
      <dgm:spPr/>
      <dgm:t>
        <a:bodyPr rtlCol="1"/>
        <a:lstStyle/>
        <a:p>
          <a:pPr rtl="1"/>
          <a:endParaRPr lang="en-GB"/>
        </a:p>
      </dgm:t>
    </dgm:pt>
    <dgm:pt modelId="{BE613900-2115-AE49-A8FC-F9854142C1BC}" type="sibTrans" cxnId="{4C7410C5-EB1C-FC4E-B7CD-E8969764FD78}">
      <dgm:prSet/>
      <dgm:spPr/>
      <dgm:t>
        <a:bodyPr rtlCol="1"/>
        <a:lstStyle/>
        <a:p>
          <a:pPr rtl="1"/>
          <a:endParaRPr lang="en-GB"/>
        </a:p>
      </dgm:t>
    </dgm:pt>
    <dgm:pt modelId="{C8A36B54-2CB1-ED4B-B9C0-FC8A2D0861F4}">
      <dgm:prSet custT="1"/>
      <dgm:spPr/>
      <dgm:t>
        <a:bodyPr rtlCol="1"/>
        <a:lstStyle/>
        <a:p>
          <a:pPr rtl="1">
            <a:lnSpc>
              <a:spcPct val="100000"/>
            </a:lnSpc>
          </a:pPr>
          <a:r>
            <a:rPr lang="ar" sz="2100" b="1" dirty="0">
              <a:latin typeface="Sakkal Majalla" panose="02000000000000000000" pitchFamily="2" charset="-78"/>
              <a:cs typeface="Sakkal Majalla" panose="02000000000000000000" pitchFamily="2" charset="-78"/>
            </a:rPr>
            <a:t>مجالات المحتوى الرئيسة</a:t>
          </a:r>
        </a:p>
      </dgm:t>
    </dgm:pt>
    <dgm:pt modelId="{C3FBB647-007B-4C4D-8ADA-182C0F5A47A6}" type="parTrans" cxnId="{E5F187BC-C410-5E49-93BC-3C584F5DC389}">
      <dgm:prSet/>
      <dgm:spPr/>
      <dgm:t>
        <a:bodyPr rtlCol="1"/>
        <a:lstStyle/>
        <a:p>
          <a:pPr rtl="1"/>
          <a:endParaRPr lang="en-GB"/>
        </a:p>
      </dgm:t>
    </dgm:pt>
    <dgm:pt modelId="{692C18A0-ECE4-024B-B525-1D7488D3C7CB}" type="sibTrans" cxnId="{E5F187BC-C410-5E49-93BC-3C584F5DC389}">
      <dgm:prSet/>
      <dgm:spPr/>
      <dgm:t>
        <a:bodyPr rtlCol="1"/>
        <a:lstStyle/>
        <a:p>
          <a:pPr rtl="1"/>
          <a:endParaRPr lang="en-GB"/>
        </a:p>
      </dgm:t>
    </dgm:pt>
    <dgm:pt modelId="{B3B44CE8-9EB0-4E94-AC20-BBFD45B3B64F}" type="pres">
      <dgm:prSet presAssocID="{273F4FFB-BF9F-4EE8-B58E-FFED8E01943B}" presName="root" presStyleCnt="0">
        <dgm:presLayoutVars>
          <dgm:dir/>
          <dgm:resizeHandles val="exact"/>
        </dgm:presLayoutVars>
      </dgm:prSet>
      <dgm:spPr/>
    </dgm:pt>
    <dgm:pt modelId="{11C7BEF1-2345-4A6C-BADC-E727F100EB5A}" type="pres">
      <dgm:prSet presAssocID="{C8A36B54-2CB1-ED4B-B9C0-FC8A2D0861F4}" presName="compNode" presStyleCnt="0"/>
      <dgm:spPr/>
    </dgm:pt>
    <dgm:pt modelId="{4DC6443E-F6CB-4E39-B8B4-8735A3F35C81}" type="pres">
      <dgm:prSet presAssocID="{C8A36B54-2CB1-ED4B-B9C0-FC8A2D0861F4}" presName="bgRect" presStyleLbl="bgShp" presStyleIdx="0" presStyleCnt="5"/>
      <dgm:spPr/>
    </dgm:pt>
    <dgm:pt modelId="{B1E01E3D-6D85-4BA8-8D47-D67B5A12AA05}" type="pres">
      <dgm:prSet presAssocID="{C8A36B54-2CB1-ED4B-B9C0-FC8A2D0861F4}" presName="iconRect" presStyleLbl="node1" presStyleIdx="0" presStyleCnt="5" custLinFactX="462808" custLinFactNeighborX="500000"/>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FB69FCB6-C1BD-49E5-97C3-13958B8ACDB1}" type="pres">
      <dgm:prSet presAssocID="{C8A36B54-2CB1-ED4B-B9C0-FC8A2D0861F4}" presName="spaceRect" presStyleCnt="0"/>
      <dgm:spPr/>
    </dgm:pt>
    <dgm:pt modelId="{A964A834-0AE3-40C9-B5C8-75BE27C4EBF8}" type="pres">
      <dgm:prSet presAssocID="{C8A36B54-2CB1-ED4B-B9C0-FC8A2D0861F4}" presName="parTx" presStyleLbl="revTx" presStyleIdx="0" presStyleCnt="5" custScaleX="89693" custLinFactNeighborX="-13372">
        <dgm:presLayoutVars>
          <dgm:chMax val="0"/>
          <dgm:chPref val="0"/>
        </dgm:presLayoutVars>
      </dgm:prSet>
      <dgm:spPr/>
    </dgm:pt>
    <dgm:pt modelId="{4A8D0571-C022-0942-856F-1235BB03BBE1}" type="pres">
      <dgm:prSet presAssocID="{692C18A0-ECE4-024B-B525-1D7488D3C7CB}" presName="sibTrans" presStyleCnt="0"/>
      <dgm:spPr/>
    </dgm:pt>
    <dgm:pt modelId="{5EBAB49B-8F61-427A-8EB6-147E5E00CCB3}" type="pres">
      <dgm:prSet presAssocID="{5FE25653-A7BA-47FB-8073-2B4FA7940492}" presName="compNode" presStyleCnt="0"/>
      <dgm:spPr/>
    </dgm:pt>
    <dgm:pt modelId="{CF774ABA-3244-4408-901F-6CCE877A456B}" type="pres">
      <dgm:prSet presAssocID="{5FE25653-A7BA-47FB-8073-2B4FA7940492}" presName="bgRect" presStyleLbl="bgShp" presStyleIdx="1" presStyleCnt="5"/>
      <dgm:spPr>
        <a:solidFill>
          <a:schemeClr val="accent5"/>
        </a:solidFill>
      </dgm:spPr>
    </dgm:pt>
    <dgm:pt modelId="{407EE78B-D7B9-41CD-B540-6B48BF9CD5D7}" type="pres">
      <dgm:prSet presAssocID="{5FE25653-A7BA-47FB-8073-2B4FA7940492}" presName="iconRect" presStyleLbl="node1" presStyleIdx="1" presStyleCnt="5" custLinFactX="462808" custLinFactNeighborX="500000"/>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hopping bag with solid fill"/>
        </a:ext>
      </dgm:extLst>
    </dgm:pt>
    <dgm:pt modelId="{589689BB-44B5-4EF3-AD55-DE4BE0B2B633}" type="pres">
      <dgm:prSet presAssocID="{5FE25653-A7BA-47FB-8073-2B4FA7940492}" presName="spaceRect" presStyleCnt="0"/>
      <dgm:spPr/>
    </dgm:pt>
    <dgm:pt modelId="{93BE2D37-BA8E-4389-9AA8-5F0BF3C22FB2}" type="pres">
      <dgm:prSet presAssocID="{5FE25653-A7BA-47FB-8073-2B4FA7940492}" presName="parTx" presStyleLbl="revTx" presStyleIdx="1" presStyleCnt="5" custLinFactNeighborX="-18895">
        <dgm:presLayoutVars>
          <dgm:chMax val="0"/>
          <dgm:chPref val="0"/>
        </dgm:presLayoutVars>
      </dgm:prSet>
      <dgm:spPr/>
    </dgm:pt>
    <dgm:pt modelId="{3DD1CBBC-2D4F-445E-BEC6-772E550D633A}" type="pres">
      <dgm:prSet presAssocID="{FD9ABB40-9682-4D97-B80C-F7F64D08F683}" presName="sibTrans" presStyleCnt="0"/>
      <dgm:spPr/>
    </dgm:pt>
    <dgm:pt modelId="{4D315DB8-C065-4BD9-91B8-C43A61E5098B}" type="pres">
      <dgm:prSet presAssocID="{CCCABDE4-D42F-4A79-80D9-607472E8A4AF}" presName="compNode" presStyleCnt="0"/>
      <dgm:spPr/>
    </dgm:pt>
    <dgm:pt modelId="{3DCFFCF7-9656-439F-BBA1-13F8CDCDF580}" type="pres">
      <dgm:prSet presAssocID="{CCCABDE4-D42F-4A79-80D9-607472E8A4AF}" presName="bgRect" presStyleLbl="bgShp" presStyleIdx="2" presStyleCnt="5"/>
      <dgm:spPr/>
    </dgm:pt>
    <dgm:pt modelId="{0F9FDF15-0AA0-473D-88E0-CE97E32171A0}" type="pres">
      <dgm:prSet presAssocID="{CCCABDE4-D42F-4A79-80D9-607472E8A4AF}" presName="iconRect" presStyleLbl="node1" presStyleIdx="2" presStyleCnt="5" custLinFactX="462808" custLinFactNeighborX="500000"/>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iling Face with No Fill"/>
        </a:ext>
      </dgm:extLst>
    </dgm:pt>
    <dgm:pt modelId="{BEAD7674-1BCA-4A65-915F-23B0136F2371}" type="pres">
      <dgm:prSet presAssocID="{CCCABDE4-D42F-4A79-80D9-607472E8A4AF}" presName="spaceRect" presStyleCnt="0"/>
      <dgm:spPr/>
    </dgm:pt>
    <dgm:pt modelId="{4E9A5E81-88A1-48A0-AFE5-8C2E829447C6}" type="pres">
      <dgm:prSet presAssocID="{CCCABDE4-D42F-4A79-80D9-607472E8A4AF}" presName="parTx" presStyleLbl="revTx" presStyleIdx="2" presStyleCnt="5" custScaleX="82081" custLinFactNeighborX="-10307">
        <dgm:presLayoutVars>
          <dgm:chMax val="0"/>
          <dgm:chPref val="0"/>
        </dgm:presLayoutVars>
      </dgm:prSet>
      <dgm:spPr/>
    </dgm:pt>
    <dgm:pt modelId="{2CE0F2B3-7CC5-4390-8ADB-31DD6C3E711B}" type="pres">
      <dgm:prSet presAssocID="{F2E7893A-50A6-440B-AD9A-267ED4D45C29}" presName="sibTrans" presStyleCnt="0"/>
      <dgm:spPr/>
    </dgm:pt>
    <dgm:pt modelId="{2350B4E3-B65A-4FF7-914D-D10AB695422F}" type="pres">
      <dgm:prSet presAssocID="{CD26852E-4EBB-497C-89F8-723E96217B92}" presName="compNode" presStyleCnt="0"/>
      <dgm:spPr/>
    </dgm:pt>
    <dgm:pt modelId="{693E8EA8-B382-4DB9-9693-CC4A83C66864}" type="pres">
      <dgm:prSet presAssocID="{CD26852E-4EBB-497C-89F8-723E96217B92}" presName="bgRect" presStyleLbl="bgShp" presStyleIdx="3" presStyleCnt="5"/>
      <dgm:spPr>
        <a:solidFill>
          <a:schemeClr val="accent5"/>
        </a:solidFill>
      </dgm:spPr>
    </dgm:pt>
    <dgm:pt modelId="{A1B2B1EA-5208-4C5B-8E7E-A2F7BA9F4A94}" type="pres">
      <dgm:prSet presAssocID="{CD26852E-4EBB-497C-89F8-723E96217B92}" presName="iconRect" presStyleLbl="node1" presStyleIdx="3" presStyleCnt="5" custLinFactX="462808" custLinFactNeighborX="500000"/>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andshake"/>
        </a:ext>
      </dgm:extLst>
    </dgm:pt>
    <dgm:pt modelId="{638C938E-6468-4496-BC07-970A09C5A1A7}" type="pres">
      <dgm:prSet presAssocID="{CD26852E-4EBB-497C-89F8-723E96217B92}" presName="spaceRect" presStyleCnt="0"/>
      <dgm:spPr/>
    </dgm:pt>
    <dgm:pt modelId="{54864B26-DA10-455E-A602-20A0CE7D3A9C}" type="pres">
      <dgm:prSet presAssocID="{CD26852E-4EBB-497C-89F8-723E96217B92}" presName="parTx" presStyleLbl="revTx" presStyleIdx="3" presStyleCnt="5" custScaleX="75210" custLinFactNeighborX="-6871">
        <dgm:presLayoutVars>
          <dgm:chMax val="0"/>
          <dgm:chPref val="0"/>
        </dgm:presLayoutVars>
      </dgm:prSet>
      <dgm:spPr/>
    </dgm:pt>
    <dgm:pt modelId="{266B042F-7D02-4D85-B2CB-4A9041D97857}" type="pres">
      <dgm:prSet presAssocID="{28DEC12D-D78E-456D-B314-F141468F4213}" presName="sibTrans" presStyleCnt="0"/>
      <dgm:spPr/>
    </dgm:pt>
    <dgm:pt modelId="{78971159-E34F-484C-AC41-6A7ADE5ADF47}" type="pres">
      <dgm:prSet presAssocID="{D38D27B2-4A76-FC44-B9C8-727DBB68E857}" presName="compNode" presStyleCnt="0"/>
      <dgm:spPr/>
    </dgm:pt>
    <dgm:pt modelId="{7485C9CC-136B-45CA-ACEC-BE5C9D4E4E72}" type="pres">
      <dgm:prSet presAssocID="{D38D27B2-4A76-FC44-B9C8-727DBB68E857}" presName="bgRect" presStyleLbl="bgShp" presStyleIdx="4" presStyleCnt="5"/>
      <dgm:spPr/>
    </dgm:pt>
    <dgm:pt modelId="{C78D4626-1FAF-4B13-B316-6DBFB5221A01}" type="pres">
      <dgm:prSet presAssocID="{D38D27B2-4A76-FC44-B9C8-727DBB68E857}" presName="iconRect" presStyleLbl="node1" presStyleIdx="4" presStyleCnt="5" custLinFactX="462808" custLinFactNeighborX="500000"/>
      <dgm:spPr>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avel"/>
        </a:ext>
      </dgm:extLst>
    </dgm:pt>
    <dgm:pt modelId="{8EB9273C-2F5F-49DC-A2BC-2003C84BCBF4}" type="pres">
      <dgm:prSet presAssocID="{D38D27B2-4A76-FC44-B9C8-727DBB68E857}" presName="spaceRect" presStyleCnt="0"/>
      <dgm:spPr/>
    </dgm:pt>
    <dgm:pt modelId="{3158C3DF-B0EA-4041-98EC-46489D1E8C1D}" type="pres">
      <dgm:prSet presAssocID="{D38D27B2-4A76-FC44-B9C8-727DBB68E857}" presName="parTx" presStyleLbl="revTx" presStyleIdx="4" presStyleCnt="5" custScaleX="78646" custLinFactNeighborX="-8589">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0B3B720F-15B5-9B4E-B972-A8DD41163097}" type="presOf" srcId="{273F4FFB-BF9F-4EE8-B58E-FFED8E01943B}" destId="{B3B44CE8-9EB0-4E94-AC20-BBFD45B3B64F}" srcOrd="0" destOrd="0" presId="urn:microsoft.com/office/officeart/2018/2/layout/IconVerticalSolidList"/>
    <dgm:cxn modelId="{1BE21714-A0FA-5148-A4F1-06F95FF01B0F}" type="presOf" srcId="{C8A36B54-2CB1-ED4B-B9C0-FC8A2D0861F4}" destId="{A964A834-0AE3-40C9-B5C8-75BE27C4EBF8}"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967027B9-D0C0-6046-9C0A-4D1C5971C926}" type="presOf" srcId="{D38D27B2-4A76-FC44-B9C8-727DBB68E857}" destId="{3158C3DF-B0EA-4041-98EC-46489D1E8C1D}" srcOrd="0" destOrd="0" presId="urn:microsoft.com/office/officeart/2018/2/layout/IconVerticalSolidList"/>
    <dgm:cxn modelId="{E5F187BC-C410-5E49-93BC-3C584F5DC389}" srcId="{273F4FFB-BF9F-4EE8-B58E-FFED8E01943B}" destId="{C8A36B54-2CB1-ED4B-B9C0-FC8A2D0861F4}" srcOrd="0" destOrd="0" parTransId="{C3FBB647-007B-4C4D-8ADA-182C0F5A47A6}" sibTransId="{692C18A0-ECE4-024B-B525-1D7488D3C7CB}"/>
    <dgm:cxn modelId="{4C7410C5-EB1C-FC4E-B7CD-E8969764FD78}" srcId="{273F4FFB-BF9F-4EE8-B58E-FFED8E01943B}" destId="{D38D27B2-4A76-FC44-B9C8-727DBB68E857}" srcOrd="4" destOrd="0" parTransId="{0200A9C0-9CC8-F84F-9F79-971FC768CC13}" sibTransId="{BE613900-2115-AE49-A8FC-F9854142C1BC}"/>
    <dgm:cxn modelId="{753BA8CD-4B93-904A-95D2-DE602C320F8B}" type="presOf" srcId="{CD26852E-4EBB-497C-89F8-723E96217B92}" destId="{54864B26-DA10-455E-A602-20A0CE7D3A9C}" srcOrd="0" destOrd="0" presId="urn:microsoft.com/office/officeart/2018/2/layout/IconVerticalSolidList"/>
    <dgm:cxn modelId="{7FB764D0-EA32-3748-8DED-378ADBB273F8}" type="presOf" srcId="{5FE25653-A7BA-47FB-8073-2B4FA7940492}" destId="{93BE2D37-BA8E-4389-9AA8-5F0BF3C22FB2}"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B037ECE0-67EC-0C45-AE43-CF10DE6E6CE6}" type="presOf" srcId="{CCCABDE4-D42F-4A79-80D9-607472E8A4AF}" destId="{4E9A5E81-88A1-48A0-AFE5-8C2E829447C6}" srcOrd="0" destOrd="0" presId="urn:microsoft.com/office/officeart/2018/2/layout/IconVerticalSolidList"/>
    <dgm:cxn modelId="{75ADD115-860D-0945-946F-B2442E64A038}" type="presParOf" srcId="{B3B44CE8-9EB0-4E94-AC20-BBFD45B3B64F}" destId="{11C7BEF1-2345-4A6C-BADC-E727F100EB5A}" srcOrd="0" destOrd="0" presId="urn:microsoft.com/office/officeart/2018/2/layout/IconVerticalSolidList"/>
    <dgm:cxn modelId="{ADFBCC4F-5A62-0C44-B445-3B04043FEEBC}" type="presParOf" srcId="{11C7BEF1-2345-4A6C-BADC-E727F100EB5A}" destId="{4DC6443E-F6CB-4E39-B8B4-8735A3F35C81}" srcOrd="0" destOrd="0" presId="urn:microsoft.com/office/officeart/2018/2/layout/IconVerticalSolidList"/>
    <dgm:cxn modelId="{142409FD-1604-4146-A513-3065197F7227}" type="presParOf" srcId="{11C7BEF1-2345-4A6C-BADC-E727F100EB5A}" destId="{B1E01E3D-6D85-4BA8-8D47-D67B5A12AA05}" srcOrd="1" destOrd="0" presId="urn:microsoft.com/office/officeart/2018/2/layout/IconVerticalSolidList"/>
    <dgm:cxn modelId="{C6C642D1-3A73-CE4E-941E-9E9FA11F6B18}" type="presParOf" srcId="{11C7BEF1-2345-4A6C-BADC-E727F100EB5A}" destId="{FB69FCB6-C1BD-49E5-97C3-13958B8ACDB1}" srcOrd="2" destOrd="0" presId="urn:microsoft.com/office/officeart/2018/2/layout/IconVerticalSolidList"/>
    <dgm:cxn modelId="{C6A0297D-9FBF-114D-B601-5254521F7D73}" type="presParOf" srcId="{11C7BEF1-2345-4A6C-BADC-E727F100EB5A}" destId="{A964A834-0AE3-40C9-B5C8-75BE27C4EBF8}" srcOrd="3" destOrd="0" presId="urn:microsoft.com/office/officeart/2018/2/layout/IconVerticalSolidList"/>
    <dgm:cxn modelId="{F6F0B1E0-F6C4-A44C-B25F-F7C3075A6D1E}" type="presParOf" srcId="{B3B44CE8-9EB0-4E94-AC20-BBFD45B3B64F}" destId="{4A8D0571-C022-0942-856F-1235BB03BBE1}" srcOrd="1" destOrd="0" presId="urn:microsoft.com/office/officeart/2018/2/layout/IconVerticalSolidList"/>
    <dgm:cxn modelId="{A1C48F6A-9FF2-7044-8E6F-C45987947E4E}" type="presParOf" srcId="{B3B44CE8-9EB0-4E94-AC20-BBFD45B3B64F}" destId="{5EBAB49B-8F61-427A-8EB6-147E5E00CCB3}" srcOrd="2" destOrd="0" presId="urn:microsoft.com/office/officeart/2018/2/layout/IconVerticalSolidList"/>
    <dgm:cxn modelId="{C5DF3859-3DAA-9949-BCDA-C7F0F080248C}" type="presParOf" srcId="{5EBAB49B-8F61-427A-8EB6-147E5E00CCB3}" destId="{CF774ABA-3244-4408-901F-6CCE877A456B}" srcOrd="0" destOrd="0" presId="urn:microsoft.com/office/officeart/2018/2/layout/IconVerticalSolidList"/>
    <dgm:cxn modelId="{12278E1A-D374-0B4B-BDA5-39567311E2CF}" type="presParOf" srcId="{5EBAB49B-8F61-427A-8EB6-147E5E00CCB3}" destId="{407EE78B-D7B9-41CD-B540-6B48BF9CD5D7}" srcOrd="1" destOrd="0" presId="urn:microsoft.com/office/officeart/2018/2/layout/IconVerticalSolidList"/>
    <dgm:cxn modelId="{3EBD2A39-250E-B446-90F5-F294828A89D0}" type="presParOf" srcId="{5EBAB49B-8F61-427A-8EB6-147E5E00CCB3}" destId="{589689BB-44B5-4EF3-AD55-DE4BE0B2B633}" srcOrd="2" destOrd="0" presId="urn:microsoft.com/office/officeart/2018/2/layout/IconVerticalSolidList"/>
    <dgm:cxn modelId="{1E8DD7BD-08E2-294F-B7AB-8F02D1175EAB}" type="presParOf" srcId="{5EBAB49B-8F61-427A-8EB6-147E5E00CCB3}" destId="{93BE2D37-BA8E-4389-9AA8-5F0BF3C22FB2}" srcOrd="3" destOrd="0" presId="urn:microsoft.com/office/officeart/2018/2/layout/IconVerticalSolidList"/>
    <dgm:cxn modelId="{DAA18769-7288-B54B-A774-DD3423ABE8CD}" type="presParOf" srcId="{B3B44CE8-9EB0-4E94-AC20-BBFD45B3B64F}" destId="{3DD1CBBC-2D4F-445E-BEC6-772E550D633A}" srcOrd="3" destOrd="0" presId="urn:microsoft.com/office/officeart/2018/2/layout/IconVerticalSolidList"/>
    <dgm:cxn modelId="{DF2172B8-6C5E-7E45-AD9E-094B670CAB69}" type="presParOf" srcId="{B3B44CE8-9EB0-4E94-AC20-BBFD45B3B64F}" destId="{4D315DB8-C065-4BD9-91B8-C43A61E5098B}" srcOrd="4" destOrd="0" presId="urn:microsoft.com/office/officeart/2018/2/layout/IconVerticalSolidList"/>
    <dgm:cxn modelId="{F1A816D3-A8F8-0C41-8703-313670918CC4}" type="presParOf" srcId="{4D315DB8-C065-4BD9-91B8-C43A61E5098B}" destId="{3DCFFCF7-9656-439F-BBA1-13F8CDCDF580}" srcOrd="0" destOrd="0" presId="urn:microsoft.com/office/officeart/2018/2/layout/IconVerticalSolidList"/>
    <dgm:cxn modelId="{3A195EBD-1224-124A-A0F7-38240D101100}" type="presParOf" srcId="{4D315DB8-C065-4BD9-91B8-C43A61E5098B}" destId="{0F9FDF15-0AA0-473D-88E0-CE97E32171A0}" srcOrd="1" destOrd="0" presId="urn:microsoft.com/office/officeart/2018/2/layout/IconVerticalSolidList"/>
    <dgm:cxn modelId="{C1CFD609-BBD0-F742-8720-6775E0734BBB}" type="presParOf" srcId="{4D315DB8-C065-4BD9-91B8-C43A61E5098B}" destId="{BEAD7674-1BCA-4A65-915F-23B0136F2371}" srcOrd="2" destOrd="0" presId="urn:microsoft.com/office/officeart/2018/2/layout/IconVerticalSolidList"/>
    <dgm:cxn modelId="{2D3C9B7C-9036-E04D-9EB5-C6CA5B23BBC2}" type="presParOf" srcId="{4D315DB8-C065-4BD9-91B8-C43A61E5098B}" destId="{4E9A5E81-88A1-48A0-AFE5-8C2E829447C6}" srcOrd="3" destOrd="0" presId="urn:microsoft.com/office/officeart/2018/2/layout/IconVerticalSolidList"/>
    <dgm:cxn modelId="{5523B714-46A6-9546-A091-487C4D595DFF}" type="presParOf" srcId="{B3B44CE8-9EB0-4E94-AC20-BBFD45B3B64F}" destId="{2CE0F2B3-7CC5-4390-8ADB-31DD6C3E711B}" srcOrd="5" destOrd="0" presId="urn:microsoft.com/office/officeart/2018/2/layout/IconVerticalSolidList"/>
    <dgm:cxn modelId="{AE4D8549-8BF9-1844-9E16-C541A48F332C}" type="presParOf" srcId="{B3B44CE8-9EB0-4E94-AC20-BBFD45B3B64F}" destId="{2350B4E3-B65A-4FF7-914D-D10AB695422F}" srcOrd="6" destOrd="0" presId="urn:microsoft.com/office/officeart/2018/2/layout/IconVerticalSolidList"/>
    <dgm:cxn modelId="{FF65140E-4173-2244-B8C0-BEE2A6645FA4}" type="presParOf" srcId="{2350B4E3-B65A-4FF7-914D-D10AB695422F}" destId="{693E8EA8-B382-4DB9-9693-CC4A83C66864}" srcOrd="0" destOrd="0" presId="urn:microsoft.com/office/officeart/2018/2/layout/IconVerticalSolidList"/>
    <dgm:cxn modelId="{093500DD-C47C-704A-871F-EBC0EAF23067}" type="presParOf" srcId="{2350B4E3-B65A-4FF7-914D-D10AB695422F}" destId="{A1B2B1EA-5208-4C5B-8E7E-A2F7BA9F4A94}" srcOrd="1" destOrd="0" presId="urn:microsoft.com/office/officeart/2018/2/layout/IconVerticalSolidList"/>
    <dgm:cxn modelId="{C981AAE1-7AC0-5140-B1DF-1668AD38887E}" type="presParOf" srcId="{2350B4E3-B65A-4FF7-914D-D10AB695422F}" destId="{638C938E-6468-4496-BC07-970A09C5A1A7}" srcOrd="2" destOrd="0" presId="urn:microsoft.com/office/officeart/2018/2/layout/IconVerticalSolidList"/>
    <dgm:cxn modelId="{CB3EFB98-5ED4-5E4C-9DF9-39717AD4E92F}" type="presParOf" srcId="{2350B4E3-B65A-4FF7-914D-D10AB695422F}" destId="{54864B26-DA10-455E-A602-20A0CE7D3A9C}" srcOrd="3" destOrd="0" presId="urn:microsoft.com/office/officeart/2018/2/layout/IconVerticalSolidList"/>
    <dgm:cxn modelId="{60124377-3B5F-3647-85E3-27230C1D9627}" type="presParOf" srcId="{B3B44CE8-9EB0-4E94-AC20-BBFD45B3B64F}" destId="{266B042F-7D02-4D85-B2CB-4A9041D97857}" srcOrd="7" destOrd="0" presId="urn:microsoft.com/office/officeart/2018/2/layout/IconVerticalSolidList"/>
    <dgm:cxn modelId="{21F9D989-0639-1C40-812B-D1FAA861B72C}" type="presParOf" srcId="{B3B44CE8-9EB0-4E94-AC20-BBFD45B3B64F}" destId="{78971159-E34F-484C-AC41-6A7ADE5ADF47}" srcOrd="8" destOrd="0" presId="urn:microsoft.com/office/officeart/2018/2/layout/IconVerticalSolidList"/>
    <dgm:cxn modelId="{77C16D27-2E62-CF4B-A05C-3B84D88082C8}" type="presParOf" srcId="{78971159-E34F-484C-AC41-6A7ADE5ADF47}" destId="{7485C9CC-136B-45CA-ACEC-BE5C9D4E4E72}" srcOrd="0" destOrd="0" presId="urn:microsoft.com/office/officeart/2018/2/layout/IconVerticalSolidList"/>
    <dgm:cxn modelId="{525641C0-A8D6-CE43-A05F-B3898EA2ABCE}" type="presParOf" srcId="{78971159-E34F-484C-AC41-6A7ADE5ADF47}" destId="{C78D4626-1FAF-4B13-B316-6DBFB5221A01}" srcOrd="1" destOrd="0" presId="urn:microsoft.com/office/officeart/2018/2/layout/IconVerticalSolidList"/>
    <dgm:cxn modelId="{F7080CEA-BCDB-B144-A88B-AD20BDAE4996}" type="presParOf" srcId="{78971159-E34F-484C-AC41-6A7ADE5ADF47}" destId="{8EB9273C-2F5F-49DC-A2BC-2003C84BCBF4}" srcOrd="2" destOrd="0" presId="urn:microsoft.com/office/officeart/2018/2/layout/IconVerticalSolidList"/>
    <dgm:cxn modelId="{3723A2E9-6B42-E24D-8CD4-9E41F680FCD4}" type="presParOf" srcId="{78971159-E34F-484C-AC41-6A7ADE5ADF47}" destId="{3158C3DF-B0EA-4041-98EC-46489D1E8C1D}"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AB6FBF4-79B4-B047-9AFA-CB35B0ECF2CF}" type="doc">
      <dgm:prSet loTypeId="urn:microsoft.com/office/officeart/2005/8/layout/cycle2" loCatId="cycle" qsTypeId="urn:microsoft.com/office/officeart/2005/8/quickstyle/simple1" qsCatId="simple" csTypeId="urn:microsoft.com/office/officeart/2005/8/colors/accent1_2" csCatId="accent1" phldr="1"/>
      <dgm:spPr/>
      <dgm:t>
        <a:bodyPr rtlCol="1"/>
        <a:lstStyle/>
        <a:p>
          <a:pPr rtl="1"/>
          <a:endParaRPr lang="en-GB"/>
        </a:p>
      </dgm:t>
    </dgm:pt>
    <dgm:pt modelId="{E2D110C4-9D43-6042-9728-AB092F0F5F18}">
      <dgm:prSet custT="1"/>
      <dgm:spPr>
        <a:solidFill>
          <a:schemeClr val="accent6">
            <a:lumMod val="20000"/>
            <a:lumOff val="80000"/>
          </a:schemeClr>
        </a:solidFill>
      </dgm:spPr>
      <dgm:t>
        <a:bodyPr rtlCol="1"/>
        <a:lstStyle/>
        <a:p>
          <a:pPr rtl="1"/>
          <a:r>
            <a:rPr lang="ar" sz="1500" dirty="0">
              <a:solidFill>
                <a:schemeClr val="tx1"/>
              </a:solidFill>
              <a:latin typeface="Sakkal Majalla" panose="02000000000000000000" pitchFamily="2" charset="-78"/>
              <a:cs typeface="Sakkal Majalla" panose="02000000000000000000" pitchFamily="2" charset="-78"/>
            </a:rPr>
            <a:t>تعزيز سمعة الشركة</a:t>
          </a:r>
        </a:p>
      </dgm:t>
    </dgm:pt>
    <dgm:pt modelId="{633ABE36-25AB-FC4A-84BE-33E911B90DAA}" type="parTrans" cxnId="{4E024613-0ECA-7842-8E8B-C5720CC992D0}">
      <dgm:prSet/>
      <dgm:spPr/>
      <dgm:t>
        <a:bodyPr rtlCol="1"/>
        <a:lstStyle/>
        <a:p>
          <a:pPr rtl="1"/>
          <a:endParaRPr lang="en-GB"/>
        </a:p>
      </dgm:t>
    </dgm:pt>
    <dgm:pt modelId="{BBC189BF-23A1-C34C-942B-3B40C800563A}" type="sibTrans" cxnId="{4E024613-0ECA-7842-8E8B-C5720CC992D0}">
      <dgm:prSet/>
      <dgm:spPr/>
      <dgm:t>
        <a:bodyPr rtlCol="1"/>
        <a:lstStyle/>
        <a:p>
          <a:pPr rtl="1"/>
          <a:endParaRPr lang="en-GB"/>
        </a:p>
      </dgm:t>
    </dgm:pt>
    <dgm:pt modelId="{377802DB-222F-C646-BB53-37868BF50189}">
      <dgm:prSet custT="1"/>
      <dgm:spPr>
        <a:solidFill>
          <a:schemeClr val="accent5"/>
        </a:solidFill>
      </dgm:spPr>
      <dgm:t>
        <a:bodyPr rtlCol="1"/>
        <a:lstStyle/>
        <a:p>
          <a:pPr rtl="1"/>
          <a:r>
            <a:rPr lang="ar" sz="1500" dirty="0">
              <a:solidFill>
                <a:schemeClr val="tx1"/>
              </a:solidFill>
              <a:latin typeface="Sakkal Majalla" panose="02000000000000000000" pitchFamily="2" charset="-78"/>
              <a:cs typeface="Sakkal Majalla" panose="02000000000000000000" pitchFamily="2" charset="-78"/>
            </a:rPr>
            <a:t>ثقة العملاء في الشركة.</a:t>
          </a:r>
        </a:p>
      </dgm:t>
    </dgm:pt>
    <dgm:pt modelId="{496CD10C-AB14-D34F-A9C2-93BDF195A0C9}" type="parTrans" cxnId="{DF63438E-6095-844B-A21B-3DC4D71AF495}">
      <dgm:prSet/>
      <dgm:spPr/>
      <dgm:t>
        <a:bodyPr rtlCol="1"/>
        <a:lstStyle/>
        <a:p>
          <a:pPr rtl="1"/>
          <a:endParaRPr lang="en-GB"/>
        </a:p>
      </dgm:t>
    </dgm:pt>
    <dgm:pt modelId="{0EF8AE0D-9756-3F4D-A60C-3CFA99BFA4E3}" type="sibTrans" cxnId="{DF63438E-6095-844B-A21B-3DC4D71AF495}">
      <dgm:prSet/>
      <dgm:spPr/>
      <dgm:t>
        <a:bodyPr rtlCol="1"/>
        <a:lstStyle/>
        <a:p>
          <a:pPr rtl="1"/>
          <a:endParaRPr lang="en-GB"/>
        </a:p>
      </dgm:t>
    </dgm:pt>
    <dgm:pt modelId="{436E5AD3-5822-0F49-8977-2686A2C0F4BA}">
      <dgm:prSet custT="1"/>
      <dgm:spPr>
        <a:solidFill>
          <a:schemeClr val="accent6">
            <a:lumMod val="20000"/>
            <a:lumOff val="80000"/>
          </a:schemeClr>
        </a:solidFill>
      </dgm:spPr>
      <dgm:t>
        <a:bodyPr rtlCol="1"/>
        <a:lstStyle/>
        <a:p>
          <a:pPr rtl="1"/>
          <a:r>
            <a:rPr lang="ar" sz="1400" dirty="0">
              <a:solidFill>
                <a:schemeClr val="tx1"/>
              </a:solidFill>
              <a:latin typeface="Sakkal Majalla" panose="02000000000000000000" pitchFamily="2" charset="-78"/>
              <a:cs typeface="Sakkal Majalla" panose="02000000000000000000" pitchFamily="2" charset="-78"/>
            </a:rPr>
            <a:t>العمليات التجارية المتكررة</a:t>
          </a:r>
        </a:p>
      </dgm:t>
    </dgm:pt>
    <dgm:pt modelId="{C57EDA4E-D606-A24D-830A-1382E5372292}" type="parTrans" cxnId="{05D1695A-0FD4-7744-A5D0-03654BD5ACE3}">
      <dgm:prSet/>
      <dgm:spPr/>
      <dgm:t>
        <a:bodyPr rtlCol="1"/>
        <a:lstStyle/>
        <a:p>
          <a:pPr rtl="1"/>
          <a:endParaRPr lang="en-GB"/>
        </a:p>
      </dgm:t>
    </dgm:pt>
    <dgm:pt modelId="{6C449929-1668-3A41-A598-E7758C34F727}" type="sibTrans" cxnId="{05D1695A-0FD4-7744-A5D0-03654BD5ACE3}">
      <dgm:prSet/>
      <dgm:spPr/>
      <dgm:t>
        <a:bodyPr rtlCol="1"/>
        <a:lstStyle/>
        <a:p>
          <a:pPr rtl="1"/>
          <a:endParaRPr lang="en-GB"/>
        </a:p>
      </dgm:t>
    </dgm:pt>
    <dgm:pt modelId="{14A2F1B2-5A32-614E-A50E-0EFD1EFDCBA3}">
      <dgm:prSet custT="1"/>
      <dgm:spPr/>
      <dgm:t>
        <a:bodyPr rtlCol="1"/>
        <a:lstStyle/>
        <a:p>
          <a:pPr rtl="1"/>
          <a:r>
            <a:rPr lang="ar" sz="1500" dirty="0">
              <a:solidFill>
                <a:schemeClr val="tx1"/>
              </a:solidFill>
              <a:latin typeface="Sakkal Majalla" panose="02000000000000000000" pitchFamily="2" charset="-78"/>
              <a:cs typeface="Sakkal Majalla" panose="02000000000000000000" pitchFamily="2" charset="-78"/>
            </a:rPr>
            <a:t>رضا الموظفين في وظائفهم</a:t>
          </a:r>
        </a:p>
      </dgm:t>
    </dgm:pt>
    <dgm:pt modelId="{DE473512-4A82-A749-8B3A-44D2C6DC420A}" type="parTrans" cxnId="{17C4BBE4-DD02-F447-87C5-270B9C84A898}">
      <dgm:prSet/>
      <dgm:spPr/>
      <dgm:t>
        <a:bodyPr rtlCol="1"/>
        <a:lstStyle/>
        <a:p>
          <a:pPr rtl="1"/>
          <a:endParaRPr lang="en-GB"/>
        </a:p>
      </dgm:t>
    </dgm:pt>
    <dgm:pt modelId="{5D4A766E-52F1-6A43-A03D-88B4033B59B1}" type="sibTrans" cxnId="{17C4BBE4-DD02-F447-87C5-270B9C84A898}">
      <dgm:prSet/>
      <dgm:spPr/>
      <dgm:t>
        <a:bodyPr rtlCol="1"/>
        <a:lstStyle/>
        <a:p>
          <a:pPr rtl="1"/>
          <a:endParaRPr lang="en-GB"/>
        </a:p>
      </dgm:t>
    </dgm:pt>
    <dgm:pt modelId="{E9DD3588-E74F-AA48-AA37-C463747B8057}" type="pres">
      <dgm:prSet presAssocID="{1AB6FBF4-79B4-B047-9AFA-CB35B0ECF2CF}" presName="cycle" presStyleCnt="0">
        <dgm:presLayoutVars>
          <dgm:dir val="rev"/>
          <dgm:resizeHandles val="exact"/>
        </dgm:presLayoutVars>
      </dgm:prSet>
      <dgm:spPr/>
    </dgm:pt>
    <dgm:pt modelId="{F27BC0FF-9704-C840-A9C2-EB9FF87AEBA4}" type="pres">
      <dgm:prSet presAssocID="{E2D110C4-9D43-6042-9728-AB092F0F5F18}" presName="node" presStyleLbl="node1" presStyleIdx="0" presStyleCnt="4">
        <dgm:presLayoutVars>
          <dgm:bulletEnabled val="1"/>
        </dgm:presLayoutVars>
      </dgm:prSet>
      <dgm:spPr/>
    </dgm:pt>
    <dgm:pt modelId="{89858F3E-62F4-8E46-B4DB-28E5FF80E222}" type="pres">
      <dgm:prSet presAssocID="{BBC189BF-23A1-C34C-942B-3B40C800563A}" presName="sibTrans" presStyleLbl="sibTrans2D1" presStyleIdx="0" presStyleCnt="4"/>
      <dgm:spPr/>
    </dgm:pt>
    <dgm:pt modelId="{B5379ED8-B239-E746-A27A-4CE364AD2AC6}" type="pres">
      <dgm:prSet presAssocID="{BBC189BF-23A1-C34C-942B-3B40C800563A}" presName="connectorText" presStyleLbl="sibTrans2D1" presStyleIdx="0" presStyleCnt="4"/>
      <dgm:spPr/>
    </dgm:pt>
    <dgm:pt modelId="{8592B5E6-C8DD-DD4B-B404-512E821E6A52}" type="pres">
      <dgm:prSet presAssocID="{377802DB-222F-C646-BB53-37868BF50189}" presName="node" presStyleLbl="node1" presStyleIdx="1" presStyleCnt="4">
        <dgm:presLayoutVars>
          <dgm:bulletEnabled val="1"/>
        </dgm:presLayoutVars>
      </dgm:prSet>
      <dgm:spPr/>
    </dgm:pt>
    <dgm:pt modelId="{88CF93C1-9E69-254D-B33D-45DE005A7615}" type="pres">
      <dgm:prSet presAssocID="{0EF8AE0D-9756-3F4D-A60C-3CFA99BFA4E3}" presName="sibTrans" presStyleLbl="sibTrans2D1" presStyleIdx="1" presStyleCnt="4"/>
      <dgm:spPr/>
    </dgm:pt>
    <dgm:pt modelId="{D5EE8EAA-73ED-664B-9EAA-62EDEE3B7249}" type="pres">
      <dgm:prSet presAssocID="{0EF8AE0D-9756-3F4D-A60C-3CFA99BFA4E3}" presName="connectorText" presStyleLbl="sibTrans2D1" presStyleIdx="1" presStyleCnt="4"/>
      <dgm:spPr/>
    </dgm:pt>
    <dgm:pt modelId="{59DA563A-2E02-7C47-99A0-C9DC7EF4E10A}" type="pres">
      <dgm:prSet presAssocID="{436E5AD3-5822-0F49-8977-2686A2C0F4BA}" presName="node" presStyleLbl="node1" presStyleIdx="2" presStyleCnt="4">
        <dgm:presLayoutVars>
          <dgm:bulletEnabled val="1"/>
        </dgm:presLayoutVars>
      </dgm:prSet>
      <dgm:spPr/>
    </dgm:pt>
    <dgm:pt modelId="{E2C75997-92AF-A748-B904-5974915E53DD}" type="pres">
      <dgm:prSet presAssocID="{6C449929-1668-3A41-A598-E7758C34F727}" presName="sibTrans" presStyleLbl="sibTrans2D1" presStyleIdx="2" presStyleCnt="4"/>
      <dgm:spPr/>
    </dgm:pt>
    <dgm:pt modelId="{C8BA4E8E-105B-8740-AD2E-5ADB174CEDDA}" type="pres">
      <dgm:prSet presAssocID="{6C449929-1668-3A41-A598-E7758C34F727}" presName="connectorText" presStyleLbl="sibTrans2D1" presStyleIdx="2" presStyleCnt="4"/>
      <dgm:spPr/>
    </dgm:pt>
    <dgm:pt modelId="{A240E348-8875-6349-A1E6-2EA8C9196BB8}" type="pres">
      <dgm:prSet presAssocID="{14A2F1B2-5A32-614E-A50E-0EFD1EFDCBA3}" presName="node" presStyleLbl="node1" presStyleIdx="3" presStyleCnt="4">
        <dgm:presLayoutVars>
          <dgm:bulletEnabled val="1"/>
        </dgm:presLayoutVars>
      </dgm:prSet>
      <dgm:spPr/>
    </dgm:pt>
    <dgm:pt modelId="{3AA07145-6B96-564B-95FD-4FAA297BCF8F}" type="pres">
      <dgm:prSet presAssocID="{5D4A766E-52F1-6A43-A03D-88B4033B59B1}" presName="sibTrans" presStyleLbl="sibTrans2D1" presStyleIdx="3" presStyleCnt="4"/>
      <dgm:spPr/>
    </dgm:pt>
    <dgm:pt modelId="{ABAAEC0C-FA6E-F549-90F3-929E8F8C12FA}" type="pres">
      <dgm:prSet presAssocID="{5D4A766E-52F1-6A43-A03D-88B4033B59B1}" presName="connectorText" presStyleLbl="sibTrans2D1" presStyleIdx="3" presStyleCnt="4"/>
      <dgm:spPr/>
    </dgm:pt>
  </dgm:ptLst>
  <dgm:cxnLst>
    <dgm:cxn modelId="{2551F005-F5E3-E448-9B0E-32C7FF1D61A2}" type="presOf" srcId="{5D4A766E-52F1-6A43-A03D-88B4033B59B1}" destId="{ABAAEC0C-FA6E-F549-90F3-929E8F8C12FA}" srcOrd="1" destOrd="0" presId="urn:microsoft.com/office/officeart/2005/8/layout/cycle2"/>
    <dgm:cxn modelId="{4E024613-0ECA-7842-8E8B-C5720CC992D0}" srcId="{1AB6FBF4-79B4-B047-9AFA-CB35B0ECF2CF}" destId="{E2D110C4-9D43-6042-9728-AB092F0F5F18}" srcOrd="0" destOrd="0" parTransId="{633ABE36-25AB-FC4A-84BE-33E911B90DAA}" sibTransId="{BBC189BF-23A1-C34C-942B-3B40C800563A}"/>
    <dgm:cxn modelId="{812EB341-D082-C34C-9AE6-A1BA37AE0B50}" type="presOf" srcId="{0EF8AE0D-9756-3F4D-A60C-3CFA99BFA4E3}" destId="{88CF93C1-9E69-254D-B33D-45DE005A7615}" srcOrd="0" destOrd="0" presId="urn:microsoft.com/office/officeart/2005/8/layout/cycle2"/>
    <dgm:cxn modelId="{AC3B8671-0C3C-E343-8A4E-BC874FC2C970}" type="presOf" srcId="{436E5AD3-5822-0F49-8977-2686A2C0F4BA}" destId="{59DA563A-2E02-7C47-99A0-C9DC7EF4E10A}" srcOrd="0" destOrd="0" presId="urn:microsoft.com/office/officeart/2005/8/layout/cycle2"/>
    <dgm:cxn modelId="{B9719675-EF42-CE42-B565-1A1D55594612}" type="presOf" srcId="{14A2F1B2-5A32-614E-A50E-0EFD1EFDCBA3}" destId="{A240E348-8875-6349-A1E6-2EA8C9196BB8}" srcOrd="0" destOrd="0" presId="urn:microsoft.com/office/officeart/2005/8/layout/cycle2"/>
    <dgm:cxn modelId="{05D1695A-0FD4-7744-A5D0-03654BD5ACE3}" srcId="{1AB6FBF4-79B4-B047-9AFA-CB35B0ECF2CF}" destId="{436E5AD3-5822-0F49-8977-2686A2C0F4BA}" srcOrd="2" destOrd="0" parTransId="{C57EDA4E-D606-A24D-830A-1382E5372292}" sibTransId="{6C449929-1668-3A41-A598-E7758C34F727}"/>
    <dgm:cxn modelId="{DC917B82-891D-1746-8FC9-FD7B9E34993C}" type="presOf" srcId="{6C449929-1668-3A41-A598-E7758C34F727}" destId="{E2C75997-92AF-A748-B904-5974915E53DD}" srcOrd="0" destOrd="0" presId="urn:microsoft.com/office/officeart/2005/8/layout/cycle2"/>
    <dgm:cxn modelId="{DF63438E-6095-844B-A21B-3DC4D71AF495}" srcId="{1AB6FBF4-79B4-B047-9AFA-CB35B0ECF2CF}" destId="{377802DB-222F-C646-BB53-37868BF50189}" srcOrd="1" destOrd="0" parTransId="{496CD10C-AB14-D34F-A9C2-93BDF195A0C9}" sibTransId="{0EF8AE0D-9756-3F4D-A60C-3CFA99BFA4E3}"/>
    <dgm:cxn modelId="{C2698C8E-42C8-EE42-B3D6-92AC3B955847}" type="presOf" srcId="{6C449929-1668-3A41-A598-E7758C34F727}" destId="{C8BA4E8E-105B-8740-AD2E-5ADB174CEDDA}" srcOrd="1" destOrd="0" presId="urn:microsoft.com/office/officeart/2005/8/layout/cycle2"/>
    <dgm:cxn modelId="{1ABE95A3-3BAA-0141-8891-3696547700D0}" type="presOf" srcId="{377802DB-222F-C646-BB53-37868BF50189}" destId="{8592B5E6-C8DD-DD4B-B404-512E821E6A52}" srcOrd="0" destOrd="0" presId="urn:microsoft.com/office/officeart/2005/8/layout/cycle2"/>
    <dgm:cxn modelId="{D98814B6-0C3A-EC47-8C83-C0D07503CAFD}" type="presOf" srcId="{BBC189BF-23A1-C34C-942B-3B40C800563A}" destId="{B5379ED8-B239-E746-A27A-4CE364AD2AC6}" srcOrd="1" destOrd="0" presId="urn:microsoft.com/office/officeart/2005/8/layout/cycle2"/>
    <dgm:cxn modelId="{FFE750BC-ED6A-4846-9348-EA1EAA52B032}" type="presOf" srcId="{0EF8AE0D-9756-3F4D-A60C-3CFA99BFA4E3}" destId="{D5EE8EAA-73ED-664B-9EAA-62EDEE3B7249}" srcOrd="1" destOrd="0" presId="urn:microsoft.com/office/officeart/2005/8/layout/cycle2"/>
    <dgm:cxn modelId="{16A402C0-2CFB-C24D-91AF-A316B90C859A}" type="presOf" srcId="{1AB6FBF4-79B4-B047-9AFA-CB35B0ECF2CF}" destId="{E9DD3588-E74F-AA48-AA37-C463747B8057}" srcOrd="0" destOrd="0" presId="urn:microsoft.com/office/officeart/2005/8/layout/cycle2"/>
    <dgm:cxn modelId="{FF0865D9-B7F8-334E-BE5C-15C7054950FF}" type="presOf" srcId="{E2D110C4-9D43-6042-9728-AB092F0F5F18}" destId="{F27BC0FF-9704-C840-A9C2-EB9FF87AEBA4}" srcOrd="0" destOrd="0" presId="urn:microsoft.com/office/officeart/2005/8/layout/cycle2"/>
    <dgm:cxn modelId="{17C4BBE4-DD02-F447-87C5-270B9C84A898}" srcId="{1AB6FBF4-79B4-B047-9AFA-CB35B0ECF2CF}" destId="{14A2F1B2-5A32-614E-A50E-0EFD1EFDCBA3}" srcOrd="3" destOrd="0" parTransId="{DE473512-4A82-A749-8B3A-44D2C6DC420A}" sibTransId="{5D4A766E-52F1-6A43-A03D-88B4033B59B1}"/>
    <dgm:cxn modelId="{D7E8EDE9-970C-DD4D-862A-5C8ACFD2621C}" type="presOf" srcId="{5D4A766E-52F1-6A43-A03D-88B4033B59B1}" destId="{3AA07145-6B96-564B-95FD-4FAA297BCF8F}" srcOrd="0" destOrd="0" presId="urn:microsoft.com/office/officeart/2005/8/layout/cycle2"/>
    <dgm:cxn modelId="{3CD467F2-E2E9-1D47-8AEB-ADDA90CE7C2D}" type="presOf" srcId="{BBC189BF-23A1-C34C-942B-3B40C800563A}" destId="{89858F3E-62F4-8E46-B4DB-28E5FF80E222}" srcOrd="0" destOrd="0" presId="urn:microsoft.com/office/officeart/2005/8/layout/cycle2"/>
    <dgm:cxn modelId="{AA0AE0BE-160E-244D-9C3F-D1E344C429A0}" type="presParOf" srcId="{E9DD3588-E74F-AA48-AA37-C463747B8057}" destId="{F27BC0FF-9704-C840-A9C2-EB9FF87AEBA4}" srcOrd="0" destOrd="0" presId="urn:microsoft.com/office/officeart/2005/8/layout/cycle2"/>
    <dgm:cxn modelId="{FE5CA562-9A3F-F344-AFFB-FD939E4E3045}" type="presParOf" srcId="{E9DD3588-E74F-AA48-AA37-C463747B8057}" destId="{89858F3E-62F4-8E46-B4DB-28E5FF80E222}" srcOrd="1" destOrd="0" presId="urn:microsoft.com/office/officeart/2005/8/layout/cycle2"/>
    <dgm:cxn modelId="{0EBCA033-886B-2649-A111-E2D609C511CB}" type="presParOf" srcId="{89858F3E-62F4-8E46-B4DB-28E5FF80E222}" destId="{B5379ED8-B239-E746-A27A-4CE364AD2AC6}" srcOrd="0" destOrd="0" presId="urn:microsoft.com/office/officeart/2005/8/layout/cycle2"/>
    <dgm:cxn modelId="{A3D0BE4A-E40E-C147-8F3D-44B9FE3A35ED}" type="presParOf" srcId="{E9DD3588-E74F-AA48-AA37-C463747B8057}" destId="{8592B5E6-C8DD-DD4B-B404-512E821E6A52}" srcOrd="2" destOrd="0" presId="urn:microsoft.com/office/officeart/2005/8/layout/cycle2"/>
    <dgm:cxn modelId="{2C6F14AF-25BC-A044-9174-E1658F2F0D0B}" type="presParOf" srcId="{E9DD3588-E74F-AA48-AA37-C463747B8057}" destId="{88CF93C1-9E69-254D-B33D-45DE005A7615}" srcOrd="3" destOrd="0" presId="urn:microsoft.com/office/officeart/2005/8/layout/cycle2"/>
    <dgm:cxn modelId="{6A8EA309-7ED1-484E-9DC5-CD6DB0E59FF5}" type="presParOf" srcId="{88CF93C1-9E69-254D-B33D-45DE005A7615}" destId="{D5EE8EAA-73ED-664B-9EAA-62EDEE3B7249}" srcOrd="0" destOrd="0" presId="urn:microsoft.com/office/officeart/2005/8/layout/cycle2"/>
    <dgm:cxn modelId="{868BFE8A-904B-4342-8C60-2FC50D07993F}" type="presParOf" srcId="{E9DD3588-E74F-AA48-AA37-C463747B8057}" destId="{59DA563A-2E02-7C47-99A0-C9DC7EF4E10A}" srcOrd="4" destOrd="0" presId="urn:microsoft.com/office/officeart/2005/8/layout/cycle2"/>
    <dgm:cxn modelId="{0BA814A8-DFC9-6F43-9605-D874AE93BCFB}" type="presParOf" srcId="{E9DD3588-E74F-AA48-AA37-C463747B8057}" destId="{E2C75997-92AF-A748-B904-5974915E53DD}" srcOrd="5" destOrd="0" presId="urn:microsoft.com/office/officeart/2005/8/layout/cycle2"/>
    <dgm:cxn modelId="{C93FE893-015B-6B4F-90E6-515F39815F0A}" type="presParOf" srcId="{E2C75997-92AF-A748-B904-5974915E53DD}" destId="{C8BA4E8E-105B-8740-AD2E-5ADB174CEDDA}" srcOrd="0" destOrd="0" presId="urn:microsoft.com/office/officeart/2005/8/layout/cycle2"/>
    <dgm:cxn modelId="{18B7A2D8-3207-2945-ADEA-B5ADAEEE3893}" type="presParOf" srcId="{E9DD3588-E74F-AA48-AA37-C463747B8057}" destId="{A240E348-8875-6349-A1E6-2EA8C9196BB8}" srcOrd="6" destOrd="0" presId="urn:microsoft.com/office/officeart/2005/8/layout/cycle2"/>
    <dgm:cxn modelId="{5E57B5A4-5B71-F94C-AC67-0509866902FB}" type="presParOf" srcId="{E9DD3588-E74F-AA48-AA37-C463747B8057}" destId="{3AA07145-6B96-564B-95FD-4FAA297BCF8F}" srcOrd="7" destOrd="0" presId="urn:microsoft.com/office/officeart/2005/8/layout/cycle2"/>
    <dgm:cxn modelId="{B07FE611-37D6-C04D-9A16-DFECAB1D5748}" type="presParOf" srcId="{3AA07145-6B96-564B-95FD-4FAA297BCF8F}" destId="{ABAAEC0C-FA6E-F549-90F3-929E8F8C12FA}" srcOrd="0" destOrd="0" presId="urn:microsoft.com/office/officeart/2005/8/layout/cycle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AE3F48C-33E0-4F25-9F3C-7E5E2C67BDBB}" type="doc">
      <dgm:prSet loTypeId="urn:microsoft.com/office/officeart/2005/8/layout/matrix3" loCatId="matrix" qsTypeId="urn:microsoft.com/office/officeart/2005/8/quickstyle/simple2" qsCatId="simple" csTypeId="urn:microsoft.com/office/officeart/2005/8/colors/accent2_2" csCatId="accent2" phldr="1"/>
      <dgm:spPr/>
      <dgm:t>
        <a:bodyPr rtlCol="1"/>
        <a:lstStyle/>
        <a:p>
          <a:pPr rtl="1"/>
          <a:endParaRPr lang="en-US"/>
        </a:p>
      </dgm:t>
    </dgm:pt>
    <dgm:pt modelId="{4ABF40D1-3442-4726-8D1A-9440B3AC7946}">
      <dgm:prSet custT="1"/>
      <dgm:spPr>
        <a:solidFill>
          <a:schemeClr val="accent6">
            <a:lumMod val="20000"/>
            <a:lumOff val="80000"/>
          </a:schemeClr>
        </a:solidFill>
      </dgm:spPr>
      <dgm:t>
        <a:bodyPr rtlCol="1"/>
        <a:lstStyle/>
        <a:p>
          <a:pPr rtl="1"/>
          <a:r>
            <a:rPr lang="ar" sz="1800" dirty="0">
              <a:solidFill>
                <a:schemeClr val="accent6"/>
              </a:solidFill>
              <a:latin typeface="Sakkal Majalla" panose="02000000000000000000" pitchFamily="2" charset="-78"/>
              <a:cs typeface="Sakkal Majalla" panose="02000000000000000000" pitchFamily="2" charset="-78"/>
            </a:rPr>
            <a:t>التشريعات </a:t>
          </a:r>
          <a:r>
            <a:rPr lang="ar" sz="1800" b="1" dirty="0">
              <a:solidFill>
                <a:schemeClr val="accent6"/>
              </a:solidFill>
              <a:latin typeface="Sakkal Majalla" panose="02000000000000000000" pitchFamily="2" charset="-78"/>
              <a:cs typeface="Sakkal Majalla" panose="02000000000000000000" pitchFamily="2" charset="-78"/>
            </a:rPr>
            <a:t>الإلزامية</a:t>
          </a:r>
          <a:r>
            <a:rPr lang="ar" sz="1800" dirty="0">
              <a:solidFill>
                <a:schemeClr val="accent6"/>
              </a:solidFill>
              <a:latin typeface="Sakkal Majalla" panose="02000000000000000000" pitchFamily="2" charset="-78"/>
              <a:cs typeface="Sakkal Majalla" panose="02000000000000000000" pitchFamily="2" charset="-78"/>
            </a:rPr>
            <a:t> – توجد تأثيرات في الشركات التي لا تتبعها</a:t>
          </a:r>
          <a:endParaRPr lang="en-US" sz="1800" dirty="0">
            <a:solidFill>
              <a:schemeClr val="accent6"/>
            </a:solidFill>
            <a:latin typeface="Sakkal Majalla" panose="02000000000000000000" pitchFamily="2" charset="-78"/>
            <a:cs typeface="Sakkal Majalla" panose="02000000000000000000" pitchFamily="2" charset="-78"/>
          </a:endParaRPr>
        </a:p>
      </dgm:t>
    </dgm:pt>
    <dgm:pt modelId="{C1276C83-94CC-49DC-A260-4038E38845BC}" type="parTrans" cxnId="{24BE11EA-2381-433D-A869-095286AD9B7A}">
      <dgm:prSet/>
      <dgm:spPr/>
      <dgm:t>
        <a:bodyPr rtlCol="1"/>
        <a:lstStyle/>
        <a:p>
          <a:pPr rtl="1"/>
          <a:endParaRPr lang="en-US"/>
        </a:p>
      </dgm:t>
    </dgm:pt>
    <dgm:pt modelId="{632F3612-0DBE-4B93-805C-A8CBF966822D}" type="sibTrans" cxnId="{24BE11EA-2381-433D-A869-095286AD9B7A}">
      <dgm:prSet/>
      <dgm:spPr/>
      <dgm:t>
        <a:bodyPr rtlCol="1"/>
        <a:lstStyle/>
        <a:p>
          <a:pPr rtl="1"/>
          <a:endParaRPr lang="en-US"/>
        </a:p>
      </dgm:t>
    </dgm:pt>
    <dgm:pt modelId="{55D33CA8-A343-4E66-9ED0-3034E32AEA17}">
      <dgm:prSet custT="1"/>
      <dgm:spPr>
        <a:solidFill>
          <a:schemeClr val="accent5">
            <a:lumMod val="90000"/>
          </a:schemeClr>
        </a:solidFill>
      </dgm:spPr>
      <dgm:t>
        <a:bodyPr rtlCol="1"/>
        <a:lstStyle/>
        <a:p>
          <a:pPr rtl="1"/>
          <a:r>
            <a:rPr lang="ar" sz="1800" dirty="0">
              <a:solidFill>
                <a:schemeClr val="tx1"/>
              </a:solidFill>
              <a:latin typeface="Sakkal Majalla" panose="02000000000000000000" pitchFamily="2" charset="-78"/>
              <a:cs typeface="Sakkal Majalla" panose="02000000000000000000" pitchFamily="2" charset="-78"/>
            </a:rPr>
            <a:t>توجد </a:t>
          </a:r>
          <a:r>
            <a:rPr lang="ar" sz="1800" b="1" dirty="0">
              <a:solidFill>
                <a:schemeClr val="tx1"/>
              </a:solidFill>
              <a:latin typeface="Sakkal Majalla" panose="02000000000000000000" pitchFamily="2" charset="-78"/>
              <a:cs typeface="Sakkal Majalla" panose="02000000000000000000" pitchFamily="2" charset="-78"/>
            </a:rPr>
            <a:t>قواعد خاصة بالممارسة في المجال والقطاع</a:t>
          </a:r>
          <a:r>
            <a:rPr lang="ar" sz="1800" dirty="0">
              <a:solidFill>
                <a:schemeClr val="tx1"/>
              </a:solidFill>
              <a:latin typeface="Sakkal Majalla" panose="02000000000000000000" pitchFamily="2" charset="-78"/>
              <a:cs typeface="Sakkal Majalla" panose="02000000000000000000" pitchFamily="2" charset="-78"/>
            </a:rPr>
            <a:t> والمسائل والمعايير الأخلاقية.</a:t>
          </a:r>
          <a:endParaRPr lang="en-US" sz="1800" dirty="0">
            <a:solidFill>
              <a:schemeClr val="tx1"/>
            </a:solidFill>
            <a:latin typeface="Sakkal Majalla" panose="02000000000000000000" pitchFamily="2" charset="-78"/>
            <a:cs typeface="Sakkal Majalla" panose="02000000000000000000" pitchFamily="2" charset="-78"/>
          </a:endParaRPr>
        </a:p>
      </dgm:t>
    </dgm:pt>
    <dgm:pt modelId="{F8B5C19A-8FD8-4DF8-9D71-D1A5039DAD86}" type="parTrans" cxnId="{DF23E450-617B-44C3-9DB5-D16D7CBF433F}">
      <dgm:prSet/>
      <dgm:spPr/>
      <dgm:t>
        <a:bodyPr rtlCol="1"/>
        <a:lstStyle/>
        <a:p>
          <a:pPr rtl="1"/>
          <a:endParaRPr lang="en-US"/>
        </a:p>
      </dgm:t>
    </dgm:pt>
    <dgm:pt modelId="{07A01852-C25C-4214-8D1E-8591EF465E75}" type="sibTrans" cxnId="{DF23E450-617B-44C3-9DB5-D16D7CBF433F}">
      <dgm:prSet/>
      <dgm:spPr/>
      <dgm:t>
        <a:bodyPr rtlCol="1"/>
        <a:lstStyle/>
        <a:p>
          <a:pPr rtl="1"/>
          <a:endParaRPr lang="en-US"/>
        </a:p>
      </dgm:t>
    </dgm:pt>
    <dgm:pt modelId="{B33E01E5-E1AD-4DC2-BCD5-9166BF52476B}">
      <dgm:prSet custT="1"/>
      <dgm:spPr>
        <a:gradFill rotWithShape="0">
          <a:gsLst>
            <a:gs pos="0">
              <a:schemeClr val="accent6">
                <a:lumMod val="20000"/>
                <a:lumOff val="80000"/>
              </a:schemeClr>
            </a:gs>
            <a:gs pos="86000">
              <a:schemeClr val="accent5"/>
            </a:gs>
            <a:gs pos="100000">
              <a:schemeClr val="accent5"/>
            </a:gs>
          </a:gsLst>
          <a:lin ang="2700000" scaled="1"/>
        </a:gradFill>
      </dgm:spPr>
      <dgm:t>
        <a:bodyPr rtlCol="1"/>
        <a:lstStyle/>
        <a:p>
          <a:pPr rtl="1"/>
          <a:r>
            <a:rPr lang="ar" sz="1800" b="0" dirty="0">
              <a:solidFill>
                <a:schemeClr val="tx1"/>
              </a:solidFill>
              <a:latin typeface="Sakkal Majalla" panose="02000000000000000000" pitchFamily="2" charset="-78"/>
              <a:cs typeface="Sakkal Majalla" panose="02000000000000000000" pitchFamily="2" charset="-78"/>
            </a:rPr>
            <a:t>أمثلة تشمل</a:t>
          </a:r>
          <a:r>
            <a:rPr lang="ar" sz="1800" dirty="0">
              <a:solidFill>
                <a:schemeClr val="tx1"/>
              </a:solidFill>
              <a:latin typeface="Sakkal Majalla" panose="02000000000000000000" pitchFamily="2" charset="-78"/>
              <a:cs typeface="Sakkal Majalla" panose="02000000000000000000" pitchFamily="2" charset="-78"/>
            </a:rPr>
            <a:t> حماية المستهلك والبيع عن بعد وبيع السلع والصحة والسلامة</a:t>
          </a:r>
          <a:r>
            <a:rPr lang="ar" sz="1800" b="0" dirty="0">
              <a:solidFill>
                <a:schemeClr val="tx1"/>
              </a:solidFill>
              <a:latin typeface="Sakkal Majalla" panose="02000000000000000000" pitchFamily="2" charset="-78"/>
              <a:cs typeface="Sakkal Majalla" panose="02000000000000000000" pitchFamily="2" charset="-78"/>
            </a:rPr>
            <a:t> وحماية البيانات وتكافؤ الفرص.</a:t>
          </a:r>
          <a:endParaRPr lang="en-US" sz="1800" b="0" dirty="0">
            <a:solidFill>
              <a:schemeClr val="tx1"/>
            </a:solidFill>
            <a:latin typeface="Sakkal Majalla" panose="02000000000000000000" pitchFamily="2" charset="-78"/>
            <a:cs typeface="Sakkal Majalla" panose="02000000000000000000" pitchFamily="2" charset="-78"/>
          </a:endParaRPr>
        </a:p>
      </dgm:t>
    </dgm:pt>
    <dgm:pt modelId="{FA63FB93-1B28-4136-8CB7-13B1C34BACD7}" type="parTrans" cxnId="{EBA88C36-CC45-4607-B2B6-75D9B192CC21}">
      <dgm:prSet/>
      <dgm:spPr/>
      <dgm:t>
        <a:bodyPr rtlCol="1"/>
        <a:lstStyle/>
        <a:p>
          <a:pPr rtl="1"/>
          <a:endParaRPr lang="en-US"/>
        </a:p>
      </dgm:t>
    </dgm:pt>
    <dgm:pt modelId="{EADA4169-5BD0-4B33-8668-5276B000FB44}" type="sibTrans" cxnId="{EBA88C36-CC45-4607-B2B6-75D9B192CC21}">
      <dgm:prSet/>
      <dgm:spPr/>
      <dgm:t>
        <a:bodyPr rtlCol="1"/>
        <a:lstStyle/>
        <a:p>
          <a:pPr rtl="1"/>
          <a:endParaRPr lang="en-US"/>
        </a:p>
      </dgm:t>
    </dgm:pt>
    <dgm:pt modelId="{711232C5-2D96-2046-B981-463495F23910}">
      <dgm:prSet custT="1"/>
      <dgm:spPr>
        <a:solidFill>
          <a:schemeClr val="bg2">
            <a:lumMod val="20000"/>
            <a:lumOff val="80000"/>
          </a:schemeClr>
        </a:solidFill>
        <a:ln>
          <a:solidFill>
            <a:schemeClr val="accent5">
              <a:lumMod val="90000"/>
            </a:schemeClr>
          </a:solidFill>
        </a:ln>
      </dgm:spPr>
      <dgm:t>
        <a:bodyPr rtlCol="1"/>
        <a:lstStyle/>
        <a:p>
          <a:pPr rtl="1"/>
          <a:r>
            <a:rPr lang="ar" sz="1800" b="1" spc="-20" baseline="0" dirty="0">
              <a:solidFill>
                <a:schemeClr val="accent6"/>
              </a:solidFill>
              <a:latin typeface="Sakkal Majalla" panose="02000000000000000000" pitchFamily="2" charset="-78"/>
              <a:cs typeface="Sakkal Majalla" panose="02000000000000000000" pitchFamily="2" charset="-78"/>
            </a:rPr>
            <a:t>توجد في لكل دولة تشريعات ولوائح تتعلق بخدمة العملاء الخاصة بها</a:t>
          </a:r>
        </a:p>
      </dgm:t>
    </dgm:pt>
    <dgm:pt modelId="{20AE59C4-7CB0-A14B-9BF9-AC4169C4FC73}" type="parTrans" cxnId="{FB1AB18A-A0FD-264F-B13D-00E36ABAE80F}">
      <dgm:prSet/>
      <dgm:spPr/>
      <dgm:t>
        <a:bodyPr rtlCol="1"/>
        <a:lstStyle/>
        <a:p>
          <a:pPr rtl="1"/>
          <a:endParaRPr lang="en-GB"/>
        </a:p>
      </dgm:t>
    </dgm:pt>
    <dgm:pt modelId="{EE4C0403-AFF0-7545-B38B-0B3A1EA26BE7}" type="sibTrans" cxnId="{FB1AB18A-A0FD-264F-B13D-00E36ABAE80F}">
      <dgm:prSet/>
      <dgm:spPr/>
      <dgm:t>
        <a:bodyPr rtlCol="1"/>
        <a:lstStyle/>
        <a:p>
          <a:pPr rtl="1"/>
          <a:endParaRPr lang="en-GB"/>
        </a:p>
      </dgm:t>
    </dgm:pt>
    <dgm:pt modelId="{55B76B34-22FC-5A44-A815-4CFDB818FCDC}" type="pres">
      <dgm:prSet presAssocID="{1AE3F48C-33E0-4F25-9F3C-7E5E2C67BDBB}" presName="matrix" presStyleCnt="0">
        <dgm:presLayoutVars>
          <dgm:chMax val="1"/>
          <dgm:dir/>
          <dgm:resizeHandles val="exact"/>
        </dgm:presLayoutVars>
      </dgm:prSet>
      <dgm:spPr/>
    </dgm:pt>
    <dgm:pt modelId="{E3E600EB-D31F-4F4C-883B-E705D9C1417A}" type="pres">
      <dgm:prSet presAssocID="{1AE3F48C-33E0-4F25-9F3C-7E5E2C67BDBB}" presName="diamond" presStyleLbl="bgShp" presStyleIdx="0" presStyleCnt="1"/>
      <dgm:spPr/>
    </dgm:pt>
    <dgm:pt modelId="{4299952E-001C-0E46-B483-5CB5700F19A9}" type="pres">
      <dgm:prSet presAssocID="{1AE3F48C-33E0-4F25-9F3C-7E5E2C67BDBB}" presName="quad1" presStyleLbl="node1" presStyleIdx="0" presStyleCnt="4" custScaleX="136058" custScaleY="79711" custLinFactX="-20972" custLinFactNeighborX="-100000" custLinFactNeighborY="43727">
        <dgm:presLayoutVars>
          <dgm:chMax val="0"/>
          <dgm:chPref val="0"/>
          <dgm:bulletEnabled val="1"/>
        </dgm:presLayoutVars>
      </dgm:prSet>
      <dgm:spPr/>
    </dgm:pt>
    <dgm:pt modelId="{AACB2EFD-D1BB-2C41-9300-20FB94669B54}" type="pres">
      <dgm:prSet presAssocID="{1AE3F48C-33E0-4F25-9F3C-7E5E2C67BDBB}" presName="quad2" presStyleLbl="node1" presStyleIdx="1" presStyleCnt="4" custScaleX="127208" custScaleY="81087" custLinFactX="9564" custLinFactNeighborX="100000" custLinFactNeighborY="42803">
        <dgm:presLayoutVars>
          <dgm:chMax val="0"/>
          <dgm:chPref val="0"/>
          <dgm:bulletEnabled val="1"/>
        </dgm:presLayoutVars>
      </dgm:prSet>
      <dgm:spPr/>
    </dgm:pt>
    <dgm:pt modelId="{4A0631E5-E82B-6F4B-9039-F342B45E0331}" type="pres">
      <dgm:prSet presAssocID="{1AE3F48C-33E0-4F25-9F3C-7E5E2C67BDBB}" presName="quad3" presStyleLbl="node1" presStyleIdx="2" presStyleCnt="4" custScaleX="168269" custLinFactNeighborX="53846" custLinFactNeighborY="32578">
        <dgm:presLayoutVars>
          <dgm:chMax val="0"/>
          <dgm:chPref val="0"/>
          <dgm:bulletEnabled val="1"/>
        </dgm:presLayoutVars>
      </dgm:prSet>
      <dgm:spPr/>
    </dgm:pt>
    <dgm:pt modelId="{8BBF022B-9D98-8245-9261-52C879C78A31}" type="pres">
      <dgm:prSet presAssocID="{1AE3F48C-33E0-4F25-9F3C-7E5E2C67BDBB}" presName="quad4" presStyleLbl="node1" presStyleIdx="3" presStyleCnt="4" custScaleX="146199" custScaleY="137061" custLinFactY="-13521" custLinFactNeighborX="-53846" custLinFactNeighborY="-100000">
        <dgm:presLayoutVars>
          <dgm:chMax val="0"/>
          <dgm:chPref val="0"/>
          <dgm:bulletEnabled val="1"/>
        </dgm:presLayoutVars>
      </dgm:prSet>
      <dgm:spPr>
        <a:prstGeom prst="ellipse">
          <a:avLst/>
        </a:prstGeom>
      </dgm:spPr>
    </dgm:pt>
  </dgm:ptLst>
  <dgm:cxnLst>
    <dgm:cxn modelId="{77169F18-5DFF-3C46-932C-735E0827C0BA}" type="presOf" srcId="{B33E01E5-E1AD-4DC2-BCD5-9166BF52476B}" destId="{4A0631E5-E82B-6F4B-9039-F342B45E0331}" srcOrd="0" destOrd="0" presId="urn:microsoft.com/office/officeart/2005/8/layout/matrix3"/>
    <dgm:cxn modelId="{569B0219-732A-A841-B30E-2055B8140E6F}" type="presOf" srcId="{4ABF40D1-3442-4726-8D1A-9440B3AC7946}" destId="{4299952E-001C-0E46-B483-5CB5700F19A9}" srcOrd="0" destOrd="0" presId="urn:microsoft.com/office/officeart/2005/8/layout/matrix3"/>
    <dgm:cxn modelId="{EBA88C36-CC45-4607-B2B6-75D9B192CC21}" srcId="{1AE3F48C-33E0-4F25-9F3C-7E5E2C67BDBB}" destId="{B33E01E5-E1AD-4DC2-BCD5-9166BF52476B}" srcOrd="2" destOrd="0" parTransId="{FA63FB93-1B28-4136-8CB7-13B1C34BACD7}" sibTransId="{EADA4169-5BD0-4B33-8668-5276B000FB44}"/>
    <dgm:cxn modelId="{DF23E450-617B-44C3-9DB5-D16D7CBF433F}" srcId="{1AE3F48C-33E0-4F25-9F3C-7E5E2C67BDBB}" destId="{55D33CA8-A343-4E66-9ED0-3034E32AEA17}" srcOrd="1" destOrd="0" parTransId="{F8B5C19A-8FD8-4DF8-9D71-D1A5039DAD86}" sibTransId="{07A01852-C25C-4214-8D1E-8591EF465E75}"/>
    <dgm:cxn modelId="{FB1AB18A-A0FD-264F-B13D-00E36ABAE80F}" srcId="{1AE3F48C-33E0-4F25-9F3C-7E5E2C67BDBB}" destId="{711232C5-2D96-2046-B981-463495F23910}" srcOrd="3" destOrd="0" parTransId="{20AE59C4-7CB0-A14B-9BF9-AC4169C4FC73}" sibTransId="{EE4C0403-AFF0-7545-B38B-0B3A1EA26BE7}"/>
    <dgm:cxn modelId="{02034C92-4110-0640-9551-07DA13DDD6EE}" type="presOf" srcId="{711232C5-2D96-2046-B981-463495F23910}" destId="{8BBF022B-9D98-8245-9261-52C879C78A31}" srcOrd="0" destOrd="0" presId="urn:microsoft.com/office/officeart/2005/8/layout/matrix3"/>
    <dgm:cxn modelId="{D0F4A5C4-09A5-AC41-B6C3-1E0027CE8D2A}" type="presOf" srcId="{55D33CA8-A343-4E66-9ED0-3034E32AEA17}" destId="{AACB2EFD-D1BB-2C41-9300-20FB94669B54}" srcOrd="0" destOrd="0" presId="urn:microsoft.com/office/officeart/2005/8/layout/matrix3"/>
    <dgm:cxn modelId="{24BE11EA-2381-433D-A869-095286AD9B7A}" srcId="{1AE3F48C-33E0-4F25-9F3C-7E5E2C67BDBB}" destId="{4ABF40D1-3442-4726-8D1A-9440B3AC7946}" srcOrd="0" destOrd="0" parTransId="{C1276C83-94CC-49DC-A260-4038E38845BC}" sibTransId="{632F3612-0DBE-4B93-805C-A8CBF966822D}"/>
    <dgm:cxn modelId="{030A2EFE-7D31-2148-B36B-9FC4F3798EBC}" type="presOf" srcId="{1AE3F48C-33E0-4F25-9F3C-7E5E2C67BDBB}" destId="{55B76B34-22FC-5A44-A815-4CFDB818FCDC}" srcOrd="0" destOrd="0" presId="urn:microsoft.com/office/officeart/2005/8/layout/matrix3"/>
    <dgm:cxn modelId="{28D4ED26-D1DB-3949-B55A-661D7350B0A0}" type="presParOf" srcId="{55B76B34-22FC-5A44-A815-4CFDB818FCDC}" destId="{E3E600EB-D31F-4F4C-883B-E705D9C1417A}" srcOrd="0" destOrd="0" presId="urn:microsoft.com/office/officeart/2005/8/layout/matrix3"/>
    <dgm:cxn modelId="{38964287-234F-914A-84E7-E063FBDE8B77}" type="presParOf" srcId="{55B76B34-22FC-5A44-A815-4CFDB818FCDC}" destId="{4299952E-001C-0E46-B483-5CB5700F19A9}" srcOrd="1" destOrd="0" presId="urn:microsoft.com/office/officeart/2005/8/layout/matrix3"/>
    <dgm:cxn modelId="{5ADCBE26-5469-E74E-B293-C6445F5C916F}" type="presParOf" srcId="{55B76B34-22FC-5A44-A815-4CFDB818FCDC}" destId="{AACB2EFD-D1BB-2C41-9300-20FB94669B54}" srcOrd="2" destOrd="0" presId="urn:microsoft.com/office/officeart/2005/8/layout/matrix3"/>
    <dgm:cxn modelId="{27505AA3-E8B6-AE4D-BC6A-4FA68BA844B0}" type="presParOf" srcId="{55B76B34-22FC-5A44-A815-4CFDB818FCDC}" destId="{4A0631E5-E82B-6F4B-9039-F342B45E0331}" srcOrd="3" destOrd="0" presId="urn:microsoft.com/office/officeart/2005/8/layout/matrix3"/>
    <dgm:cxn modelId="{074895CD-E504-9C42-85B7-857D62D3C8A4}" type="presParOf" srcId="{55B76B34-22FC-5A44-A815-4CFDB818FCDC}" destId="{8BBF022B-9D98-8245-9261-52C879C78A31}" srcOrd="4" destOrd="0" presId="urn:microsoft.com/office/officeart/2005/8/layout/matrix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noFill/>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ب1 مراقبة وتقييم تقديم خدمة العملاء</a:t>
          </a:r>
          <a:endParaRPr lang="en-US" sz="24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ب2 مؤشرات تحسُّن الأداء</a:t>
          </a:r>
          <a:endParaRPr lang="en-US" sz="24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52968F88-400B-174F-BDB6-BBF0DB8511A5}">
      <dgm:prSet custT="1"/>
      <dgm:spPr/>
      <dgm:t>
        <a:bodyPr rtlCol="1"/>
        <a:lstStyle/>
        <a:p>
          <a:pPr rtl="1">
            <a:lnSpc>
              <a:spcPct val="100000"/>
            </a:lnSpc>
          </a:pPr>
          <a:r>
            <a:rPr lang="ar" sz="2400" dirty="0">
              <a:latin typeface="Sakkal Majalla" panose="02000000000000000000" pitchFamily="2" charset="-78"/>
              <a:cs typeface="Sakkal Majalla" panose="02000000000000000000" pitchFamily="2" charset="-78"/>
            </a:rPr>
            <a:t>مجالات المحتوى الرئيسة</a:t>
          </a:r>
          <a:endParaRPr lang="en-US" sz="2400" dirty="0">
            <a:latin typeface="Sakkal Majalla" panose="02000000000000000000" pitchFamily="2" charset="-78"/>
            <a:cs typeface="Sakkal Majalla" panose="02000000000000000000" pitchFamily="2" charset="-78"/>
          </a:endParaRPr>
        </a:p>
      </dgm:t>
    </dgm:pt>
    <dgm:pt modelId="{7ADB110D-0D55-5546-922D-F3A6F954F482}" type="parTrans" cxnId="{91BC1A53-D125-8B49-98FE-F1D2120E33F7}">
      <dgm:prSet/>
      <dgm:spPr/>
      <dgm:t>
        <a:bodyPr rtlCol="1"/>
        <a:lstStyle/>
        <a:p>
          <a:pPr rtl="1"/>
          <a:endParaRPr lang="en-GB"/>
        </a:p>
      </dgm:t>
    </dgm:pt>
    <dgm:pt modelId="{57F561BD-EB30-5F4A-AF80-6D264356F11C}" type="sibTrans" cxnId="{91BC1A53-D125-8B49-98FE-F1D2120E33F7}">
      <dgm:prSet/>
      <dgm:spPr/>
      <dgm:t>
        <a:bodyPr rtlCol="1"/>
        <a:lstStyle/>
        <a:p>
          <a:pPr rtl="1"/>
          <a:endParaRPr lang="en-GB"/>
        </a:p>
      </dgm:t>
    </dgm:pt>
    <dgm:pt modelId="{863AB74E-3625-45B1-8EEF-82074F2886A5}" type="pres">
      <dgm:prSet presAssocID="{273F4FFB-BF9F-4EE8-B58E-FFED8E01943B}" presName="root" presStyleCnt="0">
        <dgm:presLayoutVars>
          <dgm:dir/>
          <dgm:resizeHandles val="exact"/>
        </dgm:presLayoutVars>
      </dgm:prSet>
      <dgm:spPr/>
    </dgm:pt>
    <dgm:pt modelId="{DBA91AB4-0F8C-4E02-A259-591E230C10CE}" type="pres">
      <dgm:prSet presAssocID="{52968F88-400B-174F-BDB6-BBF0DB8511A5}" presName="compNode" presStyleCnt="0"/>
      <dgm:spPr/>
    </dgm:pt>
    <dgm:pt modelId="{D9198611-7235-4BB4-BB31-D216AABCC317}" type="pres">
      <dgm:prSet presAssocID="{52968F88-400B-174F-BDB6-BBF0DB8511A5}" presName="bgRect" presStyleLbl="bgShp" presStyleIdx="0" presStyleCnt="3"/>
      <dgm:spPr/>
    </dgm:pt>
    <dgm:pt modelId="{E2776590-B244-4374-8BBB-C0658B713B0F}" type="pres">
      <dgm:prSet presAssocID="{52968F88-400B-174F-BDB6-BBF0DB8511A5}" presName="iconRect" presStyleLbl="node1" presStyleIdx="0" presStyleCnt="3" custLinFactX="200000" custLinFactNeighborX="268636"/>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D4F50E5B-51DC-46C4-B36B-184882E0313F}" type="pres">
      <dgm:prSet presAssocID="{52968F88-400B-174F-BDB6-BBF0DB8511A5}" presName="spaceRect" presStyleCnt="0"/>
      <dgm:spPr/>
    </dgm:pt>
    <dgm:pt modelId="{33EEE30D-ABB2-471B-872D-A85FEFC192CD}" type="pres">
      <dgm:prSet presAssocID="{52968F88-400B-174F-BDB6-BBF0DB8511A5}" presName="parTx" presStyleLbl="revTx" presStyleIdx="0" presStyleCnt="3" custLinFactNeighborX="-39835">
        <dgm:presLayoutVars>
          <dgm:chMax val="0"/>
          <dgm:chPref val="0"/>
        </dgm:presLayoutVars>
      </dgm:prSet>
      <dgm:spPr/>
    </dgm:pt>
    <dgm:pt modelId="{68E1EC49-CCBB-4CA9-9876-8B6D2D3C9943}" type="pres">
      <dgm:prSet presAssocID="{57F561BD-EB30-5F4A-AF80-6D264356F11C}" presName="sibTrans" presStyleCnt="0"/>
      <dgm:spPr/>
    </dgm:pt>
    <dgm:pt modelId="{49459B3E-5676-4676-8856-8E627AB3FB07}" type="pres">
      <dgm:prSet presAssocID="{5FE25653-A7BA-47FB-8073-2B4FA7940492}" presName="compNode" presStyleCnt="0"/>
      <dgm:spPr/>
    </dgm:pt>
    <dgm:pt modelId="{CFBCFFB1-6659-4D2F-B414-B2122CCC09F7}" type="pres">
      <dgm:prSet presAssocID="{5FE25653-A7BA-47FB-8073-2B4FA7940492}" presName="bgRect" presStyleLbl="bgShp" presStyleIdx="1" presStyleCnt="3"/>
      <dgm:spPr>
        <a:solidFill>
          <a:schemeClr val="accent5"/>
        </a:solidFill>
      </dgm:spPr>
    </dgm:pt>
    <dgm:pt modelId="{E4205DB3-070F-4243-94BB-88B6A8D354CE}" type="pres">
      <dgm:prSet presAssocID="{5FE25653-A7BA-47FB-8073-2B4FA7940492}" presName="iconRect" presStyleLbl="node1" presStyleIdx="1" presStyleCnt="3" custLinFactX="200000" custLinFactNeighborX="268636"/>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agnifying glass with solid fill"/>
        </a:ext>
      </dgm:extLst>
    </dgm:pt>
    <dgm:pt modelId="{8B2FF412-4138-4381-900E-74C0FA3A2EB7}" type="pres">
      <dgm:prSet presAssocID="{5FE25653-A7BA-47FB-8073-2B4FA7940492}" presName="spaceRect" presStyleCnt="0"/>
      <dgm:spPr/>
    </dgm:pt>
    <dgm:pt modelId="{7262A4DF-EEB9-409B-BC1D-1F45D0A27FDC}" type="pres">
      <dgm:prSet presAssocID="{5FE25653-A7BA-47FB-8073-2B4FA7940492}" presName="parTx" presStyleLbl="revTx" presStyleIdx="1" presStyleCnt="3" custLinFactNeighborX="-39953">
        <dgm:presLayoutVars>
          <dgm:chMax val="0"/>
          <dgm:chPref val="0"/>
        </dgm:presLayoutVars>
      </dgm:prSet>
      <dgm:spPr/>
    </dgm:pt>
    <dgm:pt modelId="{46069B57-539B-486A-8A71-7E2ED541BEDA}" type="pres">
      <dgm:prSet presAssocID="{FD9ABB40-9682-4D97-B80C-F7F64D08F683}" presName="sibTrans" presStyleCnt="0"/>
      <dgm:spPr/>
    </dgm:pt>
    <dgm:pt modelId="{23EDF490-3A71-456F-8C5A-5A1A29AFF28C}" type="pres">
      <dgm:prSet presAssocID="{CCCABDE4-D42F-4A79-80D9-607472E8A4AF}" presName="compNode" presStyleCnt="0"/>
      <dgm:spPr/>
    </dgm:pt>
    <dgm:pt modelId="{2797CF68-E5BF-41A3-ABCF-8E79F0896476}" type="pres">
      <dgm:prSet presAssocID="{CCCABDE4-D42F-4A79-80D9-607472E8A4AF}" presName="bgRect" presStyleLbl="bgShp" presStyleIdx="2" presStyleCnt="3"/>
      <dgm:spPr/>
    </dgm:pt>
    <dgm:pt modelId="{53052375-894A-423B-8CC9-89FA86F3D286}" type="pres">
      <dgm:prSet presAssocID="{CCCABDE4-D42F-4A79-80D9-607472E8A4AF}" presName="iconRect" presStyleLbl="node1" presStyleIdx="2" presStyleCnt="3" custLinFactX="200000" custLinFactNeighborX="268636"/>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097FB52C-EEAE-4FA8-86A6-1EEB37BFEDC3}" type="pres">
      <dgm:prSet presAssocID="{CCCABDE4-D42F-4A79-80D9-607472E8A4AF}" presName="spaceRect" presStyleCnt="0"/>
      <dgm:spPr/>
    </dgm:pt>
    <dgm:pt modelId="{854AA2ED-FFEE-4717-8F97-F43CEB41CECA}" type="pres">
      <dgm:prSet presAssocID="{CCCABDE4-D42F-4A79-80D9-607472E8A4AF}" presName="parTx" presStyleLbl="revTx" presStyleIdx="2" presStyleCnt="3" custLinFactNeighborX="-39835">
        <dgm:presLayoutVars>
          <dgm:chMax val="0"/>
          <dgm:chPref val="0"/>
        </dgm:presLayoutVars>
      </dgm:prSet>
      <dgm:spPr/>
    </dgm:pt>
  </dgm:ptLst>
  <dgm:cxnLst>
    <dgm:cxn modelId="{2A0C2303-6DF6-4B31-916D-18CE0E3115D3}" srcId="{273F4FFB-BF9F-4EE8-B58E-FFED8E01943B}" destId="{5FE25653-A7BA-47FB-8073-2B4FA7940492}" srcOrd="1" destOrd="0" parTransId="{2FF7EEA5-BA7F-4838-809B-A6AA6FFC522A}" sibTransId="{FD9ABB40-9682-4D97-B80C-F7F64D08F683}"/>
    <dgm:cxn modelId="{BCCD8A38-88D4-DF47-9E26-DC3BF613AF4E}" type="presOf" srcId="{52968F88-400B-174F-BDB6-BBF0DB8511A5}" destId="{33EEE30D-ABB2-471B-872D-A85FEFC192CD}" srcOrd="0" destOrd="0" presId="urn:microsoft.com/office/officeart/2018/2/layout/IconVerticalSolidList"/>
    <dgm:cxn modelId="{91BC1A53-D125-8B49-98FE-F1D2120E33F7}" srcId="{273F4FFB-BF9F-4EE8-B58E-FFED8E01943B}" destId="{52968F88-400B-174F-BDB6-BBF0DB8511A5}" srcOrd="0" destOrd="0" parTransId="{7ADB110D-0D55-5546-922D-F3A6F954F482}" sibTransId="{57F561BD-EB30-5F4A-AF80-6D264356F11C}"/>
    <dgm:cxn modelId="{1154BE59-1B58-418C-9504-EC0D688BA33C}" srcId="{273F4FFB-BF9F-4EE8-B58E-FFED8E01943B}" destId="{CCCABDE4-D42F-4A79-80D9-607472E8A4AF}" srcOrd="2" destOrd="0" parTransId="{EAAD90EE-0E21-4401-A75A-1643B5084443}" sibTransId="{F2E7893A-50A6-440B-AD9A-267ED4D45C29}"/>
    <dgm:cxn modelId="{39A06588-161C-2E4E-BA4F-48E34227CEC5}" type="presOf" srcId="{CCCABDE4-D42F-4A79-80D9-607472E8A4AF}" destId="{854AA2ED-FFEE-4717-8F97-F43CEB41CECA}" srcOrd="0" destOrd="0" presId="urn:microsoft.com/office/officeart/2018/2/layout/IconVerticalSolidList"/>
    <dgm:cxn modelId="{6ADADCB9-6218-C54C-8EE6-DFB45CC10C47}" type="presOf" srcId="{273F4FFB-BF9F-4EE8-B58E-FFED8E01943B}" destId="{863AB74E-3625-45B1-8EEF-82074F2886A5}" srcOrd="0" destOrd="0" presId="urn:microsoft.com/office/officeart/2018/2/layout/IconVerticalSolidList"/>
    <dgm:cxn modelId="{D02F91F2-4EB5-D841-8294-20EC321709E7}" type="presOf" srcId="{5FE25653-A7BA-47FB-8073-2B4FA7940492}" destId="{7262A4DF-EEB9-409B-BC1D-1F45D0A27FDC}" srcOrd="0" destOrd="0" presId="urn:microsoft.com/office/officeart/2018/2/layout/IconVerticalSolidList"/>
    <dgm:cxn modelId="{CDFF1C99-170E-6048-B43E-E419E890FA59}" type="presParOf" srcId="{863AB74E-3625-45B1-8EEF-82074F2886A5}" destId="{DBA91AB4-0F8C-4E02-A259-591E230C10CE}" srcOrd="0" destOrd="0" presId="urn:microsoft.com/office/officeart/2018/2/layout/IconVerticalSolidList"/>
    <dgm:cxn modelId="{76D4E39F-B1A6-DA49-A0FE-1E247E89A80D}" type="presParOf" srcId="{DBA91AB4-0F8C-4E02-A259-591E230C10CE}" destId="{D9198611-7235-4BB4-BB31-D216AABCC317}" srcOrd="0" destOrd="0" presId="urn:microsoft.com/office/officeart/2018/2/layout/IconVerticalSolidList"/>
    <dgm:cxn modelId="{A97109A0-EDCF-8D48-B356-91204481D6B1}" type="presParOf" srcId="{DBA91AB4-0F8C-4E02-A259-591E230C10CE}" destId="{E2776590-B244-4374-8BBB-C0658B713B0F}" srcOrd="1" destOrd="0" presId="urn:microsoft.com/office/officeart/2018/2/layout/IconVerticalSolidList"/>
    <dgm:cxn modelId="{B0CDB994-EBD6-1646-9E0B-EC642784ABFF}" type="presParOf" srcId="{DBA91AB4-0F8C-4E02-A259-591E230C10CE}" destId="{D4F50E5B-51DC-46C4-B36B-184882E0313F}" srcOrd="2" destOrd="0" presId="urn:microsoft.com/office/officeart/2018/2/layout/IconVerticalSolidList"/>
    <dgm:cxn modelId="{2B9C9D85-1143-E54D-A0F8-4CBC3CDAEE00}" type="presParOf" srcId="{DBA91AB4-0F8C-4E02-A259-591E230C10CE}" destId="{33EEE30D-ABB2-471B-872D-A85FEFC192CD}" srcOrd="3" destOrd="0" presId="urn:microsoft.com/office/officeart/2018/2/layout/IconVerticalSolidList"/>
    <dgm:cxn modelId="{6F8D95CA-EB15-CA4F-B65A-32B42D1EE37A}" type="presParOf" srcId="{863AB74E-3625-45B1-8EEF-82074F2886A5}" destId="{68E1EC49-CCBB-4CA9-9876-8B6D2D3C9943}" srcOrd="1" destOrd="0" presId="urn:microsoft.com/office/officeart/2018/2/layout/IconVerticalSolidList"/>
    <dgm:cxn modelId="{9CE936D1-E24F-D643-8ADB-6F6139BD888E}" type="presParOf" srcId="{863AB74E-3625-45B1-8EEF-82074F2886A5}" destId="{49459B3E-5676-4676-8856-8E627AB3FB07}" srcOrd="2" destOrd="0" presId="urn:microsoft.com/office/officeart/2018/2/layout/IconVerticalSolidList"/>
    <dgm:cxn modelId="{08A3C282-5B89-9F44-8F82-46A3AB76C8BB}" type="presParOf" srcId="{49459B3E-5676-4676-8856-8E627AB3FB07}" destId="{CFBCFFB1-6659-4D2F-B414-B2122CCC09F7}" srcOrd="0" destOrd="0" presId="urn:microsoft.com/office/officeart/2018/2/layout/IconVerticalSolidList"/>
    <dgm:cxn modelId="{9F85E871-36AF-6C48-85A4-1F22948B4ADC}" type="presParOf" srcId="{49459B3E-5676-4676-8856-8E627AB3FB07}" destId="{E4205DB3-070F-4243-94BB-88B6A8D354CE}" srcOrd="1" destOrd="0" presId="urn:microsoft.com/office/officeart/2018/2/layout/IconVerticalSolidList"/>
    <dgm:cxn modelId="{5D200912-D726-F94A-851F-EB26BDC10213}" type="presParOf" srcId="{49459B3E-5676-4676-8856-8E627AB3FB07}" destId="{8B2FF412-4138-4381-900E-74C0FA3A2EB7}" srcOrd="2" destOrd="0" presId="urn:microsoft.com/office/officeart/2018/2/layout/IconVerticalSolidList"/>
    <dgm:cxn modelId="{35B00E79-93CE-444B-B463-B53E3C44D509}" type="presParOf" srcId="{49459B3E-5676-4676-8856-8E627AB3FB07}" destId="{7262A4DF-EEB9-409B-BC1D-1F45D0A27FDC}" srcOrd="3" destOrd="0" presId="urn:microsoft.com/office/officeart/2018/2/layout/IconVerticalSolidList"/>
    <dgm:cxn modelId="{C347EBDB-FAF8-8C40-A499-42DDD2C1BFEE}" type="presParOf" srcId="{863AB74E-3625-45B1-8EEF-82074F2886A5}" destId="{46069B57-539B-486A-8A71-7E2ED541BEDA}" srcOrd="3" destOrd="0" presId="urn:microsoft.com/office/officeart/2018/2/layout/IconVerticalSolidList"/>
    <dgm:cxn modelId="{A328B44A-C928-8445-96C1-38C0B8C4C6A9}" type="presParOf" srcId="{863AB74E-3625-45B1-8EEF-82074F2886A5}" destId="{23EDF490-3A71-456F-8C5A-5A1A29AFF28C}" srcOrd="4" destOrd="0" presId="urn:microsoft.com/office/officeart/2018/2/layout/IconVerticalSolidList"/>
    <dgm:cxn modelId="{B3AF0508-B93E-CE48-A443-E4C3AE614934}" type="presParOf" srcId="{23EDF490-3A71-456F-8C5A-5A1A29AFF28C}" destId="{2797CF68-E5BF-41A3-ABCF-8E79F0896476}" srcOrd="0" destOrd="0" presId="urn:microsoft.com/office/officeart/2018/2/layout/IconVerticalSolidList"/>
    <dgm:cxn modelId="{C5B1FED2-68D3-5946-8100-9382EAE3EA20}" type="presParOf" srcId="{23EDF490-3A71-456F-8C5A-5A1A29AFF28C}" destId="{53052375-894A-423B-8CC9-89FA86F3D286}" srcOrd="1" destOrd="0" presId="urn:microsoft.com/office/officeart/2018/2/layout/IconVerticalSolidList"/>
    <dgm:cxn modelId="{FE176165-E2F8-2F4A-86D7-091F787C496A}" type="presParOf" srcId="{23EDF490-3A71-456F-8C5A-5A1A29AFF28C}" destId="{097FB52C-EEAE-4FA8-86A6-1EEB37BFEDC3}" srcOrd="2" destOrd="0" presId="urn:microsoft.com/office/officeart/2018/2/layout/IconVerticalSolidList"/>
    <dgm:cxn modelId="{7CB52128-92A3-C748-B47D-229265C94B61}" type="presParOf" srcId="{23EDF490-3A71-456F-8C5A-5A1A29AFF28C}" destId="{854AA2ED-FFEE-4717-8F97-F43CEB41CEC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73F4FFB-BF9F-4EE8-B58E-FFED8E01943B}"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1"/>
        <a:lstStyle/>
        <a:p>
          <a:pPr rtl="1"/>
          <a:endParaRPr lang="en-US"/>
        </a:p>
      </dgm:t>
    </dgm:pt>
    <dgm:pt modelId="{5FE25653-A7BA-47FB-8073-2B4FA7940492}">
      <dgm:prSet custT="1"/>
      <dgm:spPr>
        <a:noFill/>
      </dgm:spPr>
      <dgm:t>
        <a:bodyPr rtlCol="1"/>
        <a:lstStyle/>
        <a:p>
          <a:pPr rtl="1">
            <a:lnSpc>
              <a:spcPct val="100000"/>
            </a:lnSpc>
          </a:pPr>
          <a:r>
            <a:rPr lang="ar" sz="1900" dirty="0">
              <a:latin typeface="Sakkal Majalla" panose="02000000000000000000" pitchFamily="2" charset="-78"/>
              <a:cs typeface="Sakkal Majalla" panose="02000000000000000000" pitchFamily="2" charset="-78"/>
            </a:rPr>
            <a:t>ج1 مهارات خدمة العملاء والسلوكيات المُتبَّعة فيها</a:t>
          </a:r>
          <a:endParaRPr lang="en-US" sz="1900" dirty="0">
            <a:latin typeface="Sakkal Majalla" panose="02000000000000000000" pitchFamily="2" charset="-78"/>
            <a:cs typeface="Sakkal Majalla" panose="02000000000000000000" pitchFamily="2" charset="-78"/>
          </a:endParaRPr>
        </a:p>
      </dgm:t>
    </dgm:pt>
    <dgm:pt modelId="{2FF7EEA5-BA7F-4838-809B-A6AA6FFC522A}" type="parTrans" cxnId="{2A0C2303-6DF6-4B31-916D-18CE0E3115D3}">
      <dgm:prSet/>
      <dgm:spPr/>
      <dgm:t>
        <a:bodyPr rtlCol="1"/>
        <a:lstStyle/>
        <a:p>
          <a:pPr rtl="1"/>
          <a:endParaRPr lang="en-US"/>
        </a:p>
      </dgm:t>
    </dgm:pt>
    <dgm:pt modelId="{FD9ABB40-9682-4D97-B80C-F7F64D08F683}" type="sibTrans" cxnId="{2A0C2303-6DF6-4B31-916D-18CE0E3115D3}">
      <dgm:prSet/>
      <dgm:spPr/>
      <dgm:t>
        <a:bodyPr rtlCol="1"/>
        <a:lstStyle/>
        <a:p>
          <a:pPr rtl="1"/>
          <a:endParaRPr lang="en-US"/>
        </a:p>
      </dgm:t>
    </dgm:pt>
    <dgm:pt modelId="{CCCABDE4-D42F-4A79-80D9-607472E8A4AF}">
      <dgm:prSet custT="1"/>
      <dgm:spPr/>
      <dgm:t>
        <a:bodyPr rtlCol="1"/>
        <a:lstStyle/>
        <a:p>
          <a:pPr rtl="1">
            <a:lnSpc>
              <a:spcPct val="100000"/>
            </a:lnSpc>
          </a:pPr>
          <a:r>
            <a:rPr lang="ar" sz="1900" dirty="0">
              <a:latin typeface="Sakkal Majalla" panose="02000000000000000000" pitchFamily="2" charset="-78"/>
              <a:cs typeface="Sakkal Majalla" panose="02000000000000000000" pitchFamily="2" charset="-78"/>
            </a:rPr>
            <a:t>ج2 التعامل مع طلبات وشكاوى خدمة العملاء</a:t>
          </a:r>
          <a:endParaRPr lang="en-US" sz="1900" dirty="0">
            <a:latin typeface="Sakkal Majalla" panose="02000000000000000000" pitchFamily="2" charset="-78"/>
            <a:cs typeface="Sakkal Majalla" panose="02000000000000000000" pitchFamily="2" charset="-78"/>
          </a:endParaRPr>
        </a:p>
      </dgm:t>
    </dgm:pt>
    <dgm:pt modelId="{EAAD90EE-0E21-4401-A75A-1643B5084443}" type="parTrans" cxnId="{1154BE59-1B58-418C-9504-EC0D688BA33C}">
      <dgm:prSet/>
      <dgm:spPr/>
      <dgm:t>
        <a:bodyPr rtlCol="1"/>
        <a:lstStyle/>
        <a:p>
          <a:pPr rtl="1"/>
          <a:endParaRPr lang="en-US"/>
        </a:p>
      </dgm:t>
    </dgm:pt>
    <dgm:pt modelId="{F2E7893A-50A6-440B-AD9A-267ED4D45C29}" type="sibTrans" cxnId="{1154BE59-1B58-418C-9504-EC0D688BA33C}">
      <dgm:prSet/>
      <dgm:spPr/>
      <dgm:t>
        <a:bodyPr rtlCol="1"/>
        <a:lstStyle/>
        <a:p>
          <a:pPr rtl="1"/>
          <a:endParaRPr lang="en-US"/>
        </a:p>
      </dgm:t>
    </dgm:pt>
    <dgm:pt modelId="{CD26852E-4EBB-497C-89F8-723E96217B92}">
      <dgm:prSet custT="1"/>
      <dgm:spPr/>
      <dgm:t>
        <a:bodyPr rtlCol="1"/>
        <a:lstStyle/>
        <a:p>
          <a:pPr rtl="1">
            <a:lnSpc>
              <a:spcPct val="100000"/>
            </a:lnSpc>
          </a:pPr>
          <a:r>
            <a:rPr lang="ar" sz="1900" dirty="0">
              <a:latin typeface="Sakkal Majalla" panose="02000000000000000000" pitchFamily="2" charset="-78"/>
              <a:cs typeface="Sakkal Majalla" panose="02000000000000000000" pitchFamily="2" charset="-78"/>
            </a:rPr>
            <a:t>ج3 خطة تدقيق المهارات الفردية وتطويرها</a:t>
          </a:r>
          <a:endParaRPr lang="en-US" sz="1900" dirty="0">
            <a:latin typeface="Sakkal Majalla" panose="02000000000000000000" pitchFamily="2" charset="-78"/>
            <a:cs typeface="Sakkal Majalla" panose="02000000000000000000" pitchFamily="2" charset="-78"/>
          </a:endParaRPr>
        </a:p>
      </dgm:t>
    </dgm:pt>
    <dgm:pt modelId="{FF44BC0D-6132-4107-9BDB-91E2E0B05775}" type="parTrans" cxnId="{BC2540DE-653A-4042-BE5C-F0EE87DAF75D}">
      <dgm:prSet/>
      <dgm:spPr/>
      <dgm:t>
        <a:bodyPr rtlCol="1"/>
        <a:lstStyle/>
        <a:p>
          <a:pPr rtl="1"/>
          <a:endParaRPr lang="en-US"/>
        </a:p>
      </dgm:t>
    </dgm:pt>
    <dgm:pt modelId="{28DEC12D-D78E-456D-B314-F141468F4213}" type="sibTrans" cxnId="{BC2540DE-653A-4042-BE5C-F0EE87DAF75D}">
      <dgm:prSet/>
      <dgm:spPr/>
      <dgm:t>
        <a:bodyPr rtlCol="1"/>
        <a:lstStyle/>
        <a:p>
          <a:pPr rtl="1"/>
          <a:endParaRPr lang="en-US"/>
        </a:p>
      </dgm:t>
    </dgm:pt>
    <dgm:pt modelId="{B3E40236-01E4-E849-886D-0AAA9274A51D}">
      <dgm:prSet custT="1"/>
      <dgm:spPr>
        <a:noFill/>
      </dgm:spPr>
      <dgm:t>
        <a:bodyPr rtlCol="1"/>
        <a:lstStyle/>
        <a:p>
          <a:pPr rtl="1">
            <a:lnSpc>
              <a:spcPct val="100000"/>
            </a:lnSpc>
          </a:pPr>
          <a:r>
            <a:rPr lang="ar" sz="1900" dirty="0">
              <a:latin typeface="Sakkal Majalla" panose="02000000000000000000" pitchFamily="2" charset="-78"/>
              <a:cs typeface="Sakkal Majalla" panose="02000000000000000000" pitchFamily="2" charset="-78"/>
            </a:rPr>
            <a:t>مجالات المحتوى الرئيسة</a:t>
          </a:r>
          <a:endParaRPr lang="en-US" sz="1900" dirty="0">
            <a:latin typeface="Sakkal Majalla" panose="02000000000000000000" pitchFamily="2" charset="-78"/>
            <a:cs typeface="Sakkal Majalla" panose="02000000000000000000" pitchFamily="2" charset="-78"/>
          </a:endParaRPr>
        </a:p>
      </dgm:t>
    </dgm:pt>
    <dgm:pt modelId="{ABB73F2F-33A7-554E-92CF-F3D4CA5C1C45}" type="parTrans" cxnId="{DD1C6DEB-2A23-0046-ADBB-59533B98F33A}">
      <dgm:prSet/>
      <dgm:spPr/>
      <dgm:t>
        <a:bodyPr rtlCol="1"/>
        <a:lstStyle/>
        <a:p>
          <a:pPr rtl="1"/>
          <a:endParaRPr lang="en-GB"/>
        </a:p>
      </dgm:t>
    </dgm:pt>
    <dgm:pt modelId="{E441F681-B033-394A-A6F3-016D54FD861B}" type="sibTrans" cxnId="{DD1C6DEB-2A23-0046-ADBB-59533B98F33A}">
      <dgm:prSet/>
      <dgm:spPr/>
      <dgm:t>
        <a:bodyPr rtlCol="1"/>
        <a:lstStyle/>
        <a:p>
          <a:pPr rtl="1"/>
          <a:endParaRPr lang="en-GB"/>
        </a:p>
      </dgm:t>
    </dgm:pt>
    <dgm:pt modelId="{57E0B8B7-80A4-4D6D-AA7F-342AE6F49DE4}" type="pres">
      <dgm:prSet presAssocID="{273F4FFB-BF9F-4EE8-B58E-FFED8E01943B}" presName="root" presStyleCnt="0">
        <dgm:presLayoutVars>
          <dgm:dir/>
          <dgm:resizeHandles val="exact"/>
        </dgm:presLayoutVars>
      </dgm:prSet>
      <dgm:spPr/>
    </dgm:pt>
    <dgm:pt modelId="{0DAD184A-5A4E-45BA-947B-1282D1947127}" type="pres">
      <dgm:prSet presAssocID="{B3E40236-01E4-E849-886D-0AAA9274A51D}" presName="compNode" presStyleCnt="0"/>
      <dgm:spPr/>
    </dgm:pt>
    <dgm:pt modelId="{EA82447C-A09F-49E0-BA7C-D19BFE7F5D21}" type="pres">
      <dgm:prSet presAssocID="{B3E40236-01E4-E849-886D-0AAA9274A51D}" presName="bgRect" presStyleLbl="bgShp" presStyleIdx="0" presStyleCnt="4" custLinFactNeighborX="0" custLinFactNeighborY="3029"/>
      <dgm:spPr/>
    </dgm:pt>
    <dgm:pt modelId="{F069BA0E-6BC5-4F4F-97B0-334046D80796}" type="pres">
      <dgm:prSet presAssocID="{B3E40236-01E4-E849-886D-0AAA9274A51D}" presName="iconRect" presStyleLbl="node1" presStyleIdx="0" presStyleCnt="4" custLinFactX="347465" custLinFactNeighborX="400000"/>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ick"/>
        </a:ext>
      </dgm:extLst>
    </dgm:pt>
    <dgm:pt modelId="{105A0D9E-76C3-4CF5-845C-B37F39DF362F}" type="pres">
      <dgm:prSet presAssocID="{B3E40236-01E4-E849-886D-0AAA9274A51D}" presName="spaceRect" presStyleCnt="0"/>
      <dgm:spPr/>
    </dgm:pt>
    <dgm:pt modelId="{B2B3E7C3-08CF-4500-8A6C-75773C10FE98}" type="pres">
      <dgm:prSet presAssocID="{B3E40236-01E4-E849-886D-0AAA9274A51D}" presName="parTx" presStyleLbl="revTx" presStyleIdx="0" presStyleCnt="4" custLinFactNeighborX="-24479">
        <dgm:presLayoutVars>
          <dgm:chMax val="0"/>
          <dgm:chPref val="0"/>
        </dgm:presLayoutVars>
      </dgm:prSet>
      <dgm:spPr/>
    </dgm:pt>
    <dgm:pt modelId="{5D3B68A3-5B22-264B-90EB-A9F0AA75BAF2}" type="pres">
      <dgm:prSet presAssocID="{E441F681-B033-394A-A6F3-016D54FD861B}" presName="sibTrans" presStyleCnt="0"/>
      <dgm:spPr/>
    </dgm:pt>
    <dgm:pt modelId="{CC11F0ED-D27D-44E4-BF32-E769F6BC76A0}" type="pres">
      <dgm:prSet presAssocID="{5FE25653-A7BA-47FB-8073-2B4FA7940492}" presName="compNode" presStyleCnt="0"/>
      <dgm:spPr/>
    </dgm:pt>
    <dgm:pt modelId="{1C5A6EAA-054D-4B3D-8248-253F928DB802}" type="pres">
      <dgm:prSet presAssocID="{5FE25653-A7BA-47FB-8073-2B4FA7940492}" presName="bgRect" presStyleLbl="bgShp" presStyleIdx="1" presStyleCnt="4"/>
      <dgm:spPr>
        <a:solidFill>
          <a:schemeClr val="accent5"/>
        </a:solidFill>
      </dgm:spPr>
    </dgm:pt>
    <dgm:pt modelId="{BCD9EDF0-E4D8-45BD-B17D-243ED28F6FB1}" type="pres">
      <dgm:prSet presAssocID="{5FE25653-A7BA-47FB-8073-2B4FA7940492}" presName="iconRect" presStyleLbl="node1" presStyleIdx="1" presStyleCnt="4" custLinFactX="347465" custLinFactNeighborX="400000"/>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AAAAFA4-13EE-4B2A-85DB-3F03E0647516}" type="pres">
      <dgm:prSet presAssocID="{5FE25653-A7BA-47FB-8073-2B4FA7940492}" presName="spaceRect" presStyleCnt="0"/>
      <dgm:spPr/>
    </dgm:pt>
    <dgm:pt modelId="{E8E2BA44-AFD4-473F-ABD8-0CEFF642A732}" type="pres">
      <dgm:prSet presAssocID="{5FE25653-A7BA-47FB-8073-2B4FA7940492}" presName="parTx" presStyleLbl="revTx" presStyleIdx="1" presStyleCnt="4" custLinFactNeighborX="-22564">
        <dgm:presLayoutVars>
          <dgm:chMax val="0"/>
          <dgm:chPref val="0"/>
        </dgm:presLayoutVars>
      </dgm:prSet>
      <dgm:spPr/>
    </dgm:pt>
    <dgm:pt modelId="{5EB71706-488A-4777-BF7B-C29B8CFF2D79}" type="pres">
      <dgm:prSet presAssocID="{FD9ABB40-9682-4D97-B80C-F7F64D08F683}" presName="sibTrans" presStyleCnt="0"/>
      <dgm:spPr/>
    </dgm:pt>
    <dgm:pt modelId="{A26B6FFB-AEB3-4E2B-BF07-7AE4E4FD6391}" type="pres">
      <dgm:prSet presAssocID="{CCCABDE4-D42F-4A79-80D9-607472E8A4AF}" presName="compNode" presStyleCnt="0"/>
      <dgm:spPr/>
    </dgm:pt>
    <dgm:pt modelId="{6227D517-992E-4D07-A0F0-B1790FAA652B}" type="pres">
      <dgm:prSet presAssocID="{CCCABDE4-D42F-4A79-80D9-607472E8A4AF}" presName="bgRect" presStyleLbl="bgShp" presStyleIdx="2" presStyleCnt="4"/>
      <dgm:spPr/>
    </dgm:pt>
    <dgm:pt modelId="{6CD55DE2-2B80-44D0-BBBE-117A6457671C}" type="pres">
      <dgm:prSet presAssocID="{CCCABDE4-D42F-4A79-80D9-607472E8A4AF}" presName="iconRect" presStyleLbl="node1" presStyleIdx="2" presStyleCnt="4" custLinFactX="347465" custLinFactNeighborX="400000"/>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ceiver"/>
        </a:ext>
      </dgm:extLst>
    </dgm:pt>
    <dgm:pt modelId="{641F3F23-BD18-4ADE-9390-A9E6A40B0169}" type="pres">
      <dgm:prSet presAssocID="{CCCABDE4-D42F-4A79-80D9-607472E8A4AF}" presName="spaceRect" presStyleCnt="0"/>
      <dgm:spPr/>
    </dgm:pt>
    <dgm:pt modelId="{853A16D4-5485-4EB9-899D-2E179D971C7F}" type="pres">
      <dgm:prSet presAssocID="{CCCABDE4-D42F-4A79-80D9-607472E8A4AF}" presName="parTx" presStyleLbl="revTx" presStyleIdx="2" presStyleCnt="4" custLinFactNeighborX="-22564">
        <dgm:presLayoutVars>
          <dgm:chMax val="0"/>
          <dgm:chPref val="0"/>
        </dgm:presLayoutVars>
      </dgm:prSet>
      <dgm:spPr/>
    </dgm:pt>
    <dgm:pt modelId="{C6444E11-8150-4DB9-9652-44798132BD97}" type="pres">
      <dgm:prSet presAssocID="{F2E7893A-50A6-440B-AD9A-267ED4D45C29}" presName="sibTrans" presStyleCnt="0"/>
      <dgm:spPr/>
    </dgm:pt>
    <dgm:pt modelId="{ABC0C39B-BB5A-4260-9F3B-3F588E34920B}" type="pres">
      <dgm:prSet presAssocID="{CD26852E-4EBB-497C-89F8-723E96217B92}" presName="compNode" presStyleCnt="0"/>
      <dgm:spPr/>
    </dgm:pt>
    <dgm:pt modelId="{3781B64D-BC11-491A-B751-2B59376B54BF}" type="pres">
      <dgm:prSet presAssocID="{CD26852E-4EBB-497C-89F8-723E96217B92}" presName="bgRect" presStyleLbl="bgShp" presStyleIdx="3" presStyleCnt="4"/>
      <dgm:spPr>
        <a:solidFill>
          <a:schemeClr val="accent5"/>
        </a:solidFill>
      </dgm:spPr>
    </dgm:pt>
    <dgm:pt modelId="{E111C25C-D7EE-4CC1-BA7F-E3E6B058CAB1}" type="pres">
      <dgm:prSet presAssocID="{CD26852E-4EBB-497C-89F8-723E96217B92}" presName="iconRect" presStyleLbl="node1" presStyleIdx="3" presStyleCnt="4" custLinFactX="347465" custLinFactNeighborX="400000"/>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cklist"/>
        </a:ext>
      </dgm:extLst>
    </dgm:pt>
    <dgm:pt modelId="{0BB76497-7760-467D-A90F-F260E499DF87}" type="pres">
      <dgm:prSet presAssocID="{CD26852E-4EBB-497C-89F8-723E96217B92}" presName="spaceRect" presStyleCnt="0"/>
      <dgm:spPr/>
    </dgm:pt>
    <dgm:pt modelId="{A9C9025B-3B46-4590-9B5B-9D17A40C7730}" type="pres">
      <dgm:prSet presAssocID="{CD26852E-4EBB-497C-89F8-723E96217B92}" presName="parTx" presStyleLbl="revTx" presStyleIdx="3" presStyleCnt="4" custLinFactNeighborX="-22564">
        <dgm:presLayoutVars>
          <dgm:chMax val="0"/>
          <dgm:chPref val="0"/>
        </dgm:presLayoutVars>
      </dgm:prSet>
      <dgm:spPr/>
    </dgm:pt>
  </dgm:ptLst>
  <dgm:cxnLst>
    <dgm:cxn modelId="{37130502-34D2-ED47-B49A-A25C975C5734}" type="presOf" srcId="{CD26852E-4EBB-497C-89F8-723E96217B92}" destId="{A9C9025B-3B46-4590-9B5B-9D17A40C7730}" srcOrd="0" destOrd="0" presId="urn:microsoft.com/office/officeart/2018/2/layout/IconVerticalSolidList"/>
    <dgm:cxn modelId="{2A0C2303-6DF6-4B31-916D-18CE0E3115D3}" srcId="{273F4FFB-BF9F-4EE8-B58E-FFED8E01943B}" destId="{5FE25653-A7BA-47FB-8073-2B4FA7940492}" srcOrd="1" destOrd="0" parTransId="{2FF7EEA5-BA7F-4838-809B-A6AA6FFC522A}" sibTransId="{FD9ABB40-9682-4D97-B80C-F7F64D08F683}"/>
    <dgm:cxn modelId="{5D57443C-53FD-714A-8C65-EF1B285B4EC0}" type="presOf" srcId="{273F4FFB-BF9F-4EE8-B58E-FFED8E01943B}" destId="{57E0B8B7-80A4-4D6D-AA7F-342AE6F49DE4}" srcOrd="0" destOrd="0" presId="urn:microsoft.com/office/officeart/2018/2/layout/IconVerticalSolidList"/>
    <dgm:cxn modelId="{DC7B8857-98DF-624E-A1AF-1895FBDD1916}" type="presOf" srcId="{5FE25653-A7BA-47FB-8073-2B4FA7940492}" destId="{E8E2BA44-AFD4-473F-ABD8-0CEFF642A732}" srcOrd="0" destOrd="0" presId="urn:microsoft.com/office/officeart/2018/2/layout/IconVerticalSolidList"/>
    <dgm:cxn modelId="{1154BE59-1B58-418C-9504-EC0D688BA33C}" srcId="{273F4FFB-BF9F-4EE8-B58E-FFED8E01943B}" destId="{CCCABDE4-D42F-4A79-80D9-607472E8A4AF}" srcOrd="2" destOrd="0" parTransId="{EAAD90EE-0E21-4401-A75A-1643B5084443}" sibTransId="{F2E7893A-50A6-440B-AD9A-267ED4D45C29}"/>
    <dgm:cxn modelId="{3CB507A5-5966-3343-B546-0A34556AB381}" type="presOf" srcId="{CCCABDE4-D42F-4A79-80D9-607472E8A4AF}" destId="{853A16D4-5485-4EB9-899D-2E179D971C7F}" srcOrd="0" destOrd="0" presId="urn:microsoft.com/office/officeart/2018/2/layout/IconVerticalSolidList"/>
    <dgm:cxn modelId="{BC2540DE-653A-4042-BE5C-F0EE87DAF75D}" srcId="{273F4FFB-BF9F-4EE8-B58E-FFED8E01943B}" destId="{CD26852E-4EBB-497C-89F8-723E96217B92}" srcOrd="3" destOrd="0" parTransId="{FF44BC0D-6132-4107-9BDB-91E2E0B05775}" sibTransId="{28DEC12D-D78E-456D-B314-F141468F4213}"/>
    <dgm:cxn modelId="{DD1C6DEB-2A23-0046-ADBB-59533B98F33A}" srcId="{273F4FFB-BF9F-4EE8-B58E-FFED8E01943B}" destId="{B3E40236-01E4-E849-886D-0AAA9274A51D}" srcOrd="0" destOrd="0" parTransId="{ABB73F2F-33A7-554E-92CF-F3D4CA5C1C45}" sibTransId="{E441F681-B033-394A-A6F3-016D54FD861B}"/>
    <dgm:cxn modelId="{D47906FD-0969-4B4E-BBAF-1108BE96F49E}" type="presOf" srcId="{B3E40236-01E4-E849-886D-0AAA9274A51D}" destId="{B2B3E7C3-08CF-4500-8A6C-75773C10FE98}" srcOrd="0" destOrd="0" presId="urn:microsoft.com/office/officeart/2018/2/layout/IconVerticalSolidList"/>
    <dgm:cxn modelId="{09254415-E612-2D44-9247-858FE908BCB0}" type="presParOf" srcId="{57E0B8B7-80A4-4D6D-AA7F-342AE6F49DE4}" destId="{0DAD184A-5A4E-45BA-947B-1282D1947127}" srcOrd="0" destOrd="0" presId="urn:microsoft.com/office/officeart/2018/2/layout/IconVerticalSolidList"/>
    <dgm:cxn modelId="{BF60F0EB-371F-694C-B955-3904BB3A6AFE}" type="presParOf" srcId="{0DAD184A-5A4E-45BA-947B-1282D1947127}" destId="{EA82447C-A09F-49E0-BA7C-D19BFE7F5D21}" srcOrd="0" destOrd="0" presId="urn:microsoft.com/office/officeart/2018/2/layout/IconVerticalSolidList"/>
    <dgm:cxn modelId="{5E73464C-F013-6E4D-99D4-2C87F0DC7C2C}" type="presParOf" srcId="{0DAD184A-5A4E-45BA-947B-1282D1947127}" destId="{F069BA0E-6BC5-4F4F-97B0-334046D80796}" srcOrd="1" destOrd="0" presId="urn:microsoft.com/office/officeart/2018/2/layout/IconVerticalSolidList"/>
    <dgm:cxn modelId="{E1510EFF-AD62-3848-A3CB-A58F4872F40B}" type="presParOf" srcId="{0DAD184A-5A4E-45BA-947B-1282D1947127}" destId="{105A0D9E-76C3-4CF5-845C-B37F39DF362F}" srcOrd="2" destOrd="0" presId="urn:microsoft.com/office/officeart/2018/2/layout/IconVerticalSolidList"/>
    <dgm:cxn modelId="{710F23D1-4C51-9248-8FDE-6928918C52F5}" type="presParOf" srcId="{0DAD184A-5A4E-45BA-947B-1282D1947127}" destId="{B2B3E7C3-08CF-4500-8A6C-75773C10FE98}" srcOrd="3" destOrd="0" presId="urn:microsoft.com/office/officeart/2018/2/layout/IconVerticalSolidList"/>
    <dgm:cxn modelId="{4CF778A0-4131-984A-9EE6-8C46A60C9F2F}" type="presParOf" srcId="{57E0B8B7-80A4-4D6D-AA7F-342AE6F49DE4}" destId="{5D3B68A3-5B22-264B-90EB-A9F0AA75BAF2}" srcOrd="1" destOrd="0" presId="urn:microsoft.com/office/officeart/2018/2/layout/IconVerticalSolidList"/>
    <dgm:cxn modelId="{4A475ACD-9563-C842-8649-C1A16E158501}" type="presParOf" srcId="{57E0B8B7-80A4-4D6D-AA7F-342AE6F49DE4}" destId="{CC11F0ED-D27D-44E4-BF32-E769F6BC76A0}" srcOrd="2" destOrd="0" presId="urn:microsoft.com/office/officeart/2018/2/layout/IconVerticalSolidList"/>
    <dgm:cxn modelId="{C946A1EF-05C5-FD42-955D-C12E9ACB8143}" type="presParOf" srcId="{CC11F0ED-D27D-44E4-BF32-E769F6BC76A0}" destId="{1C5A6EAA-054D-4B3D-8248-253F928DB802}" srcOrd="0" destOrd="0" presId="urn:microsoft.com/office/officeart/2018/2/layout/IconVerticalSolidList"/>
    <dgm:cxn modelId="{EDCA6AD4-7CE5-D048-9207-EEEC8210F24C}" type="presParOf" srcId="{CC11F0ED-D27D-44E4-BF32-E769F6BC76A0}" destId="{BCD9EDF0-E4D8-45BD-B17D-243ED28F6FB1}" srcOrd="1" destOrd="0" presId="urn:microsoft.com/office/officeart/2018/2/layout/IconVerticalSolidList"/>
    <dgm:cxn modelId="{D6F6A6FE-7992-AE49-B81E-32D6D8B5BDAB}" type="presParOf" srcId="{CC11F0ED-D27D-44E4-BF32-E769F6BC76A0}" destId="{AAAAAFA4-13EE-4B2A-85DB-3F03E0647516}" srcOrd="2" destOrd="0" presId="urn:microsoft.com/office/officeart/2018/2/layout/IconVerticalSolidList"/>
    <dgm:cxn modelId="{7F139D26-E86C-A441-A1E7-9C09D615FAFF}" type="presParOf" srcId="{CC11F0ED-D27D-44E4-BF32-E769F6BC76A0}" destId="{E8E2BA44-AFD4-473F-ABD8-0CEFF642A732}" srcOrd="3" destOrd="0" presId="urn:microsoft.com/office/officeart/2018/2/layout/IconVerticalSolidList"/>
    <dgm:cxn modelId="{A332B893-44E6-5346-8775-3CA83EAA42B4}" type="presParOf" srcId="{57E0B8B7-80A4-4D6D-AA7F-342AE6F49DE4}" destId="{5EB71706-488A-4777-BF7B-C29B8CFF2D79}" srcOrd="3" destOrd="0" presId="urn:microsoft.com/office/officeart/2018/2/layout/IconVerticalSolidList"/>
    <dgm:cxn modelId="{15872844-E354-B045-91DF-7B81A2BC572D}" type="presParOf" srcId="{57E0B8B7-80A4-4D6D-AA7F-342AE6F49DE4}" destId="{A26B6FFB-AEB3-4E2B-BF07-7AE4E4FD6391}" srcOrd="4" destOrd="0" presId="urn:microsoft.com/office/officeart/2018/2/layout/IconVerticalSolidList"/>
    <dgm:cxn modelId="{E77680DE-C554-0444-A5F8-44C2E2B2A13F}" type="presParOf" srcId="{A26B6FFB-AEB3-4E2B-BF07-7AE4E4FD6391}" destId="{6227D517-992E-4D07-A0F0-B1790FAA652B}" srcOrd="0" destOrd="0" presId="urn:microsoft.com/office/officeart/2018/2/layout/IconVerticalSolidList"/>
    <dgm:cxn modelId="{AD6A2168-0546-A44C-A11B-356015B63E3E}" type="presParOf" srcId="{A26B6FFB-AEB3-4E2B-BF07-7AE4E4FD6391}" destId="{6CD55DE2-2B80-44D0-BBBE-117A6457671C}" srcOrd="1" destOrd="0" presId="urn:microsoft.com/office/officeart/2018/2/layout/IconVerticalSolidList"/>
    <dgm:cxn modelId="{B58BB095-CF44-8A46-B935-13900658FD4F}" type="presParOf" srcId="{A26B6FFB-AEB3-4E2B-BF07-7AE4E4FD6391}" destId="{641F3F23-BD18-4ADE-9390-A9E6A40B0169}" srcOrd="2" destOrd="0" presId="urn:microsoft.com/office/officeart/2018/2/layout/IconVerticalSolidList"/>
    <dgm:cxn modelId="{1E900670-3FC9-1541-BF32-BD8CCD287512}" type="presParOf" srcId="{A26B6FFB-AEB3-4E2B-BF07-7AE4E4FD6391}" destId="{853A16D4-5485-4EB9-899D-2E179D971C7F}" srcOrd="3" destOrd="0" presId="urn:microsoft.com/office/officeart/2018/2/layout/IconVerticalSolidList"/>
    <dgm:cxn modelId="{89E2FDA9-05B0-F74A-ACFE-D1AF420ED313}" type="presParOf" srcId="{57E0B8B7-80A4-4D6D-AA7F-342AE6F49DE4}" destId="{C6444E11-8150-4DB9-9652-44798132BD97}" srcOrd="5" destOrd="0" presId="urn:microsoft.com/office/officeart/2018/2/layout/IconVerticalSolidList"/>
    <dgm:cxn modelId="{AE560FDF-5132-FA48-A4DE-E2E8C7AEE340}" type="presParOf" srcId="{57E0B8B7-80A4-4D6D-AA7F-342AE6F49DE4}" destId="{ABC0C39B-BB5A-4260-9F3B-3F588E34920B}" srcOrd="6" destOrd="0" presId="urn:microsoft.com/office/officeart/2018/2/layout/IconVerticalSolidList"/>
    <dgm:cxn modelId="{0D9D77F6-9DBF-414C-821C-2392FE262F9F}" type="presParOf" srcId="{ABC0C39B-BB5A-4260-9F3B-3F588E34920B}" destId="{3781B64D-BC11-491A-B751-2B59376B54BF}" srcOrd="0" destOrd="0" presId="urn:microsoft.com/office/officeart/2018/2/layout/IconVerticalSolidList"/>
    <dgm:cxn modelId="{42CB365F-C5B2-6342-80EB-4D21175FCBEE}" type="presParOf" srcId="{ABC0C39B-BB5A-4260-9F3B-3F588E34920B}" destId="{E111C25C-D7EE-4CC1-BA7F-E3E6B058CAB1}" srcOrd="1" destOrd="0" presId="urn:microsoft.com/office/officeart/2018/2/layout/IconVerticalSolidList"/>
    <dgm:cxn modelId="{CF331B95-59EF-7D41-B17C-C3353237D9DB}" type="presParOf" srcId="{ABC0C39B-BB5A-4260-9F3B-3F588E34920B}" destId="{0BB76497-7760-467D-A90F-F260E499DF87}" srcOrd="2" destOrd="0" presId="urn:microsoft.com/office/officeart/2018/2/layout/IconVerticalSolidList"/>
    <dgm:cxn modelId="{EFFD8ED8-D839-4C4E-9507-56805F3A53FF}" type="presParOf" srcId="{ABC0C39B-BB5A-4260-9F3B-3F588E34920B}" destId="{A9C9025B-3B46-4590-9B5B-9D17A40C7730}"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B756677-AD93-4F48-ACF8-E86C6CD34446}" type="doc">
      <dgm:prSet loTypeId="urn:microsoft.com/office/officeart/2005/8/layout/vList2" loCatId="list" qsTypeId="urn:microsoft.com/office/officeart/2005/8/quickstyle/simple1" qsCatId="simple" csTypeId="urn:microsoft.com/office/officeart/2005/8/colors/accent2_2" csCatId="accent2" phldr="1"/>
      <dgm:spPr/>
      <dgm:t>
        <a:bodyPr rtlCol="1"/>
        <a:lstStyle/>
        <a:p>
          <a:pPr rtl="1"/>
          <a:endParaRPr lang="en-US"/>
        </a:p>
      </dgm:t>
    </dgm:pt>
    <dgm:pt modelId="{593F33E9-CFAE-403D-B2E3-4B7E051C398E}">
      <dgm:prSet custT="1"/>
      <dgm:spPr>
        <a:solidFill>
          <a:schemeClr val="accent2">
            <a:lumMod val="20000"/>
            <a:lumOff val="80000"/>
          </a:schemeClr>
        </a:solidFill>
      </dgm:spPr>
      <dgm:t>
        <a:bodyPr rtlCol="1"/>
        <a:lstStyle/>
        <a:p>
          <a:pPr rtl="1"/>
          <a:r>
            <a:rPr lang="ar" sz="2200" dirty="0">
              <a:solidFill>
                <a:schemeClr val="tx1"/>
              </a:solidFill>
              <a:latin typeface="Sakkal Majalla" panose="02000000000000000000" pitchFamily="2" charset="-78"/>
              <a:cs typeface="Sakkal Majalla" panose="02000000000000000000" pitchFamily="2" charset="-78"/>
            </a:rPr>
            <a:t>المهارات اللفظية، مثل درجة الصوت ونبرة الصوت والحجم والوضوح، باستخدام الأسئلة المفتوحة والمغلقة</a:t>
          </a:r>
          <a:endParaRPr lang="en-US" sz="2200" dirty="0">
            <a:solidFill>
              <a:schemeClr val="tx1"/>
            </a:solidFill>
            <a:latin typeface="Sakkal Majalla" panose="02000000000000000000" pitchFamily="2" charset="-78"/>
            <a:cs typeface="Sakkal Majalla" panose="02000000000000000000" pitchFamily="2" charset="-78"/>
          </a:endParaRPr>
        </a:p>
      </dgm:t>
    </dgm:pt>
    <dgm:pt modelId="{D94B8CAB-EDF3-484E-B2BA-5B16B966AC9C}" type="parTrans" cxnId="{4A7F3272-6D95-4B2B-AE1B-D0CD96F0954B}">
      <dgm:prSet/>
      <dgm:spPr/>
      <dgm:t>
        <a:bodyPr rtlCol="1"/>
        <a:lstStyle/>
        <a:p>
          <a:pPr rtl="1"/>
          <a:endParaRPr lang="en-US" sz="2000">
            <a:latin typeface="Arial" panose="020B0604020202020204" pitchFamily="34" charset="0"/>
            <a:cs typeface="Arial" panose="020B0604020202020204" pitchFamily="34" charset="0"/>
          </a:endParaRPr>
        </a:p>
      </dgm:t>
    </dgm:pt>
    <dgm:pt modelId="{BA4F35C6-DD0D-45D5-A267-63A82EA43196}" type="sibTrans" cxnId="{4A7F3272-6D95-4B2B-AE1B-D0CD96F0954B}">
      <dgm:prSet/>
      <dgm:spPr/>
      <dgm:t>
        <a:bodyPr rtlCol="1"/>
        <a:lstStyle/>
        <a:p>
          <a:pPr rtl="1"/>
          <a:endParaRPr lang="en-US" sz="2000">
            <a:latin typeface="Arial" panose="020B0604020202020204" pitchFamily="34" charset="0"/>
            <a:cs typeface="Arial" panose="020B0604020202020204" pitchFamily="34" charset="0"/>
          </a:endParaRPr>
        </a:p>
      </dgm:t>
    </dgm:pt>
    <dgm:pt modelId="{947464A9-547C-46FE-A486-F5F3A169C665}">
      <dgm:prSet custT="1"/>
      <dgm:spPr>
        <a:solidFill>
          <a:schemeClr val="accent5"/>
        </a:solidFill>
      </dgm:spPr>
      <dgm:t>
        <a:bodyPr rtlCol="1"/>
        <a:lstStyle/>
        <a:p>
          <a:pPr rtl="1"/>
          <a:r>
            <a:rPr lang="ar" sz="2200" dirty="0">
              <a:solidFill>
                <a:schemeClr val="tx1"/>
              </a:solidFill>
              <a:latin typeface="Sakkal Majalla" panose="02000000000000000000" pitchFamily="2" charset="-78"/>
              <a:cs typeface="Sakkal Majalla" panose="02000000000000000000" pitchFamily="2" charset="-78"/>
            </a:rPr>
            <a:t>المهارات غير اللفظية، مثل إشارات اليد والإيماءات، ولغة الجسد، والوضعية، والتواصل البصري، وتعبيرات الوجه</a:t>
          </a:r>
          <a:endParaRPr lang="en-US" sz="2200" dirty="0">
            <a:solidFill>
              <a:schemeClr val="tx1"/>
            </a:solidFill>
            <a:latin typeface="Sakkal Majalla" panose="02000000000000000000" pitchFamily="2" charset="-78"/>
            <a:cs typeface="Sakkal Majalla" panose="02000000000000000000" pitchFamily="2" charset="-78"/>
          </a:endParaRPr>
        </a:p>
      </dgm:t>
    </dgm:pt>
    <dgm:pt modelId="{14AADE21-A238-466A-A465-F4275C405D6D}" type="parTrans" cxnId="{AFCE0548-B5D5-4ACA-9851-2969325DB103}">
      <dgm:prSet/>
      <dgm:spPr/>
      <dgm:t>
        <a:bodyPr rtlCol="1"/>
        <a:lstStyle/>
        <a:p>
          <a:pPr rtl="1"/>
          <a:endParaRPr lang="en-US" sz="2000">
            <a:latin typeface="Arial" panose="020B0604020202020204" pitchFamily="34" charset="0"/>
            <a:cs typeface="Arial" panose="020B0604020202020204" pitchFamily="34" charset="0"/>
          </a:endParaRPr>
        </a:p>
      </dgm:t>
    </dgm:pt>
    <dgm:pt modelId="{58792BA1-EDE4-44B4-9A02-33B1B9456825}" type="sibTrans" cxnId="{AFCE0548-B5D5-4ACA-9851-2969325DB103}">
      <dgm:prSet/>
      <dgm:spPr/>
      <dgm:t>
        <a:bodyPr rtlCol="1"/>
        <a:lstStyle/>
        <a:p>
          <a:pPr rtl="1"/>
          <a:endParaRPr lang="en-US" sz="2000">
            <a:latin typeface="Arial" panose="020B0604020202020204" pitchFamily="34" charset="0"/>
            <a:cs typeface="Arial" panose="020B0604020202020204" pitchFamily="34" charset="0"/>
          </a:endParaRPr>
        </a:p>
      </dgm:t>
    </dgm:pt>
    <dgm:pt modelId="{2AAFBEC1-96BC-594A-8708-3F405AA43021}">
      <dgm:prSet custT="1"/>
      <dgm:spPr>
        <a:gradFill rotWithShape="0">
          <a:gsLst>
            <a:gs pos="0">
              <a:schemeClr val="accent6">
                <a:lumMod val="20000"/>
                <a:lumOff val="80000"/>
              </a:schemeClr>
            </a:gs>
            <a:gs pos="86000">
              <a:schemeClr val="accent5"/>
            </a:gs>
            <a:gs pos="100000">
              <a:schemeClr val="accent5"/>
            </a:gs>
          </a:gsLst>
          <a:lin ang="2700000" scaled="1"/>
        </a:gradFill>
      </dgm:spPr>
      <dgm:t>
        <a:bodyPr rtlCol="1"/>
        <a:lstStyle/>
        <a:p>
          <a:pPr marL="0" lvl="0" indent="0" algn="r" defTabSz="889000" rtl="1">
            <a:lnSpc>
              <a:spcPct val="90000"/>
            </a:lnSpc>
            <a:spcBef>
              <a:spcPct val="0"/>
            </a:spcBef>
            <a:spcAft>
              <a:spcPct val="35000"/>
            </a:spcAft>
            <a:buNone/>
          </a:pPr>
          <a:r>
            <a:rPr lang="ar" sz="2200" b="1" kern="1200" dirty="0">
              <a:solidFill>
                <a:srgbClr val="000000"/>
              </a:solidFill>
              <a:latin typeface="Sakkal Majalla" panose="02000000000000000000" pitchFamily="2" charset="-78"/>
              <a:ea typeface="+mn-ea"/>
              <a:cs typeface="Sakkal Majalla" panose="02000000000000000000" pitchFamily="2" charset="-78"/>
            </a:rPr>
            <a:t>نصائح مهمة</a:t>
          </a:r>
        </a:p>
        <a:p>
          <a:pPr marL="0" lvl="0" indent="0" algn="r" defTabSz="889000" rtl="1">
            <a:lnSpc>
              <a:spcPct val="90000"/>
            </a:lnSpc>
            <a:spcBef>
              <a:spcPct val="0"/>
            </a:spcBef>
            <a:spcAft>
              <a:spcPct val="35000"/>
            </a:spcAft>
            <a:buNone/>
          </a:pPr>
          <a:r>
            <a:rPr lang="ar" sz="2200" kern="1200" dirty="0">
              <a:solidFill>
                <a:srgbClr val="000000"/>
              </a:solidFill>
              <a:latin typeface="Sakkal Majalla" panose="02000000000000000000" pitchFamily="2" charset="-78"/>
              <a:ea typeface="+mn-ea"/>
              <a:cs typeface="Sakkal Majalla" panose="02000000000000000000" pitchFamily="2" charset="-78"/>
            </a:rPr>
            <a:t>المتحدث القوي هو مستمع نشط، ويستخدم التعاطف والاحترام عند التواصل</a:t>
          </a:r>
        </a:p>
      </dgm:t>
    </dgm:pt>
    <dgm:pt modelId="{D37BA3E8-A761-5C41-B169-37885CAD2B7F}" type="parTrans" cxnId="{BB737179-0688-5B41-9ACF-E1FB6061C26A}">
      <dgm:prSet/>
      <dgm:spPr/>
      <dgm:t>
        <a:bodyPr rtlCol="1"/>
        <a:lstStyle/>
        <a:p>
          <a:pPr rtl="1"/>
          <a:endParaRPr lang="en-GB"/>
        </a:p>
      </dgm:t>
    </dgm:pt>
    <dgm:pt modelId="{614004EC-12CB-2649-BDCB-DFFF2005034C}" type="sibTrans" cxnId="{BB737179-0688-5B41-9ACF-E1FB6061C26A}">
      <dgm:prSet/>
      <dgm:spPr/>
      <dgm:t>
        <a:bodyPr rtlCol="1"/>
        <a:lstStyle/>
        <a:p>
          <a:pPr rtl="1"/>
          <a:endParaRPr lang="en-GB"/>
        </a:p>
      </dgm:t>
    </dgm:pt>
    <dgm:pt modelId="{B1E486F3-09AC-F943-8728-AEE56356DD1D}" type="pres">
      <dgm:prSet presAssocID="{CB756677-AD93-4F48-ACF8-E86C6CD34446}" presName="linear" presStyleCnt="0">
        <dgm:presLayoutVars>
          <dgm:animLvl val="lvl"/>
          <dgm:resizeHandles val="exact"/>
        </dgm:presLayoutVars>
      </dgm:prSet>
      <dgm:spPr/>
    </dgm:pt>
    <dgm:pt modelId="{ACB5AA7C-06C7-DB46-909A-1E175C5B762C}" type="pres">
      <dgm:prSet presAssocID="{593F33E9-CFAE-403D-B2E3-4B7E051C398E}" presName="parentText" presStyleLbl="node1" presStyleIdx="0" presStyleCnt="3" custScaleY="106131" custLinFactY="-8061" custLinFactNeighborY="-100000">
        <dgm:presLayoutVars>
          <dgm:chMax val="0"/>
          <dgm:bulletEnabled val="1"/>
        </dgm:presLayoutVars>
      </dgm:prSet>
      <dgm:spPr/>
    </dgm:pt>
    <dgm:pt modelId="{E454F6BB-B354-394A-9528-147840D5BAB6}" type="pres">
      <dgm:prSet presAssocID="{BA4F35C6-DD0D-45D5-A267-63A82EA43196}" presName="spacer" presStyleCnt="0"/>
      <dgm:spPr/>
    </dgm:pt>
    <dgm:pt modelId="{21D33D2A-5518-C542-88BB-50B11B3AB644}" type="pres">
      <dgm:prSet presAssocID="{947464A9-547C-46FE-A486-F5F3A169C665}" presName="parentText" presStyleLbl="node1" presStyleIdx="1" presStyleCnt="3" custScaleY="105858" custLinFactNeighborY="7299">
        <dgm:presLayoutVars>
          <dgm:chMax val="0"/>
          <dgm:bulletEnabled val="1"/>
        </dgm:presLayoutVars>
      </dgm:prSet>
      <dgm:spPr/>
    </dgm:pt>
    <dgm:pt modelId="{A94B053C-9331-AF4C-A9D8-D5E9D7BAC510}" type="pres">
      <dgm:prSet presAssocID="{58792BA1-EDE4-44B4-9A02-33B1B9456825}" presName="spacer" presStyleCnt="0"/>
      <dgm:spPr/>
    </dgm:pt>
    <dgm:pt modelId="{EB1A648B-03EF-F64F-A873-120CCA943233}" type="pres">
      <dgm:prSet presAssocID="{2AAFBEC1-96BC-594A-8708-3F405AA43021}" presName="parentText" presStyleLbl="node1" presStyleIdx="2" presStyleCnt="3" custScaleY="113342" custLinFactY="8061" custLinFactNeighborY="100000">
        <dgm:presLayoutVars>
          <dgm:chMax val="0"/>
          <dgm:bulletEnabled val="1"/>
        </dgm:presLayoutVars>
      </dgm:prSet>
      <dgm:spPr/>
    </dgm:pt>
  </dgm:ptLst>
  <dgm:cxnLst>
    <dgm:cxn modelId="{5E080120-4A5F-CC4B-B15C-8FA0A9D74FEB}" type="presOf" srcId="{947464A9-547C-46FE-A486-F5F3A169C665}" destId="{21D33D2A-5518-C542-88BB-50B11B3AB644}" srcOrd="0" destOrd="0" presId="urn:microsoft.com/office/officeart/2005/8/layout/vList2"/>
    <dgm:cxn modelId="{AFCE0548-B5D5-4ACA-9851-2969325DB103}" srcId="{CB756677-AD93-4F48-ACF8-E86C6CD34446}" destId="{947464A9-547C-46FE-A486-F5F3A169C665}" srcOrd="1" destOrd="0" parTransId="{14AADE21-A238-466A-A465-F4275C405D6D}" sibTransId="{58792BA1-EDE4-44B4-9A02-33B1B9456825}"/>
    <dgm:cxn modelId="{4A7F3272-6D95-4B2B-AE1B-D0CD96F0954B}" srcId="{CB756677-AD93-4F48-ACF8-E86C6CD34446}" destId="{593F33E9-CFAE-403D-B2E3-4B7E051C398E}" srcOrd="0" destOrd="0" parTransId="{D94B8CAB-EDF3-484E-B2BA-5B16B966AC9C}" sibTransId="{BA4F35C6-DD0D-45D5-A267-63A82EA43196}"/>
    <dgm:cxn modelId="{BB737179-0688-5B41-9ACF-E1FB6061C26A}" srcId="{CB756677-AD93-4F48-ACF8-E86C6CD34446}" destId="{2AAFBEC1-96BC-594A-8708-3F405AA43021}" srcOrd="2" destOrd="0" parTransId="{D37BA3E8-A761-5C41-B169-37885CAD2B7F}" sibTransId="{614004EC-12CB-2649-BDCB-DFFF2005034C}"/>
    <dgm:cxn modelId="{70B76E96-BD2F-864C-BF6E-9EE04D70DE78}" type="presOf" srcId="{2AAFBEC1-96BC-594A-8708-3F405AA43021}" destId="{EB1A648B-03EF-F64F-A873-120CCA943233}" srcOrd="0" destOrd="0" presId="urn:microsoft.com/office/officeart/2005/8/layout/vList2"/>
    <dgm:cxn modelId="{9A6C1CC6-D80E-E947-A90B-33187B532FA9}" type="presOf" srcId="{593F33E9-CFAE-403D-B2E3-4B7E051C398E}" destId="{ACB5AA7C-06C7-DB46-909A-1E175C5B762C}" srcOrd="0" destOrd="0" presId="urn:microsoft.com/office/officeart/2005/8/layout/vList2"/>
    <dgm:cxn modelId="{7D807FCF-10CA-B744-82B0-52A69CBF3732}" type="presOf" srcId="{CB756677-AD93-4F48-ACF8-E86C6CD34446}" destId="{B1E486F3-09AC-F943-8728-AEE56356DD1D}" srcOrd="0" destOrd="0" presId="urn:microsoft.com/office/officeart/2005/8/layout/vList2"/>
    <dgm:cxn modelId="{0EE64252-F7B8-C54E-AE9C-1EB332398A4D}" type="presParOf" srcId="{B1E486F3-09AC-F943-8728-AEE56356DD1D}" destId="{ACB5AA7C-06C7-DB46-909A-1E175C5B762C}" srcOrd="0" destOrd="0" presId="urn:microsoft.com/office/officeart/2005/8/layout/vList2"/>
    <dgm:cxn modelId="{F04DCBEC-AE63-B148-AE50-AC6DC64A7E39}" type="presParOf" srcId="{B1E486F3-09AC-F943-8728-AEE56356DD1D}" destId="{E454F6BB-B354-394A-9528-147840D5BAB6}" srcOrd="1" destOrd="0" presId="urn:microsoft.com/office/officeart/2005/8/layout/vList2"/>
    <dgm:cxn modelId="{5C305390-C583-A843-A703-32D6F86F17A1}" type="presParOf" srcId="{B1E486F3-09AC-F943-8728-AEE56356DD1D}" destId="{21D33D2A-5518-C542-88BB-50B11B3AB644}" srcOrd="2" destOrd="0" presId="urn:microsoft.com/office/officeart/2005/8/layout/vList2"/>
    <dgm:cxn modelId="{DABEEABD-DA1F-0B41-B6A0-F2A3F6166AD6}" type="presParOf" srcId="{B1E486F3-09AC-F943-8728-AEE56356DD1D}" destId="{A94B053C-9331-AF4C-A9D8-D5E9D7BAC510}" srcOrd="3" destOrd="0" presId="urn:microsoft.com/office/officeart/2005/8/layout/vList2"/>
    <dgm:cxn modelId="{ED7A76CB-9977-2641-9EB6-E0CD7361C22C}" type="presParOf" srcId="{B1E486F3-09AC-F943-8728-AEE56356DD1D}" destId="{EB1A648B-03EF-F64F-A873-120CCA943233}"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9973B-5D49-8A42-BAC4-EF82E5721969}">
      <dsp:nvSpPr>
        <dsp:cNvPr id="0" name=""/>
        <dsp:cNvSpPr/>
      </dsp:nvSpPr>
      <dsp:spPr>
        <a:xfrm>
          <a:off x="1052544" y="14640"/>
          <a:ext cx="5661247" cy="105281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464261" bIns="76200" numCol="1" spcCol="1270" rtlCol="1" anchor="ctr" anchorCtr="0">
          <a:noAutofit/>
        </a:bodyPr>
        <a:lstStyle/>
        <a:p>
          <a:pPr marL="0" lvl="0" indent="0" algn="ctr" defTabSz="889000" rtl="1">
            <a:lnSpc>
              <a:spcPct val="90000"/>
            </a:lnSpc>
            <a:spcBef>
              <a:spcPct val="0"/>
            </a:spcBef>
            <a:spcAft>
              <a:spcPct val="35000"/>
            </a:spcAft>
            <a:buNone/>
          </a:pPr>
          <a:r>
            <a:rPr lang="ar" sz="2000" b="0" kern="1200" dirty="0">
              <a:solidFill>
                <a:schemeClr val="tx1"/>
              </a:solidFill>
              <a:latin typeface="Sakkal Majalla" panose="02000000000000000000" pitchFamily="2" charset="-78"/>
              <a:cs typeface="Sakkal Majalla" panose="02000000000000000000" pitchFamily="2" charset="-78"/>
            </a:rPr>
            <a:t>يتم تقييم هذه الوحدة باستخدام ملخصي الواجبات التي قدمها معلمك</a:t>
          </a:r>
          <a:endParaRPr lang="en-GB" sz="2000" b="0" kern="1200" dirty="0">
            <a:latin typeface="Sakkal Majalla" panose="02000000000000000000" pitchFamily="2" charset="-78"/>
            <a:cs typeface="Sakkal Majalla" panose="02000000000000000000" pitchFamily="2" charset="-78"/>
          </a:endParaRPr>
        </a:p>
      </dsp:txBody>
      <dsp:txXfrm>
        <a:off x="1052544" y="14640"/>
        <a:ext cx="5398044" cy="1052811"/>
      </dsp:txXfrm>
    </dsp:sp>
    <dsp:sp modelId="{07466073-534A-6D46-8ADE-679263BC913B}">
      <dsp:nvSpPr>
        <dsp:cNvPr id="0" name=""/>
        <dsp:cNvSpPr/>
      </dsp:nvSpPr>
      <dsp:spPr>
        <a:xfrm>
          <a:off x="6723241" y="0"/>
          <a:ext cx="1052811" cy="10528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5FB1FB1-11BF-224B-AB57-8205C1A8E483}">
      <dsp:nvSpPr>
        <dsp:cNvPr id="0" name=""/>
        <dsp:cNvSpPr/>
      </dsp:nvSpPr>
      <dsp:spPr>
        <a:xfrm>
          <a:off x="1071888" y="1368153"/>
          <a:ext cx="5522400" cy="1571004"/>
        </a:xfrm>
        <a:prstGeom prst="homePlate">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464261"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ستقوم بالبحث في العديد من الشركات المتناقضة، وتجمع الأدلة وتبلغ عن النتائج التي توصلت إليها، وتظهر مهارات خدمة العملاء الخاصة بك في مواقف مختلفة ووضع خطة لتحسين هذه المهارات </a:t>
          </a:r>
          <a:endParaRPr lang="en-GB" sz="2000" kern="1200" dirty="0">
            <a:solidFill>
              <a:srgbClr val="000000"/>
            </a:solidFill>
            <a:latin typeface="Sakkal Majalla" panose="02000000000000000000" pitchFamily="2" charset="-78"/>
            <a:ea typeface="+mn-ea"/>
            <a:cs typeface="Sakkal Majalla" panose="02000000000000000000" pitchFamily="2" charset="-78"/>
          </a:endParaRPr>
        </a:p>
      </dsp:txBody>
      <dsp:txXfrm>
        <a:off x="1071888" y="1368153"/>
        <a:ext cx="5129649" cy="1571004"/>
      </dsp:txXfrm>
    </dsp:sp>
    <dsp:sp modelId="{F0BB6657-F43C-A140-B1F2-D744ED259593}">
      <dsp:nvSpPr>
        <dsp:cNvPr id="0" name=""/>
        <dsp:cNvSpPr/>
      </dsp:nvSpPr>
      <dsp:spPr>
        <a:xfrm>
          <a:off x="6688529" y="1640999"/>
          <a:ext cx="1052811" cy="1052811"/>
        </a:xfrm>
        <a:prstGeom prst="ellipse">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EC2EE03-B08C-7540-BB3E-0E43195B2D99}">
      <dsp:nvSpPr>
        <dsp:cNvPr id="0" name=""/>
        <dsp:cNvSpPr/>
      </dsp:nvSpPr>
      <dsp:spPr>
        <a:xfrm>
          <a:off x="1099728" y="3253430"/>
          <a:ext cx="5411041" cy="1052811"/>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76200" rIns="464261" bIns="76200" numCol="1" spcCol="1270" rtlCol="1" anchor="ctr" anchorCtr="0">
          <a:noAutofit/>
        </a:bodyPr>
        <a:lstStyle/>
        <a:p>
          <a:pPr marL="0" lvl="0" indent="0" algn="ctr" defTabSz="889000" rtl="1">
            <a:lnSpc>
              <a:spcPct val="90000"/>
            </a:lnSpc>
            <a:spcBef>
              <a:spcPct val="0"/>
            </a:spcBef>
            <a:spcAft>
              <a:spcPct val="35000"/>
            </a:spcAft>
            <a:buNone/>
          </a:pPr>
          <a:r>
            <a:rPr lang="ar" sz="2000" kern="1200" dirty="0">
              <a:solidFill>
                <a:schemeClr val="tx1"/>
              </a:solidFill>
              <a:latin typeface="Sakkal Majalla" panose="02000000000000000000" pitchFamily="2" charset="-78"/>
              <a:cs typeface="Sakkal Majalla" panose="02000000000000000000" pitchFamily="2" charset="-78"/>
            </a:rPr>
            <a:t>سيتم تقييمك داخليًا من قبل المعلمين أو أصحاب العمل أو كلاهما</a:t>
          </a:r>
        </a:p>
      </dsp:txBody>
      <dsp:txXfrm>
        <a:off x="1099728" y="3253430"/>
        <a:ext cx="5147838" cy="1052811"/>
      </dsp:txXfrm>
    </dsp:sp>
    <dsp:sp modelId="{EAAD1AC9-DE04-3442-A4F4-1538E3E85E1E}">
      <dsp:nvSpPr>
        <dsp:cNvPr id="0" name=""/>
        <dsp:cNvSpPr/>
      </dsp:nvSpPr>
      <dsp:spPr>
        <a:xfrm>
          <a:off x="6724048" y="3254499"/>
          <a:ext cx="1052811" cy="1052811"/>
        </a:xfrm>
        <a:prstGeom prst="ellipse">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59F91B-A412-4046-9AE9-167787D1DE0B}">
      <dsp:nvSpPr>
        <dsp:cNvPr id="0" name=""/>
        <dsp:cNvSpPr/>
      </dsp:nvSpPr>
      <dsp:spPr>
        <a:xfrm>
          <a:off x="0" y="473"/>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89B75D-60E8-4A38-AC23-0DC503925009}">
      <dsp:nvSpPr>
        <dsp:cNvPr id="0" name=""/>
        <dsp:cNvSpPr/>
      </dsp:nvSpPr>
      <dsp:spPr>
        <a:xfrm>
          <a:off x="7382804" y="249740"/>
          <a:ext cx="609319" cy="609319"/>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A239B92-C7E8-4937-BA2F-63BBE1282096}">
      <dsp:nvSpPr>
        <dsp:cNvPr id="0" name=""/>
        <dsp:cNvSpPr/>
      </dsp:nvSpPr>
      <dsp:spPr>
        <a:xfrm>
          <a:off x="287232" y="473"/>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9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أ: </a:t>
          </a:r>
          <a:r>
            <a:rPr lang="ar" sz="2200" kern="1200" dirty="0">
              <a:latin typeface="Sakkal Majalla" panose="02000000000000000000" pitchFamily="2" charset="-78"/>
              <a:cs typeface="Sakkal Majalla" panose="02000000000000000000" pitchFamily="2" charset="-78"/>
            </a:rPr>
            <a:t>استكشاف كيف تسهم خدمة العملاء الفعالة في نجاح الأعمال </a:t>
          </a:r>
          <a:endParaRPr lang="en-US" sz="2200" kern="1200" dirty="0">
            <a:latin typeface="Sakkal Majalla" panose="02000000000000000000" pitchFamily="2" charset="-78"/>
            <a:cs typeface="Sakkal Majalla" panose="02000000000000000000" pitchFamily="2" charset="-78"/>
          </a:endParaRPr>
        </a:p>
      </dsp:txBody>
      <dsp:txXfrm>
        <a:off x="287232" y="473"/>
        <a:ext cx="6927803" cy="1107854"/>
      </dsp:txXfrm>
    </dsp:sp>
    <dsp:sp modelId="{F43D942C-5076-405B-826A-BC7DA2026AC7}">
      <dsp:nvSpPr>
        <dsp:cNvPr id="0" name=""/>
        <dsp:cNvSpPr/>
      </dsp:nvSpPr>
      <dsp:spPr>
        <a:xfrm>
          <a:off x="0" y="1385290"/>
          <a:ext cx="8207375" cy="1107854"/>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8ED43BA3-C6FA-40D0-98FE-78504CE20FC3}">
      <dsp:nvSpPr>
        <dsp:cNvPr id="0" name=""/>
        <dsp:cNvSpPr/>
      </dsp:nvSpPr>
      <dsp:spPr>
        <a:xfrm>
          <a:off x="7382804" y="1634558"/>
          <a:ext cx="609319" cy="609319"/>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A8200A-96B4-428C-8E55-83C8FFDC1FB3}">
      <dsp:nvSpPr>
        <dsp:cNvPr id="0" name=""/>
        <dsp:cNvSpPr/>
      </dsp:nvSpPr>
      <dsp:spPr>
        <a:xfrm>
          <a:off x="287232" y="1385290"/>
          <a:ext cx="6927803" cy="1107854"/>
        </a:xfrm>
        <a:prstGeom prst="rect">
          <a:avLst/>
        </a:prstGeom>
        <a:solidFill>
          <a:schemeClr val="accent5"/>
        </a:solid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9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ب: </a:t>
          </a:r>
          <a:r>
            <a:rPr lang="ar" sz="2200" kern="1200" dirty="0">
              <a:latin typeface="Sakkal Majalla" panose="02000000000000000000" pitchFamily="2" charset="-78"/>
              <a:cs typeface="Sakkal Majalla" panose="02000000000000000000" pitchFamily="2" charset="-78"/>
            </a:rPr>
            <a:t>دراسة الطرق المستخدمة لتحسين خدمة العملاء في شركة </a:t>
          </a:r>
          <a:endParaRPr lang="en-US" sz="2200" kern="1200" dirty="0">
            <a:latin typeface="Sakkal Majalla" panose="02000000000000000000" pitchFamily="2" charset="-78"/>
            <a:cs typeface="Sakkal Majalla" panose="02000000000000000000" pitchFamily="2" charset="-78"/>
          </a:endParaRPr>
        </a:p>
      </dsp:txBody>
      <dsp:txXfrm>
        <a:off x="287232" y="1385290"/>
        <a:ext cx="6927803" cy="1107854"/>
      </dsp:txXfrm>
    </dsp:sp>
    <dsp:sp modelId="{875D741C-CAD9-4AF6-B4FA-DE20C2DFD952}">
      <dsp:nvSpPr>
        <dsp:cNvPr id="0" name=""/>
        <dsp:cNvSpPr/>
      </dsp:nvSpPr>
      <dsp:spPr>
        <a:xfrm>
          <a:off x="0" y="2770108"/>
          <a:ext cx="8207375" cy="11078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8AB56E-E0E6-4724-B224-7DF8D29317AC}">
      <dsp:nvSpPr>
        <dsp:cNvPr id="0" name=""/>
        <dsp:cNvSpPr/>
      </dsp:nvSpPr>
      <dsp:spPr>
        <a:xfrm>
          <a:off x="7382804" y="3019375"/>
          <a:ext cx="609319" cy="609319"/>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7D209A1-A39C-4A34-A67B-7F58F8B67DCB}">
      <dsp:nvSpPr>
        <dsp:cNvPr id="0" name=""/>
        <dsp:cNvSpPr/>
      </dsp:nvSpPr>
      <dsp:spPr>
        <a:xfrm>
          <a:off x="287232" y="2770108"/>
          <a:ext cx="6927803" cy="1107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248" tIns="117248" rIns="117248" bIns="117248" numCol="1" spcCol="1270" rtlCol="1" anchor="ctr" anchorCtr="0">
          <a:noAutofit/>
        </a:bodyPr>
        <a:lstStyle/>
        <a:p>
          <a:pPr marL="0" lvl="0" indent="0" algn="r" defTabSz="977900" rtl="1">
            <a:lnSpc>
              <a:spcPct val="90000"/>
            </a:lnSpc>
            <a:spcBef>
              <a:spcPct val="0"/>
            </a:spcBef>
            <a:spcAft>
              <a:spcPct val="35000"/>
            </a:spcAft>
            <a:buNone/>
          </a:pPr>
          <a:r>
            <a:rPr lang="ar" sz="2200" b="1" kern="1200" dirty="0">
              <a:latin typeface="Sakkal Majalla" panose="02000000000000000000" pitchFamily="2" charset="-78"/>
              <a:cs typeface="Sakkal Majalla" panose="02000000000000000000" pitchFamily="2" charset="-78"/>
            </a:rPr>
            <a:t>ج: </a:t>
          </a:r>
          <a:r>
            <a:rPr lang="ar" sz="2200" kern="1200" dirty="0">
              <a:latin typeface="Sakkal Majalla" panose="02000000000000000000" pitchFamily="2" charset="-78"/>
              <a:cs typeface="Sakkal Majalla" panose="02000000000000000000" pitchFamily="2" charset="-78"/>
            </a:rPr>
            <a:t>إظهار مهارات خدمة العملاء في المواقف المختلفة، باستخدام السلوكيات المناسبة لتلبية التوقعات </a:t>
          </a:r>
          <a:endParaRPr lang="en-US" sz="2200" kern="1200" dirty="0">
            <a:latin typeface="Sakkal Majalla" panose="02000000000000000000" pitchFamily="2" charset="-78"/>
            <a:cs typeface="Sakkal Majalla" panose="02000000000000000000" pitchFamily="2" charset="-78"/>
          </a:endParaRPr>
        </a:p>
      </dsp:txBody>
      <dsp:txXfrm>
        <a:off x="287232" y="2770108"/>
        <a:ext cx="6927803" cy="11078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6443E-F6CB-4E39-B8B4-8735A3F35C81}">
      <dsp:nvSpPr>
        <dsp:cNvPr id="0" name=""/>
        <dsp:cNvSpPr/>
      </dsp:nvSpPr>
      <dsp:spPr>
        <a:xfrm>
          <a:off x="0" y="3738"/>
          <a:ext cx="5111751" cy="7963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E01E3D-6D85-4BA8-8D47-D67B5A12AA05}">
      <dsp:nvSpPr>
        <dsp:cNvPr id="0" name=""/>
        <dsp:cNvSpPr/>
      </dsp:nvSpPr>
      <dsp:spPr>
        <a:xfrm>
          <a:off x="4457752" y="182910"/>
          <a:ext cx="437975" cy="437975"/>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A834-0AE3-40C9-B5C8-75BE27C4EBF8}">
      <dsp:nvSpPr>
        <dsp:cNvPr id="0" name=""/>
        <dsp:cNvSpPr/>
      </dsp:nvSpPr>
      <dsp:spPr>
        <a:xfrm>
          <a:off x="575229" y="3738"/>
          <a:ext cx="3759932"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933450" rtl="1">
            <a:lnSpc>
              <a:spcPct val="100000"/>
            </a:lnSpc>
            <a:spcBef>
              <a:spcPct val="0"/>
            </a:spcBef>
            <a:spcAft>
              <a:spcPct val="35000"/>
            </a:spcAft>
            <a:buNone/>
          </a:pPr>
          <a:r>
            <a:rPr lang="ar" sz="2100" b="1" kern="1200" dirty="0">
              <a:latin typeface="Sakkal Majalla" panose="02000000000000000000" pitchFamily="2" charset="-78"/>
              <a:cs typeface="Sakkal Majalla" panose="02000000000000000000" pitchFamily="2" charset="-78"/>
            </a:rPr>
            <a:t>مجالات المحتوى الرئيسة</a:t>
          </a:r>
        </a:p>
      </dsp:txBody>
      <dsp:txXfrm>
        <a:off x="575229" y="3738"/>
        <a:ext cx="3759932" cy="796319"/>
      </dsp:txXfrm>
    </dsp:sp>
    <dsp:sp modelId="{CF774ABA-3244-4408-901F-6CCE877A456B}">
      <dsp:nvSpPr>
        <dsp:cNvPr id="0" name=""/>
        <dsp:cNvSpPr/>
      </dsp:nvSpPr>
      <dsp:spPr>
        <a:xfrm>
          <a:off x="0" y="999138"/>
          <a:ext cx="5111751" cy="79631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407EE78B-D7B9-41CD-B540-6B48BF9CD5D7}">
      <dsp:nvSpPr>
        <dsp:cNvPr id="0" name=""/>
        <dsp:cNvSpPr/>
      </dsp:nvSpPr>
      <dsp:spPr>
        <a:xfrm>
          <a:off x="4457752" y="1178310"/>
          <a:ext cx="437975" cy="43797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BE2D37-BA8E-4389-9AA8-5F0BF3C22FB2}">
      <dsp:nvSpPr>
        <dsp:cNvPr id="0" name=""/>
        <dsp:cNvSpPr/>
      </dsp:nvSpPr>
      <dsp:spPr>
        <a:xfrm>
          <a:off x="127670" y="999138"/>
          <a:ext cx="4192001"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أ1 خدمة العملاء في الأعمال</a:t>
          </a:r>
          <a:endParaRPr lang="en-US" sz="2100" kern="1200" dirty="0">
            <a:latin typeface="Sakkal Majalla" panose="02000000000000000000" pitchFamily="2" charset="-78"/>
            <a:cs typeface="Sakkal Majalla" panose="02000000000000000000" pitchFamily="2" charset="-78"/>
          </a:endParaRPr>
        </a:p>
      </dsp:txBody>
      <dsp:txXfrm>
        <a:off x="127670" y="999138"/>
        <a:ext cx="4192001" cy="796319"/>
      </dsp:txXfrm>
    </dsp:sp>
    <dsp:sp modelId="{3DCFFCF7-9656-439F-BBA1-13F8CDCDF580}">
      <dsp:nvSpPr>
        <dsp:cNvPr id="0" name=""/>
        <dsp:cNvSpPr/>
      </dsp:nvSpPr>
      <dsp:spPr>
        <a:xfrm>
          <a:off x="0" y="1994537"/>
          <a:ext cx="5111751" cy="7963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FDF15-0AA0-473D-88E0-CE97E32171A0}">
      <dsp:nvSpPr>
        <dsp:cNvPr id="0" name=""/>
        <dsp:cNvSpPr/>
      </dsp:nvSpPr>
      <dsp:spPr>
        <a:xfrm>
          <a:off x="4457752" y="2173709"/>
          <a:ext cx="437975" cy="437975"/>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E9A5E81-88A1-48A0-AFE5-8C2E829447C6}">
      <dsp:nvSpPr>
        <dsp:cNvPr id="0" name=""/>
        <dsp:cNvSpPr/>
      </dsp:nvSpPr>
      <dsp:spPr>
        <a:xfrm>
          <a:off x="863261" y="1994537"/>
          <a:ext cx="3440837"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أ2 توقعات العملاء والحصول على رضاهم</a:t>
          </a:r>
          <a:endParaRPr lang="en-US" sz="2100" kern="1200" dirty="0">
            <a:latin typeface="Sakkal Majalla" panose="02000000000000000000" pitchFamily="2" charset="-78"/>
            <a:cs typeface="Sakkal Majalla" panose="02000000000000000000" pitchFamily="2" charset="-78"/>
          </a:endParaRPr>
        </a:p>
      </dsp:txBody>
      <dsp:txXfrm>
        <a:off x="863261" y="1994537"/>
        <a:ext cx="3440837" cy="796319"/>
      </dsp:txXfrm>
    </dsp:sp>
    <dsp:sp modelId="{693E8EA8-B382-4DB9-9693-CC4A83C66864}">
      <dsp:nvSpPr>
        <dsp:cNvPr id="0" name=""/>
        <dsp:cNvSpPr/>
      </dsp:nvSpPr>
      <dsp:spPr>
        <a:xfrm>
          <a:off x="0" y="2989937"/>
          <a:ext cx="5111751" cy="796319"/>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A1B2B1EA-5208-4C5B-8E7E-A2F7BA9F4A94}">
      <dsp:nvSpPr>
        <dsp:cNvPr id="0" name=""/>
        <dsp:cNvSpPr/>
      </dsp:nvSpPr>
      <dsp:spPr>
        <a:xfrm>
          <a:off x="4457752" y="3169109"/>
          <a:ext cx="437975" cy="437975"/>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4864B26-DA10-455E-A602-20A0CE7D3A9C}">
      <dsp:nvSpPr>
        <dsp:cNvPr id="0" name=""/>
        <dsp:cNvSpPr/>
      </dsp:nvSpPr>
      <dsp:spPr>
        <a:xfrm>
          <a:off x="1151315" y="2989937"/>
          <a:ext cx="3152804"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أ3 فوائد بناء العلاقات مع العملاء</a:t>
          </a:r>
          <a:endParaRPr lang="en-US" sz="2100" kern="1200" dirty="0">
            <a:latin typeface="Sakkal Majalla" panose="02000000000000000000" pitchFamily="2" charset="-78"/>
            <a:cs typeface="Sakkal Majalla" panose="02000000000000000000" pitchFamily="2" charset="-78"/>
          </a:endParaRPr>
        </a:p>
      </dsp:txBody>
      <dsp:txXfrm>
        <a:off x="1151315" y="2989937"/>
        <a:ext cx="3152804" cy="796319"/>
      </dsp:txXfrm>
    </dsp:sp>
    <dsp:sp modelId="{7485C9CC-136B-45CA-ACEC-BE5C9D4E4E72}">
      <dsp:nvSpPr>
        <dsp:cNvPr id="0" name=""/>
        <dsp:cNvSpPr/>
      </dsp:nvSpPr>
      <dsp:spPr>
        <a:xfrm>
          <a:off x="0" y="3985336"/>
          <a:ext cx="5111751" cy="79631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78D4626-1FAF-4B13-B316-6DBFB5221A01}">
      <dsp:nvSpPr>
        <dsp:cNvPr id="0" name=""/>
        <dsp:cNvSpPr/>
      </dsp:nvSpPr>
      <dsp:spPr>
        <a:xfrm>
          <a:off x="4457752" y="4164508"/>
          <a:ext cx="437975" cy="437975"/>
        </a:xfrm>
        <a:prstGeom prst="rect">
          <a:avLst/>
        </a:prstGeom>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158C3DF-B0EA-4041-98EC-46489D1E8C1D}">
      <dsp:nvSpPr>
        <dsp:cNvPr id="0" name=""/>
        <dsp:cNvSpPr/>
      </dsp:nvSpPr>
      <dsp:spPr>
        <a:xfrm>
          <a:off x="1007278" y="3985336"/>
          <a:ext cx="3296841" cy="7963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77" tIns="84277" rIns="84277" bIns="84277" numCol="1" spcCol="1270" rtlCol="1" anchor="ctr" anchorCtr="0">
          <a:noAutofit/>
        </a:bodyPr>
        <a:lstStyle/>
        <a:p>
          <a:pPr marL="0" lvl="0" indent="0" algn="r" defTabSz="933450" rtl="1">
            <a:lnSpc>
              <a:spcPct val="100000"/>
            </a:lnSpc>
            <a:spcBef>
              <a:spcPct val="0"/>
            </a:spcBef>
            <a:spcAft>
              <a:spcPct val="35000"/>
            </a:spcAft>
            <a:buNone/>
          </a:pPr>
          <a:r>
            <a:rPr lang="ar" sz="2100" kern="1200" dirty="0">
              <a:latin typeface="Sakkal Majalla" panose="02000000000000000000" pitchFamily="2" charset="-78"/>
              <a:cs typeface="Sakkal Majalla" panose="02000000000000000000" pitchFamily="2" charset="-78"/>
            </a:rPr>
            <a:t>أ4 تشريعات ولوائح خدمة العملاء</a:t>
          </a:r>
          <a:endParaRPr lang="en-US" sz="2100" kern="1200" dirty="0">
            <a:latin typeface="Sakkal Majalla" panose="02000000000000000000" pitchFamily="2" charset="-78"/>
            <a:cs typeface="Sakkal Majalla" panose="02000000000000000000" pitchFamily="2" charset="-78"/>
          </a:endParaRPr>
        </a:p>
      </dsp:txBody>
      <dsp:txXfrm>
        <a:off x="1007278" y="3985336"/>
        <a:ext cx="3296841" cy="7963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BC0FF-9704-C840-A9C2-EB9FF87AEBA4}">
      <dsp:nvSpPr>
        <dsp:cNvPr id="0" name=""/>
        <dsp:cNvSpPr/>
      </dsp:nvSpPr>
      <dsp:spPr>
        <a:xfrm>
          <a:off x="2295966" y="1977"/>
          <a:ext cx="1384730" cy="1384730"/>
        </a:xfrm>
        <a:prstGeom prst="ellipse">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solidFill>
                <a:schemeClr val="tx1"/>
              </a:solidFill>
              <a:latin typeface="Sakkal Majalla" panose="02000000000000000000" pitchFamily="2" charset="-78"/>
              <a:cs typeface="Sakkal Majalla" panose="02000000000000000000" pitchFamily="2" charset="-78"/>
            </a:rPr>
            <a:t>تعزيز سمعة الشركة</a:t>
          </a:r>
        </a:p>
      </dsp:txBody>
      <dsp:txXfrm>
        <a:off x="2498755" y="204766"/>
        <a:ext cx="979152" cy="979152"/>
      </dsp:txXfrm>
    </dsp:sp>
    <dsp:sp modelId="{89858F3E-62F4-8E46-B4DB-28E5FF80E222}">
      <dsp:nvSpPr>
        <dsp:cNvPr id="0" name=""/>
        <dsp:cNvSpPr/>
      </dsp:nvSpPr>
      <dsp:spPr>
        <a:xfrm rot="8100000">
          <a:off x="2077470" y="1187895"/>
          <a:ext cx="367271" cy="4673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889000" rtl="1">
            <a:lnSpc>
              <a:spcPct val="90000"/>
            </a:lnSpc>
            <a:spcBef>
              <a:spcPct val="0"/>
            </a:spcBef>
            <a:spcAft>
              <a:spcPct val="35000"/>
            </a:spcAft>
            <a:buNone/>
          </a:pPr>
          <a:endParaRPr lang="en-GB" sz="2000" kern="1200"/>
        </a:p>
      </dsp:txBody>
      <dsp:txXfrm rot="10800000">
        <a:off x="2171515" y="1242409"/>
        <a:ext cx="257090" cy="280408"/>
      </dsp:txXfrm>
    </dsp:sp>
    <dsp:sp modelId="{8592B5E6-C8DD-DD4B-B404-512E821E6A52}">
      <dsp:nvSpPr>
        <dsp:cNvPr id="0" name=""/>
        <dsp:cNvSpPr/>
      </dsp:nvSpPr>
      <dsp:spPr>
        <a:xfrm>
          <a:off x="826815" y="1471129"/>
          <a:ext cx="1384730" cy="1384730"/>
        </a:xfrm>
        <a:prstGeom prst="ellipse">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solidFill>
                <a:schemeClr val="tx1"/>
              </a:solidFill>
              <a:latin typeface="Sakkal Majalla" panose="02000000000000000000" pitchFamily="2" charset="-78"/>
              <a:cs typeface="Sakkal Majalla" panose="02000000000000000000" pitchFamily="2" charset="-78"/>
            </a:rPr>
            <a:t>ثقة العملاء في الشركة.</a:t>
          </a:r>
        </a:p>
      </dsp:txBody>
      <dsp:txXfrm>
        <a:off x="1029604" y="1673918"/>
        <a:ext cx="979152" cy="979152"/>
      </dsp:txXfrm>
    </dsp:sp>
    <dsp:sp modelId="{88CF93C1-9E69-254D-B33D-45DE005A7615}">
      <dsp:nvSpPr>
        <dsp:cNvPr id="0" name=""/>
        <dsp:cNvSpPr/>
      </dsp:nvSpPr>
      <dsp:spPr>
        <a:xfrm rot="2700000">
          <a:off x="2062770" y="2657047"/>
          <a:ext cx="367271" cy="4673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889000" rtl="1">
            <a:lnSpc>
              <a:spcPct val="90000"/>
            </a:lnSpc>
            <a:spcBef>
              <a:spcPct val="0"/>
            </a:spcBef>
            <a:spcAft>
              <a:spcPct val="35000"/>
            </a:spcAft>
            <a:buNone/>
          </a:pPr>
          <a:endParaRPr lang="en-GB" sz="2000" kern="1200"/>
        </a:p>
      </dsp:txBody>
      <dsp:txXfrm>
        <a:off x="2078906" y="2711561"/>
        <a:ext cx="257090" cy="280408"/>
      </dsp:txXfrm>
    </dsp:sp>
    <dsp:sp modelId="{59DA563A-2E02-7C47-99A0-C9DC7EF4E10A}">
      <dsp:nvSpPr>
        <dsp:cNvPr id="0" name=""/>
        <dsp:cNvSpPr/>
      </dsp:nvSpPr>
      <dsp:spPr>
        <a:xfrm>
          <a:off x="2295966" y="2940281"/>
          <a:ext cx="1384730" cy="1384730"/>
        </a:xfrm>
        <a:prstGeom prst="ellipse">
          <a:avLst/>
        </a:prstGeom>
        <a:solidFill>
          <a:schemeClr val="accent6">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rtlCol="1" anchor="ctr" anchorCtr="0">
          <a:noAutofit/>
        </a:bodyPr>
        <a:lstStyle/>
        <a:p>
          <a:pPr marL="0" lvl="0" indent="0" algn="ctr" defTabSz="622300" rtl="1">
            <a:lnSpc>
              <a:spcPct val="90000"/>
            </a:lnSpc>
            <a:spcBef>
              <a:spcPct val="0"/>
            </a:spcBef>
            <a:spcAft>
              <a:spcPct val="35000"/>
            </a:spcAft>
            <a:buNone/>
          </a:pPr>
          <a:r>
            <a:rPr lang="ar" sz="1400" kern="1200" dirty="0">
              <a:solidFill>
                <a:schemeClr val="tx1"/>
              </a:solidFill>
              <a:latin typeface="Sakkal Majalla" panose="02000000000000000000" pitchFamily="2" charset="-78"/>
              <a:cs typeface="Sakkal Majalla" panose="02000000000000000000" pitchFamily="2" charset="-78"/>
            </a:rPr>
            <a:t>العمليات التجارية المتكررة</a:t>
          </a:r>
        </a:p>
      </dsp:txBody>
      <dsp:txXfrm>
        <a:off x="2498755" y="3143070"/>
        <a:ext cx="979152" cy="979152"/>
      </dsp:txXfrm>
    </dsp:sp>
    <dsp:sp modelId="{E2C75997-92AF-A748-B904-5974915E53DD}">
      <dsp:nvSpPr>
        <dsp:cNvPr id="0" name=""/>
        <dsp:cNvSpPr/>
      </dsp:nvSpPr>
      <dsp:spPr>
        <a:xfrm rot="18900000">
          <a:off x="3531922" y="2671747"/>
          <a:ext cx="367271" cy="4673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889000" rtl="1">
            <a:lnSpc>
              <a:spcPct val="90000"/>
            </a:lnSpc>
            <a:spcBef>
              <a:spcPct val="0"/>
            </a:spcBef>
            <a:spcAft>
              <a:spcPct val="35000"/>
            </a:spcAft>
            <a:buNone/>
          </a:pPr>
          <a:endParaRPr lang="en-GB" sz="2000" kern="1200"/>
        </a:p>
      </dsp:txBody>
      <dsp:txXfrm>
        <a:off x="3548058" y="2804171"/>
        <a:ext cx="257090" cy="280408"/>
      </dsp:txXfrm>
    </dsp:sp>
    <dsp:sp modelId="{A240E348-8875-6349-A1E6-2EA8C9196BB8}">
      <dsp:nvSpPr>
        <dsp:cNvPr id="0" name=""/>
        <dsp:cNvSpPr/>
      </dsp:nvSpPr>
      <dsp:spPr>
        <a:xfrm>
          <a:off x="3765118" y="1471129"/>
          <a:ext cx="1384730" cy="138473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rtlCol="1" anchor="ctr" anchorCtr="0">
          <a:noAutofit/>
        </a:bodyPr>
        <a:lstStyle/>
        <a:p>
          <a:pPr marL="0" lvl="0" indent="0" algn="ctr" defTabSz="666750" rtl="1">
            <a:lnSpc>
              <a:spcPct val="90000"/>
            </a:lnSpc>
            <a:spcBef>
              <a:spcPct val="0"/>
            </a:spcBef>
            <a:spcAft>
              <a:spcPct val="35000"/>
            </a:spcAft>
            <a:buNone/>
          </a:pPr>
          <a:r>
            <a:rPr lang="ar" sz="1500" kern="1200" dirty="0">
              <a:solidFill>
                <a:schemeClr val="tx1"/>
              </a:solidFill>
              <a:latin typeface="Sakkal Majalla" panose="02000000000000000000" pitchFamily="2" charset="-78"/>
              <a:cs typeface="Sakkal Majalla" panose="02000000000000000000" pitchFamily="2" charset="-78"/>
            </a:rPr>
            <a:t>رضا الموظفين في وظائفهم</a:t>
          </a:r>
        </a:p>
      </dsp:txBody>
      <dsp:txXfrm>
        <a:off x="3967907" y="1673918"/>
        <a:ext cx="979152" cy="979152"/>
      </dsp:txXfrm>
    </dsp:sp>
    <dsp:sp modelId="{3AA07145-6B96-564B-95FD-4FAA297BCF8F}">
      <dsp:nvSpPr>
        <dsp:cNvPr id="0" name=""/>
        <dsp:cNvSpPr/>
      </dsp:nvSpPr>
      <dsp:spPr>
        <a:xfrm rot="13500000">
          <a:off x="3546622" y="1202595"/>
          <a:ext cx="367271" cy="4673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rtlCol="1" anchor="ctr" anchorCtr="0">
          <a:noAutofit/>
        </a:bodyPr>
        <a:lstStyle/>
        <a:p>
          <a:pPr marL="0" lvl="0" indent="0" algn="ctr" defTabSz="889000" rtl="1">
            <a:lnSpc>
              <a:spcPct val="90000"/>
            </a:lnSpc>
            <a:spcBef>
              <a:spcPct val="0"/>
            </a:spcBef>
            <a:spcAft>
              <a:spcPct val="35000"/>
            </a:spcAft>
            <a:buNone/>
          </a:pPr>
          <a:endParaRPr lang="en-GB" sz="2000" kern="1200"/>
        </a:p>
      </dsp:txBody>
      <dsp:txXfrm rot="10800000">
        <a:off x="3640667" y="1335019"/>
        <a:ext cx="257090" cy="28040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E600EB-D31F-4F4C-883B-E705D9C1417A}">
      <dsp:nvSpPr>
        <dsp:cNvPr id="0" name=""/>
        <dsp:cNvSpPr/>
      </dsp:nvSpPr>
      <dsp:spPr>
        <a:xfrm>
          <a:off x="1898393" y="0"/>
          <a:ext cx="4608512" cy="460851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99952E-001C-0E46-B483-5CB5700F19A9}">
      <dsp:nvSpPr>
        <dsp:cNvPr id="0" name=""/>
        <dsp:cNvSpPr/>
      </dsp:nvSpPr>
      <dsp:spPr>
        <a:xfrm>
          <a:off x="0" y="1223722"/>
          <a:ext cx="2445397" cy="1432661"/>
        </a:xfrm>
        <a:prstGeom prst="roundRect">
          <a:avLst/>
        </a:prstGeom>
        <a:solidFill>
          <a:schemeClr val="accent6">
            <a:lumMod val="20000"/>
            <a:lumOff val="8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accent6"/>
              </a:solidFill>
              <a:latin typeface="Sakkal Majalla" panose="02000000000000000000" pitchFamily="2" charset="-78"/>
              <a:cs typeface="Sakkal Majalla" panose="02000000000000000000" pitchFamily="2" charset="-78"/>
            </a:rPr>
            <a:t>التشريعات </a:t>
          </a:r>
          <a:r>
            <a:rPr lang="ar" sz="1800" b="1" kern="1200" dirty="0">
              <a:solidFill>
                <a:schemeClr val="accent6"/>
              </a:solidFill>
              <a:latin typeface="Sakkal Majalla" panose="02000000000000000000" pitchFamily="2" charset="-78"/>
              <a:cs typeface="Sakkal Majalla" panose="02000000000000000000" pitchFamily="2" charset="-78"/>
            </a:rPr>
            <a:t>الإلزامية</a:t>
          </a:r>
          <a:r>
            <a:rPr lang="ar" sz="1800" kern="1200" dirty="0">
              <a:solidFill>
                <a:schemeClr val="accent6"/>
              </a:solidFill>
              <a:latin typeface="Sakkal Majalla" panose="02000000000000000000" pitchFamily="2" charset="-78"/>
              <a:cs typeface="Sakkal Majalla" panose="02000000000000000000" pitchFamily="2" charset="-78"/>
            </a:rPr>
            <a:t> – توجد تأثيرات في الشركات التي لا تتبعها</a:t>
          </a:r>
          <a:endParaRPr lang="en-US" sz="1800" kern="1200" dirty="0">
            <a:solidFill>
              <a:schemeClr val="accent6"/>
            </a:solidFill>
            <a:latin typeface="Sakkal Majalla" panose="02000000000000000000" pitchFamily="2" charset="-78"/>
            <a:cs typeface="Sakkal Majalla" panose="02000000000000000000" pitchFamily="2" charset="-78"/>
          </a:endParaRPr>
        </a:p>
      </dsp:txBody>
      <dsp:txXfrm>
        <a:off x="69937" y="1293659"/>
        <a:ext cx="2305523" cy="1292787"/>
      </dsp:txXfrm>
    </dsp:sp>
    <dsp:sp modelId="{AACB2EFD-D1BB-2C41-9300-20FB94669B54}">
      <dsp:nvSpPr>
        <dsp:cNvPr id="0" name=""/>
        <dsp:cNvSpPr/>
      </dsp:nvSpPr>
      <dsp:spPr>
        <a:xfrm>
          <a:off x="5943266" y="1207115"/>
          <a:ext cx="2286334" cy="1457392"/>
        </a:xfrm>
        <a:prstGeom prst="roundRect">
          <a:avLst/>
        </a:prstGeom>
        <a:solidFill>
          <a:schemeClr val="accent5">
            <a:lumMod val="9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kern="1200" dirty="0">
              <a:solidFill>
                <a:schemeClr val="tx1"/>
              </a:solidFill>
              <a:latin typeface="Sakkal Majalla" panose="02000000000000000000" pitchFamily="2" charset="-78"/>
              <a:cs typeface="Sakkal Majalla" panose="02000000000000000000" pitchFamily="2" charset="-78"/>
            </a:rPr>
            <a:t>توجد </a:t>
          </a:r>
          <a:r>
            <a:rPr lang="ar" sz="1800" b="1" kern="1200" dirty="0">
              <a:solidFill>
                <a:schemeClr val="tx1"/>
              </a:solidFill>
              <a:latin typeface="Sakkal Majalla" panose="02000000000000000000" pitchFamily="2" charset="-78"/>
              <a:cs typeface="Sakkal Majalla" panose="02000000000000000000" pitchFamily="2" charset="-78"/>
            </a:rPr>
            <a:t>قواعد خاصة بالممارسة في المجال والقطاع</a:t>
          </a:r>
          <a:r>
            <a:rPr lang="ar" sz="1800" kern="1200" dirty="0">
              <a:solidFill>
                <a:schemeClr val="tx1"/>
              </a:solidFill>
              <a:latin typeface="Sakkal Majalla" panose="02000000000000000000" pitchFamily="2" charset="-78"/>
              <a:cs typeface="Sakkal Majalla" panose="02000000000000000000" pitchFamily="2" charset="-78"/>
            </a:rPr>
            <a:t> والمسائل والمعايير الأخلاقية.</a:t>
          </a:r>
          <a:endParaRPr lang="en-US" sz="1800" kern="1200" dirty="0">
            <a:solidFill>
              <a:schemeClr val="tx1"/>
            </a:solidFill>
            <a:latin typeface="Sakkal Majalla" panose="02000000000000000000" pitchFamily="2" charset="-78"/>
            <a:cs typeface="Sakkal Majalla" panose="02000000000000000000" pitchFamily="2" charset="-78"/>
          </a:endParaRPr>
        </a:p>
      </dsp:txBody>
      <dsp:txXfrm>
        <a:off x="6014410" y="1278259"/>
        <a:ext cx="2144046" cy="1315104"/>
      </dsp:txXfrm>
    </dsp:sp>
    <dsp:sp modelId="{4A0631E5-E82B-6F4B-9039-F342B45E0331}">
      <dsp:nvSpPr>
        <dsp:cNvPr id="0" name=""/>
        <dsp:cNvSpPr/>
      </dsp:nvSpPr>
      <dsp:spPr>
        <a:xfrm>
          <a:off x="2690480" y="2811192"/>
          <a:ext cx="3024331" cy="1797319"/>
        </a:xfrm>
        <a:prstGeom prst="roundRect">
          <a:avLst/>
        </a:prstGeom>
        <a:gradFill rotWithShape="0">
          <a:gsLst>
            <a:gs pos="0">
              <a:schemeClr val="accent6">
                <a:lumMod val="20000"/>
                <a:lumOff val="80000"/>
              </a:schemeClr>
            </a:gs>
            <a:gs pos="86000">
              <a:schemeClr val="accent5"/>
            </a:gs>
            <a:gs pos="100000">
              <a:schemeClr val="accent5"/>
            </a:gs>
          </a:gsLst>
          <a:lin ang="2700000" scaled="1"/>
        </a:gra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b="0" kern="1200" dirty="0">
              <a:solidFill>
                <a:schemeClr val="tx1"/>
              </a:solidFill>
              <a:latin typeface="Sakkal Majalla" panose="02000000000000000000" pitchFamily="2" charset="-78"/>
              <a:cs typeface="Sakkal Majalla" panose="02000000000000000000" pitchFamily="2" charset="-78"/>
            </a:rPr>
            <a:t>أمثلة تشمل</a:t>
          </a:r>
          <a:r>
            <a:rPr lang="ar" sz="1800" kern="1200" dirty="0">
              <a:solidFill>
                <a:schemeClr val="tx1"/>
              </a:solidFill>
              <a:latin typeface="Sakkal Majalla" panose="02000000000000000000" pitchFamily="2" charset="-78"/>
              <a:cs typeface="Sakkal Majalla" panose="02000000000000000000" pitchFamily="2" charset="-78"/>
            </a:rPr>
            <a:t> حماية المستهلك والبيع عن بعد وبيع السلع والصحة والسلامة</a:t>
          </a:r>
          <a:r>
            <a:rPr lang="ar" sz="1800" b="0" kern="1200" dirty="0">
              <a:solidFill>
                <a:schemeClr val="tx1"/>
              </a:solidFill>
              <a:latin typeface="Sakkal Majalla" panose="02000000000000000000" pitchFamily="2" charset="-78"/>
              <a:cs typeface="Sakkal Majalla" panose="02000000000000000000" pitchFamily="2" charset="-78"/>
            </a:rPr>
            <a:t> وحماية البيانات وتكافؤ الفرص.</a:t>
          </a:r>
          <a:endParaRPr lang="en-US" sz="1800" b="0" kern="1200" dirty="0">
            <a:solidFill>
              <a:schemeClr val="tx1"/>
            </a:solidFill>
            <a:latin typeface="Sakkal Majalla" panose="02000000000000000000" pitchFamily="2" charset="-78"/>
            <a:cs typeface="Sakkal Majalla" panose="02000000000000000000" pitchFamily="2" charset="-78"/>
          </a:endParaRPr>
        </a:p>
      </dsp:txBody>
      <dsp:txXfrm>
        <a:off x="2778218" y="2898930"/>
        <a:ext cx="2848855" cy="1621843"/>
      </dsp:txXfrm>
    </dsp:sp>
    <dsp:sp modelId="{8BBF022B-9D98-8245-9261-52C879C78A31}">
      <dsp:nvSpPr>
        <dsp:cNvPr id="0" name=""/>
        <dsp:cNvSpPr/>
      </dsp:nvSpPr>
      <dsp:spPr>
        <a:xfrm>
          <a:off x="2888820" y="0"/>
          <a:ext cx="2627663" cy="2463424"/>
        </a:xfrm>
        <a:prstGeom prst="ellipse">
          <a:avLst/>
        </a:prstGeom>
        <a:solidFill>
          <a:schemeClr val="bg2">
            <a:lumMod val="20000"/>
            <a:lumOff val="80000"/>
          </a:schemeClr>
        </a:solidFill>
        <a:ln w="38100" cap="flat" cmpd="sng" algn="ctr">
          <a:solidFill>
            <a:schemeClr val="accent5">
              <a:lumMod val="9000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rtlCol="1" anchor="ctr" anchorCtr="0">
          <a:noAutofit/>
        </a:bodyPr>
        <a:lstStyle/>
        <a:p>
          <a:pPr marL="0" lvl="0" indent="0" algn="ctr" defTabSz="800100" rtl="1">
            <a:lnSpc>
              <a:spcPct val="90000"/>
            </a:lnSpc>
            <a:spcBef>
              <a:spcPct val="0"/>
            </a:spcBef>
            <a:spcAft>
              <a:spcPct val="35000"/>
            </a:spcAft>
            <a:buNone/>
          </a:pPr>
          <a:r>
            <a:rPr lang="ar" sz="1800" b="1" kern="1200" spc="-20" baseline="0" dirty="0">
              <a:solidFill>
                <a:schemeClr val="accent6"/>
              </a:solidFill>
              <a:latin typeface="Sakkal Majalla" panose="02000000000000000000" pitchFamily="2" charset="-78"/>
              <a:cs typeface="Sakkal Majalla" panose="02000000000000000000" pitchFamily="2" charset="-78"/>
            </a:rPr>
            <a:t>توجد في لكل دولة تشريعات ولوائح تتعلق بخدمة العملاء الخاصة بها</a:t>
          </a:r>
        </a:p>
      </dsp:txBody>
      <dsp:txXfrm>
        <a:off x="3273632" y="360760"/>
        <a:ext cx="1858039" cy="17419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198611-7235-4BB4-BB31-D216AABCC317}">
      <dsp:nvSpPr>
        <dsp:cNvPr id="0" name=""/>
        <dsp:cNvSpPr/>
      </dsp:nvSpPr>
      <dsp:spPr>
        <a:xfrm>
          <a:off x="0" y="553"/>
          <a:ext cx="4741366" cy="12962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776590-B244-4374-8BBB-C0658B713B0F}">
      <dsp:nvSpPr>
        <dsp:cNvPr id="0" name=""/>
        <dsp:cNvSpPr/>
      </dsp:nvSpPr>
      <dsp:spPr>
        <a:xfrm>
          <a:off x="3733256" y="292214"/>
          <a:ext cx="712948" cy="712948"/>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EEE30D-ABB2-471B-872D-A85FEFC192CD}">
      <dsp:nvSpPr>
        <dsp:cNvPr id="0" name=""/>
        <dsp:cNvSpPr/>
      </dsp:nvSpPr>
      <dsp:spPr>
        <a:xfrm>
          <a:off x="204876" y="553"/>
          <a:ext cx="3244173" cy="1296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89" tIns="137189" rIns="137189" bIns="137189"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مجالات المحتوى الرئيسة</a:t>
          </a:r>
          <a:endParaRPr lang="en-US" sz="2400" kern="1200" dirty="0">
            <a:latin typeface="Sakkal Majalla" panose="02000000000000000000" pitchFamily="2" charset="-78"/>
            <a:cs typeface="Sakkal Majalla" panose="02000000000000000000" pitchFamily="2" charset="-78"/>
          </a:endParaRPr>
        </a:p>
      </dsp:txBody>
      <dsp:txXfrm>
        <a:off x="204876" y="553"/>
        <a:ext cx="3244173" cy="1296270"/>
      </dsp:txXfrm>
    </dsp:sp>
    <dsp:sp modelId="{CFBCFFB1-6659-4D2F-B414-B2122CCC09F7}">
      <dsp:nvSpPr>
        <dsp:cNvPr id="0" name=""/>
        <dsp:cNvSpPr/>
      </dsp:nvSpPr>
      <dsp:spPr>
        <a:xfrm>
          <a:off x="0" y="1620892"/>
          <a:ext cx="4741366" cy="1296270"/>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4205DB3-070F-4243-94BB-88B6A8D354CE}">
      <dsp:nvSpPr>
        <dsp:cNvPr id="0" name=""/>
        <dsp:cNvSpPr/>
      </dsp:nvSpPr>
      <dsp:spPr>
        <a:xfrm>
          <a:off x="3733256" y="1912553"/>
          <a:ext cx="712948" cy="71294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62A4DF-EEB9-409B-BC1D-1F45D0A27FDC}">
      <dsp:nvSpPr>
        <dsp:cNvPr id="0" name=""/>
        <dsp:cNvSpPr/>
      </dsp:nvSpPr>
      <dsp:spPr>
        <a:xfrm>
          <a:off x="201047" y="1620892"/>
          <a:ext cx="3244173" cy="1296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89" tIns="137189" rIns="137189" bIns="137189"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ب1 مراقبة وتقييم تقديم خدمة العملاء</a:t>
          </a:r>
          <a:endParaRPr lang="en-US" sz="2400" kern="1200" dirty="0">
            <a:latin typeface="Sakkal Majalla" panose="02000000000000000000" pitchFamily="2" charset="-78"/>
            <a:cs typeface="Sakkal Majalla" panose="02000000000000000000" pitchFamily="2" charset="-78"/>
          </a:endParaRPr>
        </a:p>
      </dsp:txBody>
      <dsp:txXfrm>
        <a:off x="201047" y="1620892"/>
        <a:ext cx="3244173" cy="1296270"/>
      </dsp:txXfrm>
    </dsp:sp>
    <dsp:sp modelId="{2797CF68-E5BF-41A3-ABCF-8E79F0896476}">
      <dsp:nvSpPr>
        <dsp:cNvPr id="0" name=""/>
        <dsp:cNvSpPr/>
      </dsp:nvSpPr>
      <dsp:spPr>
        <a:xfrm>
          <a:off x="0" y="3241230"/>
          <a:ext cx="4741366" cy="129627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052375-894A-423B-8CC9-89FA86F3D286}">
      <dsp:nvSpPr>
        <dsp:cNvPr id="0" name=""/>
        <dsp:cNvSpPr/>
      </dsp:nvSpPr>
      <dsp:spPr>
        <a:xfrm>
          <a:off x="3733256" y="3532891"/>
          <a:ext cx="712948" cy="712948"/>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4AA2ED-FFEE-4717-8F97-F43CEB41CECA}">
      <dsp:nvSpPr>
        <dsp:cNvPr id="0" name=""/>
        <dsp:cNvSpPr/>
      </dsp:nvSpPr>
      <dsp:spPr>
        <a:xfrm>
          <a:off x="204876" y="3241230"/>
          <a:ext cx="3244173" cy="1296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89" tIns="137189" rIns="137189" bIns="137189" numCol="1" spcCol="1270" rtlCol="1" anchor="ctr" anchorCtr="0">
          <a:noAutofit/>
        </a:bodyPr>
        <a:lstStyle/>
        <a:p>
          <a:pPr marL="0" lvl="0" indent="0" algn="r" defTabSz="1066800" rtl="1">
            <a:lnSpc>
              <a:spcPct val="100000"/>
            </a:lnSpc>
            <a:spcBef>
              <a:spcPct val="0"/>
            </a:spcBef>
            <a:spcAft>
              <a:spcPct val="35000"/>
            </a:spcAft>
            <a:buNone/>
          </a:pPr>
          <a:r>
            <a:rPr lang="ar" sz="2400" kern="1200" dirty="0">
              <a:latin typeface="Sakkal Majalla" panose="02000000000000000000" pitchFamily="2" charset="-78"/>
              <a:cs typeface="Sakkal Majalla" panose="02000000000000000000" pitchFamily="2" charset="-78"/>
            </a:rPr>
            <a:t>ب2 مؤشرات تحسُّن الأداء</a:t>
          </a:r>
          <a:endParaRPr lang="en-US" sz="2400" kern="1200" dirty="0">
            <a:latin typeface="Sakkal Majalla" panose="02000000000000000000" pitchFamily="2" charset="-78"/>
            <a:cs typeface="Sakkal Majalla" panose="02000000000000000000" pitchFamily="2" charset="-78"/>
          </a:endParaRPr>
        </a:p>
      </dsp:txBody>
      <dsp:txXfrm>
        <a:off x="204876" y="3241230"/>
        <a:ext cx="3244173" cy="12962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82447C-A09F-49E0-BA7C-D19BFE7F5D21}">
      <dsp:nvSpPr>
        <dsp:cNvPr id="0" name=""/>
        <dsp:cNvSpPr/>
      </dsp:nvSpPr>
      <dsp:spPr>
        <a:xfrm>
          <a:off x="0" y="30022"/>
          <a:ext cx="4834880" cy="9305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69BA0E-6BC5-4F4F-97B0-334046D80796}">
      <dsp:nvSpPr>
        <dsp:cNvPr id="0" name=""/>
        <dsp:cNvSpPr/>
      </dsp:nvSpPr>
      <dsp:spPr>
        <a:xfrm>
          <a:off x="4107053" y="211210"/>
          <a:ext cx="511804" cy="511804"/>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B3E7C3-08CF-4500-8A6C-75773C10FE98}">
      <dsp:nvSpPr>
        <dsp:cNvPr id="0" name=""/>
        <dsp:cNvSpPr/>
      </dsp:nvSpPr>
      <dsp:spPr>
        <a:xfrm>
          <a:off x="154357" y="1836"/>
          <a:ext cx="3760091" cy="93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84" tIns="98484" rIns="98484" bIns="98484" numCol="1" spcCol="1270" rtlCol="1" anchor="ctr" anchorCtr="0">
          <a:noAutofit/>
        </a:bodyPr>
        <a:lstStyle/>
        <a:p>
          <a:pPr marL="0" lvl="0" indent="0" algn="r" defTabSz="844550" rtl="1">
            <a:lnSpc>
              <a:spcPct val="100000"/>
            </a:lnSpc>
            <a:spcBef>
              <a:spcPct val="0"/>
            </a:spcBef>
            <a:spcAft>
              <a:spcPct val="35000"/>
            </a:spcAft>
            <a:buNone/>
          </a:pPr>
          <a:r>
            <a:rPr lang="ar" sz="1900" kern="1200" dirty="0">
              <a:latin typeface="Sakkal Majalla" panose="02000000000000000000" pitchFamily="2" charset="-78"/>
              <a:cs typeface="Sakkal Majalla" panose="02000000000000000000" pitchFamily="2" charset="-78"/>
            </a:rPr>
            <a:t>مجالات المحتوى الرئيسة</a:t>
          </a:r>
          <a:endParaRPr lang="en-US" sz="1900" kern="1200" dirty="0">
            <a:latin typeface="Sakkal Majalla" panose="02000000000000000000" pitchFamily="2" charset="-78"/>
            <a:cs typeface="Sakkal Majalla" panose="02000000000000000000" pitchFamily="2" charset="-78"/>
          </a:endParaRPr>
        </a:p>
      </dsp:txBody>
      <dsp:txXfrm>
        <a:off x="154357" y="1836"/>
        <a:ext cx="3760091" cy="930554"/>
      </dsp:txXfrm>
    </dsp:sp>
    <dsp:sp modelId="{1C5A6EAA-054D-4B3D-8248-253F928DB802}">
      <dsp:nvSpPr>
        <dsp:cNvPr id="0" name=""/>
        <dsp:cNvSpPr/>
      </dsp:nvSpPr>
      <dsp:spPr>
        <a:xfrm>
          <a:off x="0" y="1165028"/>
          <a:ext cx="4834880" cy="930554"/>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BCD9EDF0-E4D8-45BD-B17D-243ED28F6FB1}">
      <dsp:nvSpPr>
        <dsp:cNvPr id="0" name=""/>
        <dsp:cNvSpPr/>
      </dsp:nvSpPr>
      <dsp:spPr>
        <a:xfrm>
          <a:off x="4107053" y="1374403"/>
          <a:ext cx="511804" cy="511804"/>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E2BA44-AFD4-473F-ABD8-0CEFF642A732}">
      <dsp:nvSpPr>
        <dsp:cNvPr id="0" name=""/>
        <dsp:cNvSpPr/>
      </dsp:nvSpPr>
      <dsp:spPr>
        <a:xfrm>
          <a:off x="226363" y="1165028"/>
          <a:ext cx="3760091" cy="93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84" tIns="98484" rIns="98484" bIns="98484" numCol="1" spcCol="1270" rtlCol="1" anchor="ctr" anchorCtr="0">
          <a:noAutofit/>
        </a:bodyPr>
        <a:lstStyle/>
        <a:p>
          <a:pPr marL="0" lvl="0" indent="0" algn="r" defTabSz="844550" rtl="1">
            <a:lnSpc>
              <a:spcPct val="100000"/>
            </a:lnSpc>
            <a:spcBef>
              <a:spcPct val="0"/>
            </a:spcBef>
            <a:spcAft>
              <a:spcPct val="35000"/>
            </a:spcAft>
            <a:buNone/>
          </a:pPr>
          <a:r>
            <a:rPr lang="ar" sz="1900" kern="1200" dirty="0">
              <a:latin typeface="Sakkal Majalla" panose="02000000000000000000" pitchFamily="2" charset="-78"/>
              <a:cs typeface="Sakkal Majalla" panose="02000000000000000000" pitchFamily="2" charset="-78"/>
            </a:rPr>
            <a:t>ج1 مهارات خدمة العملاء والسلوكيات المُتبَّعة فيها</a:t>
          </a:r>
          <a:endParaRPr lang="en-US" sz="1900" kern="1200" dirty="0">
            <a:latin typeface="Sakkal Majalla" panose="02000000000000000000" pitchFamily="2" charset="-78"/>
            <a:cs typeface="Sakkal Majalla" panose="02000000000000000000" pitchFamily="2" charset="-78"/>
          </a:endParaRPr>
        </a:p>
      </dsp:txBody>
      <dsp:txXfrm>
        <a:off x="226363" y="1165028"/>
        <a:ext cx="3760091" cy="930554"/>
      </dsp:txXfrm>
    </dsp:sp>
    <dsp:sp modelId="{6227D517-992E-4D07-A0F0-B1790FAA652B}">
      <dsp:nvSpPr>
        <dsp:cNvPr id="0" name=""/>
        <dsp:cNvSpPr/>
      </dsp:nvSpPr>
      <dsp:spPr>
        <a:xfrm>
          <a:off x="0" y="2328221"/>
          <a:ext cx="4834880" cy="93055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D55DE2-2B80-44D0-BBBE-117A6457671C}">
      <dsp:nvSpPr>
        <dsp:cNvPr id="0" name=""/>
        <dsp:cNvSpPr/>
      </dsp:nvSpPr>
      <dsp:spPr>
        <a:xfrm>
          <a:off x="4107053" y="2537595"/>
          <a:ext cx="511804" cy="511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3A16D4-5485-4EB9-899D-2E179D971C7F}">
      <dsp:nvSpPr>
        <dsp:cNvPr id="0" name=""/>
        <dsp:cNvSpPr/>
      </dsp:nvSpPr>
      <dsp:spPr>
        <a:xfrm>
          <a:off x="226363" y="2328221"/>
          <a:ext cx="3760091" cy="93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84" tIns="98484" rIns="98484" bIns="98484" numCol="1" spcCol="1270" rtlCol="1" anchor="ctr" anchorCtr="0">
          <a:noAutofit/>
        </a:bodyPr>
        <a:lstStyle/>
        <a:p>
          <a:pPr marL="0" lvl="0" indent="0" algn="r" defTabSz="844550" rtl="1">
            <a:lnSpc>
              <a:spcPct val="100000"/>
            </a:lnSpc>
            <a:spcBef>
              <a:spcPct val="0"/>
            </a:spcBef>
            <a:spcAft>
              <a:spcPct val="35000"/>
            </a:spcAft>
            <a:buNone/>
          </a:pPr>
          <a:r>
            <a:rPr lang="ar" sz="1900" kern="1200" dirty="0">
              <a:latin typeface="Sakkal Majalla" panose="02000000000000000000" pitchFamily="2" charset="-78"/>
              <a:cs typeface="Sakkal Majalla" panose="02000000000000000000" pitchFamily="2" charset="-78"/>
            </a:rPr>
            <a:t>ج2 التعامل مع طلبات وشكاوى خدمة العملاء</a:t>
          </a:r>
          <a:endParaRPr lang="en-US" sz="1900" kern="1200" dirty="0">
            <a:latin typeface="Sakkal Majalla" panose="02000000000000000000" pitchFamily="2" charset="-78"/>
            <a:cs typeface="Sakkal Majalla" panose="02000000000000000000" pitchFamily="2" charset="-78"/>
          </a:endParaRPr>
        </a:p>
      </dsp:txBody>
      <dsp:txXfrm>
        <a:off x="226363" y="2328221"/>
        <a:ext cx="3760091" cy="930554"/>
      </dsp:txXfrm>
    </dsp:sp>
    <dsp:sp modelId="{3781B64D-BC11-491A-B751-2B59376B54BF}">
      <dsp:nvSpPr>
        <dsp:cNvPr id="0" name=""/>
        <dsp:cNvSpPr/>
      </dsp:nvSpPr>
      <dsp:spPr>
        <a:xfrm>
          <a:off x="0" y="3491413"/>
          <a:ext cx="4834880" cy="930554"/>
        </a:xfrm>
        <a:prstGeom prst="roundRect">
          <a:avLst>
            <a:gd name="adj" fmla="val 10000"/>
          </a:avLst>
        </a:prstGeom>
        <a:solidFill>
          <a:schemeClr val="accent5"/>
        </a:solidFill>
        <a:ln>
          <a:noFill/>
        </a:ln>
        <a:effectLst/>
      </dsp:spPr>
      <dsp:style>
        <a:lnRef idx="0">
          <a:scrgbClr r="0" g="0" b="0"/>
        </a:lnRef>
        <a:fillRef idx="1">
          <a:scrgbClr r="0" g="0" b="0"/>
        </a:fillRef>
        <a:effectRef idx="0">
          <a:scrgbClr r="0" g="0" b="0"/>
        </a:effectRef>
        <a:fontRef idx="minor"/>
      </dsp:style>
    </dsp:sp>
    <dsp:sp modelId="{E111C25C-D7EE-4CC1-BA7F-E3E6B058CAB1}">
      <dsp:nvSpPr>
        <dsp:cNvPr id="0" name=""/>
        <dsp:cNvSpPr/>
      </dsp:nvSpPr>
      <dsp:spPr>
        <a:xfrm>
          <a:off x="4107053" y="3700788"/>
          <a:ext cx="511804" cy="511804"/>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C9025B-3B46-4590-9B5B-9D17A40C7730}">
      <dsp:nvSpPr>
        <dsp:cNvPr id="0" name=""/>
        <dsp:cNvSpPr/>
      </dsp:nvSpPr>
      <dsp:spPr>
        <a:xfrm>
          <a:off x="226363" y="3491413"/>
          <a:ext cx="3760091" cy="9305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84" tIns="98484" rIns="98484" bIns="98484" numCol="1" spcCol="1270" rtlCol="1" anchor="ctr" anchorCtr="0">
          <a:noAutofit/>
        </a:bodyPr>
        <a:lstStyle/>
        <a:p>
          <a:pPr marL="0" lvl="0" indent="0" algn="r" defTabSz="844550" rtl="1">
            <a:lnSpc>
              <a:spcPct val="100000"/>
            </a:lnSpc>
            <a:spcBef>
              <a:spcPct val="0"/>
            </a:spcBef>
            <a:spcAft>
              <a:spcPct val="35000"/>
            </a:spcAft>
            <a:buNone/>
          </a:pPr>
          <a:r>
            <a:rPr lang="ar" sz="1900" kern="1200" dirty="0">
              <a:latin typeface="Sakkal Majalla" panose="02000000000000000000" pitchFamily="2" charset="-78"/>
              <a:cs typeface="Sakkal Majalla" panose="02000000000000000000" pitchFamily="2" charset="-78"/>
            </a:rPr>
            <a:t>ج3 خطة تدقيق المهارات الفردية وتطويرها</a:t>
          </a:r>
          <a:endParaRPr lang="en-US" sz="1900" kern="1200" dirty="0">
            <a:latin typeface="Sakkal Majalla" panose="02000000000000000000" pitchFamily="2" charset="-78"/>
            <a:cs typeface="Sakkal Majalla" panose="02000000000000000000" pitchFamily="2" charset="-78"/>
          </a:endParaRPr>
        </a:p>
      </dsp:txBody>
      <dsp:txXfrm>
        <a:off x="226363" y="3491413"/>
        <a:ext cx="3760091" cy="93055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B5AA7C-06C7-DB46-909A-1E175C5B762C}">
      <dsp:nvSpPr>
        <dsp:cNvPr id="0" name=""/>
        <dsp:cNvSpPr/>
      </dsp:nvSpPr>
      <dsp:spPr>
        <a:xfrm>
          <a:off x="0" y="292481"/>
          <a:ext cx="4114799" cy="1322894"/>
        </a:xfrm>
        <a:prstGeom prst="roundRect">
          <a:avLst/>
        </a:prstGeom>
        <a:solidFill>
          <a:schemeClr val="accent2">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tx1"/>
              </a:solidFill>
              <a:latin typeface="Sakkal Majalla" panose="02000000000000000000" pitchFamily="2" charset="-78"/>
              <a:cs typeface="Sakkal Majalla" panose="02000000000000000000" pitchFamily="2" charset="-78"/>
            </a:rPr>
            <a:t>المهارات اللفظية، مثل درجة الصوت ونبرة الصوت والحجم والوضوح، باستخدام الأسئلة المفتوحة والمغلقة</a:t>
          </a:r>
          <a:endParaRPr lang="en-US" sz="2200" kern="1200" dirty="0">
            <a:solidFill>
              <a:schemeClr val="tx1"/>
            </a:solidFill>
            <a:latin typeface="Sakkal Majalla" panose="02000000000000000000" pitchFamily="2" charset="-78"/>
            <a:cs typeface="Sakkal Majalla" panose="02000000000000000000" pitchFamily="2" charset="-78"/>
          </a:endParaRPr>
        </a:p>
      </dsp:txBody>
      <dsp:txXfrm>
        <a:off x="64578" y="357059"/>
        <a:ext cx="3985643" cy="1193738"/>
      </dsp:txXfrm>
    </dsp:sp>
    <dsp:sp modelId="{21D33D2A-5518-C542-88BB-50B11B3AB644}">
      <dsp:nvSpPr>
        <dsp:cNvPr id="0" name=""/>
        <dsp:cNvSpPr/>
      </dsp:nvSpPr>
      <dsp:spPr>
        <a:xfrm>
          <a:off x="0" y="1744596"/>
          <a:ext cx="4114799" cy="1319491"/>
        </a:xfrm>
        <a:prstGeom prst="roundRect">
          <a:avLst/>
        </a:prstGeom>
        <a:solidFill>
          <a:schemeClr val="accent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977900" rtl="1">
            <a:lnSpc>
              <a:spcPct val="90000"/>
            </a:lnSpc>
            <a:spcBef>
              <a:spcPct val="0"/>
            </a:spcBef>
            <a:spcAft>
              <a:spcPct val="35000"/>
            </a:spcAft>
            <a:buNone/>
          </a:pPr>
          <a:r>
            <a:rPr lang="ar" sz="2200" kern="1200" dirty="0">
              <a:solidFill>
                <a:schemeClr val="tx1"/>
              </a:solidFill>
              <a:latin typeface="Sakkal Majalla" panose="02000000000000000000" pitchFamily="2" charset="-78"/>
              <a:cs typeface="Sakkal Majalla" panose="02000000000000000000" pitchFamily="2" charset="-78"/>
            </a:rPr>
            <a:t>المهارات غير اللفظية، مثل إشارات اليد والإيماءات، ولغة الجسد، والوضعية، والتواصل البصري، وتعبيرات الوجه</a:t>
          </a:r>
          <a:endParaRPr lang="en-US" sz="2200" kern="1200" dirty="0">
            <a:solidFill>
              <a:schemeClr val="tx1"/>
            </a:solidFill>
            <a:latin typeface="Sakkal Majalla" panose="02000000000000000000" pitchFamily="2" charset="-78"/>
            <a:cs typeface="Sakkal Majalla" panose="02000000000000000000" pitchFamily="2" charset="-78"/>
          </a:endParaRPr>
        </a:p>
      </dsp:txBody>
      <dsp:txXfrm>
        <a:off x="64412" y="1809008"/>
        <a:ext cx="3985975" cy="1190667"/>
      </dsp:txXfrm>
    </dsp:sp>
    <dsp:sp modelId="{EB1A648B-03EF-F64F-A873-120CCA943233}">
      <dsp:nvSpPr>
        <dsp:cNvPr id="0" name=""/>
        <dsp:cNvSpPr/>
      </dsp:nvSpPr>
      <dsp:spPr>
        <a:xfrm>
          <a:off x="0" y="3191285"/>
          <a:ext cx="4114799" cy="1412777"/>
        </a:xfrm>
        <a:prstGeom prst="roundRect">
          <a:avLst/>
        </a:prstGeom>
        <a:gradFill rotWithShape="0">
          <a:gsLst>
            <a:gs pos="0">
              <a:schemeClr val="accent6">
                <a:lumMod val="20000"/>
                <a:lumOff val="80000"/>
              </a:schemeClr>
            </a:gs>
            <a:gs pos="86000">
              <a:schemeClr val="accent5"/>
            </a:gs>
            <a:gs pos="100000">
              <a:schemeClr val="accent5"/>
            </a:gs>
          </a:gsLst>
          <a:lin ang="2700000" scaled="1"/>
        </a:gra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rtlCol="1" anchor="ctr" anchorCtr="0">
          <a:noAutofit/>
        </a:bodyPr>
        <a:lstStyle/>
        <a:p>
          <a:pPr marL="0" lvl="0" indent="0" algn="r" defTabSz="889000" rtl="1">
            <a:lnSpc>
              <a:spcPct val="90000"/>
            </a:lnSpc>
            <a:spcBef>
              <a:spcPct val="0"/>
            </a:spcBef>
            <a:spcAft>
              <a:spcPct val="35000"/>
            </a:spcAft>
            <a:buNone/>
          </a:pPr>
          <a:r>
            <a:rPr lang="ar" sz="2200" b="1" kern="1200" dirty="0">
              <a:solidFill>
                <a:srgbClr val="000000"/>
              </a:solidFill>
              <a:latin typeface="Sakkal Majalla" panose="02000000000000000000" pitchFamily="2" charset="-78"/>
              <a:ea typeface="+mn-ea"/>
              <a:cs typeface="Sakkal Majalla" panose="02000000000000000000" pitchFamily="2" charset="-78"/>
            </a:rPr>
            <a:t>نصائح مهمة</a:t>
          </a:r>
        </a:p>
        <a:p>
          <a:pPr marL="0" lvl="0" indent="0" algn="r" defTabSz="889000" rtl="1">
            <a:lnSpc>
              <a:spcPct val="90000"/>
            </a:lnSpc>
            <a:spcBef>
              <a:spcPct val="0"/>
            </a:spcBef>
            <a:spcAft>
              <a:spcPct val="35000"/>
            </a:spcAft>
            <a:buNone/>
          </a:pPr>
          <a:r>
            <a:rPr lang="ar" sz="2200" kern="1200" dirty="0">
              <a:solidFill>
                <a:srgbClr val="000000"/>
              </a:solidFill>
              <a:latin typeface="Sakkal Majalla" panose="02000000000000000000" pitchFamily="2" charset="-78"/>
              <a:ea typeface="+mn-ea"/>
              <a:cs typeface="Sakkal Majalla" panose="02000000000000000000" pitchFamily="2" charset="-78"/>
            </a:rPr>
            <a:t>المتحدث القوي هو مستمع نشط، ويستخدم التعاطف والاحترام عند التواصل</a:t>
          </a:r>
        </a:p>
      </dsp:txBody>
      <dsp:txXfrm>
        <a:off x="68966" y="3260251"/>
        <a:ext cx="3976867" cy="1274845"/>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r" rtl="1">
          <a:lnSpc>
            <a:spcPct val="100000"/>
          </a:lnSpc>
        </a:lvl1pPr>
        <a:lvl2pPr algn="r" rtl="1">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CF29C-60F7-E1F0-AE41-5D88545712C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1B65633-FCED-66C9-3BA4-DE4A782C6F9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F231252-95A1-4000-F22A-64821FD97F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6550F044-16E4-EA92-AF18-35300F7D36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68539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830FD-DF59-6A36-6524-2FDA30237A7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3672729-1D74-AB1C-7B17-9D8C80EAC90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DF7681C9-3662-8EB3-E82B-ED0F5390E8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B40B842A-CE0A-1EB2-9632-7FB7E847A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8774472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 </a:t>
            </a: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67CD6-41EC-CD62-5F9C-D87C2623C55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3216F0E-EAFC-A4AB-4224-6C7547F70B09}"/>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023268F1-BF6C-9D7E-A7B1-97BACA523C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00C0A613-8B34-488B-0B38-20F74FAF44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6793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812F-49EB-7863-C439-E2999221F53E}"/>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E9B0538E-BBBF-0B44-0382-52558C980C34}"/>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D215FB5-74BB-294F-01DA-97FD8F981C2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914400" marR="0" lvl="2"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7559C00C-1201-2CB1-104B-4EB2185AAE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0742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5F6D4-EBA7-90D2-24E6-DB4D1C7C0F92}"/>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B55CC96-29D0-2AC6-FA55-C0A9E02DDC00}"/>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45131E1-EDEF-84A5-DCBE-4FBAEC07F6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03451A58-2F0D-300C-3E20-24F4F79C86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302695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EEA3-BAAB-A6E3-9A57-B6895B6FD70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0DDFB43D-2A6B-02B3-FF68-46FBC295B68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697D398C-1B30-B293-20E3-569AAB24B5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AA81F460-3DB2-0FDF-6DB9-99C1A6F8F6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49033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E296E-15F0-4604-8DB5-483E821B9703}"/>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FC75089-F676-A62D-B2E0-5FAAF261F9E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7E701AD-E6B8-E3E5-7C36-B3A8458F01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1E41F670-B10A-85FF-5136-5CF5B817BD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89231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89DD1-334B-ACB9-A923-61DF0743B9E1}"/>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81D6D99-67F0-05BB-F9E1-B11296CAA0AA}"/>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BB3B7840-E7E8-A463-0349-417B881D5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en-GB" b="1" i="0" u="none" strike="noStrike" dirty="0">
              <a:effectLst/>
            </a:endParaRPr>
          </a:p>
        </p:txBody>
      </p:sp>
      <p:sp>
        <p:nvSpPr>
          <p:cNvPr id="31747" name="Slide Number Placeholder 3">
            <a:extLst>
              <a:ext uri="{FF2B5EF4-FFF2-40B4-BE49-F238E27FC236}">
                <a16:creationId xmlns:a16="http://schemas.microsoft.com/office/drawing/2014/main" id="{9F477DF5-4500-48A3-F5AA-E9E423FA28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50666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43203-12EE-76A6-EB7C-DAD40B93248A}"/>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6A10950-11C7-7927-AF43-56631D0EE702}"/>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D90B7C7F-1D4D-4B0A-F17F-D2203067BC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r>
              <a:rPr lang="ar" b="1" i="0" u="none" strike="noStrike" dirty="0">
                <a:effectLst/>
              </a:rPr>
              <a:t>AL1528832</a:t>
            </a:r>
          </a:p>
        </p:txBody>
      </p:sp>
      <p:sp>
        <p:nvSpPr>
          <p:cNvPr id="31747" name="Slide Number Placeholder 3">
            <a:extLst>
              <a:ext uri="{FF2B5EF4-FFF2-40B4-BE49-F238E27FC236}">
                <a16:creationId xmlns:a16="http://schemas.microsoft.com/office/drawing/2014/main" id="{9D735C11-4B92-1CA6-5FEC-9AF7FB77B7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65866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33B21-F6F5-3956-A8AD-AF8CDBEC976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C964E1E-1A14-0E28-23C0-DAFFB32B9A8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1ED8722D-B049-3267-00B3-55CB5DBAA0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47D67002-344D-64A1-149F-0BB53B0A87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19844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1F664-1028-3446-3EE5-EAA661CF9F2F}"/>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6979303E-7767-039D-5330-7F5056D3D11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596171FE-AEEB-F790-8038-966D8F0A2C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solidFill>
                <a:schemeClr val="tx1"/>
              </a:solidFill>
            </a:endParaRPr>
          </a:p>
          <a:p>
            <a:pPr rtl="1"/>
            <a:endParaRPr lang="en-GB" altLang="en-US" dirty="0"/>
          </a:p>
        </p:txBody>
      </p:sp>
      <p:sp>
        <p:nvSpPr>
          <p:cNvPr id="31747" name="Slide Number Placeholder 3">
            <a:extLst>
              <a:ext uri="{FF2B5EF4-FFF2-40B4-BE49-F238E27FC236}">
                <a16:creationId xmlns:a16="http://schemas.microsoft.com/office/drawing/2014/main" id="{FDA16743-1091-0362-BEC2-D80B5EBBDB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66382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398F5-1A52-D61C-A83E-C371FBB7B606}"/>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3D57E7D6-BF4E-1E48-1E5D-4267ECF25212}"/>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88DAEE39-1940-4F9B-CCC7-8F8F7F1634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52065479-004C-887B-C15C-D2AAEECCC3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743677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E88E2-489E-1674-828A-4B0375D51763}"/>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5C90619-D921-C10C-E4BD-CA488C33918E}"/>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69E2DF8-89CA-9F20-A91F-38D9081C54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6523A658-FC93-0217-63E3-198A77E86F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85028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EFE0B-765B-C444-7045-D1F214A593C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65BC51F9-4E36-FD69-881F-939520E92CC6}"/>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F09DE66B-406B-B7E0-1902-17044C935C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r>
              <a:rPr lang="ar" dirty="0"/>
              <a:t>o</a:t>
            </a:r>
          </a:p>
          <a:p>
            <a:pPr rtl="1"/>
            <a:endParaRPr lang="en-GB" altLang="en-US" dirty="0"/>
          </a:p>
        </p:txBody>
      </p:sp>
      <p:sp>
        <p:nvSpPr>
          <p:cNvPr id="31747" name="Slide Number Placeholder 3">
            <a:extLst>
              <a:ext uri="{FF2B5EF4-FFF2-40B4-BE49-F238E27FC236}">
                <a16:creationId xmlns:a16="http://schemas.microsoft.com/office/drawing/2014/main" id="{06F4CA88-9B7A-CBD3-AC69-90D452D2FB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31996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C7D0C-8ECA-030B-650C-822ED5A699D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47B890D-8FD6-72B0-7D25-CF3AEDB0225D}"/>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957281A7-BEBD-9733-1161-EBC46D70EC8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171450" indent="-171450" rtl="1">
              <a:buFont typeface="Arial" panose="020B0604020202020204" pitchFamily="34" charset="0"/>
              <a:buChar char="•"/>
            </a:pPr>
            <a:endParaRPr lang="en-GB" altLang="en-US" dirty="0"/>
          </a:p>
        </p:txBody>
      </p:sp>
      <p:sp>
        <p:nvSpPr>
          <p:cNvPr id="31747" name="Slide Number Placeholder 3">
            <a:extLst>
              <a:ext uri="{FF2B5EF4-FFF2-40B4-BE49-F238E27FC236}">
                <a16:creationId xmlns:a16="http://schemas.microsoft.com/office/drawing/2014/main" id="{45C049F8-98D7-2DA4-B788-4E5F73D2F0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08836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9709F-6F9D-C8CD-5425-52C5671EA5C0}"/>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DAFF0D8E-CBF1-1EBF-1D5A-C00F261AE06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460BBFC3-AD2A-E936-80DF-423C5FDF79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87265100-4182-4AC7-1943-F4C95C0E17C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41369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86E51-49B3-A578-C081-2BCCDE2C00AE}"/>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67AA298E-7797-3285-590A-27800A1ABD0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2F10F2A8-AB09-C6F6-692B-141B5B26E2F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9A91A3BF-FCF4-44F4-6C35-601BBB18D1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238028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3003-6860-F90A-5AC4-D71DD54D8087}"/>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E84B883C-53F6-9154-4D6A-64D97E8F05F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AED44042-AE6E-46DD-08BA-7CDBAEADC9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D533F34-BC57-AD6F-A9E5-D802222FC4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2352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947329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184381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B2C5B-0633-4487-DCA6-E54CFEE4760C}"/>
            </a:ext>
          </a:extLst>
        </p:cNvPr>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15998512-5402-4026-1BDA-73840A3083C0}"/>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5D904467-A43F-6F36-A844-1E2F6D87B5F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dirty="0">
              <a:effectLst/>
            </a:endParaRPr>
          </a:p>
        </p:txBody>
      </p:sp>
      <p:sp>
        <p:nvSpPr>
          <p:cNvPr id="35843" name="Slide Number Placeholder 3">
            <a:extLst>
              <a:ext uri="{FF2B5EF4-FFF2-40B4-BE49-F238E27FC236}">
                <a16:creationId xmlns:a16="http://schemas.microsoft.com/office/drawing/2014/main" id="{05CD51E8-3F27-6325-1681-841F34734C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023652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83471-B732-B4AD-A764-F38A5A25B284}"/>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7975A980-8EDE-35E2-A5FC-7D8D62C9211E}"/>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B27BDA1F-C747-A758-8E9A-0352DF117A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CABE0DAD-70B5-1EAE-533C-09DBB5DF0B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650976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86663-28D9-BDF7-202C-ADFCF94B34F4}"/>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5C6151A5-0814-8733-B800-266700957C4F}"/>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A59D8976-9790-C44A-CCBB-C7C853482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C8453BCD-EBA5-ACAD-EEC8-F50C042B4E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320251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1840B-4D96-B629-FF45-6A05DE0B0D1A}"/>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4160FAC2-1843-2264-0BE5-C8847515CC67}"/>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852AECE4-7586-CB3A-8737-24E84F391D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6E8788C2-1A18-E168-37CE-A7FA6B86D8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692301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4E47-E7D2-7918-3E34-848957FDDFBC}"/>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459E6C1-0332-B1B8-603A-83B1BD4B86F0}"/>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0BB8DF23-2087-F1B3-7C95-0642BFE717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B3373C0F-94C8-D22C-F8B0-40C078D9C4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53252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CB045-78A5-355C-3626-2DE5E86993AB}"/>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BF71A86E-0BF2-0C34-EAB1-CDC1169C86A7}"/>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88EB8B28-9795-AE94-571D-0195EBA11D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58EA40FF-C6C3-9B10-83F2-358B4552EA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230689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36710-8B57-2E79-29C4-D13409AC699D}"/>
            </a:ext>
          </a:extLst>
        </p:cNvPr>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15F05A3-DF82-DA78-1930-426A08AD99AC}"/>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13B06952-DDA5-D9F0-003F-EC3E646CC8A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marL="0" marR="0" lvl="0" indent="0" algn="l" defTabSz="914400" rtl="1" eaLnBrk="0" fontAlgn="base" latinLnBrk="0" hangingPunct="0">
              <a:lnSpc>
                <a:spcPct val="100000"/>
              </a:lnSpc>
              <a:spcBef>
                <a:spcPct val="30000"/>
              </a:spcBef>
              <a:spcAft>
                <a:spcPct val="0"/>
              </a:spcAft>
              <a:buClrTx/>
              <a:buSzTx/>
              <a:buFontTx/>
              <a:buNone/>
              <a:tabLst/>
              <a:defRPr/>
            </a:pPr>
            <a:endParaRPr lang="ar" b="1" i="0" u="none" strike="noStrike" dirty="0">
              <a:effectLst/>
            </a:endParaRPr>
          </a:p>
        </p:txBody>
      </p:sp>
      <p:sp>
        <p:nvSpPr>
          <p:cNvPr id="31747" name="Slide Number Placeholder 3">
            <a:extLst>
              <a:ext uri="{FF2B5EF4-FFF2-40B4-BE49-F238E27FC236}">
                <a16:creationId xmlns:a16="http://schemas.microsoft.com/office/drawing/2014/main" id="{78AF71CB-B504-93EE-4765-639F05D02F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255021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image" Target="../media/image5.jpg"/><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audio" Target="../media/audio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image" Target="../media/image6.jpg"/><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audio" Target="../media/audio1.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theme" Target="../theme/theme6.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image" Target="../media/image7.jpg"/><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audio" Target="../media/audio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theme" Target="../theme/theme7.xml"/><Relationship Id="rId3" Type="http://schemas.openxmlformats.org/officeDocument/2006/relationships/slideLayout" Target="../slideLayouts/slideLayout77.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image" Target="../media/image8.jpg"/><Relationship Id="rId10" Type="http://schemas.openxmlformats.org/officeDocument/2006/relationships/slideLayout" Target="../slideLayouts/slideLayout84.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theme" Target="../theme/theme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5" Type="http://schemas.openxmlformats.org/officeDocument/2006/relationships/slideLayout" Target="../slideLayouts/slideLayout91.xml"/><Relationship Id="rId15" Type="http://schemas.openxmlformats.org/officeDocument/2006/relationships/image" Target="../media/image9.jpg"/><Relationship Id="rId10" Type="http://schemas.openxmlformats.org/officeDocument/2006/relationships/slideLayout" Target="../slideLayouts/slideLayout96.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theme" Target="../theme/theme9.xml"/><Relationship Id="rId3" Type="http://schemas.openxmlformats.org/officeDocument/2006/relationships/slideLayout" Target="../slideLayouts/slideLayout101.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2" Type="http://schemas.openxmlformats.org/officeDocument/2006/relationships/slideLayout" Target="../slideLayouts/slideLayout100.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5" Type="http://schemas.openxmlformats.org/officeDocument/2006/relationships/slideLayout" Target="../slideLayouts/slideLayout103.xml"/><Relationship Id="rId15" Type="http://schemas.openxmlformats.org/officeDocument/2006/relationships/image" Target="../media/image10.jpg"/><Relationship Id="rId10" Type="http://schemas.openxmlformats.org/officeDocument/2006/relationships/slideLayout" Target="../slideLayouts/slideLayout108.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theme" Target="../theme/theme10.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5" Type="http://schemas.openxmlformats.org/officeDocument/2006/relationships/image" Target="../media/image11.jpg"/><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grpSp>
        <p:nvGrpSpPr>
          <p:cNvPr id="2" name="Group 1">
            <a:extLst>
              <a:ext uri="{FF2B5EF4-FFF2-40B4-BE49-F238E27FC236}">
                <a16:creationId xmlns:a16="http://schemas.microsoft.com/office/drawing/2014/main" id="{C4FC925F-DD3B-2160-2A1D-5B91D52A84D1}"/>
              </a:ext>
            </a:extLst>
          </p:cNvPr>
          <p:cNvGrpSpPr/>
          <p:nvPr userDrawn="1"/>
        </p:nvGrpSpPr>
        <p:grpSpPr>
          <a:xfrm>
            <a:off x="189038" y="111125"/>
            <a:ext cx="8847458" cy="869603"/>
            <a:chOff x="189038" y="111125"/>
            <a:chExt cx="8847458" cy="869603"/>
          </a:xfrm>
        </p:grpSpPr>
        <p:sp>
          <p:nvSpPr>
            <p:cNvPr id="3" name="Rectangle 2">
              <a:extLst>
                <a:ext uri="{FF2B5EF4-FFF2-40B4-BE49-F238E27FC236}">
                  <a16:creationId xmlns:a16="http://schemas.microsoft.com/office/drawing/2014/main" id="{6608E0FB-3136-B84B-1967-FC555610AA5B}"/>
                </a:ext>
              </a:extLst>
            </p:cNvPr>
            <p:cNvSpPr/>
            <p:nvPr userDrawn="1"/>
          </p:nvSpPr>
          <p:spPr>
            <a:xfrm>
              <a:off x="189038" y="129909"/>
              <a:ext cx="3744415" cy="850819"/>
            </a:xfrm>
            <a:prstGeom prst="rect">
              <a:avLst/>
            </a:prstGeom>
            <a:noFill/>
            <a:ln>
              <a:noFill/>
            </a:ln>
          </p:spPr>
          <p:txBody>
            <a:bodyPr wrap="none" lIns="0" tIns="0" rIns="0" bIns="0" rtlCol="1">
              <a:noAutofit/>
            </a:bodyPr>
            <a:lstStyle/>
            <a:p>
              <a:pPr indent="0" algn="l" rtl="1">
                <a:lnSpc>
                  <a:spcPct val="110000"/>
                </a:lnSpc>
              </a:pPr>
              <a:r>
                <a:rPr lang="ar" sz="2500" b="1" dirty="0">
                  <a:latin typeface="Sakkal Majalla" panose="02000000000000000000" pitchFamily="2" charset="-78"/>
                  <a:cs typeface="Sakkal Majalla" panose="02000000000000000000" pitchFamily="2" charset="-78"/>
                </a:rPr>
                <a:t>شهادة BTEC International من المستوى </a:t>
              </a:r>
              <a:r>
                <a:rPr lang="en-US" sz="2500" b="1" noProof="0" dirty="0">
                  <a:latin typeface="Sakkal Majalla" panose="02000000000000000000" pitchFamily="2" charset="-78"/>
                  <a:cs typeface="Sakkal Majalla" panose="02000000000000000000" pitchFamily="2" charset="-78"/>
                </a:rPr>
                <a:t>3</a:t>
              </a:r>
            </a:p>
            <a:p>
              <a:pPr algn="l">
                <a:lnSpc>
                  <a:spcPct val="110000"/>
                </a:lnSpc>
              </a:pPr>
              <a:r>
                <a:rPr lang="ar-EG" sz="2500" b="1" dirty="0">
                  <a:latin typeface="Sakkal Majalla" panose="02000000000000000000" pitchFamily="2" charset="-78"/>
                  <a:cs typeface="Sakkal Majalla" panose="02000000000000000000" pitchFamily="2" charset="-78"/>
                </a:rPr>
                <a:t>الأعمال</a:t>
              </a:r>
              <a:endParaRPr lang="ar" sz="2500" b="1" dirty="0">
                <a:latin typeface="Sakkal Majalla" panose="02000000000000000000" pitchFamily="2" charset="-78"/>
                <a:cs typeface="Sakkal Majalla" panose="02000000000000000000" pitchFamily="2" charset="-78"/>
              </a:endParaRPr>
            </a:p>
          </p:txBody>
        </p:sp>
        <p:sp>
          <p:nvSpPr>
            <p:cNvPr id="4" name="Rectangle 3">
              <a:extLst>
                <a:ext uri="{FF2B5EF4-FFF2-40B4-BE49-F238E27FC236}">
                  <a16:creationId xmlns:a16="http://schemas.microsoft.com/office/drawing/2014/main" id="{8F862A7E-C2CF-52CC-8503-BB716FBEB740}"/>
                </a:ext>
              </a:extLst>
            </p:cNvPr>
            <p:cNvSpPr/>
            <p:nvPr userDrawn="1"/>
          </p:nvSpPr>
          <p:spPr>
            <a:xfrm>
              <a:off x="5796136" y="111125"/>
              <a:ext cx="3240360" cy="850819"/>
            </a:xfrm>
            <a:prstGeom prst="rect">
              <a:avLst/>
            </a:prstGeom>
            <a:solidFill>
              <a:srgbClr val="33B2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audio" Target="../media/audio1.bin"/><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audio" Target="../media/audio1.bin"/><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audio" Target="../media/audio1.bin"/><Relationship Id="rId7" Type="http://schemas.openxmlformats.org/officeDocument/2006/relationships/diagramColors" Target="../diagrams/colors3.xml"/><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38.xml"/><Relationship Id="rId4" Type="http://schemas.openxmlformats.org/officeDocument/2006/relationships/image" Target="../media/image34.jp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38.xml"/><Relationship Id="rId4" Type="http://schemas.openxmlformats.org/officeDocument/2006/relationships/image" Target="../media/image35.jpg"/></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38.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38.xml"/><Relationship Id="rId4" Type="http://schemas.openxmlformats.org/officeDocument/2006/relationships/image" Target="../media/image36.jpeg"/></Relationships>
</file>

<file path=ppt/slides/_rels/slide1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audio" Target="../media/audio1.bin"/><Relationship Id="rId7" Type="http://schemas.openxmlformats.org/officeDocument/2006/relationships/diagramColors" Target="../diagrams/colors4.xml"/><Relationship Id="rId2" Type="http://schemas.openxmlformats.org/officeDocument/2006/relationships/notesSlide" Target="../notesSlides/notesSlide14.xml"/><Relationship Id="rId1" Type="http://schemas.openxmlformats.org/officeDocument/2006/relationships/slideLayout" Target="../slideLayouts/slideLayout2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5.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audio" Target="../media/audio1.bin"/><Relationship Id="rId7" Type="http://schemas.openxmlformats.org/officeDocument/2006/relationships/diagramColors" Target="../diagrams/colors5.xml"/><Relationship Id="rId2" Type="http://schemas.openxmlformats.org/officeDocument/2006/relationships/notesSlide" Target="../notesSlides/notesSlide15.xml"/><Relationship Id="rId1" Type="http://schemas.openxmlformats.org/officeDocument/2006/relationships/slideLayout" Target="../slideLayouts/slideLayout37.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38.xml"/></Relationships>
</file>

<file path=ppt/slides/_rels/slide1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audio" Target="../media/audio1.bin"/><Relationship Id="rId7" Type="http://schemas.openxmlformats.org/officeDocument/2006/relationships/diagramColors" Target="../diagrams/colors6.xml"/><Relationship Id="rId2" Type="http://schemas.openxmlformats.org/officeDocument/2006/relationships/notesSlide" Target="../notesSlides/notesSlide17.xml"/><Relationship Id="rId1" Type="http://schemas.openxmlformats.org/officeDocument/2006/relationships/slideLayout" Target="../slideLayouts/slideLayout3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38.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30.xml"/><Relationship Id="rId4" Type="http://schemas.openxmlformats.org/officeDocument/2006/relationships/image" Target="../media/image42.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audio" Target="../media/audio1.bin"/><Relationship Id="rId7" Type="http://schemas.openxmlformats.org/officeDocument/2006/relationships/diagramColors" Target="../diagrams/colors7.xml"/><Relationship Id="rId2" Type="http://schemas.openxmlformats.org/officeDocument/2006/relationships/notesSlide" Target="../notesSlides/notesSlide22.xml"/><Relationship Id="rId1" Type="http://schemas.openxmlformats.org/officeDocument/2006/relationships/slideLayout" Target="../slideLayouts/slideLayout3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audio" Target="../media/audio1.bin"/><Relationship Id="rId7" Type="http://schemas.openxmlformats.org/officeDocument/2006/relationships/diagramColors" Target="../diagrams/colors8.xml"/><Relationship Id="rId2" Type="http://schemas.openxmlformats.org/officeDocument/2006/relationships/notesSlide" Target="../notesSlides/notesSlide23.xml"/><Relationship Id="rId1" Type="http://schemas.openxmlformats.org/officeDocument/2006/relationships/slideLayout" Target="../slideLayouts/slideLayout33.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27.xml"/><Relationship Id="rId4" Type="http://schemas.openxmlformats.org/officeDocument/2006/relationships/image" Target="../media/image49.jp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38.xml"/><Relationship Id="rId4" Type="http://schemas.openxmlformats.org/officeDocument/2006/relationships/image" Target="../media/image50.jp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38.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38.xml"/><Relationship Id="rId4" Type="http://schemas.openxmlformats.org/officeDocument/2006/relationships/image" Target="../media/image51.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1340768"/>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14</a:t>
            </a:r>
            <a:br>
              <a:rPr lang="en-GB" altLang="en-US" sz="4600" dirty="0"/>
            </a:br>
            <a:r>
              <a:rPr lang="ar" sz="4600" dirty="0"/>
              <a:t>دراسة خدمة العملاء</a:t>
            </a:r>
            <a:br>
              <a:rPr lang="en-GB" altLang="en-US" sz="4600" dirty="0"/>
            </a:br>
            <a:br>
              <a:rPr lang="en-US" altLang="en-US" sz="4600" dirty="0"/>
            </a:br>
            <a:endParaRPr lang="en-GB" altLang="en-US" sz="4600" dirty="0"/>
          </a:p>
        </p:txBody>
      </p:sp>
      <p:sp>
        <p:nvSpPr>
          <p:cNvPr id="2" name="Footer Placeholder 2">
            <a:extLst>
              <a:ext uri="{FF2B5EF4-FFF2-40B4-BE49-F238E27FC236}">
                <a16:creationId xmlns:a16="http://schemas.microsoft.com/office/drawing/2014/main" id="{779B5F7E-7666-4AA0-B21E-01F43FC0FE08}"/>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600" dirty="0"/>
              <a:t>© حقوق التأليف والنشر لعام 2024 محفوظة لشركة بيرسون إديوكيشن ليمتد يُسمح بالنسخ للمؤسسة المشترية فقط. </a:t>
            </a:r>
          </a:p>
        </p:txBody>
      </p:sp>
      <p:pic>
        <p:nvPicPr>
          <p:cNvPr id="6" name="Picture 5" descr="A person holding a phone and a monitor&#10;&#10;Description automatically generated">
            <a:extLst>
              <a:ext uri="{FF2B5EF4-FFF2-40B4-BE49-F238E27FC236}">
                <a16:creationId xmlns:a16="http://schemas.microsoft.com/office/drawing/2014/main" id="{6DD06877-B3D3-7A15-F5F9-BB46ECD594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9672" y="3573016"/>
            <a:ext cx="5904656" cy="2624292"/>
          </a:xfrm>
          <a:prstGeom prst="rect">
            <a:avLst/>
          </a:prstGeom>
        </p:spPr>
      </p:pic>
      <p:sp>
        <p:nvSpPr>
          <p:cNvPr id="4" name="Footer Placeholder 2">
            <a:extLst>
              <a:ext uri="{FF2B5EF4-FFF2-40B4-BE49-F238E27FC236}">
                <a16:creationId xmlns:a16="http://schemas.microsoft.com/office/drawing/2014/main" id="{07130A77-5918-ED72-B89F-DCAD5D9040C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323528" y="1195388"/>
            <a:ext cx="8640960" cy="72144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200" dirty="0"/>
              <a:t>دراسة خدمة العملاء</a:t>
            </a:r>
          </a:p>
        </p:txBody>
      </p:sp>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03578" y="2060848"/>
            <a:ext cx="8424935" cy="4320480"/>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200" dirty="0"/>
              <a:t>ستتعلم في هذه الوحدة كيفية إبقاء العملاء سعداء وإظهار مهاراتك العملية في خدمة العملاء.</a:t>
            </a:r>
          </a:p>
          <a:p>
            <a:pPr marL="0" indent="0" rtl="1">
              <a:buNone/>
            </a:pPr>
            <a:endParaRPr lang="en-GB" altLang="en-US" sz="2200" dirty="0"/>
          </a:p>
          <a:p>
            <a:pPr rtl="1"/>
            <a:r>
              <a:rPr lang="ar" sz="2200" dirty="0"/>
              <a:t>ستستكشف الدور الذي تؤديه خدمة العملاء الممتازة في نجاح المؤسسة وفوائد بناء العلاقات مع العملاء</a:t>
            </a:r>
            <a:r>
              <a:rPr lang="ar" sz="2200" dirty="0">
                <a:effectLst/>
              </a:rPr>
              <a:t>.</a:t>
            </a:r>
          </a:p>
          <a:p>
            <a:pPr rtl="1"/>
            <a:r>
              <a:rPr lang="ar" sz="2200" dirty="0"/>
              <a:t>ستستكشف كيفية مراقبة الشركات لتقديم خدمات العملاء وكيفية والسبب وراء ذلك وكيف يمكن أن يؤدي ذلك إلى تحسين أداء الشركة </a:t>
            </a:r>
          </a:p>
          <a:p>
            <a:pPr rtl="1"/>
            <a:r>
              <a:rPr lang="ar" sz="2200" dirty="0"/>
              <a:t>ستستعرض تقديمًا فعالًا لمهارات خدمة العملاء في مواقف مختلفة مع عملاء ذوي احتياجات متنوعة. باستخدام تدقيق مهاراتك الحالية إضافة إلى التعليقات التي تحصل عليها من الآخرين، ستقوم بوضع خطة لتطوير مهارات خدمة العملاء الخاصة بك للمستقبل.</a:t>
            </a:r>
            <a:endParaRPr lang="en-GB" altLang="en-US" sz="2200" dirty="0"/>
          </a:p>
        </p:txBody>
      </p:sp>
      <p:sp>
        <p:nvSpPr>
          <p:cNvPr id="3" name="Footer Placeholder 2">
            <a:extLst>
              <a:ext uri="{FF2B5EF4-FFF2-40B4-BE49-F238E27FC236}">
                <a16:creationId xmlns:a16="http://schemas.microsoft.com/office/drawing/2014/main" id="{71E5EDAB-07CA-14CC-EEEA-89823C21A31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715C3-2163-B9EE-9B6E-E9AB2B04711B}"/>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FBE43A64-630B-33D8-60B0-723B68362A55}"/>
              </a:ext>
            </a:extLst>
          </p:cNvPr>
          <p:cNvSpPr>
            <a:spLocks noGrp="1" noChangeArrowheads="1"/>
          </p:cNvSpPr>
          <p:nvPr>
            <p:ph type="title"/>
          </p:nvPr>
        </p:nvSpPr>
        <p:spPr bwMode="auto">
          <a:xfrm>
            <a:off x="457200" y="1195200"/>
            <a:ext cx="8229600" cy="649624"/>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2200" b="1" dirty="0"/>
              <a:t>كيفية إجراء تقييم هذه الوحدة؟</a:t>
            </a:r>
            <a:endParaRPr lang="en-GB" altLang="en-US" sz="2200" b="1" dirty="0">
              <a:highlight>
                <a:srgbClr val="FFFF00"/>
              </a:highlight>
            </a:endParaRPr>
          </a:p>
        </p:txBody>
      </p:sp>
      <p:graphicFrame>
        <p:nvGraphicFramePr>
          <p:cNvPr id="5" name="Content Placeholder 4">
            <a:extLst>
              <a:ext uri="{FF2B5EF4-FFF2-40B4-BE49-F238E27FC236}">
                <a16:creationId xmlns:a16="http://schemas.microsoft.com/office/drawing/2014/main" id="{9AA54A44-C5B4-7201-7A43-2CB30D2602F0}"/>
              </a:ext>
            </a:extLst>
          </p:cNvPr>
          <p:cNvGraphicFramePr>
            <a:graphicFrameLocks noGrp="1"/>
          </p:cNvGraphicFramePr>
          <p:nvPr>
            <p:ph sz="half" idx="1"/>
            <p:extLst>
              <p:ext uri="{D42A27DB-BD31-4B8C-83A1-F6EECF244321}">
                <p14:modId xmlns:p14="http://schemas.microsoft.com/office/powerpoint/2010/main" val="2835573520"/>
              </p:ext>
            </p:extLst>
          </p:nvPr>
        </p:nvGraphicFramePr>
        <p:xfrm>
          <a:off x="395536" y="1857993"/>
          <a:ext cx="8136904" cy="43073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D8409D02-B38A-8AC4-E262-DE0459859F4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462100039"/>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57200" y="1195200"/>
            <a:ext cx="8229600" cy="8640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r>
              <a:rPr lang="ar" sz="4600" dirty="0"/>
              <a:t>نتاجات التعلُّم أ - ج</a:t>
            </a:r>
            <a:endParaRPr lang="en-GB" altLang="en-US" sz="4600" dirty="0"/>
          </a:p>
        </p:txBody>
      </p:sp>
      <p:graphicFrame>
        <p:nvGraphicFramePr>
          <p:cNvPr id="32773" name="Content Placeholder 3">
            <a:extLst>
              <a:ext uri="{FF2B5EF4-FFF2-40B4-BE49-F238E27FC236}">
                <a16:creationId xmlns:a16="http://schemas.microsoft.com/office/drawing/2014/main" id="{B617BCA7-F402-EA08-9C0C-630C9DA79D07}"/>
              </a:ext>
            </a:extLst>
          </p:cNvPr>
          <p:cNvGraphicFramePr>
            <a:graphicFrameLocks noGrp="1"/>
          </p:cNvGraphicFramePr>
          <p:nvPr>
            <p:ph idx="1"/>
            <p:extLst>
              <p:ext uri="{D42A27DB-BD31-4B8C-83A1-F6EECF244321}">
                <p14:modId xmlns:p14="http://schemas.microsoft.com/office/powerpoint/2010/main" val="1592366403"/>
              </p:ext>
            </p:extLst>
          </p:nvPr>
        </p:nvGraphicFramePr>
        <p:xfrm>
          <a:off x="468311" y="2196000"/>
          <a:ext cx="8207375" cy="38784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2F352F50-9F3E-BBA5-C98A-18C5D72D41E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1C1D2-B9A2-8130-3D5C-3663289743C3}"/>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F8F3665B-F043-8C0A-2827-3C6809A2D17A}"/>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249AF87B-6108-601B-A544-435D7D592E2D}"/>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استكشاف كيف تسهم خدمة العملاء الفعالة في نجاح الأعمال</a:t>
            </a:r>
          </a:p>
        </p:txBody>
      </p:sp>
      <p:sp>
        <p:nvSpPr>
          <p:cNvPr id="2" name="Footer Placeholder 2">
            <a:extLst>
              <a:ext uri="{FF2B5EF4-FFF2-40B4-BE49-F238E27FC236}">
                <a16:creationId xmlns:a16="http://schemas.microsoft.com/office/drawing/2014/main" id="{2A0E6465-E42A-1D1D-DEC0-E5395092593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899057632"/>
      </p:ext>
    </p:extLst>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BA046072-89F1-313F-A9F5-6C06A79BE4B7}"/>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dirty="0">
              <a:solidFill>
                <a:schemeClr val="tx2"/>
              </a:solidFill>
              <a:latin typeface="Sakkal Majalla" panose="02000000000000000000" pitchFamily="2" charset="-78"/>
              <a:cs typeface="Sakkal Majalla" panose="02000000000000000000" pitchFamily="2" charset="-78"/>
            </a:endParaRPr>
          </a:p>
        </p:txBody>
      </p:sp>
      <p:sp>
        <p:nvSpPr>
          <p:cNvPr id="11" name="Text Placeholder 2">
            <a:extLst>
              <a:ext uri="{FF2B5EF4-FFF2-40B4-BE49-F238E27FC236}">
                <a16:creationId xmlns:a16="http://schemas.microsoft.com/office/drawing/2014/main" id="{11174F65-4DDD-B67D-6F81-2CDC2253F244}"/>
              </a:ext>
            </a:extLst>
          </p:cNvPr>
          <p:cNvSpPr>
            <a:spLocks noGrp="1"/>
          </p:cNvSpPr>
          <p:nvPr>
            <p:ph type="body" sz="half" idx="2"/>
          </p:nvPr>
        </p:nvSpPr>
        <p:spPr>
          <a:xfrm>
            <a:off x="5678488" y="1452298"/>
            <a:ext cx="3008313" cy="4528298"/>
          </a:xfrm>
          <a:solidFill>
            <a:schemeClr val="accent5"/>
          </a:solidFill>
        </p:spPr>
        <p:txBody>
          <a:bodyPr rtlCol="1"/>
          <a:lstStyle/>
          <a:p>
            <a:pPr rtl="1"/>
            <a:r>
              <a:rPr lang="ar" sz="1800" dirty="0">
                <a:solidFill>
                  <a:schemeClr val="tx2"/>
                </a:solidFill>
              </a:rPr>
              <a:t>نتاج التعلم أ:</a:t>
            </a:r>
          </a:p>
          <a:p>
            <a:pPr marL="285750" indent="-285750" rtl="1">
              <a:buFont typeface="Arial" panose="020B0604020202020204" pitchFamily="34" charset="0"/>
              <a:buChar char="•"/>
            </a:pPr>
            <a:r>
              <a:rPr lang="ar" sz="1800" dirty="0">
                <a:solidFill>
                  <a:schemeClr val="tx2"/>
                </a:solidFill>
              </a:rPr>
              <a:t>يعتمد على مفهوم العملاء باعتبارهم أصحاب مصلحة مشمولين في الوحدة 1</a:t>
            </a:r>
          </a:p>
          <a:p>
            <a:pPr marL="285750" indent="-285750" rtl="1">
              <a:buFont typeface="Arial" panose="020B0604020202020204" pitchFamily="34" charset="0"/>
              <a:buChar char="•"/>
            </a:pPr>
            <a:r>
              <a:rPr lang="ar" sz="1800" dirty="0">
                <a:solidFill>
                  <a:schemeClr val="tx2"/>
                </a:solidFill>
              </a:rPr>
              <a:t>يلقي نظرة على الأساليب المختلفة لخدمة العملاء عبر القطاعات</a:t>
            </a:r>
          </a:p>
          <a:p>
            <a:pPr marL="285750" indent="-285750" rtl="1">
              <a:buFont typeface="Arial" panose="020B0604020202020204" pitchFamily="34" charset="0"/>
              <a:buChar char="•"/>
            </a:pPr>
            <a:r>
              <a:rPr lang="ar" sz="1800" dirty="0">
                <a:solidFill>
                  <a:schemeClr val="tx2"/>
                </a:solidFill>
              </a:rPr>
              <a:t>يستكشف أنواعًا مختلفة من العملاء وتوقعاتهم ورضاهم</a:t>
            </a:r>
          </a:p>
          <a:p>
            <a:pPr marL="285750" indent="-285750" rtl="1">
              <a:buFont typeface="Arial" panose="020B0604020202020204" pitchFamily="34" charset="0"/>
              <a:buChar char="•"/>
            </a:pPr>
            <a:r>
              <a:rPr lang="ar" sz="1800" dirty="0">
                <a:solidFill>
                  <a:schemeClr val="tx2"/>
                </a:solidFill>
              </a:rPr>
              <a:t>يدرس الفوائد التي تعود على المؤسسات من بناء علاقات جيدة</a:t>
            </a:r>
          </a:p>
          <a:p>
            <a:pPr marL="285750" indent="-285750" rtl="1">
              <a:buFont typeface="Arial" panose="020B0604020202020204" pitchFamily="34" charset="0"/>
              <a:buChar char="•"/>
            </a:pPr>
            <a:r>
              <a:rPr lang="ar" sz="1800" dirty="0">
                <a:solidFill>
                  <a:schemeClr val="tx2"/>
                </a:solidFill>
              </a:rPr>
              <a:t>يفحص التشريعات واللوائح التي تؤثر في خدمة العملاء.</a:t>
            </a:r>
          </a:p>
          <a:p>
            <a:pPr marL="285750" indent="-285750" rtl="1">
              <a:buFont typeface="Arial" panose="020B0604020202020204" pitchFamily="34" charset="0"/>
              <a:buChar char="•"/>
            </a:pPr>
            <a:endParaRPr lang="en-US" sz="1600" dirty="0"/>
          </a:p>
        </p:txBody>
      </p:sp>
      <p:graphicFrame>
        <p:nvGraphicFramePr>
          <p:cNvPr id="5" name="Content Placeholder 3">
            <a:extLst>
              <a:ext uri="{FF2B5EF4-FFF2-40B4-BE49-F238E27FC236}">
                <a16:creationId xmlns:a16="http://schemas.microsoft.com/office/drawing/2014/main" id="{4972FC8C-DE48-E72E-644B-B7FEA8508A23}"/>
              </a:ext>
            </a:extLst>
          </p:cNvPr>
          <p:cNvGraphicFramePr>
            <a:graphicFrameLocks/>
          </p:cNvGraphicFramePr>
          <p:nvPr>
            <p:extLst>
              <p:ext uri="{D42A27DB-BD31-4B8C-83A1-F6EECF244321}">
                <p14:modId xmlns:p14="http://schemas.microsoft.com/office/powerpoint/2010/main" val="214367418"/>
              </p:ext>
            </p:extLst>
          </p:nvPr>
        </p:nvGraphicFramePr>
        <p:xfrm>
          <a:off x="324345" y="1452298"/>
          <a:ext cx="5111751" cy="47853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8C11342F-CB6C-B621-F075-1005AED8BC0C}"/>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97A52-B932-BE8A-ACB5-3794161B0E9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87D5EAD7-2487-20E7-2472-A73DB195BF7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أ1 خدمة العملاء في الأعمال</a:t>
            </a:r>
          </a:p>
        </p:txBody>
      </p:sp>
      <p:sp>
        <p:nvSpPr>
          <p:cNvPr id="30723" name="Content Placeholder 3">
            <a:extLst>
              <a:ext uri="{FF2B5EF4-FFF2-40B4-BE49-F238E27FC236}">
                <a16:creationId xmlns:a16="http://schemas.microsoft.com/office/drawing/2014/main" id="{3EF98FC4-BF68-C414-D35B-A92D1BEE4DE8}"/>
              </a:ext>
            </a:extLst>
          </p:cNvPr>
          <p:cNvSpPr>
            <a:spLocks noGrp="1" noChangeArrowheads="1"/>
          </p:cNvSpPr>
          <p:nvPr>
            <p:ph sz="half" idx="2"/>
          </p:nvPr>
        </p:nvSpPr>
        <p:spPr bwMode="auto">
          <a:xfrm>
            <a:off x="4572000" y="1644824"/>
            <a:ext cx="4087905" cy="3512428"/>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buNone/>
            </a:pPr>
            <a:r>
              <a:rPr lang="ar" sz="1800" b="1" dirty="0">
                <a:ea typeface="Open Sans" panose="020B0606030504020204" pitchFamily="34" charset="0"/>
              </a:rPr>
              <a:t>يمكن تعريف خدمة العملاء</a:t>
            </a:r>
            <a:r>
              <a:rPr lang="ar" sz="1800" u="none" strike="noStrike" dirty="0">
                <a:effectLst/>
                <a:ea typeface="Open Sans" panose="020B0606030504020204" pitchFamily="34" charset="0"/>
              </a:rPr>
              <a:t> على أنها الدعم المقدم للعملاء، قبل شراء واستخدام السلع أو الخدمات أو كلاهما وبعدها.</a:t>
            </a:r>
            <a:endParaRPr lang="en-GB" sz="1800" dirty="0">
              <a:ea typeface="Open Sans" panose="020B0606030504020204" pitchFamily="34" charset="0"/>
            </a:endParaRPr>
          </a:p>
          <a:p>
            <a:pPr marL="0" indent="0" rtl="1" fontAlgn="ctr">
              <a:buNone/>
            </a:pPr>
            <a:r>
              <a:rPr lang="ar" sz="1800" dirty="0">
                <a:ea typeface="Open Sans" panose="020B0606030504020204" pitchFamily="34" charset="0"/>
              </a:rPr>
              <a:t>سيكون لدى الشركات المختلفة أساليب مختلفة لخدمة العملاء. </a:t>
            </a:r>
          </a:p>
          <a:p>
            <a:pPr marL="0" indent="0" rtl="1" fontAlgn="ctr">
              <a:buNone/>
            </a:pPr>
            <a:r>
              <a:rPr lang="ar" sz="1800" dirty="0">
                <a:ea typeface="Open Sans" panose="020B0606030504020204" pitchFamily="34" charset="0"/>
              </a:rPr>
              <a:t>على سبيل المثال:</a:t>
            </a:r>
          </a:p>
          <a:p>
            <a:pPr rtl="1" fontAlgn="ctr"/>
            <a:r>
              <a:rPr lang="ar" sz="1800" dirty="0">
                <a:ea typeface="Open Sans" panose="020B0606030504020204" pitchFamily="34" charset="0"/>
              </a:rPr>
              <a:t>متاجر البيع بالتجزئة التي تبيع السلع الملموسة</a:t>
            </a:r>
          </a:p>
          <a:p>
            <a:pPr rtl="1" fontAlgn="ctr"/>
            <a:r>
              <a:rPr lang="ar" sz="1800" dirty="0">
                <a:ea typeface="Open Sans" panose="020B0606030504020204" pitchFamily="34" charset="0"/>
              </a:rPr>
              <a:t>مكاتب تقدم خدمة غير ملموسة</a:t>
            </a:r>
          </a:p>
          <a:p>
            <a:pPr rtl="1" fontAlgn="ctr"/>
            <a:r>
              <a:rPr lang="ar" sz="1800" dirty="0">
                <a:ea typeface="Open Sans" panose="020B0606030504020204" pitchFamily="34" charset="0"/>
              </a:rPr>
              <a:t>مراكز الاتصال/ مراكز خدمة العملاء </a:t>
            </a:r>
          </a:p>
          <a:p>
            <a:pPr rtl="1" fontAlgn="ctr"/>
            <a:r>
              <a:rPr lang="ar" sz="1800" dirty="0">
                <a:ea typeface="Open Sans" panose="020B0606030504020204" pitchFamily="34" charset="0"/>
              </a:rPr>
              <a:t>شركات الضيافة التي تبيع أماكن الإقامة أو تقدم الأطعمة والمشروبات</a:t>
            </a:r>
          </a:p>
          <a:p>
            <a:pPr marL="0" indent="0" rtl="1" fontAlgn="ctr">
              <a:buNone/>
            </a:pPr>
            <a:endParaRPr lang="en-GB" sz="1600" dirty="0"/>
          </a:p>
          <a:p>
            <a:pPr marL="0" indent="0" rtl="1" fontAlgn="ctr">
              <a:buNone/>
            </a:pPr>
            <a:endParaRPr lang="en-GB" sz="1600" dirty="0"/>
          </a:p>
          <a:p>
            <a:pPr marL="457200" lvl="1" indent="0" rtl="1">
              <a:lnSpc>
                <a:spcPct val="90000"/>
              </a:lnSpc>
              <a:buNone/>
            </a:pPr>
            <a:endParaRPr lang="en-GB" sz="1600" b="0" i="0" u="none" strike="noStrike" dirty="0">
              <a:solidFill>
                <a:srgbClr val="000000"/>
              </a:solidFill>
              <a:effectLst/>
            </a:endParaRPr>
          </a:p>
          <a:p>
            <a:pPr marL="0" indent="0" rtl="1">
              <a:buNone/>
            </a:pPr>
            <a:endParaRPr lang="en-GB" altLang="en-US" dirty="0">
              <a:solidFill>
                <a:srgbClr val="FF0000"/>
              </a:solidFill>
            </a:endParaRPr>
          </a:p>
        </p:txBody>
      </p:sp>
      <p:grpSp>
        <p:nvGrpSpPr>
          <p:cNvPr id="3" name="Group 2">
            <a:extLst>
              <a:ext uri="{FF2B5EF4-FFF2-40B4-BE49-F238E27FC236}">
                <a16:creationId xmlns:a16="http://schemas.microsoft.com/office/drawing/2014/main" id="{267BADAB-5A1E-EEB7-F71B-36F96554D13B}"/>
              </a:ext>
            </a:extLst>
          </p:cNvPr>
          <p:cNvGrpSpPr/>
          <p:nvPr/>
        </p:nvGrpSpPr>
        <p:grpSpPr>
          <a:xfrm>
            <a:off x="35496" y="1700748"/>
            <a:ext cx="4369619" cy="3528452"/>
            <a:chOff x="-55782" y="353532"/>
            <a:chExt cx="2620586" cy="1637692"/>
          </a:xfrm>
        </p:grpSpPr>
        <p:sp>
          <p:nvSpPr>
            <p:cNvPr id="4" name="Rectangle 3">
              <a:extLst>
                <a:ext uri="{FF2B5EF4-FFF2-40B4-BE49-F238E27FC236}">
                  <a16:creationId xmlns:a16="http://schemas.microsoft.com/office/drawing/2014/main" id="{6DB63FA5-7135-3971-4BEC-1944C94776C6}"/>
                </a:ext>
              </a:extLst>
            </p:cNvPr>
            <p:cNvSpPr/>
            <p:nvPr/>
          </p:nvSpPr>
          <p:spPr>
            <a:xfrm>
              <a:off x="0" y="353532"/>
              <a:ext cx="2564804" cy="1630255"/>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5" name="TextBox 4">
              <a:extLst>
                <a:ext uri="{FF2B5EF4-FFF2-40B4-BE49-F238E27FC236}">
                  <a16:creationId xmlns:a16="http://schemas.microsoft.com/office/drawing/2014/main" id="{40EF368F-C5AE-6DFB-808C-209BBF6E383D}"/>
                </a:ext>
              </a:extLst>
            </p:cNvPr>
            <p:cNvSpPr txBox="1"/>
            <p:nvPr/>
          </p:nvSpPr>
          <p:spPr>
            <a:xfrm>
              <a:off x="-55782" y="360969"/>
              <a:ext cx="2564804" cy="163025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يجب أن يكون موظفو خدمة العملاء على دراية تامة بالمنتج؟</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الشركات التي من المحتمل أن ينطبق عليها ما يأتي:</a:t>
              </a:r>
            </a:p>
            <a:p>
              <a:pPr marL="742950" lvl="1" indent="-285750" rtl="1">
                <a:buFont typeface="Courier New" panose="02070309020205020404" pitchFamily="49" charset="0"/>
                <a:buChar char="o"/>
              </a:pPr>
              <a:r>
                <a:rPr lang="ar" dirty="0">
                  <a:solidFill>
                    <a:srgbClr val="7030A0"/>
                  </a:solidFill>
                  <a:latin typeface="Sakkal Majalla" panose="02000000000000000000" pitchFamily="2" charset="-78"/>
                  <a:cs typeface="Sakkal Majalla" panose="02000000000000000000" pitchFamily="2" charset="-78"/>
                </a:rPr>
                <a:t>تواجه قيود زمنية عند التعامل مع العملاء؟</a:t>
              </a:r>
            </a:p>
            <a:p>
              <a:pPr marL="742950" lvl="1" indent="-285750" rtl="1">
                <a:buFont typeface="Courier New" panose="02070309020205020404" pitchFamily="49" charset="0"/>
                <a:buChar char="o"/>
              </a:pPr>
              <a:r>
                <a:rPr lang="ar" dirty="0">
                  <a:solidFill>
                    <a:srgbClr val="7030A0"/>
                  </a:solidFill>
                  <a:latin typeface="Sakkal Majalla" panose="02000000000000000000" pitchFamily="2" charset="-78"/>
                  <a:cs typeface="Sakkal Majalla" panose="02000000000000000000" pitchFamily="2" charset="-78"/>
                </a:rPr>
                <a:t>تحتاج إلى موظفي خدمة عملاء يمتلكون مهارات </a:t>
              </a:r>
              <a:br>
                <a:rPr lang="en-US" dirty="0">
                  <a:solidFill>
                    <a:srgbClr val="7030A0"/>
                  </a:solidFill>
                  <a:latin typeface="Sakkal Majalla" panose="02000000000000000000" pitchFamily="2" charset="-78"/>
                  <a:cs typeface="Sakkal Majalla" panose="02000000000000000000" pitchFamily="2" charset="-78"/>
                </a:rPr>
              </a:br>
              <a:r>
                <a:rPr lang="ar" dirty="0">
                  <a:solidFill>
                    <a:srgbClr val="7030A0"/>
                  </a:solidFill>
                  <a:latin typeface="Sakkal Majalla" panose="02000000000000000000" pitchFamily="2" charset="-78"/>
                  <a:cs typeface="Sakkal Majalla" panose="02000000000000000000" pitchFamily="2" charset="-78"/>
                </a:rPr>
                <a:t>فعالة في البيع أو الخدمة؟</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 الشركات التي من المرجح أن تقدم: </a:t>
              </a:r>
            </a:p>
            <a:p>
              <a:pPr marL="742950" lvl="1" indent="-285750" rtl="1">
                <a:buFont typeface="Courier New" panose="02070309020205020404" pitchFamily="49" charset="0"/>
                <a:buChar char="o"/>
              </a:pPr>
              <a:r>
                <a:rPr lang="ar" dirty="0">
                  <a:solidFill>
                    <a:srgbClr val="7030A0"/>
                  </a:solidFill>
                  <a:latin typeface="Sakkal Majalla" panose="02000000000000000000" pitchFamily="2" charset="-78"/>
                  <a:cs typeface="Sakkal Majalla" panose="02000000000000000000" pitchFamily="2" charset="-78"/>
                </a:rPr>
                <a:t>خدمة مباشرة؟</a:t>
              </a:r>
            </a:p>
            <a:p>
              <a:pPr marL="742950" lvl="1" indent="-285750" rtl="1">
                <a:buFont typeface="Courier New" panose="02070309020205020404" pitchFamily="49" charset="0"/>
                <a:buChar char="o"/>
              </a:pPr>
              <a:r>
                <a:rPr lang="ar" dirty="0">
                  <a:solidFill>
                    <a:srgbClr val="7030A0"/>
                  </a:solidFill>
                  <a:latin typeface="Sakkal Majalla" panose="02000000000000000000" pitchFamily="2" charset="-78"/>
                  <a:cs typeface="Sakkal Majalla" panose="02000000000000000000" pitchFamily="2" charset="-78"/>
                </a:rPr>
                <a:t>خدمة عبر الإنترنت؟</a:t>
              </a:r>
            </a:p>
            <a:p>
              <a:pPr marL="742950" lvl="1" indent="-285750" rtl="1">
                <a:buFont typeface="Courier New" panose="02070309020205020404" pitchFamily="49" charset="0"/>
                <a:buChar char="o"/>
              </a:pPr>
              <a:r>
                <a:rPr lang="ar" dirty="0">
                  <a:solidFill>
                    <a:srgbClr val="7030A0"/>
                  </a:solidFill>
                  <a:latin typeface="Sakkal Majalla" panose="02000000000000000000" pitchFamily="2" charset="-78"/>
                  <a:cs typeface="Sakkal Majalla" panose="02000000000000000000" pitchFamily="2" charset="-78"/>
                </a:rPr>
                <a:t>خدمة كتابية؟</a:t>
              </a:r>
            </a:p>
            <a:p>
              <a:pPr marL="742950" lvl="1" indent="-285750" rtl="1">
                <a:buFont typeface="Courier New" panose="02070309020205020404" pitchFamily="49" charset="0"/>
                <a:buChar char="o"/>
              </a:pPr>
              <a:r>
                <a:rPr lang="ar" dirty="0">
                  <a:solidFill>
                    <a:srgbClr val="7030A0"/>
                  </a:solidFill>
                  <a:latin typeface="Sakkal Majalla" panose="02000000000000000000" pitchFamily="2" charset="-78"/>
                  <a:cs typeface="Sakkal Majalla" panose="02000000000000000000" pitchFamily="2" charset="-78"/>
                </a:rPr>
                <a:t>خدمة هاتفية؟</a:t>
              </a:r>
            </a:p>
          </p:txBody>
        </p:sp>
      </p:grpSp>
      <p:grpSp>
        <p:nvGrpSpPr>
          <p:cNvPr id="7" name="Group 6">
            <a:extLst>
              <a:ext uri="{FF2B5EF4-FFF2-40B4-BE49-F238E27FC236}">
                <a16:creationId xmlns:a16="http://schemas.microsoft.com/office/drawing/2014/main" id="{F5B646A3-0F5F-2DF2-D7C0-E8BA9DF43CDD}"/>
              </a:ext>
            </a:extLst>
          </p:cNvPr>
          <p:cNvGrpSpPr/>
          <p:nvPr/>
        </p:nvGrpSpPr>
        <p:grpSpPr>
          <a:xfrm>
            <a:off x="128508" y="5430033"/>
            <a:ext cx="4386683" cy="1126521"/>
            <a:chOff x="0" y="215426"/>
            <a:chExt cx="2564804" cy="1138677"/>
          </a:xfrm>
        </p:grpSpPr>
        <p:sp>
          <p:nvSpPr>
            <p:cNvPr id="8" name="Rectangle 7">
              <a:extLst>
                <a:ext uri="{FF2B5EF4-FFF2-40B4-BE49-F238E27FC236}">
                  <a16:creationId xmlns:a16="http://schemas.microsoft.com/office/drawing/2014/main" id="{AFF23140-7AF8-F034-0EB1-0BAC5677393D}"/>
                </a:ext>
              </a:extLst>
            </p:cNvPr>
            <p:cNvSpPr/>
            <p:nvPr/>
          </p:nvSpPr>
          <p:spPr>
            <a:xfrm>
              <a:off x="0" y="215427"/>
              <a:ext cx="2564804" cy="1138676"/>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400" dirty="0">
                <a:latin typeface="Sakkal Majalla" panose="02000000000000000000" pitchFamily="2" charset="-78"/>
                <a:cs typeface="Sakkal Majalla" panose="02000000000000000000" pitchFamily="2" charset="-78"/>
              </a:endParaRPr>
            </a:p>
          </p:txBody>
        </p:sp>
        <p:sp>
          <p:nvSpPr>
            <p:cNvPr id="9" name="TextBox 8">
              <a:extLst>
                <a:ext uri="{FF2B5EF4-FFF2-40B4-BE49-F238E27FC236}">
                  <a16:creationId xmlns:a16="http://schemas.microsoft.com/office/drawing/2014/main" id="{39C20025-4D35-EB32-0D20-99C612EF02CA}"/>
                </a:ext>
              </a:extLst>
            </p:cNvPr>
            <p:cNvSpPr txBox="1"/>
            <p:nvPr/>
          </p:nvSpPr>
          <p:spPr>
            <a:xfrm>
              <a:off x="0" y="215426"/>
              <a:ext cx="2489980" cy="113867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راجع الوحدة 1 لتذكير نفسك بأن العميل هو صاحب مصلحة </a:t>
              </a:r>
              <a:br>
                <a:rPr lang="en-US" dirty="0">
                  <a:solidFill>
                    <a:srgbClr val="7030A0"/>
                  </a:solidFill>
                  <a:latin typeface="Sakkal Majalla" panose="02000000000000000000" pitchFamily="2" charset="-78"/>
                  <a:cs typeface="Sakkal Majalla" panose="02000000000000000000" pitchFamily="2" charset="-78"/>
                </a:rPr>
              </a:br>
              <a:r>
                <a:rPr lang="ar" dirty="0">
                  <a:solidFill>
                    <a:srgbClr val="7030A0"/>
                  </a:solidFill>
                  <a:latin typeface="Sakkal Majalla" panose="02000000000000000000" pitchFamily="2" charset="-78"/>
                  <a:cs typeface="Sakkal Majalla" panose="02000000000000000000" pitchFamily="2" charset="-78"/>
                </a:rPr>
                <a:t>في الشركة</a:t>
              </a:r>
            </a:p>
          </p:txBody>
        </p:sp>
      </p:grpSp>
      <p:sp>
        <p:nvSpPr>
          <p:cNvPr id="2" name="Content Placeholder 3">
            <a:extLst>
              <a:ext uri="{FF2B5EF4-FFF2-40B4-BE49-F238E27FC236}">
                <a16:creationId xmlns:a16="http://schemas.microsoft.com/office/drawing/2014/main" id="{80BB285E-AE94-9411-105A-CCC4C63C22C3}"/>
              </a:ext>
            </a:extLst>
          </p:cNvPr>
          <p:cNvSpPr txBox="1">
            <a:spLocks noChangeArrowheads="1"/>
          </p:cNvSpPr>
          <p:nvPr/>
        </p:nvSpPr>
        <p:spPr bwMode="auto">
          <a:xfrm>
            <a:off x="4644008" y="5373216"/>
            <a:ext cx="4015898" cy="1240156"/>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None/>
            </a:pPr>
            <a:r>
              <a:rPr lang="ar" sz="1800" b="1" kern="0" dirty="0">
                <a:latin typeface="Sakkal Majalla" panose="02000000000000000000" pitchFamily="2" charset="-78"/>
                <a:ea typeface="Open Sans" panose="020B0606030504020204" pitchFamily="34" charset="0"/>
                <a:cs typeface="Sakkal Majalla" panose="02000000000000000000" pitchFamily="2" charset="-78"/>
              </a:rPr>
              <a:t>السلع الملموسة: </a:t>
            </a:r>
            <a:r>
              <a:rPr lang="ar" sz="1800" kern="0" dirty="0">
                <a:latin typeface="Sakkal Majalla" panose="02000000000000000000" pitchFamily="2" charset="-78"/>
                <a:ea typeface="Open Sans" panose="020B0606030504020204" pitchFamily="34" charset="0"/>
                <a:cs typeface="Sakkal Majalla" panose="02000000000000000000" pitchFamily="2" charset="-78"/>
              </a:rPr>
              <a:t> الأشياء التي </a:t>
            </a:r>
            <a:r>
              <a:rPr lang="ar" sz="1800" b="1" kern="0" dirty="0">
                <a:latin typeface="Sakkal Majalla" panose="02000000000000000000" pitchFamily="2" charset="-78"/>
                <a:ea typeface="Open Sans" panose="020B0606030504020204" pitchFamily="34" charset="0"/>
                <a:cs typeface="Sakkal Majalla" panose="02000000000000000000" pitchFamily="2" charset="-78"/>
              </a:rPr>
              <a:t> </a:t>
            </a:r>
            <a:r>
              <a:rPr lang="ar" sz="1800" kern="0" dirty="0">
                <a:latin typeface="Sakkal Majalla" panose="02000000000000000000" pitchFamily="2" charset="-78"/>
                <a:ea typeface="Open Sans" panose="020B0606030504020204" pitchFamily="34" charset="0"/>
                <a:cs typeface="Sakkal Majalla" panose="02000000000000000000" pitchFamily="2" charset="-78"/>
              </a:rPr>
              <a:t> يمكنك رؤيتها والشعور بها ولمسها مثل الحاسوب المحمول</a:t>
            </a:r>
          </a:p>
          <a:p>
            <a:pPr marL="0" indent="0" rtl="1" fontAlgn="ctr">
              <a:buFont typeface="Wingdings" panose="05000000000000000000" pitchFamily="2" charset="2"/>
              <a:buNone/>
            </a:pPr>
            <a:r>
              <a:rPr lang="ar" sz="1800" b="1" kern="0" dirty="0">
                <a:latin typeface="Sakkal Majalla" panose="02000000000000000000" pitchFamily="2" charset="-78"/>
                <a:ea typeface="Open Sans" panose="020B0606030504020204" pitchFamily="34" charset="0"/>
                <a:cs typeface="Sakkal Majalla" panose="02000000000000000000" pitchFamily="2" charset="-78"/>
              </a:rPr>
              <a:t>الخدمات غير الملموسة: </a:t>
            </a:r>
            <a:r>
              <a:rPr lang="ar" sz="1800" kern="0" dirty="0">
                <a:latin typeface="Sakkal Majalla" panose="02000000000000000000" pitchFamily="2" charset="-78"/>
                <a:ea typeface="Open Sans" panose="020B0606030504020204" pitchFamily="34" charset="0"/>
                <a:cs typeface="Sakkal Majalla" panose="02000000000000000000" pitchFamily="2" charset="-78"/>
              </a:rPr>
              <a:t> شيء تم القيام به لك أو من أجلك مثل قص الشعر</a:t>
            </a: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6" name="Footer Placeholder 2">
            <a:extLst>
              <a:ext uri="{FF2B5EF4-FFF2-40B4-BE49-F238E27FC236}">
                <a16:creationId xmlns:a16="http://schemas.microsoft.com/office/drawing/2014/main" id="{BF3AA9DA-FCCB-10B0-FD70-E1A39A6346FA}"/>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978475547"/>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B2E5F-25DA-36A7-FE8E-E5ECB452C854}"/>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78F6DB8-7204-1558-6AEC-1DD9B2CC376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توقعات العملاء والحصول على رضاهم (1)</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4A37CB4B-CCF9-AE71-1F5C-BD9D20062300}"/>
              </a:ext>
            </a:extLst>
          </p:cNvPr>
          <p:cNvSpPr>
            <a:spLocks noGrp="1" noChangeArrowheads="1"/>
          </p:cNvSpPr>
          <p:nvPr>
            <p:ph sz="half" idx="2"/>
          </p:nvPr>
        </p:nvSpPr>
        <p:spPr bwMode="auto">
          <a:xfrm>
            <a:off x="4677012" y="2204863"/>
            <a:ext cx="3990883" cy="3345751"/>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buNone/>
            </a:pPr>
            <a:r>
              <a:rPr lang="ar" sz="2000" dirty="0"/>
              <a:t>الأشخاص المتصلون بشكل</a:t>
            </a:r>
            <a:r>
              <a:rPr lang="ar" sz="2000" b="1" dirty="0"/>
              <a:t> مباشر</a:t>
            </a:r>
            <a:r>
              <a:rPr lang="ar" sz="2000" dirty="0"/>
              <a:t> بمؤسسة وعادة ما يكونوا أشخاصًا تابعون للمنظمة. وهم عادة:</a:t>
            </a:r>
          </a:p>
          <a:p>
            <a:pPr rtl="1" fontAlgn="ctr"/>
            <a:r>
              <a:rPr lang="ar" sz="2000" dirty="0"/>
              <a:t>الموظفون</a:t>
            </a:r>
          </a:p>
          <a:p>
            <a:pPr lvl="1" rtl="1" fontAlgn="ctr">
              <a:buFont typeface="Courier New" panose="02070309020205020404" pitchFamily="49" charset="0"/>
              <a:buChar char="o"/>
            </a:pPr>
            <a:r>
              <a:rPr lang="ar" sz="1800" dirty="0"/>
              <a:t>الزملاء الذين يقدم لهم قسم أو فرد خدمة لقسم آخر للمساعدة على تلبية إرضاء العملاء الخارجيين.</a:t>
            </a:r>
          </a:p>
          <a:p>
            <a:pPr rtl="1" fontAlgn="ctr"/>
            <a:r>
              <a:rPr lang="ar" sz="2000" dirty="0"/>
              <a:t>أصحاب المصلحة</a:t>
            </a:r>
          </a:p>
          <a:p>
            <a:pPr lvl="1" rtl="1" fontAlgn="ctr">
              <a:buFont typeface="Courier New" panose="02070309020205020404" pitchFamily="49" charset="0"/>
              <a:buChar char="o"/>
            </a:pPr>
            <a:r>
              <a:rPr lang="ar" sz="1800" dirty="0"/>
              <a:t>الأفراد أو المجموعات الأخرى داخل الشركة الذين لديهم مصلحة في الشركة مثل المالكين/ المساهمين والإدارة.</a:t>
            </a:r>
          </a:p>
          <a:p>
            <a:pPr marL="0" indent="0" rtl="1" fontAlgn="ctr">
              <a:buNone/>
            </a:pPr>
            <a:endParaRPr lang="en-GB" sz="1800" dirty="0">
              <a:effectLst/>
              <a:ea typeface="Times New Roman" panose="02020603050405020304" pitchFamily="18" charset="0"/>
              <a:cs typeface="Times New Roman" panose="02020603050405020304" pitchFamily="18" charset="0"/>
            </a:endParaRPr>
          </a:p>
          <a:p>
            <a:pPr marL="0" indent="0" algn="l" rtl="1" fontAlgn="ctr">
              <a:buNone/>
            </a:pPr>
            <a:endParaRPr lang="en-GB" sz="1600" b="1" dirty="0"/>
          </a:p>
          <a:p>
            <a:pPr marL="0" indent="0" algn="l" rtl="1" fontAlgn="ctr">
              <a:buNone/>
            </a:pPr>
            <a:endParaRPr lang="en-GB" sz="1600" b="1" dirty="0"/>
          </a:p>
          <a:p>
            <a:pPr marL="0" indent="0" algn="l" rtl="1" fontAlgn="ctr">
              <a:buNone/>
            </a:pPr>
            <a:endParaRPr lang="en-GB" sz="1600" b="1" dirty="0"/>
          </a:p>
          <a:p>
            <a:pPr marL="0" indent="0" algn="l" rtl="1" fontAlgn="ctr">
              <a:buNone/>
            </a:pPr>
            <a:endParaRPr lang="en-GB" sz="1600" dirty="0"/>
          </a:p>
          <a:p>
            <a:pPr marL="457200" lvl="1" indent="0" rtl="1">
              <a:lnSpc>
                <a:spcPct val="90000"/>
              </a:lnSpc>
              <a:buNone/>
            </a:pPr>
            <a:endParaRPr lang="en-GB" sz="1600" b="0" i="0" u="none" strike="noStrike" dirty="0">
              <a:solidFill>
                <a:srgbClr val="000000"/>
              </a:solidFill>
              <a:effectLst/>
            </a:endParaRPr>
          </a:p>
          <a:p>
            <a:pPr marL="0" indent="0" rtl="1">
              <a:buNone/>
            </a:pPr>
            <a:endParaRPr lang="en-GB" altLang="en-US" dirty="0">
              <a:solidFill>
                <a:srgbClr val="FF0000"/>
              </a:solidFill>
            </a:endParaRPr>
          </a:p>
        </p:txBody>
      </p:sp>
      <p:sp>
        <p:nvSpPr>
          <p:cNvPr id="11" name="TextBox 10">
            <a:extLst>
              <a:ext uri="{FF2B5EF4-FFF2-40B4-BE49-F238E27FC236}">
                <a16:creationId xmlns:a16="http://schemas.microsoft.com/office/drawing/2014/main" id="{8C2168DE-645B-452C-66D0-20DC198F1A73}"/>
              </a:ext>
            </a:extLst>
          </p:cNvPr>
          <p:cNvSpPr txBox="1"/>
          <p:nvPr/>
        </p:nvSpPr>
        <p:spPr>
          <a:xfrm>
            <a:off x="4681250" y="1658939"/>
            <a:ext cx="3990882" cy="400110"/>
          </a:xfrm>
          <a:prstGeom prst="rect">
            <a:avLst/>
          </a:prstGeom>
          <a:solidFill>
            <a:schemeClr val="accent5"/>
          </a:solidFill>
        </p:spPr>
        <p:txBody>
          <a:bodyPr wrap="square" rtlCol="1">
            <a:spAutoFit/>
          </a:bodyPr>
          <a:lstStyle/>
          <a:p>
            <a:pPr indent="0" algn="ctr" rtl="1" fontAlgn="ctr">
              <a:spcBef>
                <a:spcPts val="1200"/>
              </a:spcBef>
              <a:spcAft>
                <a:spcPts val="1200"/>
              </a:spcAft>
              <a:buNone/>
            </a:pPr>
            <a:r>
              <a:rPr lang="ar" sz="2000" b="1" dirty="0">
                <a:solidFill>
                  <a:schemeClr val="accent5">
                    <a:lumMod val="50000"/>
                  </a:schemeClr>
                </a:solidFill>
                <a:latin typeface="Sakkal Majalla" panose="02000000000000000000" pitchFamily="2" charset="-78"/>
                <a:cs typeface="Sakkal Majalla" panose="02000000000000000000" pitchFamily="2" charset="-78"/>
              </a:rPr>
              <a:t>العملاء الداخليون</a:t>
            </a:r>
          </a:p>
        </p:txBody>
      </p:sp>
      <p:sp>
        <p:nvSpPr>
          <p:cNvPr id="2" name="Content Placeholder 3">
            <a:extLst>
              <a:ext uri="{FF2B5EF4-FFF2-40B4-BE49-F238E27FC236}">
                <a16:creationId xmlns:a16="http://schemas.microsoft.com/office/drawing/2014/main" id="{9C1D0DBE-BCEB-5FDD-277F-700012AEB858}"/>
              </a:ext>
            </a:extLst>
          </p:cNvPr>
          <p:cNvSpPr txBox="1">
            <a:spLocks noChangeArrowheads="1"/>
          </p:cNvSpPr>
          <p:nvPr/>
        </p:nvSpPr>
        <p:spPr bwMode="auto">
          <a:xfrm>
            <a:off x="452843" y="2238247"/>
            <a:ext cx="4119157" cy="3312368"/>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Font typeface="Wingdings" panose="05000000000000000000" pitchFamily="2" charset="2"/>
              <a:buNone/>
            </a:pPr>
            <a:r>
              <a:rPr lang="ar" sz="2000" b="0" i="0" u="none" strike="noStrike" dirty="0">
                <a:solidFill>
                  <a:srgbClr val="1D1D1D"/>
                </a:solidFill>
                <a:effectLst/>
                <a:latin typeface="Sakkal Majalla" panose="02000000000000000000" pitchFamily="2" charset="-78"/>
                <a:cs typeface="Sakkal Majalla" panose="02000000000000000000" pitchFamily="2" charset="-78"/>
              </a:rPr>
              <a:t>الأطراف</a:t>
            </a:r>
            <a:r>
              <a:rPr lang="ar" sz="2000" b="1" i="0" u="none" strike="noStrike" dirty="0">
                <a:solidFill>
                  <a:srgbClr val="1D1D1D"/>
                </a:solidFill>
                <a:effectLst/>
                <a:latin typeface="Sakkal Majalla" panose="02000000000000000000" pitchFamily="2" charset="-78"/>
                <a:cs typeface="Sakkal Majalla" panose="02000000000000000000" pitchFamily="2" charset="-78"/>
              </a:rPr>
              <a:t> غير المتصلة مباشرة</a:t>
            </a:r>
            <a:r>
              <a:rPr lang="ar" sz="2000" b="0" i="0" u="none" strike="noStrike" dirty="0">
                <a:solidFill>
                  <a:srgbClr val="1D1D1D"/>
                </a:solidFill>
                <a:effectLst/>
                <a:latin typeface="Sakkal Majalla" panose="02000000000000000000" pitchFamily="2" charset="-78"/>
                <a:cs typeface="Sakkal Majalla" panose="02000000000000000000" pitchFamily="2" charset="-78"/>
              </a:rPr>
              <a:t> بالشركة، ولكنهم يشترون منتجاتها أو خدماتها. </a:t>
            </a:r>
            <a:r>
              <a:rPr lang="ar" sz="2000" kern="0" dirty="0">
                <a:solidFill>
                  <a:srgbClr val="1D1D1D"/>
                </a:solidFill>
                <a:latin typeface="Sakkal Majalla" panose="02000000000000000000" pitchFamily="2" charset="-78"/>
                <a:cs typeface="Sakkal Majalla" panose="02000000000000000000" pitchFamily="2" charset="-78"/>
              </a:rPr>
              <a:t>قد</a:t>
            </a:r>
            <a:r>
              <a:rPr lang="ar" sz="2000" kern="0" dirty="0">
                <a:latin typeface="Sakkal Majalla" panose="02000000000000000000" pitchFamily="2" charset="-78"/>
                <a:cs typeface="Sakkal Majalla" panose="02000000000000000000" pitchFamily="2" charset="-78"/>
              </a:rPr>
              <a:t>تكون:</a:t>
            </a:r>
          </a:p>
          <a:p>
            <a:pPr rtl="1"/>
            <a:r>
              <a:rPr lang="ar" sz="2000" dirty="0">
                <a:effectLst/>
                <a:latin typeface="Sakkal Majalla" panose="02000000000000000000" pitchFamily="2" charset="-78"/>
                <a:cs typeface="Sakkal Majalla" panose="02000000000000000000" pitchFamily="2" charset="-78"/>
              </a:rPr>
              <a:t>المبيعات بين الشركات (B2B)</a:t>
            </a:r>
          </a:p>
          <a:p>
            <a:pPr lvl="1" rtl="1">
              <a:buFont typeface="Courier New" panose="02070309020205020404" pitchFamily="49" charset="0"/>
              <a:buChar char="o"/>
            </a:pPr>
            <a:r>
              <a:rPr lang="ar" sz="1800" dirty="0">
                <a:effectLst/>
                <a:latin typeface="Sakkal Majalla" panose="02000000000000000000" pitchFamily="2" charset="-78"/>
                <a:cs typeface="Sakkal Majalla" panose="02000000000000000000" pitchFamily="2" charset="-78"/>
              </a:rPr>
              <a:t>على سبيل المثال، شركة تصنيع مشروبات تشتري السكر لاستخدامه في الإنتاج</a:t>
            </a:r>
          </a:p>
          <a:p>
            <a:pPr rtl="1"/>
            <a:r>
              <a:rPr lang="ar" sz="2000" dirty="0">
                <a:latin typeface="Sakkal Majalla" panose="02000000000000000000" pitchFamily="2" charset="-78"/>
                <a:cs typeface="Sakkal Majalla" panose="02000000000000000000" pitchFamily="2" charset="-78"/>
              </a:rPr>
              <a:t>المبيعات بين الشركات والمستهلكين (B2C)</a:t>
            </a:r>
          </a:p>
          <a:p>
            <a:pPr lvl="1" rtl="1">
              <a:buFont typeface="Courier New" panose="02070309020205020404" pitchFamily="49" charset="0"/>
              <a:buChar char="o"/>
            </a:pPr>
            <a:r>
              <a:rPr lang="ar" sz="1800" dirty="0">
                <a:latin typeface="Sakkal Majalla" panose="02000000000000000000" pitchFamily="2" charset="-78"/>
                <a:cs typeface="Sakkal Majalla" panose="02000000000000000000" pitchFamily="2" charset="-78"/>
              </a:rPr>
              <a:t>على سبيل المثال. مقهى يبيع الطعام مباشرة للعملاء </a:t>
            </a:r>
          </a:p>
          <a:p>
            <a:pPr rtl="1"/>
            <a:r>
              <a:rPr lang="ar" sz="2000" dirty="0">
                <a:effectLst/>
                <a:latin typeface="Sakkal Majalla" panose="02000000000000000000" pitchFamily="2" charset="-78"/>
                <a:cs typeface="Sakkal Majalla" panose="02000000000000000000" pitchFamily="2" charset="-78"/>
              </a:rPr>
              <a:t>المبيعات بين الشركات والحكومة (B2C)</a:t>
            </a:r>
          </a:p>
          <a:p>
            <a:pPr lvl="1" rtl="1">
              <a:buFont typeface="Courier New" panose="02070309020205020404" pitchFamily="49" charset="0"/>
              <a:buChar char="o"/>
            </a:pPr>
            <a:r>
              <a:rPr lang="ar" sz="1800" dirty="0">
                <a:latin typeface="Sakkal Majalla" panose="02000000000000000000" pitchFamily="2" charset="-78"/>
                <a:cs typeface="Sakkal Majalla" panose="02000000000000000000" pitchFamily="2" charset="-78"/>
              </a:rPr>
              <a:t>على سبيل المثال، الشركات التي توفر خدمات تنظيف المكاتب </a:t>
            </a:r>
            <a:endParaRPr lang="en-GB" sz="1800" dirty="0">
              <a:effectLst/>
              <a:latin typeface="Sakkal Majalla" panose="02000000000000000000" pitchFamily="2" charset="-78"/>
              <a:cs typeface="Sakkal Majalla" panose="02000000000000000000" pitchFamily="2" charset="-78"/>
            </a:endParaRPr>
          </a:p>
          <a:p>
            <a:pPr rtl="1"/>
            <a:endParaRPr lang="en-GB" sz="1600" dirty="0">
              <a:latin typeface="Sakkal Majalla" panose="02000000000000000000" pitchFamily="2" charset="-78"/>
              <a:cs typeface="Sakkal Majalla" panose="02000000000000000000" pitchFamily="2" charset="-78"/>
            </a:endParaRPr>
          </a:p>
          <a:p>
            <a:pPr rtl="1"/>
            <a:endParaRPr lang="en-GB" sz="1600" dirty="0">
              <a:effectLst/>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800" kern="0" dirty="0">
              <a:latin typeface="Sakkal Majalla" panose="02000000000000000000" pitchFamily="2" charset="-78"/>
              <a:ea typeface="Times New Roman" panose="02020603050405020304" pitchFamily="18" charset="0"/>
              <a:cs typeface="Times New Roman" panose="02020603050405020304" pitchFamily="18" charset="0"/>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99447240-D730-2DD8-278F-D12DF4DD2D16}"/>
              </a:ext>
            </a:extLst>
          </p:cNvPr>
          <p:cNvSpPr txBox="1"/>
          <p:nvPr/>
        </p:nvSpPr>
        <p:spPr>
          <a:xfrm>
            <a:off x="452843" y="1658939"/>
            <a:ext cx="4096576" cy="400110"/>
          </a:xfrm>
          <a:prstGeom prst="rect">
            <a:avLst/>
          </a:prstGeom>
          <a:solidFill>
            <a:schemeClr val="accent6">
              <a:lumMod val="20000"/>
              <a:lumOff val="80000"/>
            </a:schemeClr>
          </a:solidFill>
        </p:spPr>
        <p:txBody>
          <a:bodyPr wrap="square" rtlCol="1">
            <a:spAutoFit/>
          </a:bodyPr>
          <a:lstStyle/>
          <a:p>
            <a:pPr marL="0" algn="ctr" rtl="1" fontAlgn="ctr">
              <a:spcBef>
                <a:spcPts val="1200"/>
              </a:spcBef>
              <a:spcAft>
                <a:spcPts val="1200"/>
              </a:spcAft>
            </a:pPr>
            <a:r>
              <a:rPr lang="ar" sz="2000" b="1" dirty="0">
                <a:solidFill>
                  <a:srgbClr val="7030A0"/>
                </a:solidFill>
                <a:latin typeface="Sakkal Majalla" panose="02000000000000000000" pitchFamily="2" charset="-78"/>
                <a:cs typeface="Sakkal Majalla" panose="02000000000000000000" pitchFamily="2" charset="-78"/>
              </a:rPr>
              <a:t>العملاء الخارجيون</a:t>
            </a:r>
          </a:p>
        </p:txBody>
      </p:sp>
      <p:sp>
        <p:nvSpPr>
          <p:cNvPr id="4" name="Footer Placeholder 2">
            <a:extLst>
              <a:ext uri="{FF2B5EF4-FFF2-40B4-BE49-F238E27FC236}">
                <a16:creationId xmlns:a16="http://schemas.microsoft.com/office/drawing/2014/main" id="{5654E881-7C18-B23F-993B-39D703D9183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641457932"/>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04BE-8DAC-3551-B55E-14B71D553FC0}"/>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93B68B0-6D8D-C9FE-17D5-C52CFD1B96AC}"/>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توقعات العملاء والحصول على رضاهم (2)</a:t>
            </a: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BB6CC801-B6A1-1337-2F1D-9BE726F7C284}"/>
              </a:ext>
            </a:extLst>
          </p:cNvPr>
          <p:cNvSpPr>
            <a:spLocks noGrp="1" noChangeArrowheads="1"/>
          </p:cNvSpPr>
          <p:nvPr>
            <p:ph sz="half" idx="2"/>
          </p:nvPr>
        </p:nvSpPr>
        <p:spPr bwMode="auto">
          <a:xfrm>
            <a:off x="3732103" y="2780928"/>
            <a:ext cx="4939951" cy="1836487"/>
          </a:xfrm>
          <a:solidFill>
            <a:schemeClr val="accent5"/>
          </a:solidFill>
        </p:spPr>
        <p:txBody>
          <a:bodyPr vert="horz" wrap="square" lIns="91440" tIns="45720" rIns="91440" bIns="45720" numCol="1" rtlCol="1" anchor="t" anchorCtr="0" compatLnSpc="1">
            <a:prstTxWarp prst="textNoShape">
              <a:avLst/>
            </a:prstTxWarp>
          </a:bodyPr>
          <a:lstStyle/>
          <a:p>
            <a:pPr rtl="1" fontAlgn="ctr"/>
            <a:r>
              <a:rPr lang="ar" sz="2000" b="1" dirty="0">
                <a:effectLst/>
                <a:ea typeface="Times New Roman" panose="02020603050405020304" pitchFamily="18" charset="0"/>
              </a:rPr>
              <a:t>العملاء العدوانيون أو </a:t>
            </a:r>
            <a:r>
              <a:rPr lang="ar" sz="2000" b="1" dirty="0">
                <a:ea typeface="Times New Roman" panose="02020603050405020304" pitchFamily="18" charset="0"/>
              </a:rPr>
              <a:t>المتطلبون </a:t>
            </a:r>
          </a:p>
          <a:p>
            <a:pPr lvl="1" rtl="1" fontAlgn="ctr"/>
            <a:r>
              <a:rPr lang="ar" sz="2000" dirty="0">
                <a:latin typeface="Sakkal Majalla" panose="02000000000000000000" pitchFamily="2" charset="-78"/>
                <a:ea typeface="Times New Roman" panose="02020603050405020304" pitchFamily="18" charset="0"/>
              </a:rPr>
              <a:t>يعتقدون أن احتياجاتهم ومطالبهم أكثر أهمية من أي شخص آخر</a:t>
            </a:r>
          </a:p>
          <a:p>
            <a:pPr rtl="1" fontAlgn="ctr"/>
            <a:r>
              <a:rPr lang="ar" sz="2000" dirty="0">
                <a:ea typeface="Times New Roman" panose="02020603050405020304" pitchFamily="18" charset="0"/>
              </a:rPr>
              <a:t>العملاء </a:t>
            </a:r>
            <a:r>
              <a:rPr lang="ar" sz="2000" b="1" dirty="0">
                <a:ea typeface="Times New Roman" panose="02020603050405020304" pitchFamily="18" charset="0"/>
              </a:rPr>
              <a:t>الهادئون</a:t>
            </a:r>
            <a:r>
              <a:rPr lang="ar" sz="2000" dirty="0">
                <a:ea typeface="Times New Roman" panose="02020603050405020304" pitchFamily="18" charset="0"/>
              </a:rPr>
              <a:t> أو</a:t>
            </a:r>
            <a:r>
              <a:rPr lang="ar" sz="2000" b="1" dirty="0">
                <a:ea typeface="Times New Roman" panose="02020603050405020304" pitchFamily="18" charset="0"/>
              </a:rPr>
              <a:t> الخجولون</a:t>
            </a:r>
          </a:p>
          <a:p>
            <a:pPr lvl="1" rtl="1" fontAlgn="ctr"/>
            <a:r>
              <a:rPr lang="ar" sz="2000" dirty="0">
                <a:latin typeface="Sakkal Majalla" panose="02000000000000000000" pitchFamily="2" charset="-78"/>
                <a:ea typeface="Times New Roman" panose="02020603050405020304" pitchFamily="18" charset="0"/>
              </a:rPr>
              <a:t>يفضلون التصفح بهدوء دون تدخل أي شخص </a:t>
            </a:r>
            <a:endParaRPr lang="en-GB" sz="2000" b="1" dirty="0"/>
          </a:p>
          <a:p>
            <a:pPr marL="0" indent="0" algn="l" rtl="1" fontAlgn="ctr">
              <a:buNone/>
            </a:pPr>
            <a:endParaRPr lang="en-GB" sz="1600" b="1" dirty="0"/>
          </a:p>
          <a:p>
            <a:pPr marL="0" indent="0" algn="l" rtl="1" fontAlgn="ctr">
              <a:buNone/>
            </a:pPr>
            <a:endParaRPr lang="en-GB" sz="1600" dirty="0"/>
          </a:p>
          <a:p>
            <a:pPr marL="457200" lvl="1" indent="0" rtl="1">
              <a:lnSpc>
                <a:spcPct val="90000"/>
              </a:lnSpc>
              <a:buNone/>
            </a:pPr>
            <a:endParaRPr lang="en-GB" sz="1600" b="0" i="0" u="none" strike="noStrike" dirty="0">
              <a:solidFill>
                <a:srgbClr val="000000"/>
              </a:solidFill>
              <a:effectLst/>
            </a:endParaRPr>
          </a:p>
          <a:p>
            <a:pPr marL="0" indent="0" rtl="1">
              <a:buNone/>
            </a:pPr>
            <a:endParaRPr lang="en-GB" altLang="en-US" dirty="0">
              <a:solidFill>
                <a:srgbClr val="FF0000"/>
              </a:solidFill>
            </a:endParaRPr>
          </a:p>
        </p:txBody>
      </p:sp>
      <p:sp>
        <p:nvSpPr>
          <p:cNvPr id="11" name="TextBox 10">
            <a:extLst>
              <a:ext uri="{FF2B5EF4-FFF2-40B4-BE49-F238E27FC236}">
                <a16:creationId xmlns:a16="http://schemas.microsoft.com/office/drawing/2014/main" id="{1F98C096-C7DF-01B8-03BC-045A9359AB1C}"/>
              </a:ext>
            </a:extLst>
          </p:cNvPr>
          <p:cNvSpPr txBox="1"/>
          <p:nvPr/>
        </p:nvSpPr>
        <p:spPr>
          <a:xfrm>
            <a:off x="3732103" y="1984491"/>
            <a:ext cx="4926986"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أنواع العملاء المختلفة</a:t>
            </a:r>
          </a:p>
        </p:txBody>
      </p:sp>
      <p:grpSp>
        <p:nvGrpSpPr>
          <p:cNvPr id="4" name="Group 3">
            <a:extLst>
              <a:ext uri="{FF2B5EF4-FFF2-40B4-BE49-F238E27FC236}">
                <a16:creationId xmlns:a16="http://schemas.microsoft.com/office/drawing/2014/main" id="{32AAFF10-6E2D-E812-876C-DB0914A4A08D}"/>
              </a:ext>
            </a:extLst>
          </p:cNvPr>
          <p:cNvGrpSpPr/>
          <p:nvPr/>
        </p:nvGrpSpPr>
        <p:grpSpPr>
          <a:xfrm>
            <a:off x="728256" y="5373216"/>
            <a:ext cx="7687489" cy="1152128"/>
            <a:chOff x="-2463" y="353532"/>
            <a:chExt cx="2567267" cy="1538882"/>
          </a:xfrm>
        </p:grpSpPr>
        <p:sp>
          <p:nvSpPr>
            <p:cNvPr id="5" name="Rectangle 4">
              <a:extLst>
                <a:ext uri="{FF2B5EF4-FFF2-40B4-BE49-F238E27FC236}">
                  <a16:creationId xmlns:a16="http://schemas.microsoft.com/office/drawing/2014/main" id="{19BF853C-4262-4966-8CC0-12745CFB3729}"/>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7" name="TextBox 6">
              <a:extLst>
                <a:ext uri="{FF2B5EF4-FFF2-40B4-BE49-F238E27FC236}">
                  <a16:creationId xmlns:a16="http://schemas.microsoft.com/office/drawing/2014/main" id="{15246117-E416-BA97-CFD8-90D7EF09B4A8}"/>
                </a:ext>
              </a:extLst>
            </p:cNvPr>
            <p:cNvSpPr txBox="1"/>
            <p:nvPr/>
          </p:nvSpPr>
          <p:spPr>
            <a:xfrm>
              <a:off x="-2463" y="353532"/>
              <a:ext cx="2564804" cy="150438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 </a:t>
              </a:r>
              <a:r>
                <a:rPr lang="ar" dirty="0">
                  <a:solidFill>
                    <a:srgbClr val="7030A0"/>
                  </a:solidFill>
                  <a:latin typeface="Sakkal Majalla" panose="02000000000000000000" pitchFamily="2" charset="-78"/>
                  <a:cs typeface="Sakkal Majalla" panose="02000000000000000000" pitchFamily="2" charset="-78"/>
                </a:rPr>
                <a:t>: </a:t>
              </a:r>
              <a:endParaRPr lang="en-US" dirty="0">
                <a:solidFill>
                  <a:srgbClr val="7030A0"/>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يعد من المهم أن تكون ودودًا ومرحبًا بجميع العملاء حتى لو كانوا وقحين تجاهك أو يتجاهلونك؟</a:t>
              </a:r>
            </a:p>
          </p:txBody>
        </p:sp>
      </p:grpSp>
      <p:pic>
        <p:nvPicPr>
          <p:cNvPr id="3" name="Picture 2" descr="Cartoon of a person pointing at another person&#10;&#10;Description automatically generated">
            <a:extLst>
              <a:ext uri="{FF2B5EF4-FFF2-40B4-BE49-F238E27FC236}">
                <a16:creationId xmlns:a16="http://schemas.microsoft.com/office/drawing/2014/main" id="{F23CC2F4-FFD3-A468-610B-9C6DDE933E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211" y="2006491"/>
            <a:ext cx="2884669" cy="2884669"/>
          </a:xfrm>
          <a:prstGeom prst="rect">
            <a:avLst/>
          </a:prstGeom>
        </p:spPr>
      </p:pic>
      <p:sp>
        <p:nvSpPr>
          <p:cNvPr id="2" name="Footer Placeholder 2">
            <a:extLst>
              <a:ext uri="{FF2B5EF4-FFF2-40B4-BE49-F238E27FC236}">
                <a16:creationId xmlns:a16="http://schemas.microsoft.com/office/drawing/2014/main" id="{409167D5-53FD-3492-B47D-EBE254FE42D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84728082"/>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6BA08-5D5C-77C3-74F8-CE13E1A26C25}"/>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D55879A-02E8-7CF4-77A8-627CBBF8A043}"/>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توقعات العملاء والحصول على رضاهم (3)</a:t>
            </a:r>
            <a:br>
              <a:rPr lang="en-GB" altLang="en-US" sz="2200" b="1" dirty="0"/>
            </a:br>
            <a:endParaRPr lang="en-GB" altLang="en-US" sz="2200" b="1" dirty="0"/>
          </a:p>
        </p:txBody>
      </p:sp>
      <p:sp>
        <p:nvSpPr>
          <p:cNvPr id="2" name="TextBox 1">
            <a:extLst>
              <a:ext uri="{FF2B5EF4-FFF2-40B4-BE49-F238E27FC236}">
                <a16:creationId xmlns:a16="http://schemas.microsoft.com/office/drawing/2014/main" id="{351F9A19-A707-E49B-0C6C-314CCEA63548}"/>
              </a:ext>
            </a:extLst>
          </p:cNvPr>
          <p:cNvSpPr txBox="1"/>
          <p:nvPr/>
        </p:nvSpPr>
        <p:spPr>
          <a:xfrm>
            <a:off x="4918857" y="1882130"/>
            <a:ext cx="3757599"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مجموعات الزائرين ذوي المتطلبات الخاصة</a:t>
            </a:r>
          </a:p>
        </p:txBody>
      </p:sp>
      <p:sp>
        <p:nvSpPr>
          <p:cNvPr id="3" name="Content Placeholder 3">
            <a:extLst>
              <a:ext uri="{FF2B5EF4-FFF2-40B4-BE49-F238E27FC236}">
                <a16:creationId xmlns:a16="http://schemas.microsoft.com/office/drawing/2014/main" id="{3DE78A60-D396-9B62-9F08-80D3F26D318C}"/>
              </a:ext>
            </a:extLst>
          </p:cNvPr>
          <p:cNvSpPr txBox="1">
            <a:spLocks noChangeArrowheads="1"/>
          </p:cNvSpPr>
          <p:nvPr/>
        </p:nvSpPr>
        <p:spPr bwMode="auto">
          <a:xfrm>
            <a:off x="4888011" y="2492896"/>
            <a:ext cx="3757599" cy="2873218"/>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None/>
            </a:pPr>
            <a:r>
              <a:rPr lang="ar" sz="2000" dirty="0">
                <a:latin typeface="Sakkal Majalla" panose="02000000000000000000" pitchFamily="2" charset="-78"/>
                <a:cs typeface="Sakkal Majalla" panose="02000000000000000000" pitchFamily="2" charset="-78"/>
              </a:rPr>
              <a:t>بعض العملاء لديهم احتياجات محددة لأن لديهم:</a:t>
            </a:r>
          </a:p>
          <a:p>
            <a:pPr rtl="1" fontAlgn="ctr"/>
            <a:r>
              <a:rPr lang="ar" sz="2000" dirty="0">
                <a:latin typeface="Sakkal Majalla" panose="02000000000000000000" pitchFamily="2" charset="-78"/>
                <a:cs typeface="Sakkal Majalla" panose="02000000000000000000" pitchFamily="2" charset="-78"/>
              </a:rPr>
              <a:t>لغة أو ثقافة مختلفة</a:t>
            </a:r>
          </a:p>
          <a:p>
            <a:pPr rtl="1" fontAlgn="ctr"/>
            <a:r>
              <a:rPr lang="ar" sz="2000" dirty="0">
                <a:latin typeface="Sakkal Majalla" panose="02000000000000000000" pitchFamily="2" charset="-78"/>
                <a:cs typeface="Sakkal Majalla" panose="02000000000000000000" pitchFamily="2" charset="-78"/>
              </a:rPr>
              <a:t>خصائص مختلفة مثل العمر والجنس والحالة الاجتماعية أو العائلية</a:t>
            </a:r>
          </a:p>
          <a:p>
            <a:pPr rtl="1" fontAlgn="ctr"/>
            <a:r>
              <a:rPr lang="ar" sz="2000" dirty="0">
                <a:latin typeface="Sakkal Majalla" panose="02000000000000000000" pitchFamily="2" charset="-78"/>
                <a:cs typeface="Sakkal Majalla" panose="02000000000000000000" pitchFamily="2" charset="-78"/>
              </a:rPr>
              <a:t>مشكلات بصرية أو سمعية أو حركية أو يعانون مرض معين</a:t>
            </a:r>
          </a:p>
          <a:p>
            <a:pPr rtl="1" fontAlgn="ctr"/>
            <a:r>
              <a:rPr lang="ar" sz="2000" dirty="0">
                <a:latin typeface="Sakkal Majalla" panose="02000000000000000000" pitchFamily="2" charset="-78"/>
                <a:cs typeface="Sakkal Majalla" panose="02000000000000000000" pitchFamily="2" charset="-78"/>
              </a:rPr>
              <a:t>مستويات </a:t>
            </a:r>
            <a:r>
              <a:rPr lang="ar" sz="2000" dirty="0">
                <a:effectLst/>
                <a:latin typeface="Sakkal Majalla" panose="02000000000000000000" pitchFamily="2" charset="-78"/>
                <a:cs typeface="Sakkal Majalla" panose="02000000000000000000" pitchFamily="2" charset="-78"/>
              </a:rPr>
              <a:t>إلمام منخفضة بالقراءة والكتابة أو الحساب.</a:t>
            </a: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5" name="Rectangle 4">
            <a:extLst>
              <a:ext uri="{FF2B5EF4-FFF2-40B4-BE49-F238E27FC236}">
                <a16:creationId xmlns:a16="http://schemas.microsoft.com/office/drawing/2014/main" id="{586BC382-CCD1-927E-573C-2E724E0BF281}"/>
              </a:ext>
            </a:extLst>
          </p:cNvPr>
          <p:cNvSpPr/>
          <p:nvPr/>
        </p:nvSpPr>
        <p:spPr>
          <a:xfrm>
            <a:off x="186629" y="1642443"/>
            <a:ext cx="3757219" cy="1930573"/>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7" name="TextBox 6">
            <a:extLst>
              <a:ext uri="{FF2B5EF4-FFF2-40B4-BE49-F238E27FC236}">
                <a16:creationId xmlns:a16="http://schemas.microsoft.com/office/drawing/2014/main" id="{44E18ECD-B239-E3C2-35F0-239D251FD03C}"/>
              </a:ext>
            </a:extLst>
          </p:cNvPr>
          <p:cNvSpPr txBox="1"/>
          <p:nvPr/>
        </p:nvSpPr>
        <p:spPr>
          <a:xfrm>
            <a:off x="107505" y="1328163"/>
            <a:ext cx="3757219" cy="253288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 </a:t>
            </a:r>
            <a:r>
              <a:rPr lang="ar" dirty="0">
                <a:solidFill>
                  <a:srgbClr val="7030A0"/>
                </a:solidFill>
                <a:latin typeface="Sakkal Majalla" panose="02000000000000000000" pitchFamily="2" charset="-78"/>
                <a:cs typeface="Sakkal Majalla" panose="02000000000000000000" pitchFamily="2" charset="-78"/>
              </a:rPr>
              <a:t>: </a:t>
            </a:r>
            <a:endParaRPr lang="en-US" dirty="0">
              <a:solidFill>
                <a:srgbClr val="7030A0"/>
              </a:solidFill>
              <a:latin typeface="Sakkal Majalla" panose="02000000000000000000" pitchFamily="2" charset="-78"/>
              <a:cs typeface="Sakkal Majalla" panose="02000000000000000000" pitchFamily="2" charset="-78"/>
            </a:endParaRPr>
          </a:p>
          <a:p>
            <a:pPr rtl="1"/>
            <a:r>
              <a:rPr lang="ar" dirty="0">
                <a:solidFill>
                  <a:srgbClr val="7030A0"/>
                </a:solidFill>
                <a:latin typeface="Sakkal Majalla" panose="02000000000000000000" pitchFamily="2" charset="-78"/>
                <a:cs typeface="Sakkal Majalla" panose="02000000000000000000" pitchFamily="2" charset="-78"/>
              </a:rPr>
              <a:t>كيف يمكنك مساعدة عميل لديه:</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صعوبة في الوقوف؟</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مشكلات في التحدث بلغتك؟</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مشكلات في حساب الأموال للدفع؟</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الأطفال الصغار الذين بحاجة إلى الاهتمام؟</a:t>
            </a:r>
          </a:p>
        </p:txBody>
      </p:sp>
      <p:pic>
        <p:nvPicPr>
          <p:cNvPr id="8" name="Picture 7" descr="A group of people carrying shopping bags&#10;&#10;Description automatically generated">
            <a:extLst>
              <a:ext uri="{FF2B5EF4-FFF2-40B4-BE49-F238E27FC236}">
                <a16:creationId xmlns:a16="http://schemas.microsoft.com/office/drawing/2014/main" id="{1405D418-9666-29AD-0235-13486DEE64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2240" y="4365104"/>
            <a:ext cx="2763656" cy="2151664"/>
          </a:xfrm>
          <a:prstGeom prst="rect">
            <a:avLst/>
          </a:prstGeom>
        </p:spPr>
      </p:pic>
      <p:sp>
        <p:nvSpPr>
          <p:cNvPr id="4" name="Footer Placeholder 2">
            <a:extLst>
              <a:ext uri="{FF2B5EF4-FFF2-40B4-BE49-F238E27FC236}">
                <a16:creationId xmlns:a16="http://schemas.microsoft.com/office/drawing/2014/main" id="{370EA306-3505-77D4-D0E5-97A25C92256F}"/>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50911722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DD666-8DB2-E5B5-1202-DBA02EE9B3BC}"/>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7852D8B-1754-8F5D-049A-0DD5F70BDC6D}"/>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توقعات العملاء والحصول على رضاهم (4)</a:t>
            </a:r>
            <a:br>
              <a:rPr lang="en-GB" altLang="en-US" sz="2200" b="1" dirty="0"/>
            </a:br>
            <a:endParaRPr lang="en-GB" altLang="en-US" sz="2200" b="1" dirty="0"/>
          </a:p>
        </p:txBody>
      </p:sp>
      <p:sp>
        <p:nvSpPr>
          <p:cNvPr id="11" name="TextBox 10">
            <a:extLst>
              <a:ext uri="{FF2B5EF4-FFF2-40B4-BE49-F238E27FC236}">
                <a16:creationId xmlns:a16="http://schemas.microsoft.com/office/drawing/2014/main" id="{80613890-FBC9-9962-0C89-35D419C361EE}"/>
              </a:ext>
            </a:extLst>
          </p:cNvPr>
          <p:cNvSpPr txBox="1"/>
          <p:nvPr/>
        </p:nvSpPr>
        <p:spPr>
          <a:xfrm>
            <a:off x="323528" y="1628800"/>
            <a:ext cx="8354664"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رضا العملاء:</a:t>
            </a:r>
          </a:p>
        </p:txBody>
      </p:sp>
      <p:sp>
        <p:nvSpPr>
          <p:cNvPr id="7" name="TextBox 6">
            <a:extLst>
              <a:ext uri="{FF2B5EF4-FFF2-40B4-BE49-F238E27FC236}">
                <a16:creationId xmlns:a16="http://schemas.microsoft.com/office/drawing/2014/main" id="{D741E47D-AD94-2A1C-E528-254CECF307BE}"/>
              </a:ext>
            </a:extLst>
          </p:cNvPr>
          <p:cNvSpPr txBox="1"/>
          <p:nvPr/>
        </p:nvSpPr>
        <p:spPr>
          <a:xfrm>
            <a:off x="292338" y="2701681"/>
            <a:ext cx="8352092"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ماذا يتوقع العملاء؟</a:t>
            </a:r>
          </a:p>
        </p:txBody>
      </p:sp>
      <p:sp>
        <p:nvSpPr>
          <p:cNvPr id="8" name="Content Placeholder 3">
            <a:extLst>
              <a:ext uri="{FF2B5EF4-FFF2-40B4-BE49-F238E27FC236}">
                <a16:creationId xmlns:a16="http://schemas.microsoft.com/office/drawing/2014/main" id="{19E66F35-0D28-3860-FE6A-ABA1F73E2661}"/>
              </a:ext>
            </a:extLst>
          </p:cNvPr>
          <p:cNvSpPr txBox="1">
            <a:spLocks noChangeArrowheads="1"/>
          </p:cNvSpPr>
          <p:nvPr/>
        </p:nvSpPr>
        <p:spPr bwMode="auto">
          <a:xfrm>
            <a:off x="323530" y="3195958"/>
            <a:ext cx="8320901" cy="2466654"/>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000" dirty="0">
                <a:effectLst/>
                <a:latin typeface="Sakkal Majalla" panose="02000000000000000000" pitchFamily="2" charset="-78"/>
                <a:cs typeface="Sakkal Majalla" panose="02000000000000000000" pitchFamily="2" charset="-78"/>
              </a:rPr>
              <a:t>يتوقع العملاء خدمة جيدة وموثوقة ومعلومات صحيحة وعرض خيارات مختلفة</a:t>
            </a:r>
          </a:p>
          <a:p>
            <a:pPr rtl="1"/>
            <a:r>
              <a:rPr lang="ar" sz="2000" dirty="0">
                <a:latin typeface="Sakkal Majalla" panose="02000000000000000000" pitchFamily="2" charset="-78"/>
                <a:cs typeface="Sakkal Majalla" panose="02000000000000000000" pitchFamily="2" charset="-78"/>
              </a:rPr>
              <a:t>يتوقع العملاء من الشركات</a:t>
            </a:r>
            <a:r>
              <a:rPr lang="ar" sz="2000" dirty="0">
                <a:effectLst/>
                <a:latin typeface="Sakkal Majalla" panose="02000000000000000000" pitchFamily="2" charset="-78"/>
                <a:cs typeface="Sakkal Majalla" panose="02000000000000000000" pitchFamily="2" charset="-78"/>
              </a:rPr>
              <a:t> تلبية احتياجاتهم وتقديم أكثر مما يتوقعون</a:t>
            </a:r>
            <a:r>
              <a:rPr lang="ar" sz="2000" dirty="0">
                <a:latin typeface="Sakkal Majalla" panose="02000000000000000000" pitchFamily="2" charset="-78"/>
                <a:cs typeface="Sakkal Majalla" panose="02000000000000000000" pitchFamily="2" charset="-78"/>
              </a:rPr>
              <a:t>، من خلال:</a:t>
            </a:r>
          </a:p>
          <a:p>
            <a:pPr lvl="1" rtl="1">
              <a:buFont typeface="Courier New" panose="02070309020205020404" pitchFamily="49" charset="0"/>
              <a:buChar char="o"/>
            </a:pPr>
            <a:r>
              <a:rPr lang="ar" sz="1800" dirty="0">
                <a:effectLst/>
                <a:latin typeface="Sakkal Majalla" panose="02000000000000000000" pitchFamily="2" charset="-78"/>
                <a:cs typeface="Sakkal Majalla" panose="02000000000000000000" pitchFamily="2" charset="-78"/>
              </a:rPr>
              <a:t>تقديم مساعدة إضافية وتوفير الدعم</a:t>
            </a:r>
          </a:p>
          <a:p>
            <a:pPr lvl="1" rtl="1">
              <a:buFont typeface="Courier New" panose="02070309020205020404" pitchFamily="49" charset="0"/>
              <a:buChar char="o"/>
            </a:pPr>
            <a:r>
              <a:rPr lang="ar" sz="1800" dirty="0">
                <a:effectLst/>
                <a:latin typeface="Sakkal Majalla" panose="02000000000000000000" pitchFamily="2" charset="-78"/>
                <a:cs typeface="Sakkal Majalla" panose="02000000000000000000" pitchFamily="2" charset="-78"/>
              </a:rPr>
              <a:t>سرعة التعامل مع المشكلات</a:t>
            </a:r>
          </a:p>
          <a:p>
            <a:pPr lvl="1" rtl="1">
              <a:buFont typeface="Courier New" panose="02070309020205020404" pitchFamily="49" charset="0"/>
              <a:buChar char="o"/>
            </a:pPr>
            <a:r>
              <a:rPr lang="ar" sz="1800" dirty="0">
                <a:effectLst/>
                <a:latin typeface="Sakkal Majalla" panose="02000000000000000000" pitchFamily="2" charset="-78"/>
                <a:cs typeface="Sakkal Majalla" panose="02000000000000000000" pitchFamily="2" charset="-78"/>
              </a:rPr>
              <a:t>تقديم خصومات</a:t>
            </a:r>
          </a:p>
          <a:p>
            <a:pPr lvl="1" rtl="1">
              <a:buFont typeface="Courier New" panose="02070309020205020404" pitchFamily="49" charset="0"/>
              <a:buChar char="o"/>
            </a:pPr>
            <a:r>
              <a:rPr lang="ar" sz="1800" dirty="0">
                <a:effectLst/>
                <a:latin typeface="Sakkal Majalla" panose="02000000000000000000" pitchFamily="2" charset="-78"/>
                <a:cs typeface="Sakkal Majalla" panose="02000000000000000000" pitchFamily="2" charset="-78"/>
              </a:rPr>
              <a:t>تقديم منتجات أو خدمات إضافية</a:t>
            </a:r>
          </a:p>
          <a:p>
            <a:pPr lvl="1" rtl="1">
              <a:buFont typeface="Courier New" panose="02070309020205020404" pitchFamily="49" charset="0"/>
              <a:buChar char="o"/>
            </a:pPr>
            <a:r>
              <a:rPr lang="ar" sz="1800" dirty="0">
                <a:effectLst/>
                <a:latin typeface="Sakkal Majalla" panose="02000000000000000000" pitchFamily="2" charset="-78"/>
                <a:cs typeface="Sakkal Majalla" panose="02000000000000000000" pitchFamily="2" charset="-78"/>
              </a:rPr>
              <a:t> تقديم مساعدة وتوفير دعم استثنائي للعملاء ذوي المتطلبات الخاصة</a:t>
            </a:r>
            <a:endParaRPr lang="en-GB" sz="18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10" name="Content Placeholder 3">
            <a:extLst>
              <a:ext uri="{FF2B5EF4-FFF2-40B4-BE49-F238E27FC236}">
                <a16:creationId xmlns:a16="http://schemas.microsoft.com/office/drawing/2014/main" id="{B1EDC126-6EE1-69E6-1CFE-60C6CB0AEF29}"/>
              </a:ext>
            </a:extLst>
          </p:cNvPr>
          <p:cNvSpPr>
            <a:spLocks noGrp="1" noChangeArrowheads="1"/>
          </p:cNvSpPr>
          <p:nvPr>
            <p:ph sz="half" idx="2"/>
          </p:nvPr>
        </p:nvSpPr>
        <p:spPr bwMode="auto">
          <a:xfrm>
            <a:off x="323531" y="2135228"/>
            <a:ext cx="8320900" cy="429676"/>
          </a:xfrm>
          <a:solidFill>
            <a:schemeClr val="accent5"/>
          </a:solidFill>
        </p:spPr>
        <p:txBody>
          <a:bodyPr vert="horz" wrap="square" lIns="91440" tIns="45720" rIns="91440" bIns="45720" numCol="1" rtlCol="1" anchor="t" anchorCtr="0" compatLnSpc="1">
            <a:prstTxWarp prst="textNoShape">
              <a:avLst/>
            </a:prstTxWarp>
          </a:bodyPr>
          <a:lstStyle/>
          <a:p>
            <a:pPr marL="0" indent="0" rtl="1" fontAlgn="ctr">
              <a:spcBef>
                <a:spcPts val="24"/>
              </a:spcBef>
              <a:buFont typeface="Wingdings" panose="05000000000000000000" pitchFamily="2" charset="2"/>
              <a:buNone/>
            </a:pPr>
            <a:r>
              <a:rPr lang="ar" sz="2200" kern="0" dirty="0"/>
              <a:t>تعمل الشركات على الموازنة بين رضا العملاء وأهدافها وغاياتها.</a:t>
            </a:r>
            <a:endParaRPr lang="en-GB" sz="2200" dirty="0"/>
          </a:p>
          <a:p>
            <a:pPr marL="457200" lvl="1" indent="0" rtl="1">
              <a:lnSpc>
                <a:spcPct val="90000"/>
              </a:lnSpc>
              <a:buNone/>
            </a:pPr>
            <a:endParaRPr lang="en-GB" sz="2000" b="0" i="0" u="none" strike="noStrike" dirty="0">
              <a:solidFill>
                <a:srgbClr val="000000"/>
              </a:solidFill>
              <a:effectLst/>
            </a:endParaRPr>
          </a:p>
          <a:p>
            <a:pPr marL="0" indent="0" rtl="1">
              <a:buNone/>
            </a:pPr>
            <a:endParaRPr lang="en-GB" altLang="en-US" sz="2000" dirty="0">
              <a:solidFill>
                <a:srgbClr val="FF0000"/>
              </a:solidFill>
            </a:endParaRPr>
          </a:p>
        </p:txBody>
      </p:sp>
      <p:sp>
        <p:nvSpPr>
          <p:cNvPr id="2" name="Footer Placeholder 2">
            <a:extLst>
              <a:ext uri="{FF2B5EF4-FFF2-40B4-BE49-F238E27FC236}">
                <a16:creationId xmlns:a16="http://schemas.microsoft.com/office/drawing/2014/main" id="{326E7845-8325-8828-0E0A-E77A4671A2F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35044647"/>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5AB36-A00A-B728-F377-909AF3C5FD1F}"/>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902EA27A-3032-723C-6712-66960806B53E}"/>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توقعات العملاء والحصول على رضاهم (5)</a:t>
            </a:r>
            <a:br>
              <a:rPr lang="en-GB" altLang="en-US" sz="2200" b="1" dirty="0"/>
            </a:br>
            <a:endParaRPr lang="en-GB" altLang="en-US" sz="2200" b="1" dirty="0"/>
          </a:p>
        </p:txBody>
      </p:sp>
      <p:sp>
        <p:nvSpPr>
          <p:cNvPr id="7" name="TextBox 6">
            <a:extLst>
              <a:ext uri="{FF2B5EF4-FFF2-40B4-BE49-F238E27FC236}">
                <a16:creationId xmlns:a16="http://schemas.microsoft.com/office/drawing/2014/main" id="{BA0D656B-F9F6-C9E4-E5F5-9DE5B9D9B4E0}"/>
              </a:ext>
            </a:extLst>
          </p:cNvPr>
          <p:cNvSpPr txBox="1"/>
          <p:nvPr/>
        </p:nvSpPr>
        <p:spPr>
          <a:xfrm>
            <a:off x="323530" y="1772816"/>
            <a:ext cx="8352092"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كيف يمكن أن يؤثر رضا العملاء في نجاح الشركة؟</a:t>
            </a:r>
          </a:p>
        </p:txBody>
      </p:sp>
      <p:sp>
        <p:nvSpPr>
          <p:cNvPr id="8" name="Content Placeholder 3">
            <a:extLst>
              <a:ext uri="{FF2B5EF4-FFF2-40B4-BE49-F238E27FC236}">
                <a16:creationId xmlns:a16="http://schemas.microsoft.com/office/drawing/2014/main" id="{D8805291-5024-A54C-1198-2FC55168EA46}"/>
              </a:ext>
            </a:extLst>
          </p:cNvPr>
          <p:cNvSpPr txBox="1">
            <a:spLocks noChangeArrowheads="1"/>
          </p:cNvSpPr>
          <p:nvPr/>
        </p:nvSpPr>
        <p:spPr bwMode="auto">
          <a:xfrm>
            <a:off x="323530" y="2348880"/>
            <a:ext cx="8320901" cy="3242101"/>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endParaRPr lang="en-GB" sz="1800" dirty="0">
              <a:latin typeface="Sakkal Majalla" panose="02000000000000000000" pitchFamily="2" charset="-78"/>
              <a:cs typeface="Sakkal Majalla" panose="02000000000000000000" pitchFamily="2" charset="-78"/>
            </a:endParaRPr>
          </a:p>
          <a:p>
            <a:pPr marL="0" indent="0" rtl="1">
              <a:buNone/>
            </a:pPr>
            <a:r>
              <a:rPr lang="ar" sz="2000" dirty="0">
                <a:latin typeface="Sakkal Majalla" panose="02000000000000000000" pitchFamily="2" charset="-78"/>
                <a:cs typeface="Sakkal Majalla" panose="02000000000000000000" pitchFamily="2" charset="-78"/>
              </a:rPr>
              <a:t>يترتب على تقديم خدمة عملاء ممتازة عودة العملاء الراضين إلى التعامل مع الشركة وتقديم إعلانات إيجابية وتوصيات شفوية للآخرين.</a:t>
            </a:r>
            <a:endParaRPr lang="en-GB" sz="2000" kern="0" dirty="0">
              <a:latin typeface="Sakkal Majalla" panose="02000000000000000000" pitchFamily="2" charset="-78"/>
              <a:cs typeface="Sakkal Majalla" panose="02000000000000000000" pitchFamily="2" charset="-78"/>
            </a:endParaRPr>
          </a:p>
          <a:p>
            <a:pPr rtl="1"/>
            <a:endParaRPr lang="en-GB" sz="2000" kern="0" dirty="0">
              <a:latin typeface="Sakkal Majalla" panose="02000000000000000000" pitchFamily="2" charset="-78"/>
              <a:cs typeface="Sakkal Majalla" panose="02000000000000000000" pitchFamily="2" charset="-78"/>
            </a:endParaRPr>
          </a:p>
          <a:p>
            <a:pPr marL="0" indent="0" rtl="1">
              <a:buNone/>
            </a:pPr>
            <a:r>
              <a:rPr lang="ar" sz="2000" kern="0" dirty="0">
                <a:latin typeface="Sakkal Majalla" panose="02000000000000000000" pitchFamily="2" charset="-78"/>
                <a:cs typeface="Sakkal Majalla" panose="02000000000000000000" pitchFamily="2" charset="-78"/>
              </a:rPr>
              <a:t>يمكن أن يؤدي ذلك إلى</a:t>
            </a:r>
            <a:r>
              <a:rPr lang="ar" sz="2000" dirty="0">
                <a:latin typeface="Sakkal Majalla" panose="02000000000000000000" pitchFamily="2" charset="-78"/>
                <a:cs typeface="Sakkal Majalla" panose="02000000000000000000" pitchFamily="2" charset="-78"/>
              </a:rPr>
              <a:t> استدامة الشركة/ تقليل مخاطر فشل الشركة بسبب:</a:t>
            </a:r>
          </a:p>
          <a:p>
            <a:pPr lvl="1" rtl="1"/>
            <a:r>
              <a:rPr lang="ar" sz="2000" dirty="0">
                <a:latin typeface="Sakkal Majalla" panose="02000000000000000000" pitchFamily="2" charset="-78"/>
                <a:cs typeface="Sakkal Majalla" panose="02000000000000000000" pitchFamily="2" charset="-78"/>
              </a:rPr>
              <a:t>زيادة الأرباح</a:t>
            </a:r>
          </a:p>
          <a:p>
            <a:pPr lvl="1" rtl="1"/>
            <a:r>
              <a:rPr lang="ar" sz="2000" dirty="0">
                <a:latin typeface="Sakkal Majalla" panose="02000000000000000000" pitchFamily="2" charset="-78"/>
                <a:cs typeface="Sakkal Majalla" panose="02000000000000000000" pitchFamily="2" charset="-78"/>
              </a:rPr>
              <a:t>انخفاض المبيعات</a:t>
            </a:r>
          </a:p>
          <a:p>
            <a:pPr lvl="1" rtl="1"/>
            <a:r>
              <a:rPr lang="ar" sz="2000" dirty="0">
                <a:latin typeface="Sakkal Majalla" panose="02000000000000000000" pitchFamily="2" charset="-78"/>
                <a:cs typeface="Sakkal Majalla" panose="02000000000000000000" pitchFamily="2" charset="-78"/>
              </a:rPr>
              <a:t>نمو الشركة</a:t>
            </a:r>
          </a:p>
          <a:p>
            <a:pPr marL="0" indent="0" rtl="1">
              <a:buNone/>
            </a:pPr>
            <a:endParaRPr lang="en-GB" sz="160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850EDCDF-7EAE-A1A7-482A-7AD3EA04D35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4001976503"/>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2E9AA-E4FD-EE8B-1202-25184CFE4BEC}"/>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F0E53F6-E1DD-EACF-E827-01422D87D1CA}"/>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أ2 توقعات العملاء والحصول على رضاهم (6)</a:t>
            </a:r>
            <a:br>
              <a:rPr lang="en-GB" altLang="en-US" sz="2200" b="1" dirty="0"/>
            </a:br>
            <a:endParaRPr lang="en-GB" altLang="en-US" sz="2200" b="1" dirty="0"/>
          </a:p>
        </p:txBody>
      </p:sp>
      <p:sp>
        <p:nvSpPr>
          <p:cNvPr id="11" name="TextBox 10">
            <a:extLst>
              <a:ext uri="{FF2B5EF4-FFF2-40B4-BE49-F238E27FC236}">
                <a16:creationId xmlns:a16="http://schemas.microsoft.com/office/drawing/2014/main" id="{6D43A947-5CD8-A925-54C1-6DA47A7F127E}"/>
              </a:ext>
            </a:extLst>
          </p:cNvPr>
          <p:cNvSpPr txBox="1"/>
          <p:nvPr/>
        </p:nvSpPr>
        <p:spPr>
          <a:xfrm>
            <a:off x="3751206" y="1628800"/>
            <a:ext cx="4926986" cy="400110"/>
          </a:xfrm>
          <a:prstGeom prst="rect">
            <a:avLst/>
          </a:prstGeom>
          <a:solidFill>
            <a:schemeClr val="accent6">
              <a:lumMod val="20000"/>
              <a:lumOff val="80000"/>
            </a:schemeClr>
          </a:solidFill>
        </p:spPr>
        <p:txBody>
          <a:bodyPr wrap="square" rtlCol="1">
            <a:spAutoFit/>
          </a:bodyPr>
          <a:lstStyle/>
          <a:p>
            <a:pPr marL="0" indent="0" algn="ctr" rtl="1" fontAlgn="ctr">
              <a:buNone/>
            </a:pPr>
            <a:r>
              <a:rPr lang="ar" sz="2000" b="1" dirty="0">
                <a:latin typeface="Sakkal Majalla" panose="02000000000000000000" pitchFamily="2" charset="-78"/>
                <a:cs typeface="Sakkal Majalla" panose="02000000000000000000" pitchFamily="2" charset="-78"/>
              </a:rPr>
              <a:t>شكاوى العملاء</a:t>
            </a:r>
          </a:p>
        </p:txBody>
      </p:sp>
      <p:grpSp>
        <p:nvGrpSpPr>
          <p:cNvPr id="12" name="Group 11">
            <a:extLst>
              <a:ext uri="{FF2B5EF4-FFF2-40B4-BE49-F238E27FC236}">
                <a16:creationId xmlns:a16="http://schemas.microsoft.com/office/drawing/2014/main" id="{C0B99E36-A101-08E9-DF19-F14C26139F56}"/>
              </a:ext>
            </a:extLst>
          </p:cNvPr>
          <p:cNvGrpSpPr/>
          <p:nvPr/>
        </p:nvGrpSpPr>
        <p:grpSpPr>
          <a:xfrm>
            <a:off x="3753776" y="3269873"/>
            <a:ext cx="4924416" cy="3255471"/>
            <a:chOff x="-2463" y="353532"/>
            <a:chExt cx="2567267" cy="1538882"/>
          </a:xfrm>
        </p:grpSpPr>
        <p:sp>
          <p:nvSpPr>
            <p:cNvPr id="13" name="Rectangle 12">
              <a:extLst>
                <a:ext uri="{FF2B5EF4-FFF2-40B4-BE49-F238E27FC236}">
                  <a16:creationId xmlns:a16="http://schemas.microsoft.com/office/drawing/2014/main" id="{C5337645-E734-47FA-484C-0FE7FA603551}"/>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14" name="TextBox 13">
              <a:extLst>
                <a:ext uri="{FF2B5EF4-FFF2-40B4-BE49-F238E27FC236}">
                  <a16:creationId xmlns:a16="http://schemas.microsoft.com/office/drawing/2014/main" id="{8E0C8CB0-3F1A-648B-18FD-9F4AB3A89772}"/>
                </a:ext>
              </a:extLst>
            </p:cNvPr>
            <p:cNvSpPr txBox="1"/>
            <p:nvPr/>
          </p:nvSpPr>
          <p:spPr>
            <a:xfrm>
              <a:off x="-2463" y="353532"/>
              <a:ext cx="2564804" cy="150438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ناقش كيف يمكن للشركات أن تتحسن</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أوقات انتظار طويلة عند شباك الدفع</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عدم قدرة العملاء على الاتصال بفريق دعم العملاء</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عدم الدراية التامة لموظفي المبيعات بالمنتج</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ساعات تداول غير مريحة</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أنظمة آلية تجعل من الصعب التحدث إلى إنسان</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فريق عمل غير ودود</a:t>
              </a:r>
            </a:p>
          </p:txBody>
        </p:sp>
      </p:grpSp>
      <p:grpSp>
        <p:nvGrpSpPr>
          <p:cNvPr id="2" name="Group 1">
            <a:extLst>
              <a:ext uri="{FF2B5EF4-FFF2-40B4-BE49-F238E27FC236}">
                <a16:creationId xmlns:a16="http://schemas.microsoft.com/office/drawing/2014/main" id="{95FB389D-7966-AAAC-B5A8-D63729D16271}"/>
              </a:ext>
            </a:extLst>
          </p:cNvPr>
          <p:cNvGrpSpPr/>
          <p:nvPr/>
        </p:nvGrpSpPr>
        <p:grpSpPr>
          <a:xfrm>
            <a:off x="188282" y="4509120"/>
            <a:ext cx="3303598" cy="2016224"/>
            <a:chOff x="-2463" y="353532"/>
            <a:chExt cx="2567267" cy="1538882"/>
          </a:xfrm>
        </p:grpSpPr>
        <p:sp>
          <p:nvSpPr>
            <p:cNvPr id="3" name="Rectangle 2">
              <a:extLst>
                <a:ext uri="{FF2B5EF4-FFF2-40B4-BE49-F238E27FC236}">
                  <a16:creationId xmlns:a16="http://schemas.microsoft.com/office/drawing/2014/main" id="{F62AA79B-58DC-BEB1-8827-5C8E538FBDAD}"/>
                </a:ext>
              </a:extLst>
            </p:cNvPr>
            <p:cNvSpPr/>
            <p:nvPr/>
          </p:nvSpPr>
          <p:spPr>
            <a:xfrm>
              <a:off x="0" y="353532"/>
              <a:ext cx="2564804" cy="1538882"/>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dirty="0">
                <a:latin typeface="Sakkal Majalla" panose="02000000000000000000" pitchFamily="2" charset="-78"/>
              </a:endParaRPr>
            </a:p>
          </p:txBody>
        </p:sp>
        <p:sp>
          <p:nvSpPr>
            <p:cNvPr id="4" name="TextBox 3">
              <a:extLst>
                <a:ext uri="{FF2B5EF4-FFF2-40B4-BE49-F238E27FC236}">
                  <a16:creationId xmlns:a16="http://schemas.microsoft.com/office/drawing/2014/main" id="{24C1E4E9-2E58-34E0-FB63-2486B413EFFB}"/>
                </a:ext>
              </a:extLst>
            </p:cNvPr>
            <p:cNvSpPr txBox="1"/>
            <p:nvPr/>
          </p:nvSpPr>
          <p:spPr>
            <a:xfrm>
              <a:off x="-2463" y="353532"/>
              <a:ext cx="2564804" cy="1504384"/>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sz="2000" b="1" dirty="0">
                  <a:solidFill>
                    <a:srgbClr val="7030A0"/>
                  </a:solidFill>
                  <a:latin typeface="Sakkal Majalla" panose="02000000000000000000" pitchFamily="2" charset="-78"/>
                  <a:cs typeface="Sakkal Majalla" panose="02000000000000000000" pitchFamily="2" charset="-78"/>
                </a:rPr>
                <a:t>مناقشة</a:t>
              </a:r>
              <a:r>
                <a:rPr lang="ar" sz="2000"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sz="2000" dirty="0">
                  <a:solidFill>
                    <a:srgbClr val="7030A0"/>
                  </a:solidFill>
                  <a:latin typeface="Sakkal Majalla" panose="02000000000000000000" pitchFamily="2" charset="-78"/>
                  <a:cs typeface="Sakkal Majalla" panose="02000000000000000000" pitchFamily="2" charset="-78"/>
                </a:rPr>
                <a:t>فهم المخاطر التي تتعرض لها الشركة نتيجة عدم التعامل مع الشكاوى. فكر مليًا في المخاطر المتعلقة بالسمعة والمخاطر المالية والقانونية.</a:t>
              </a:r>
            </a:p>
          </p:txBody>
        </p:sp>
      </p:grpSp>
      <p:sp>
        <p:nvSpPr>
          <p:cNvPr id="6" name="Content Placeholder 3">
            <a:extLst>
              <a:ext uri="{FF2B5EF4-FFF2-40B4-BE49-F238E27FC236}">
                <a16:creationId xmlns:a16="http://schemas.microsoft.com/office/drawing/2014/main" id="{C7022D97-61FE-55E2-A902-FDA3F0CB3D79}"/>
              </a:ext>
            </a:extLst>
          </p:cNvPr>
          <p:cNvSpPr txBox="1">
            <a:spLocks noChangeArrowheads="1"/>
          </p:cNvSpPr>
          <p:nvPr/>
        </p:nvSpPr>
        <p:spPr bwMode="auto">
          <a:xfrm>
            <a:off x="3751206" y="2126484"/>
            <a:ext cx="4924415" cy="1070409"/>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fontAlgn="ctr">
              <a:buFont typeface="Wingdings" panose="05000000000000000000" pitchFamily="2" charset="2"/>
              <a:buNone/>
            </a:pPr>
            <a:r>
              <a:rPr lang="ar" sz="2000" kern="0" dirty="0">
                <a:solidFill>
                  <a:srgbClr val="202124"/>
                </a:solidFill>
                <a:latin typeface="Sakkal Majalla" panose="02000000000000000000" pitchFamily="2" charset="-78"/>
                <a:cs typeface="Sakkal Majalla" panose="02000000000000000000" pitchFamily="2" charset="-78"/>
              </a:rPr>
              <a:t>شكاوى العملاء عبارة عن تعليقات</a:t>
            </a:r>
            <a:r>
              <a:rPr lang="ar" sz="2000" kern="0" dirty="0">
                <a:solidFill>
                  <a:srgbClr val="040C28"/>
                </a:solidFill>
                <a:latin typeface="Sakkal Majalla" panose="02000000000000000000" pitchFamily="2" charset="-78"/>
                <a:cs typeface="Sakkal Majalla" panose="02000000000000000000" pitchFamily="2" charset="-78"/>
              </a:rPr>
              <a:t> سلبية </a:t>
            </a:r>
            <a:r>
              <a:rPr lang="ar" sz="2000" kern="0" dirty="0">
                <a:latin typeface="Sakkal Majalla" panose="02000000000000000000" pitchFamily="2" charset="-78"/>
                <a:cs typeface="Sakkal Majalla" panose="02000000000000000000" pitchFamily="2" charset="-78"/>
              </a:rPr>
              <a:t> حول شركتك من العملاء الذين يشعرون أن شركتك لم ترتقي إلى توقعاتهم. </a:t>
            </a:r>
            <a:endParaRPr lang="en-GB" sz="2000" b="1" kern="0" dirty="0">
              <a:latin typeface="Sakkal Majalla" panose="02000000000000000000" pitchFamily="2" charset="-78"/>
              <a:cs typeface="Sakkal Majalla" panose="02000000000000000000" pitchFamily="2" charset="-78"/>
            </a:endParaRPr>
          </a:p>
          <a:p>
            <a:pPr marL="0" indent="0" rtl="1" fontAlgn="ctr">
              <a:buFont typeface="Wingdings" panose="05000000000000000000" pitchFamily="2" charset="2"/>
              <a:buNone/>
            </a:pPr>
            <a:endParaRPr lang="en-GB" sz="1600" kern="0" dirty="0">
              <a:latin typeface="Sakkal Majalla" panose="02000000000000000000" pitchFamily="2" charset="-78"/>
              <a:cs typeface="Sakkal Majalla" panose="02000000000000000000" pitchFamily="2" charset="-78"/>
            </a:endParaRPr>
          </a:p>
          <a:p>
            <a:pPr marL="457200" lvl="1" indent="0" rtl="1">
              <a:lnSpc>
                <a:spcPct val="90000"/>
              </a:lnSpc>
              <a:buFont typeface="Wingdings" panose="05000000000000000000" pitchFamily="2" charset="2"/>
              <a:buNone/>
            </a:pPr>
            <a:endParaRPr lang="en-GB" sz="1600" kern="0" dirty="0">
              <a:solidFill>
                <a:srgbClr val="000000"/>
              </a:solidFill>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endParaRPr lang="en-GB" altLang="en-US" kern="0" dirty="0">
              <a:solidFill>
                <a:srgbClr val="FF0000"/>
              </a:solidFill>
              <a:latin typeface="Sakkal Majalla" panose="02000000000000000000" pitchFamily="2" charset="-78"/>
              <a:cs typeface="Sakkal Majalla" panose="02000000000000000000" pitchFamily="2" charset="-78"/>
            </a:endParaRPr>
          </a:p>
        </p:txBody>
      </p:sp>
      <p:pic>
        <p:nvPicPr>
          <p:cNvPr id="8" name="Picture 7" descr="A cartoon of a child holding a phone&#10;&#10;Description automatically generated">
            <a:extLst>
              <a:ext uri="{FF2B5EF4-FFF2-40B4-BE49-F238E27FC236}">
                <a16:creationId xmlns:a16="http://schemas.microsoft.com/office/drawing/2014/main" id="{3A9D48E0-5DC5-0A1E-9321-EEEC4EE1ED2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40991" y="1772816"/>
            <a:ext cx="2274825" cy="2520962"/>
          </a:xfrm>
          <a:prstGeom prst="rect">
            <a:avLst/>
          </a:prstGeom>
        </p:spPr>
      </p:pic>
      <p:sp>
        <p:nvSpPr>
          <p:cNvPr id="5" name="Footer Placeholder 2">
            <a:extLst>
              <a:ext uri="{FF2B5EF4-FFF2-40B4-BE49-F238E27FC236}">
                <a16:creationId xmlns:a16="http://schemas.microsoft.com/office/drawing/2014/main" id="{672CA110-6E2C-0FCB-8631-E9944772BDE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304463549"/>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1103B-88BC-95D0-E3E6-3720C7C3CFA6}"/>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4C60347D-F89F-40D6-077A-A9560364CDA2}"/>
              </a:ext>
            </a:extLst>
          </p:cNvPr>
          <p:cNvSpPr>
            <a:spLocks noGrp="1" noChangeArrowheads="1"/>
          </p:cNvSpPr>
          <p:nvPr>
            <p:ph type="title"/>
          </p:nvPr>
        </p:nvSpPr>
        <p:spPr bwMode="auto">
          <a:xfrm>
            <a:off x="457200" y="1268760"/>
            <a:ext cx="8229600" cy="433600"/>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Autofit/>
          </a:bodyPr>
          <a:lstStyle/>
          <a:p>
            <a:pPr rtl="1">
              <a:lnSpc>
                <a:spcPct val="90000"/>
              </a:lnSpc>
            </a:pPr>
            <a:r>
              <a:rPr lang="ar" sz="2000" b="1" dirty="0"/>
              <a:t>أ3 فوائد بناء العلاقات مع العملاء</a:t>
            </a:r>
            <a:br>
              <a:rPr lang="en-GB" altLang="en-US" sz="2000" b="1" dirty="0"/>
            </a:br>
            <a:endParaRPr lang="en-GB" altLang="en-US" sz="2000" b="1" dirty="0"/>
          </a:p>
        </p:txBody>
      </p:sp>
      <p:graphicFrame>
        <p:nvGraphicFramePr>
          <p:cNvPr id="7" name="Diagram 6">
            <a:extLst>
              <a:ext uri="{FF2B5EF4-FFF2-40B4-BE49-F238E27FC236}">
                <a16:creationId xmlns:a16="http://schemas.microsoft.com/office/drawing/2014/main" id="{E812C84F-4B61-1041-93BE-91C92D5316C6}"/>
              </a:ext>
            </a:extLst>
          </p:cNvPr>
          <p:cNvGraphicFramePr/>
          <p:nvPr>
            <p:extLst>
              <p:ext uri="{D42A27DB-BD31-4B8C-83A1-F6EECF244321}">
                <p14:modId xmlns:p14="http://schemas.microsoft.com/office/powerpoint/2010/main" val="3220031764"/>
              </p:ext>
            </p:extLst>
          </p:nvPr>
        </p:nvGraphicFramePr>
        <p:xfrm>
          <a:off x="3563888" y="1940157"/>
          <a:ext cx="5976664" cy="43269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2F0852E9-0FAE-8033-D6EC-7B6CA322836F}"/>
              </a:ext>
            </a:extLst>
          </p:cNvPr>
          <p:cNvSpPr txBox="1"/>
          <p:nvPr/>
        </p:nvSpPr>
        <p:spPr>
          <a:xfrm>
            <a:off x="251520" y="1718384"/>
            <a:ext cx="3744416" cy="3693319"/>
          </a:xfrm>
          <a:prstGeom prst="rect">
            <a:avLst/>
          </a:prstGeom>
          <a:solidFill>
            <a:schemeClr val="accent5"/>
          </a:solidFill>
        </p:spPr>
        <p:txBody>
          <a:bodyPr wrap="square" rtlCol="1">
            <a:spAutoFit/>
          </a:bodyPr>
          <a:lstStyle/>
          <a:p>
            <a:pPr rtl="1"/>
            <a:r>
              <a:rPr lang="ar" dirty="0">
                <a:latin typeface="Sakkal Majalla" panose="02000000000000000000" pitchFamily="2" charset="-78"/>
                <a:cs typeface="Sakkal Majalla" panose="02000000000000000000" pitchFamily="2" charset="-78"/>
              </a:rPr>
              <a:t>يعد الاحتفاظ بالعميل الحالي أقل تكلفة من الحصول على عميل جديد - حيث يتطلب الأمر استثمارًا وجهدًا تسويقيًا أقل.</a:t>
            </a:r>
          </a:p>
          <a:p>
            <a:pPr marL="285750" indent="-28575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يعتبر</a:t>
            </a:r>
            <a:r>
              <a:rPr lang="ar" dirty="0">
                <a:effectLst/>
                <a:latin typeface="Sakkal Majalla" panose="02000000000000000000" pitchFamily="2" charset="-78"/>
                <a:cs typeface="Sakkal Majalla" panose="02000000000000000000" pitchFamily="2" charset="-78"/>
              </a:rPr>
              <a:t> المشترون المتكررون/ العملاء على المدى الطويل أكثر قيمة للشركات من العميل الذي يشتري مرة واحدة فقط</a:t>
            </a:r>
          </a:p>
          <a:p>
            <a:pPr marL="285750" indent="-28575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غالبًا ما يكون المبلغ الذي</a:t>
            </a:r>
            <a:r>
              <a:rPr lang="ar" dirty="0">
                <a:effectLst/>
                <a:latin typeface="Sakkal Majalla" panose="02000000000000000000" pitchFamily="2" charset="-78"/>
                <a:cs typeface="Sakkal Majalla" panose="02000000000000000000" pitchFamily="2" charset="-78"/>
              </a:rPr>
              <a:t> ينفقه العملاء المتكررون أعلى من العملاء الجدد</a:t>
            </a:r>
          </a:p>
          <a:p>
            <a:pPr marL="285750" indent="-28575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العملاء </a:t>
            </a:r>
            <a:r>
              <a:rPr lang="ar" dirty="0">
                <a:effectLst/>
                <a:latin typeface="Sakkal Majalla" panose="02000000000000000000" pitchFamily="2" charset="-78"/>
                <a:cs typeface="Sakkal Majalla" panose="02000000000000000000" pitchFamily="2" charset="-78"/>
              </a:rPr>
              <a:t>الأوفياء جيدون لسمعة الشركة</a:t>
            </a:r>
          </a:p>
          <a:p>
            <a:pPr marL="285750" indent="-285750" rtl="1">
              <a:buFont typeface="Arial" panose="020B0604020202020204" pitchFamily="34" charset="0"/>
              <a:buChar char="•"/>
            </a:pPr>
            <a:r>
              <a:rPr lang="ar" dirty="0">
                <a:latin typeface="Sakkal Majalla" panose="02000000000000000000" pitchFamily="2" charset="-78"/>
                <a:cs typeface="Sakkal Majalla" panose="02000000000000000000" pitchFamily="2" charset="-78"/>
              </a:rPr>
              <a:t>قد</a:t>
            </a:r>
            <a:r>
              <a:rPr lang="ar" dirty="0">
                <a:effectLst/>
                <a:latin typeface="Sakkal Majalla" panose="02000000000000000000" pitchFamily="2" charset="-78"/>
                <a:cs typeface="Sakkal Majalla" panose="02000000000000000000" pitchFamily="2" charset="-78"/>
              </a:rPr>
              <a:t> يكون العملاء الحاليون أكثر انفتاحًا على شراء منتجات أخرى من المؤسسة</a:t>
            </a:r>
          </a:p>
          <a:p>
            <a:pPr marL="285750" indent="-285750" rtl="1">
              <a:buFont typeface="Arial" panose="020B0604020202020204" pitchFamily="34" charset="0"/>
              <a:buChar char="•"/>
            </a:pPr>
            <a:endParaRPr lang="en-GB" dirty="0">
              <a:latin typeface="Sakkal Majalla" panose="02000000000000000000" pitchFamily="2" charset="-78"/>
              <a:cs typeface="Sakkal Majalla" panose="02000000000000000000" pitchFamily="2" charset="-78"/>
            </a:endParaRPr>
          </a:p>
          <a:p>
            <a:pPr rtl="1"/>
            <a:r>
              <a:rPr lang="ar" dirty="0">
                <a:effectLst/>
                <a:latin typeface="Sakkal Majalla" panose="02000000000000000000" pitchFamily="2" charset="-78"/>
                <a:cs typeface="Sakkal Majalla" panose="02000000000000000000" pitchFamily="2" charset="-78"/>
              </a:rPr>
              <a:t>عملاء سعداء يعني موظفون سعداء!</a:t>
            </a:r>
          </a:p>
        </p:txBody>
      </p:sp>
      <p:sp>
        <p:nvSpPr>
          <p:cNvPr id="2" name="Footer Placeholder 2">
            <a:extLst>
              <a:ext uri="{FF2B5EF4-FFF2-40B4-BE49-F238E27FC236}">
                <a16:creationId xmlns:a16="http://schemas.microsoft.com/office/drawing/2014/main" id="{6036F699-29CE-0D2D-3A3D-0F9B6ECE5A1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2053389041"/>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B4EDE-4869-1EF4-5944-16CF573F82CF}"/>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6428437-3FB5-7174-7E55-65C90DE555D5}"/>
              </a:ext>
            </a:extLst>
          </p:cNvPr>
          <p:cNvSpPr>
            <a:spLocks noGrp="1" noChangeArrowheads="1"/>
          </p:cNvSpPr>
          <p:nvPr>
            <p:ph type="title"/>
          </p:nvPr>
        </p:nvSpPr>
        <p:spPr bwMode="auto">
          <a:xfrm>
            <a:off x="457200" y="1195200"/>
            <a:ext cx="8229600" cy="50560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p>
            <a:pPr rtl="1">
              <a:lnSpc>
                <a:spcPct val="90000"/>
              </a:lnSpc>
            </a:pPr>
            <a:r>
              <a:rPr lang="ar" sz="2200" b="1" dirty="0"/>
              <a:t>أ4 تشريعات ولوائح خدمة العملاء</a:t>
            </a:r>
          </a:p>
        </p:txBody>
      </p:sp>
      <p:graphicFrame>
        <p:nvGraphicFramePr>
          <p:cNvPr id="30725" name="Content Placeholder 3">
            <a:extLst>
              <a:ext uri="{FF2B5EF4-FFF2-40B4-BE49-F238E27FC236}">
                <a16:creationId xmlns:a16="http://schemas.microsoft.com/office/drawing/2014/main" id="{7CE9B5B5-B0A7-9712-7284-94A2821C627F}"/>
              </a:ext>
            </a:extLst>
          </p:cNvPr>
          <p:cNvGraphicFramePr>
            <a:graphicFrameLocks noGrp="1"/>
          </p:cNvGraphicFramePr>
          <p:nvPr>
            <p:ph type="tbl" idx="1"/>
            <p:extLst>
              <p:ext uri="{D42A27DB-BD31-4B8C-83A1-F6EECF244321}">
                <p14:modId xmlns:p14="http://schemas.microsoft.com/office/powerpoint/2010/main" val="2720496822"/>
              </p:ext>
            </p:extLst>
          </p:nvPr>
        </p:nvGraphicFramePr>
        <p:xfrm>
          <a:off x="457199" y="1844824"/>
          <a:ext cx="8229601" cy="46085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 name="Footer Placeholder 2">
            <a:extLst>
              <a:ext uri="{FF2B5EF4-FFF2-40B4-BE49-F238E27FC236}">
                <a16:creationId xmlns:a16="http://schemas.microsoft.com/office/drawing/2014/main" id="{3B68C0B1-790D-D959-A77E-88941269A94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875268602"/>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2C30-80D8-A1E1-3E1D-3ABCF711CD4E}"/>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EA721DC3-FB1F-FF93-2B75-37E21D91ED31}"/>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FAE45F43-5513-6BEB-2253-6A6959ED5847}"/>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rtl="1"/>
            <a:r>
              <a:rPr lang="ar" sz="3800" dirty="0">
                <a:latin typeface="Sakkal Majalla" panose="02000000000000000000" pitchFamily="2" charset="-78"/>
                <a:cs typeface="Sakkal Majalla" panose="02000000000000000000" pitchFamily="2" charset="-78"/>
              </a:rPr>
              <a:t>دراسة الطرق المستخدمة لتحسين خدمة العملاء في شركة </a:t>
            </a:r>
          </a:p>
          <a:p>
            <a:pPr algn="ctr" rtl="1"/>
            <a:endParaRPr lang="en-GB" sz="3800" b="1"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3EA3065-E26E-2E6D-EDA5-D953AFB97885}"/>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2738697380"/>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73998-1AA9-B13D-5474-31B410633665}"/>
            </a:ext>
          </a:extLst>
        </p:cNvPr>
        <p:cNvGrpSpPr/>
        <p:nvPr/>
      </p:nvGrpSpPr>
      <p:grpSpPr>
        <a:xfrm>
          <a:off x="0" y="0"/>
          <a:ext cx="0" cy="0"/>
          <a:chOff x="0" y="0"/>
          <a:chExt cx="0" cy="0"/>
        </a:xfrm>
      </p:grpSpPr>
      <p:sp>
        <p:nvSpPr>
          <p:cNvPr id="6" name="Rectangle 1">
            <a:extLst>
              <a:ext uri="{FF2B5EF4-FFF2-40B4-BE49-F238E27FC236}">
                <a16:creationId xmlns:a16="http://schemas.microsoft.com/office/drawing/2014/main" id="{3781821B-B4F5-2319-2831-B18360788DB8}"/>
              </a:ext>
            </a:extLst>
          </p:cNvPr>
          <p:cNvSpPr>
            <a:spLocks noChangeArrowheads="1"/>
          </p:cNvSpPr>
          <p:nvPr/>
        </p:nvSpPr>
        <p:spPr bwMode="auto">
          <a:xfrm>
            <a:off x="5678486" y="1195200"/>
            <a:ext cx="3008313" cy="865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spcAft>
                <a:spcPts val="600"/>
              </a:spcAft>
            </a:pPr>
            <a:endParaRPr lang="en-US" altLang="en-US" sz="2000" b="1" dirty="0">
              <a:solidFill>
                <a:schemeClr val="tx2"/>
              </a:solidFill>
              <a:latin typeface="Sakkal Majalla" panose="02000000000000000000" pitchFamily="2" charset="-78"/>
              <a:cs typeface="Sakkal Majalla" panose="02000000000000000000" pitchFamily="2" charset="-78"/>
            </a:endParaRPr>
          </a:p>
        </p:txBody>
      </p:sp>
      <p:graphicFrame>
        <p:nvGraphicFramePr>
          <p:cNvPr id="5" name="Content Placeholder 3">
            <a:extLst>
              <a:ext uri="{FF2B5EF4-FFF2-40B4-BE49-F238E27FC236}">
                <a16:creationId xmlns:a16="http://schemas.microsoft.com/office/drawing/2014/main" id="{99F3D1CC-E35A-51C3-BB56-C9275B996158}"/>
              </a:ext>
            </a:extLst>
          </p:cNvPr>
          <p:cNvGraphicFramePr>
            <a:graphicFrameLocks/>
          </p:cNvGraphicFramePr>
          <p:nvPr>
            <p:extLst>
              <p:ext uri="{D42A27DB-BD31-4B8C-83A1-F6EECF244321}">
                <p14:modId xmlns:p14="http://schemas.microsoft.com/office/powerpoint/2010/main" val="108317341"/>
              </p:ext>
            </p:extLst>
          </p:nvPr>
        </p:nvGraphicFramePr>
        <p:xfrm>
          <a:off x="550714" y="1655196"/>
          <a:ext cx="4741366" cy="45380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 Placeholder 2">
            <a:extLst>
              <a:ext uri="{FF2B5EF4-FFF2-40B4-BE49-F238E27FC236}">
                <a16:creationId xmlns:a16="http://schemas.microsoft.com/office/drawing/2014/main" id="{22FE1E06-ABC3-56D8-7131-74C942A8B3CB}"/>
              </a:ext>
            </a:extLst>
          </p:cNvPr>
          <p:cNvSpPr>
            <a:spLocks noGrp="1"/>
          </p:cNvSpPr>
          <p:nvPr>
            <p:ph type="body" sz="half" idx="2"/>
          </p:nvPr>
        </p:nvSpPr>
        <p:spPr>
          <a:xfrm>
            <a:off x="5788022" y="1684565"/>
            <a:ext cx="3008313" cy="2608531"/>
          </a:xfrm>
          <a:solidFill>
            <a:schemeClr val="accent5"/>
          </a:solidFill>
        </p:spPr>
        <p:txBody>
          <a:bodyPr rtlCol="1"/>
          <a:lstStyle/>
          <a:p>
            <a:pPr rtl="1"/>
            <a:r>
              <a:rPr lang="ar" sz="1800" dirty="0">
                <a:solidFill>
                  <a:schemeClr val="tx2"/>
                </a:solidFill>
              </a:rPr>
              <a:t>نتاج التعلم ب:</a:t>
            </a:r>
          </a:p>
          <a:p>
            <a:pPr marL="285750" indent="-285750" rtl="1">
              <a:buFont typeface="Arial" panose="020B0604020202020204" pitchFamily="34" charset="0"/>
              <a:buChar char="•"/>
            </a:pPr>
            <a:r>
              <a:rPr lang="ar" sz="1800" dirty="0">
                <a:solidFill>
                  <a:schemeClr val="tx2"/>
                </a:solidFill>
              </a:rPr>
              <a:t>دراسة الأبحاث القائمة على العملاء لتحديد التحسينات ومراقبة الشكاوى.</a:t>
            </a:r>
          </a:p>
          <a:p>
            <a:pPr marL="285750" indent="-285750" rtl="1">
              <a:buFont typeface="Arial" panose="020B0604020202020204" pitchFamily="34" charset="0"/>
              <a:buChar char="•"/>
            </a:pPr>
            <a:r>
              <a:rPr lang="ar" sz="1800" dirty="0">
                <a:solidFill>
                  <a:schemeClr val="tx2"/>
                </a:solidFill>
              </a:rPr>
              <a:t>يدرس كيف يمكن مراقبة تقديم خدمة العملاء الخاصة بالشركة، فضلًا عن كيفية تقييمها</a:t>
            </a:r>
          </a:p>
          <a:p>
            <a:pPr marL="285750" indent="-285750" rtl="1">
              <a:buFont typeface="Arial" panose="020B0604020202020204" pitchFamily="34" charset="0"/>
              <a:buChar char="•"/>
            </a:pPr>
            <a:r>
              <a:rPr lang="ar" sz="1800" dirty="0">
                <a:solidFill>
                  <a:schemeClr val="tx2"/>
                </a:solidFill>
              </a:rPr>
              <a:t>يستكشف المؤشرات التي تظهر تحسنًا في تقديم خدمة العملاء للشركة</a:t>
            </a:r>
          </a:p>
        </p:txBody>
      </p:sp>
      <p:sp>
        <p:nvSpPr>
          <p:cNvPr id="2" name="Footer Placeholder 2">
            <a:extLst>
              <a:ext uri="{FF2B5EF4-FFF2-40B4-BE49-F238E27FC236}">
                <a16:creationId xmlns:a16="http://schemas.microsoft.com/office/drawing/2014/main" id="{E601385D-2B6E-B719-8F47-2820656486C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334210411"/>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466AA-211F-2201-33F4-908F040A13DE}"/>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0D664E18-55DA-36DF-FBBA-D9F18F4C1DF4}"/>
              </a:ext>
            </a:extLst>
          </p:cNvPr>
          <p:cNvSpPr>
            <a:spLocks noGrp="1" noChangeArrowheads="1"/>
          </p:cNvSpPr>
          <p:nvPr>
            <p:ph type="title"/>
          </p:nvPr>
        </p:nvSpPr>
        <p:spPr bwMode="auto">
          <a:xfrm>
            <a:off x="261950" y="1126332"/>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مراقبة وتقييم تقديم خدمة العملاء (1) </a:t>
            </a: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BC7CD462-834F-79D7-ECE0-1CA1DCCF50CA}"/>
              </a:ext>
            </a:extLst>
          </p:cNvPr>
          <p:cNvSpPr>
            <a:spLocks noGrp="1" noChangeArrowheads="1"/>
          </p:cNvSpPr>
          <p:nvPr>
            <p:ph sz="half" idx="2"/>
          </p:nvPr>
        </p:nvSpPr>
        <p:spPr bwMode="auto">
          <a:xfrm>
            <a:off x="575551" y="1676005"/>
            <a:ext cx="7866656" cy="2401067"/>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تستغل الشركة الأبحاث القائمة على العملاء لتحديد التحسينات ومراقبة الشكاوى.</a:t>
            </a:r>
          </a:p>
          <a:p>
            <a:pPr marL="0" indent="0" rtl="1">
              <a:buNone/>
            </a:pPr>
            <a:endParaRPr lang="en-GB" sz="2000" dirty="0"/>
          </a:p>
          <a:p>
            <a:pPr rtl="1"/>
            <a:r>
              <a:rPr lang="ar" sz="2000" dirty="0">
                <a:effectLst/>
              </a:rPr>
              <a:t>يمكنهم استخدام ملفات تعريف العملاء وبياناتهم مثل أنواع العملاء الذين يستخدمون الشركة والمنتجات أو الخدمات التي تقدمها الشركة وخدمة العملاء والخدمة المعروضة</a:t>
            </a:r>
          </a:p>
          <a:p>
            <a:pPr rtl="1"/>
            <a:endParaRPr lang="en-GB" sz="2000" dirty="0"/>
          </a:p>
          <a:p>
            <a:pPr rtl="1"/>
            <a:r>
              <a:rPr lang="ar" sz="2000" dirty="0">
                <a:effectLst/>
              </a:rPr>
              <a:t>يمكنهم الحصول على هذه المعلومات من عملاء الشركة</a:t>
            </a:r>
            <a:r>
              <a:rPr lang="ar" sz="2000" dirty="0"/>
              <a:t> والزملاء والمديرين</a:t>
            </a:r>
            <a:r>
              <a:rPr lang="ar" sz="2000" dirty="0">
                <a:effectLst/>
              </a:rPr>
              <a:t> داخل الشركة</a:t>
            </a:r>
          </a:p>
        </p:txBody>
      </p:sp>
      <p:grpSp>
        <p:nvGrpSpPr>
          <p:cNvPr id="2" name="Group 1">
            <a:extLst>
              <a:ext uri="{FF2B5EF4-FFF2-40B4-BE49-F238E27FC236}">
                <a16:creationId xmlns:a16="http://schemas.microsoft.com/office/drawing/2014/main" id="{8BCE3CC6-3301-2051-1EDA-83930DD30E09}"/>
              </a:ext>
            </a:extLst>
          </p:cNvPr>
          <p:cNvGrpSpPr/>
          <p:nvPr/>
        </p:nvGrpSpPr>
        <p:grpSpPr>
          <a:xfrm>
            <a:off x="1979480" y="4437112"/>
            <a:ext cx="5059032" cy="1469969"/>
            <a:chOff x="0" y="215426"/>
            <a:chExt cx="2564922" cy="1398306"/>
          </a:xfrm>
        </p:grpSpPr>
        <p:sp>
          <p:nvSpPr>
            <p:cNvPr id="3" name="Rectangle 2">
              <a:extLst>
                <a:ext uri="{FF2B5EF4-FFF2-40B4-BE49-F238E27FC236}">
                  <a16:creationId xmlns:a16="http://schemas.microsoft.com/office/drawing/2014/main" id="{9DB583E9-7EA8-A942-2CBF-5ACD01D28757}"/>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4" name="TextBox 3">
              <a:extLst>
                <a:ext uri="{FF2B5EF4-FFF2-40B4-BE49-F238E27FC236}">
                  <a16:creationId xmlns:a16="http://schemas.microsoft.com/office/drawing/2014/main" id="{2899EBBA-5478-4AF6-231B-90D33B5E4121}"/>
                </a:ext>
              </a:extLst>
            </p:cNvPr>
            <p:cNvSpPr txBox="1"/>
            <p:nvPr/>
          </p:nvSpPr>
          <p:spPr>
            <a:xfrm>
              <a:off x="118" y="244851"/>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راجع الوحدة 1 لتلخيص تأثير العملاء في نجاح الشركات وكيفية تعزيز خدمة العملاء القوية للولاء والمحافظة على العملاء.</a:t>
              </a:r>
            </a:p>
          </p:txBody>
        </p:sp>
      </p:grpSp>
      <p:sp>
        <p:nvSpPr>
          <p:cNvPr id="5" name="Footer Placeholder 2">
            <a:extLst>
              <a:ext uri="{FF2B5EF4-FFF2-40B4-BE49-F238E27FC236}">
                <a16:creationId xmlns:a16="http://schemas.microsoft.com/office/drawing/2014/main" id="{782ED5F4-DF67-D143-4F3E-1DF7C47BFAC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4009416068"/>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48A6F-8447-8E5C-E372-7A86AC3EE1A1}"/>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6A9E2742-B28F-0CAA-1BCF-3BC1E2E75E32}"/>
              </a:ext>
            </a:extLst>
          </p:cNvPr>
          <p:cNvSpPr>
            <a:spLocks noGrp="1" noChangeArrowheads="1"/>
          </p:cNvSpPr>
          <p:nvPr>
            <p:ph type="title"/>
          </p:nvPr>
        </p:nvSpPr>
        <p:spPr bwMode="auto">
          <a:xfrm>
            <a:off x="261950" y="1126332"/>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ب1 مراقبة وتقييم تقديم خدمة العملاء (2) </a:t>
            </a: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21E3A342-6059-9B7E-1303-3628451D22B7}"/>
              </a:ext>
            </a:extLst>
          </p:cNvPr>
          <p:cNvSpPr>
            <a:spLocks noGrp="1" noChangeArrowheads="1"/>
          </p:cNvSpPr>
          <p:nvPr>
            <p:ph sz="half" idx="2"/>
          </p:nvPr>
        </p:nvSpPr>
        <p:spPr bwMode="auto">
          <a:xfrm>
            <a:off x="585981" y="1556792"/>
            <a:ext cx="7866656" cy="3497307"/>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ستبحث الشركات عن توفير خدمة العملاء الخاصة بها لأنها تساعدها على توقع احتياجات العملاء ورغباتهم والاستجابة لها.</a:t>
            </a:r>
          </a:p>
          <a:p>
            <a:pPr marL="0" indent="0" rtl="1">
              <a:buNone/>
            </a:pPr>
            <a:r>
              <a:rPr lang="ar" sz="2000" dirty="0"/>
              <a:t>قد يستخدمون </a:t>
            </a:r>
            <a:r>
              <a:rPr lang="ar" sz="2000" dirty="0">
                <a:effectLst/>
              </a:rPr>
              <a:t>طرق البحث الأولية مثل:</a:t>
            </a:r>
          </a:p>
          <a:p>
            <a:pPr rtl="1"/>
            <a:r>
              <a:rPr lang="ar" sz="2000" dirty="0"/>
              <a:t>استبيانات العملاء</a:t>
            </a:r>
            <a:r>
              <a:rPr lang="ar" sz="2000" dirty="0">
                <a:effectLst/>
              </a:rPr>
              <a:t> والدراسات الاستقصائية واستطلاعات الرأي</a:t>
            </a:r>
          </a:p>
          <a:p>
            <a:pPr rtl="1"/>
            <a:r>
              <a:rPr lang="ar" sz="2000" dirty="0"/>
              <a:t>بطاقات التعليقات وصناديق الاقتراحات</a:t>
            </a:r>
            <a:endParaRPr lang="en-GB" sz="2000" dirty="0">
              <a:effectLst/>
            </a:endParaRPr>
          </a:p>
          <a:p>
            <a:pPr rtl="1"/>
            <a:r>
              <a:rPr lang="ar" sz="2000" dirty="0">
                <a:effectLst/>
              </a:rPr>
              <a:t>حلقات الجودة</a:t>
            </a:r>
          </a:p>
          <a:p>
            <a:pPr rtl="1"/>
            <a:r>
              <a:rPr lang="ar" sz="2000" dirty="0">
                <a:effectLst/>
              </a:rPr>
              <a:t>المتسوقون المتخفون</a:t>
            </a:r>
          </a:p>
          <a:p>
            <a:pPr rtl="1"/>
            <a:r>
              <a:rPr lang="ar" sz="2000" dirty="0"/>
              <a:t>مجموعات التركيز</a:t>
            </a:r>
            <a:endParaRPr lang="en-GB" sz="2000" dirty="0"/>
          </a:p>
          <a:p>
            <a:pPr marL="0" indent="0" rtl="1">
              <a:buNone/>
            </a:pPr>
            <a:endParaRPr lang="en-GB" sz="1200" dirty="0"/>
          </a:p>
          <a:p>
            <a:pPr marL="0" indent="0" rtl="1">
              <a:buNone/>
            </a:pPr>
            <a:r>
              <a:rPr lang="ar" sz="2000" dirty="0"/>
              <a:t>ويمكنهم أيضًا الاطلاع على تعليقات العملاء على مواقع المراجعة عبر الإنترنت مثل Tripadvisor وTrustpilot.</a:t>
            </a:r>
          </a:p>
        </p:txBody>
      </p:sp>
      <p:grpSp>
        <p:nvGrpSpPr>
          <p:cNvPr id="8" name="Group 7">
            <a:extLst>
              <a:ext uri="{FF2B5EF4-FFF2-40B4-BE49-F238E27FC236}">
                <a16:creationId xmlns:a16="http://schemas.microsoft.com/office/drawing/2014/main" id="{2F5A119E-0B4A-AB10-9066-D2063A6FF456}"/>
              </a:ext>
            </a:extLst>
          </p:cNvPr>
          <p:cNvGrpSpPr/>
          <p:nvPr/>
        </p:nvGrpSpPr>
        <p:grpSpPr>
          <a:xfrm>
            <a:off x="823030" y="5316785"/>
            <a:ext cx="6773307" cy="1197776"/>
            <a:chOff x="0" y="215426"/>
            <a:chExt cx="2569290" cy="1374445"/>
          </a:xfrm>
        </p:grpSpPr>
        <p:sp>
          <p:nvSpPr>
            <p:cNvPr id="9" name="Rectangle 8">
              <a:extLst>
                <a:ext uri="{FF2B5EF4-FFF2-40B4-BE49-F238E27FC236}">
                  <a16:creationId xmlns:a16="http://schemas.microsoft.com/office/drawing/2014/main" id="{DFC9D0C6-5B4E-01C2-8D40-82DC3F36EF46}"/>
                </a:ext>
              </a:extLst>
            </p:cNvPr>
            <p:cNvSpPr/>
            <p:nvPr/>
          </p:nvSpPr>
          <p:spPr>
            <a:xfrm>
              <a:off x="0" y="215426"/>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10" name="TextBox 9">
              <a:extLst>
                <a:ext uri="{FF2B5EF4-FFF2-40B4-BE49-F238E27FC236}">
                  <a16:creationId xmlns:a16="http://schemas.microsoft.com/office/drawing/2014/main" id="{D3CD16E6-ED3C-3442-AAA4-F48AC9E19F2C}"/>
                </a:ext>
              </a:extLst>
            </p:cNvPr>
            <p:cNvSpPr txBox="1"/>
            <p:nvPr/>
          </p:nvSpPr>
          <p:spPr>
            <a:xfrm>
              <a:off x="4486" y="220990"/>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endParaRPr lang="en-US" dirty="0">
                <a:solidFill>
                  <a:srgbClr val="7030A0"/>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هل سبق لك أن قدمت تعليقات حول تجاربك إلى شركة ما؟</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وكيف يتم ذلك؟</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هل كانت هذه التعليقات جيدة أم سيئة؟</a:t>
              </a:r>
            </a:p>
          </p:txBody>
        </p:sp>
      </p:grpSp>
      <p:sp>
        <p:nvSpPr>
          <p:cNvPr id="2" name="Footer Placeholder 2">
            <a:extLst>
              <a:ext uri="{FF2B5EF4-FFF2-40B4-BE49-F238E27FC236}">
                <a16:creationId xmlns:a16="http://schemas.microsoft.com/office/drawing/2014/main" id="{F1258930-0AEA-0F8B-340C-406ECAF8AC69}"/>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53477816"/>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DA282-63F7-4AC7-A738-62BA2043E0CA}"/>
            </a:ext>
          </a:extLst>
        </p:cNvPr>
        <p:cNvGrpSpPr/>
        <p:nvPr/>
      </p:nvGrpSpPr>
      <p:grpSpPr>
        <a:xfrm>
          <a:off x="0" y="0"/>
          <a:ext cx="0" cy="0"/>
          <a:chOff x="0" y="0"/>
          <a:chExt cx="0" cy="0"/>
        </a:xfrm>
      </p:grpSpPr>
      <p:pic>
        <p:nvPicPr>
          <p:cNvPr id="4" name="Picture 3" descr="A meter with different faces&#10;&#10;Description automatically generated">
            <a:extLst>
              <a:ext uri="{FF2B5EF4-FFF2-40B4-BE49-F238E27FC236}">
                <a16:creationId xmlns:a16="http://schemas.microsoft.com/office/drawing/2014/main" id="{E1EC43F7-42F0-4380-083B-8B4F24FBF23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843808" y="1700808"/>
            <a:ext cx="3456384" cy="3456384"/>
          </a:xfrm>
          <a:prstGeom prst="rect">
            <a:avLst/>
          </a:prstGeom>
        </p:spPr>
      </p:pic>
      <p:sp>
        <p:nvSpPr>
          <p:cNvPr id="30728" name="Text Placeholder 2">
            <a:extLst>
              <a:ext uri="{FF2B5EF4-FFF2-40B4-BE49-F238E27FC236}">
                <a16:creationId xmlns:a16="http://schemas.microsoft.com/office/drawing/2014/main" id="{9A5FFEEB-4849-3990-4322-6DE36BD1B2E1}"/>
              </a:ext>
            </a:extLst>
          </p:cNvPr>
          <p:cNvSpPr>
            <a:spLocks noGrp="1"/>
          </p:cNvSpPr>
          <p:nvPr>
            <p:ph type="body" idx="1"/>
          </p:nvPr>
        </p:nvSpPr>
        <p:spPr>
          <a:xfrm>
            <a:off x="442042" y="1640668"/>
            <a:ext cx="8244758" cy="708212"/>
          </a:xfrm>
          <a:solidFill>
            <a:schemeClr val="accent5"/>
          </a:solidFill>
        </p:spPr>
        <p:txBody>
          <a:bodyPr tIns="731520" rtlCol="1"/>
          <a:lstStyle/>
          <a:p>
            <a:pPr marL="0" indent="0" rtl="1">
              <a:buNone/>
            </a:pPr>
            <a:r>
              <a:rPr lang="ar" sz="2000" b="0" dirty="0"/>
              <a:t>يُمكن أن تشكل مراقبة الأداء جزءًا من دورة تحسين الشركة المستمرة - التخطيط والتنفيذ والتفكير والمراجعة والتعديل. </a:t>
            </a:r>
          </a:p>
        </p:txBody>
      </p:sp>
      <p:sp>
        <p:nvSpPr>
          <p:cNvPr id="30723" name="Content Placeholder 3">
            <a:extLst>
              <a:ext uri="{FF2B5EF4-FFF2-40B4-BE49-F238E27FC236}">
                <a16:creationId xmlns:a16="http://schemas.microsoft.com/office/drawing/2014/main" id="{00CC94A5-771E-7503-3034-E816EB40937D}"/>
              </a:ext>
            </a:extLst>
          </p:cNvPr>
          <p:cNvSpPr>
            <a:spLocks noGrp="1" noChangeArrowheads="1"/>
          </p:cNvSpPr>
          <p:nvPr>
            <p:ph sz="half" idx="2"/>
          </p:nvPr>
        </p:nvSpPr>
        <p:spPr bwMode="auto">
          <a:xfrm>
            <a:off x="323528" y="4581128"/>
            <a:ext cx="8217521" cy="1838151"/>
          </a:xfrm>
          <a:solidFill>
            <a:schemeClr val="accent6">
              <a:lumMod val="20000"/>
              <a:lumOff val="80000"/>
            </a:schemeClr>
          </a:solidFill>
          <a:ln>
            <a:solidFill>
              <a:schemeClr val="accent5">
                <a:lumMod val="90000"/>
              </a:schemeClr>
            </a:solidFill>
          </a:ln>
        </p:spPr>
        <p:txBody>
          <a:bodyPr vert="horz" wrap="square" lIns="91440" tIns="45720" rIns="91440" bIns="45720" numCol="1" rtlCol="1" anchor="t" anchorCtr="0" compatLnSpc="1">
            <a:prstTxWarp prst="textNoShape">
              <a:avLst/>
            </a:prstTxWarp>
            <a:noAutofit/>
          </a:bodyPr>
          <a:lstStyle/>
          <a:p>
            <a:pPr marL="0" indent="0" rtl="1">
              <a:buNone/>
            </a:pPr>
            <a:r>
              <a:rPr lang="ar" sz="2000" dirty="0">
                <a:effectLst/>
              </a:rPr>
              <a:t>ناقش كيف يمكن أن تؤدي</a:t>
            </a:r>
            <a:r>
              <a:rPr lang="ar" sz="2000" b="1" dirty="0">
                <a:effectLst/>
              </a:rPr>
              <a:t> تحسينات</a:t>
            </a:r>
            <a:r>
              <a:rPr lang="ar" sz="2000" dirty="0">
                <a:effectLst/>
              </a:rPr>
              <a:t> رضا العملاء إلى:</a:t>
            </a:r>
          </a:p>
          <a:p>
            <a:pPr rtl="1"/>
            <a:r>
              <a:rPr lang="ar" sz="2000" dirty="0"/>
              <a:t>زيادة الإيرادات والأرباح.</a:t>
            </a:r>
          </a:p>
          <a:p>
            <a:pPr rtl="1"/>
            <a:r>
              <a:rPr lang="ar" sz="2000" dirty="0"/>
              <a:t>زيادة انتظام تعامل العملاء المخلصين مع الشركة.</a:t>
            </a:r>
          </a:p>
          <a:p>
            <a:pPr rtl="1"/>
            <a:r>
              <a:rPr lang="ar" sz="2000" dirty="0">
                <a:effectLst/>
              </a:rPr>
              <a:t>انخفاض عدد الشكاوى الصادرة عن العملاء.</a:t>
            </a:r>
          </a:p>
          <a:p>
            <a:pPr rtl="1"/>
            <a:r>
              <a:rPr lang="ar" sz="2000" dirty="0">
                <a:effectLst/>
              </a:rPr>
              <a:t>تخفيض معدل دوران الموظفين.</a:t>
            </a:r>
          </a:p>
        </p:txBody>
      </p:sp>
      <p:sp>
        <p:nvSpPr>
          <p:cNvPr id="2" name="Title 1">
            <a:extLst>
              <a:ext uri="{FF2B5EF4-FFF2-40B4-BE49-F238E27FC236}">
                <a16:creationId xmlns:a16="http://schemas.microsoft.com/office/drawing/2014/main" id="{C6B71C89-3ADA-CC83-EA49-CACE29B5C5FC}"/>
              </a:ext>
            </a:extLst>
          </p:cNvPr>
          <p:cNvSpPr>
            <a:spLocks noGrp="1"/>
          </p:cNvSpPr>
          <p:nvPr>
            <p:ph type="title"/>
          </p:nvPr>
        </p:nvSpPr>
        <p:spPr>
          <a:xfrm>
            <a:off x="457200" y="1229411"/>
            <a:ext cx="8229600" cy="399389"/>
          </a:xfrm>
        </p:spPr>
        <p:txBody>
          <a:bodyPr rtlCol="1"/>
          <a:lstStyle/>
          <a:p>
            <a:pPr algn="ctr" rtl="1"/>
            <a:r>
              <a:rPr lang="ar" sz="2200" b="1" dirty="0">
                <a:effectLst/>
              </a:rPr>
              <a:t>ب2 مؤشرات تحسُّن الأداء</a:t>
            </a:r>
            <a:br>
              <a:rPr lang="en-US" sz="2200" dirty="0"/>
            </a:br>
            <a:endParaRPr lang="en-US" sz="2200" b="1" dirty="0"/>
          </a:p>
        </p:txBody>
      </p:sp>
      <p:sp>
        <p:nvSpPr>
          <p:cNvPr id="3" name="Footer Placeholder 2">
            <a:extLst>
              <a:ext uri="{FF2B5EF4-FFF2-40B4-BE49-F238E27FC236}">
                <a16:creationId xmlns:a16="http://schemas.microsoft.com/office/drawing/2014/main" id="{2C6FA9A5-142B-F5C9-DAFF-F2BE5B3C1FF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2586258292"/>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83730-E2EE-13EE-4B77-B01FDF08845C}"/>
            </a:ext>
          </a:extLst>
        </p:cNvPr>
        <p:cNvGrpSpPr/>
        <p:nvPr/>
      </p:nvGrpSpPr>
      <p:grpSpPr>
        <a:xfrm>
          <a:off x="0" y="0"/>
          <a:ext cx="0" cy="0"/>
          <a:chOff x="0" y="0"/>
          <a:chExt cx="0" cy="0"/>
        </a:xfrm>
      </p:grpSpPr>
      <p:sp>
        <p:nvSpPr>
          <p:cNvPr id="34818" name="Title 2">
            <a:extLst>
              <a:ext uri="{FF2B5EF4-FFF2-40B4-BE49-F238E27FC236}">
                <a16:creationId xmlns:a16="http://schemas.microsoft.com/office/drawing/2014/main" id="{4763C27A-1EF1-AC10-4FDB-DA6BF07C67AB}"/>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EB5945A2-6D23-6B30-C7E0-384856322886}"/>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effectLst/>
                <a:latin typeface="Sakkal Majalla" panose="02000000000000000000" pitchFamily="2" charset="-78"/>
                <a:cs typeface="Sakkal Majalla" panose="02000000000000000000" pitchFamily="2" charset="-78"/>
              </a:rPr>
              <a:t>إظهار مهارات خدمة العملاء في المواقف المختلفة، باستخدام السلوكيات المناسبة لتلبية التوقعات </a:t>
            </a:r>
          </a:p>
        </p:txBody>
      </p:sp>
      <p:sp>
        <p:nvSpPr>
          <p:cNvPr id="2" name="Footer Placeholder 2">
            <a:extLst>
              <a:ext uri="{FF2B5EF4-FFF2-40B4-BE49-F238E27FC236}">
                <a16:creationId xmlns:a16="http://schemas.microsoft.com/office/drawing/2014/main" id="{E0E2D1F4-B8EE-CC5A-78C2-1F60EBF1F1C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541935210"/>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33478-D80C-B8E5-1F44-0214888FA1C2}"/>
            </a:ext>
          </a:extLst>
        </p:cNvPr>
        <p:cNvGrpSpPr/>
        <p:nvPr/>
      </p:nvGrpSpPr>
      <p:grpSpPr>
        <a:xfrm>
          <a:off x="0" y="0"/>
          <a:ext cx="0" cy="0"/>
          <a:chOff x="0" y="0"/>
          <a:chExt cx="0" cy="0"/>
        </a:xfrm>
      </p:grpSpPr>
      <p:graphicFrame>
        <p:nvGraphicFramePr>
          <p:cNvPr id="5" name="Content Placeholder 3">
            <a:extLst>
              <a:ext uri="{FF2B5EF4-FFF2-40B4-BE49-F238E27FC236}">
                <a16:creationId xmlns:a16="http://schemas.microsoft.com/office/drawing/2014/main" id="{B8D33DF3-44E0-9361-36AB-1A288F380993}"/>
              </a:ext>
            </a:extLst>
          </p:cNvPr>
          <p:cNvGraphicFramePr>
            <a:graphicFrameLocks/>
          </p:cNvGraphicFramePr>
          <p:nvPr>
            <p:extLst>
              <p:ext uri="{D42A27DB-BD31-4B8C-83A1-F6EECF244321}">
                <p14:modId xmlns:p14="http://schemas.microsoft.com/office/powerpoint/2010/main" val="787175762"/>
              </p:ext>
            </p:extLst>
          </p:nvPr>
        </p:nvGraphicFramePr>
        <p:xfrm>
          <a:off x="457199" y="1556792"/>
          <a:ext cx="4834881" cy="44238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 Placeholder 2">
            <a:extLst>
              <a:ext uri="{FF2B5EF4-FFF2-40B4-BE49-F238E27FC236}">
                <a16:creationId xmlns:a16="http://schemas.microsoft.com/office/drawing/2014/main" id="{9B6A21D3-227C-F3AD-B5C5-CBE3383B2A8C}"/>
              </a:ext>
            </a:extLst>
          </p:cNvPr>
          <p:cNvSpPr>
            <a:spLocks noGrp="1"/>
          </p:cNvSpPr>
          <p:nvPr>
            <p:ph type="body" sz="half" idx="2"/>
          </p:nvPr>
        </p:nvSpPr>
        <p:spPr>
          <a:xfrm>
            <a:off x="5678488" y="1612557"/>
            <a:ext cx="3008313" cy="3400620"/>
          </a:xfrm>
          <a:solidFill>
            <a:schemeClr val="accent5"/>
          </a:solidFill>
        </p:spPr>
        <p:txBody>
          <a:bodyPr rtlCol="1"/>
          <a:lstStyle/>
          <a:p>
            <a:pPr rtl="1"/>
            <a:r>
              <a:rPr lang="ar" sz="1800" dirty="0">
                <a:solidFill>
                  <a:schemeClr val="tx2"/>
                </a:solidFill>
              </a:rPr>
              <a:t>نتاج التعلم ج:</a:t>
            </a:r>
          </a:p>
          <a:p>
            <a:pPr marL="285750" indent="-285750" rtl="1">
              <a:buFont typeface="Arial" panose="020B0604020202020204" pitchFamily="34" charset="0"/>
              <a:buChar char="•"/>
            </a:pPr>
            <a:r>
              <a:rPr lang="ar" sz="2000" dirty="0"/>
              <a:t>يستكشف مهارات الاتصال ومهارات التعامل مع الآخرين والسلوكيات</a:t>
            </a:r>
            <a:endParaRPr lang="en-GB" sz="2000" dirty="0">
              <a:effectLst/>
            </a:endParaRPr>
          </a:p>
          <a:p>
            <a:pPr marL="285750" indent="-285750" rtl="1">
              <a:buFont typeface="Arial" panose="020B0604020202020204" pitchFamily="34" charset="0"/>
              <a:buChar char="•"/>
            </a:pPr>
            <a:r>
              <a:rPr lang="ar" sz="2000" dirty="0"/>
              <a:t>تدرس كيفية التعامل مع طلبات خدمة العملاء والشكاوى في مواقف خدمة العملاء المختلفة</a:t>
            </a:r>
          </a:p>
          <a:p>
            <a:pPr marL="285750" indent="-285750" rtl="1">
              <a:buFont typeface="Arial" panose="020B0604020202020204" pitchFamily="34" charset="0"/>
              <a:buChar char="•"/>
            </a:pPr>
            <a:r>
              <a:rPr lang="ar" sz="2000" dirty="0"/>
              <a:t>يستكشف كيف يمكن للفرد تقييم مهارات خدمة العملاء وتحديد الأهداف لتحقيق أهداف تنمية المهارات.</a:t>
            </a:r>
          </a:p>
          <a:p>
            <a:pPr marL="285750" indent="-285750" rtl="1">
              <a:buFont typeface="Arial" panose="020B0604020202020204" pitchFamily="34" charset="0"/>
              <a:buChar char="•"/>
            </a:pPr>
            <a:endParaRPr lang="en-GB" sz="1800" dirty="0">
              <a:effectLst/>
            </a:endParaRPr>
          </a:p>
          <a:p>
            <a:pPr marL="285750" indent="-285750" rtl="1">
              <a:buFont typeface="Arial" panose="020B0604020202020204" pitchFamily="34" charset="0"/>
              <a:buChar char="•"/>
            </a:pPr>
            <a:endParaRPr lang="en-GB" sz="2000" dirty="0"/>
          </a:p>
          <a:p>
            <a:pPr marL="285750" indent="-285750" rtl="1">
              <a:buFont typeface="Arial" panose="020B0604020202020204" pitchFamily="34" charset="0"/>
              <a:buChar char="•"/>
            </a:pPr>
            <a:endParaRPr lang="en-US" sz="1600" dirty="0">
              <a:solidFill>
                <a:schemeClr val="tx2"/>
              </a:solidFill>
            </a:endParaRPr>
          </a:p>
          <a:p>
            <a:pPr marL="285750" indent="-285750" rtl="1">
              <a:buFont typeface="Arial" panose="020B0604020202020204" pitchFamily="34" charset="0"/>
              <a:buChar char="•"/>
            </a:pPr>
            <a:endParaRPr lang="en-US" sz="1600" dirty="0"/>
          </a:p>
        </p:txBody>
      </p:sp>
      <p:sp>
        <p:nvSpPr>
          <p:cNvPr id="2" name="Footer Placeholder 2">
            <a:extLst>
              <a:ext uri="{FF2B5EF4-FFF2-40B4-BE49-F238E27FC236}">
                <a16:creationId xmlns:a16="http://schemas.microsoft.com/office/drawing/2014/main" id="{6A7809F6-B303-2FD9-44FD-0108DE57AB3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4217359285"/>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1" y="1068065"/>
            <a:ext cx="9143999" cy="50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rtl="1">
              <a:lnSpc>
                <a:spcPct val="100000"/>
              </a:lnSpc>
            </a:pPr>
            <a:r>
              <a:rPr lang="ar" sz="2200" b="1" dirty="0">
                <a:latin typeface="Sakkal Majalla" panose="02000000000000000000" pitchFamily="2" charset="-78"/>
                <a:cs typeface="Sakkal Majalla" panose="02000000000000000000" pitchFamily="2" charset="-78"/>
              </a:rPr>
              <a:t>ج1 مهارات خدمة العملاء والسلوكيات المُتبَّعة فيها (1)</a:t>
            </a:r>
            <a:endParaRPr lang="en-US" sz="2200" b="1" dirty="0">
              <a:latin typeface="Sakkal Majalla" panose="02000000000000000000" pitchFamily="2" charset="-78"/>
              <a:cs typeface="Sakkal Majalla" panose="02000000000000000000" pitchFamily="2" charset="-78"/>
            </a:endParaRPr>
          </a:p>
        </p:txBody>
      </p:sp>
      <p:sp>
        <p:nvSpPr>
          <p:cNvPr id="34826" name="Text Placeholder 2">
            <a:extLst>
              <a:ext uri="{FF2B5EF4-FFF2-40B4-BE49-F238E27FC236}">
                <a16:creationId xmlns:a16="http://schemas.microsoft.com/office/drawing/2014/main" id="{974DD207-70E5-7C8A-3141-FA8B797F1CCE}"/>
              </a:ext>
            </a:extLst>
          </p:cNvPr>
          <p:cNvSpPr>
            <a:spLocks noGrp="1"/>
          </p:cNvSpPr>
          <p:nvPr>
            <p:ph type="body" sz="half" idx="2"/>
          </p:nvPr>
        </p:nvSpPr>
        <p:spPr>
          <a:xfrm>
            <a:off x="4942383" y="1700808"/>
            <a:ext cx="3744416" cy="2088232"/>
          </a:xfrm>
          <a:solidFill>
            <a:schemeClr val="accent5"/>
          </a:solidFill>
        </p:spPr>
        <p:txBody>
          <a:bodyPr rtlCol="1"/>
          <a:lstStyle/>
          <a:p>
            <a:pPr rtl="1"/>
            <a:r>
              <a:rPr lang="ar" sz="2200" dirty="0"/>
              <a:t>ناقش مدى الحاجة إلى مهارات التواصل المختلفة عند استخدام الاتصال الشفوي والكتابي، على سبيل المثال وجهًا لوجه، في رسالة، عبر البريد الإلكتروني أو الوسائط الإلكترونية الأخرى وعند استخدام الهاتف.</a:t>
            </a:r>
          </a:p>
          <a:p>
            <a:pPr algn="ctr" rtl="1"/>
            <a:r>
              <a:rPr lang="ar" sz="2400" b="1" dirty="0"/>
              <a:t> </a:t>
            </a:r>
            <a:endParaRPr lang="en-US" b="1" dirty="0"/>
          </a:p>
        </p:txBody>
      </p:sp>
      <p:graphicFrame>
        <p:nvGraphicFramePr>
          <p:cNvPr id="34823" name="Content Placeholder 3">
            <a:extLst>
              <a:ext uri="{FF2B5EF4-FFF2-40B4-BE49-F238E27FC236}">
                <a16:creationId xmlns:a16="http://schemas.microsoft.com/office/drawing/2014/main" id="{C43EA193-3D55-E732-E0F6-9D4C90E74E79}"/>
              </a:ext>
            </a:extLst>
          </p:cNvPr>
          <p:cNvGraphicFramePr>
            <a:graphicFrameLocks noGrp="1"/>
          </p:cNvGraphicFramePr>
          <p:nvPr>
            <p:ph idx="1"/>
            <p:extLst>
              <p:ext uri="{D42A27DB-BD31-4B8C-83A1-F6EECF244321}">
                <p14:modId xmlns:p14="http://schemas.microsoft.com/office/powerpoint/2010/main" val="2347523783"/>
              </p:ext>
            </p:extLst>
          </p:nvPr>
        </p:nvGraphicFramePr>
        <p:xfrm>
          <a:off x="457201" y="1700808"/>
          <a:ext cx="4114799" cy="48965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Text Placeholder 2">
            <a:extLst>
              <a:ext uri="{FF2B5EF4-FFF2-40B4-BE49-F238E27FC236}">
                <a16:creationId xmlns:a16="http://schemas.microsoft.com/office/drawing/2014/main" id="{512DB74B-F4B6-1F05-4729-63CC31C47DED}"/>
              </a:ext>
            </a:extLst>
          </p:cNvPr>
          <p:cNvSpPr txBox="1">
            <a:spLocks/>
          </p:cNvSpPr>
          <p:nvPr/>
        </p:nvSpPr>
        <p:spPr bwMode="auto">
          <a:xfrm>
            <a:off x="4942383" y="3916174"/>
            <a:ext cx="3744416" cy="2681177"/>
          </a:xfrm>
          <a:prstGeom prst="rect">
            <a:avLst/>
          </a:prstGeom>
          <a:gradFill>
            <a:gsLst>
              <a:gs pos="0">
                <a:schemeClr val="accent6">
                  <a:lumMod val="20000"/>
                  <a:lumOff val="80000"/>
                </a:schemeClr>
              </a:gs>
              <a:gs pos="86000">
                <a:schemeClr val="accent5"/>
              </a:gs>
              <a:gs pos="100000">
                <a:schemeClr val="accent5"/>
              </a:gs>
            </a:gsLst>
            <a:lin ang="2700000" scaled="1"/>
          </a:gradFill>
          <a:ln w="12700">
            <a:solidFill>
              <a:schemeClr val="tx1"/>
            </a:solidFill>
          </a:ln>
        </p:spPr>
        <p:txBody>
          <a:bodyPr vert="horz" wrap="square" lIns="91440" tIns="45720" rIns="91440" bIns="45720" numCol="1" rtlCol="1" anchor="t" anchorCtr="0" compatLnSpc="1">
            <a:prstTxWarp prst="textNoShape">
              <a:avLst/>
            </a:prstTxWarp>
          </a:bodyPr>
          <a:lstStyle>
            <a:lvl1pPr marL="0" indent="0" algn="r" rtl="1" eaLnBrk="0" fontAlgn="base" hangingPunct="0">
              <a:spcBef>
                <a:spcPct val="20000"/>
              </a:spcBef>
              <a:spcAft>
                <a:spcPct val="0"/>
              </a:spcAft>
              <a:buFont typeface="Wingdings" panose="05000000000000000000" pitchFamily="2" charset="2"/>
              <a:buNone/>
              <a:defRPr sz="1400">
                <a:solidFill>
                  <a:schemeClr val="tx1"/>
                </a:solidFill>
                <a:latin typeface="Arial" panose="020B0604020202020204" pitchFamily="34" charset="0"/>
                <a:ea typeface="Arial" charset="0"/>
                <a:cs typeface="Arial" panose="020B0604020202020204" pitchFamily="34" charset="0"/>
              </a:defRPr>
            </a:lvl1pPr>
            <a:lvl2pPr marL="457200" indent="0" algn="r" rtl="1" eaLnBrk="0" fontAlgn="base" hangingPunct="0">
              <a:spcBef>
                <a:spcPct val="20000"/>
              </a:spcBef>
              <a:spcAft>
                <a:spcPct val="0"/>
              </a:spcAft>
              <a:buFont typeface="Wingdings" panose="05000000000000000000" pitchFamily="2" charset="2"/>
              <a:buNone/>
              <a:defRPr sz="1200">
                <a:solidFill>
                  <a:schemeClr val="tx1"/>
                </a:solidFill>
                <a:latin typeface="+mn-lt"/>
                <a:ea typeface="Arial" charset="0"/>
                <a:cs typeface="Arial" panose="020B0604020202020204" pitchFamily="34" charset="0"/>
              </a:defRPr>
            </a:lvl2pPr>
            <a:lvl3pPr marL="914400" indent="0" algn="r" rtl="1" eaLnBrk="0" fontAlgn="base" hangingPunct="0">
              <a:spcBef>
                <a:spcPct val="20000"/>
              </a:spcBef>
              <a:spcAft>
                <a:spcPct val="0"/>
              </a:spcAft>
              <a:buFont typeface="Wingdings" panose="05000000000000000000" pitchFamily="2" charset="2"/>
              <a:buNone/>
              <a:defRPr sz="1000">
                <a:solidFill>
                  <a:schemeClr val="tx1"/>
                </a:solidFill>
                <a:latin typeface="+mn-lt"/>
                <a:ea typeface="Arial" charset="0"/>
                <a:cs typeface="Arial" panose="020B0604020202020204" pitchFamily="34" charset="0"/>
              </a:defRPr>
            </a:lvl3pPr>
            <a:lvl4pPr marL="1371600" indent="0" algn="r" rtl="1" eaLnBrk="0" fontAlgn="base" hangingPunct="0">
              <a:spcBef>
                <a:spcPct val="20000"/>
              </a:spcBef>
              <a:spcAft>
                <a:spcPct val="0"/>
              </a:spcAft>
              <a:buFont typeface="Wingdings" panose="05000000000000000000" pitchFamily="2" charset="2"/>
              <a:buNone/>
              <a:defRPr sz="900">
                <a:solidFill>
                  <a:schemeClr val="tx1"/>
                </a:solidFill>
                <a:latin typeface="+mn-lt"/>
                <a:ea typeface="Arial" charset="0"/>
                <a:cs typeface="Arial" panose="020B0604020202020204" pitchFamily="34" charset="0"/>
              </a:defRPr>
            </a:lvl4pPr>
            <a:lvl5pPr marL="1828800" indent="0" algn="r" rtl="1" eaLnBrk="0" fontAlgn="base" hangingPunct="0">
              <a:spcBef>
                <a:spcPct val="20000"/>
              </a:spcBef>
              <a:spcAft>
                <a:spcPct val="0"/>
              </a:spcAft>
              <a:buFont typeface="Wingdings" panose="05000000000000000000" pitchFamily="2" charset="2"/>
              <a:buNone/>
              <a:defRPr sz="900">
                <a:solidFill>
                  <a:schemeClr val="tx1"/>
                </a:solidFill>
                <a:latin typeface="+mn-lt"/>
                <a:ea typeface="Arial" charset="0"/>
                <a:cs typeface="Arial" panose="020B0604020202020204" pitchFamily="34" charset="0"/>
              </a:defRPr>
            </a:lvl5pPr>
            <a:lvl6pPr marL="2286000" indent="0" algn="r" rtl="1" fontAlgn="base">
              <a:spcBef>
                <a:spcPct val="20000"/>
              </a:spcBef>
              <a:spcAft>
                <a:spcPct val="0"/>
              </a:spcAft>
              <a:buFont typeface="Wingdings" pitchFamily="2" charset="2"/>
              <a:buNone/>
              <a:defRPr sz="900">
                <a:solidFill>
                  <a:schemeClr val="tx1"/>
                </a:solidFill>
                <a:latin typeface="+mn-lt"/>
              </a:defRPr>
            </a:lvl6pPr>
            <a:lvl7pPr marL="2743200" indent="0" algn="r" rtl="1" fontAlgn="base">
              <a:spcBef>
                <a:spcPct val="20000"/>
              </a:spcBef>
              <a:spcAft>
                <a:spcPct val="0"/>
              </a:spcAft>
              <a:buFont typeface="Wingdings" pitchFamily="2" charset="2"/>
              <a:buNone/>
              <a:defRPr sz="900">
                <a:solidFill>
                  <a:schemeClr val="tx1"/>
                </a:solidFill>
                <a:latin typeface="+mn-lt"/>
              </a:defRPr>
            </a:lvl7pPr>
            <a:lvl8pPr marL="3200400" indent="0" algn="r" rtl="1" fontAlgn="base">
              <a:spcBef>
                <a:spcPct val="20000"/>
              </a:spcBef>
              <a:spcAft>
                <a:spcPct val="0"/>
              </a:spcAft>
              <a:buFont typeface="Wingdings" pitchFamily="2" charset="2"/>
              <a:buNone/>
              <a:defRPr sz="900">
                <a:solidFill>
                  <a:schemeClr val="tx1"/>
                </a:solidFill>
                <a:latin typeface="+mn-lt"/>
              </a:defRPr>
            </a:lvl8pPr>
            <a:lvl9pPr marL="3657600" indent="0" algn="r" rtl="1" fontAlgn="base">
              <a:spcBef>
                <a:spcPct val="20000"/>
              </a:spcBef>
              <a:spcAft>
                <a:spcPct val="0"/>
              </a:spcAft>
              <a:buFont typeface="Wingdings" pitchFamily="2" charset="2"/>
              <a:buNone/>
              <a:defRPr sz="900">
                <a:solidFill>
                  <a:schemeClr val="tx1"/>
                </a:solidFill>
                <a:latin typeface="+mn-lt"/>
              </a:defRPr>
            </a:lvl9pPr>
          </a:lstStyle>
          <a:p>
            <a:pPr rtl="1"/>
            <a:r>
              <a:rPr lang="ar" sz="2200" b="1" kern="0" dirty="0">
                <a:solidFill>
                  <a:schemeClr val="accent6"/>
                </a:solidFill>
                <a:latin typeface="Sakkal Majalla" panose="02000000000000000000" pitchFamily="2" charset="-78"/>
                <a:cs typeface="Sakkal Majalla" panose="02000000000000000000" pitchFamily="2" charset="-78"/>
              </a:rPr>
              <a:t>هل تعلم؟</a:t>
            </a:r>
          </a:p>
          <a:p>
            <a:pPr marL="285750" indent="-285750" rtl="1">
              <a:buFont typeface="Arial" panose="020B0604020202020204" pitchFamily="34" charset="0"/>
              <a:buChar char="•"/>
            </a:pPr>
            <a:r>
              <a:rPr lang="ar" sz="2000" kern="0" dirty="0">
                <a:solidFill>
                  <a:schemeClr val="accent6"/>
                </a:solidFill>
                <a:latin typeface="Sakkal Majalla" panose="02000000000000000000" pitchFamily="2" charset="-78"/>
                <a:cs typeface="Sakkal Majalla" panose="02000000000000000000" pitchFamily="2" charset="-78"/>
              </a:rPr>
              <a:t>في العديد من البلدان، تومئ برأسك لتقول "نعم" وتهزها لتقول "لا". والعكس يحدث في بلدان مثل بلغاريا واليونان.</a:t>
            </a:r>
          </a:p>
          <a:p>
            <a:pPr marL="285750" indent="-285750" rtl="1">
              <a:buFont typeface="Arial" panose="020B0604020202020204" pitchFamily="34" charset="0"/>
              <a:buChar char="•"/>
            </a:pPr>
            <a:r>
              <a:rPr lang="ar" sz="2000" kern="0" dirty="0">
                <a:solidFill>
                  <a:schemeClr val="accent6"/>
                </a:solidFill>
                <a:latin typeface="Sakkal Majalla" panose="02000000000000000000" pitchFamily="2" charset="-78"/>
                <a:cs typeface="Sakkal Majalla" panose="02000000000000000000" pitchFamily="2" charset="-78"/>
              </a:rPr>
              <a:t>"تأرجح الرأس" الذي يُستخدم بشكل رئيس في الهند يمكن أن يعني "نعم"، ولكنه يمكن أن يعني أيضًا "لا"!</a:t>
            </a:r>
          </a:p>
          <a:p>
            <a:pPr marL="285750" indent="-285750" rtl="1">
              <a:buFont typeface="Arial" panose="020B0604020202020204" pitchFamily="34" charset="0"/>
              <a:buChar char="•"/>
            </a:pPr>
            <a:endParaRPr lang="en-GB" sz="1800" kern="0" dirty="0">
              <a:latin typeface="Sakkal Majalla" panose="02000000000000000000" pitchFamily="2" charset="-78"/>
              <a:cs typeface="Sakkal Majalla" panose="02000000000000000000" pitchFamily="2" charset="-78"/>
            </a:endParaRPr>
          </a:p>
          <a:p>
            <a:pPr algn="ctr" rtl="1"/>
            <a:r>
              <a:rPr lang="ar" sz="2400" b="1" kern="0" dirty="0">
                <a:latin typeface="Sakkal Majalla" panose="02000000000000000000" pitchFamily="2" charset="-78"/>
                <a:cs typeface="Sakkal Majalla" panose="02000000000000000000" pitchFamily="2" charset="-78"/>
              </a:rPr>
              <a:t> </a:t>
            </a:r>
            <a:endParaRPr lang="en-US" b="1"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4881BA9-5046-EFEA-6C4E-D916CA1E03B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921876533"/>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7200" y="1195200"/>
            <a:ext cx="8229600" cy="577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norm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lnSpc>
                <a:spcPct val="90000"/>
              </a:lnSpc>
              <a:spcAft>
                <a:spcPts val="600"/>
              </a:spcAft>
            </a:pPr>
            <a:r>
              <a:rPr lang="ar" sz="2200" b="1" dirty="0">
                <a:latin typeface="Sakkal Majalla" panose="02000000000000000000" pitchFamily="2" charset="-78"/>
                <a:cs typeface="Sakkal Majalla" panose="02000000000000000000" pitchFamily="2" charset="-78"/>
              </a:rPr>
              <a:t>ج1 مهارات خدمة العملاء والسلوكيات المُتبَّعة فيها</a:t>
            </a:r>
            <a:r>
              <a:rPr lang="ar" sz="2200" b="1" dirty="0">
                <a:solidFill>
                  <a:schemeClr val="tx2"/>
                </a:solidFill>
                <a:latin typeface="Sakkal Majalla" panose="02000000000000000000" pitchFamily="2" charset="-78"/>
                <a:cs typeface="Sakkal Majalla" panose="02000000000000000000" pitchFamily="2" charset="-78"/>
              </a:rPr>
              <a:t> (2)</a:t>
            </a:r>
            <a:endParaRPr lang="en-US" sz="2200" b="1" dirty="0">
              <a:latin typeface="Sakkal Majalla" panose="02000000000000000000" pitchFamily="2" charset="-78"/>
              <a:cs typeface="Sakkal Majalla" panose="02000000000000000000" pitchFamily="2" charset="-78"/>
            </a:endParaRPr>
          </a:p>
        </p:txBody>
      </p:sp>
      <p:sp>
        <p:nvSpPr>
          <p:cNvPr id="4" name="Content Placeholder 3">
            <a:extLst>
              <a:ext uri="{FF2B5EF4-FFF2-40B4-BE49-F238E27FC236}">
                <a16:creationId xmlns:a16="http://schemas.microsoft.com/office/drawing/2014/main" id="{C35C6C54-6DE7-E2AB-DE8A-F4F688FCEF20}"/>
              </a:ext>
            </a:extLst>
          </p:cNvPr>
          <p:cNvSpPr>
            <a:spLocks noGrp="1"/>
          </p:cNvSpPr>
          <p:nvPr>
            <p:ph idx="1"/>
          </p:nvPr>
        </p:nvSpPr>
        <p:spPr>
          <a:xfrm>
            <a:off x="3611305" y="1934218"/>
            <a:ext cx="5100687" cy="3728582"/>
          </a:xfrm>
          <a:solidFill>
            <a:schemeClr val="accent5"/>
          </a:solidFill>
        </p:spPr>
        <p:txBody>
          <a:bodyPr rtlCol="1"/>
          <a:lstStyle/>
          <a:p>
            <a:pPr marL="0" lvl="0" indent="0" algn="ctr" rtl="1">
              <a:buNone/>
            </a:pPr>
            <a:r>
              <a:rPr lang="ar" sz="2200" b="1" dirty="0">
                <a:solidFill>
                  <a:schemeClr val="tx1"/>
                </a:solidFill>
              </a:rPr>
              <a:t>عوائق التواصل</a:t>
            </a:r>
            <a:endParaRPr lang="en-GB" sz="2200" b="0" i="0" u="none" strike="noStrike" dirty="0">
              <a:solidFill>
                <a:srgbClr val="2D2D2D"/>
              </a:solidFill>
              <a:effectLst/>
            </a:endParaRPr>
          </a:p>
          <a:p>
            <a:pPr marL="0" lvl="0" indent="0" rtl="1">
              <a:buNone/>
            </a:pPr>
            <a:r>
              <a:rPr lang="ar" sz="2000" b="0" i="0" u="none" strike="noStrike" dirty="0">
                <a:solidFill>
                  <a:srgbClr val="2D2D2D"/>
                </a:solidFill>
                <a:effectLst/>
              </a:rPr>
              <a:t>حواجز الاتصال تجعل من الصعب الحفاظ على علاقات جيدة. </a:t>
            </a:r>
            <a:endParaRPr lang="en-GB" sz="2000" dirty="0">
              <a:solidFill>
                <a:srgbClr val="2D2D2D"/>
              </a:solidFill>
            </a:endParaRPr>
          </a:p>
          <a:p>
            <a:pPr marL="0" indent="0" rtl="1">
              <a:buNone/>
            </a:pPr>
            <a:r>
              <a:rPr lang="ar" sz="2000" dirty="0">
                <a:solidFill>
                  <a:srgbClr val="2D2D2D"/>
                </a:solidFill>
              </a:rPr>
              <a:t>الحواجز الشائعة التي قد تسبب الارتباك هي:</a:t>
            </a:r>
          </a:p>
          <a:p>
            <a:pPr rtl="1"/>
            <a:r>
              <a:rPr lang="ar" sz="2000" dirty="0">
                <a:solidFill>
                  <a:srgbClr val="2D2D2D"/>
                </a:solidFill>
              </a:rPr>
              <a:t>عدم القدرة على رؤية الشخص الذي تتواصل معه</a:t>
            </a:r>
          </a:p>
          <a:p>
            <a:pPr rtl="1"/>
            <a:r>
              <a:rPr lang="ar" sz="2000" dirty="0">
                <a:solidFill>
                  <a:srgbClr val="2D2D2D"/>
                </a:solidFill>
              </a:rPr>
              <a:t>استخدام أسلوب تواصل لا يناسب الجمهور</a:t>
            </a:r>
          </a:p>
          <a:p>
            <a:pPr rtl="1"/>
            <a:r>
              <a:rPr lang="ar" sz="2000" dirty="0">
                <a:solidFill>
                  <a:srgbClr val="2D2D2D"/>
                </a:solidFill>
              </a:rPr>
              <a:t>تقديم الكثير من </a:t>
            </a:r>
            <a:r>
              <a:rPr lang="ar" sz="2000" b="0" i="0" u="none" strike="noStrike" dirty="0">
                <a:solidFill>
                  <a:srgbClr val="2D2D2D"/>
                </a:solidFill>
                <a:effectLst/>
              </a:rPr>
              <a:t>المعلومات دفعة</a:t>
            </a:r>
            <a:r>
              <a:rPr lang="ar" sz="2000" dirty="0">
                <a:solidFill>
                  <a:srgbClr val="2D2D2D"/>
                </a:solidFill>
              </a:rPr>
              <a:t> واحدة</a:t>
            </a:r>
          </a:p>
          <a:p>
            <a:pPr rtl="1"/>
            <a:r>
              <a:rPr lang="ar" sz="2000" dirty="0">
                <a:solidFill>
                  <a:srgbClr val="2D2D2D"/>
                </a:solidFill>
              </a:rPr>
              <a:t>استخدام المصطلحات المتخصصة في المجال</a:t>
            </a:r>
          </a:p>
          <a:p>
            <a:pPr rtl="1"/>
            <a:r>
              <a:rPr lang="ar" sz="2000" dirty="0">
                <a:solidFill>
                  <a:srgbClr val="2D2D2D"/>
                </a:solidFill>
              </a:rPr>
              <a:t>الاختلافات اللغوية والثقافية </a:t>
            </a:r>
          </a:p>
          <a:p>
            <a:pPr rtl="1"/>
            <a:endParaRPr lang="en-GB" sz="1800" b="0" i="0" u="none" strike="noStrike" dirty="0">
              <a:solidFill>
                <a:srgbClr val="2D2D2D"/>
              </a:solidFill>
              <a:effectLst/>
            </a:endParaRPr>
          </a:p>
          <a:p>
            <a:pPr rtl="1"/>
            <a:endParaRPr lang="en-GB" sz="1800" b="0" i="0" u="none" strike="noStrike" dirty="0">
              <a:solidFill>
                <a:srgbClr val="2D2D2D"/>
              </a:solidFill>
              <a:effectLst/>
            </a:endParaRPr>
          </a:p>
          <a:p>
            <a:pPr marL="0" lvl="0" indent="0" rtl="1">
              <a:buNone/>
            </a:pPr>
            <a:endParaRPr lang="en-GB" sz="1800" b="0" i="0" u="none" strike="noStrike" dirty="0">
              <a:solidFill>
                <a:srgbClr val="2D2D2D"/>
              </a:solidFill>
              <a:effectLst/>
            </a:endParaRPr>
          </a:p>
          <a:p>
            <a:pPr marL="0" lvl="0" indent="0" rtl="1">
              <a:buNone/>
            </a:pPr>
            <a:r>
              <a:rPr lang="ar" sz="1800" b="0" i="0" u="none" strike="noStrike" dirty="0">
                <a:solidFill>
                  <a:srgbClr val="2D2D2D"/>
                </a:solidFill>
                <a:effectLst/>
              </a:rPr>
              <a:t> </a:t>
            </a:r>
          </a:p>
          <a:p>
            <a:pPr marL="0" lvl="0" indent="0" rtl="1">
              <a:buNone/>
            </a:pPr>
            <a:endParaRPr lang="en-GB" sz="1600" dirty="0"/>
          </a:p>
        </p:txBody>
      </p:sp>
      <p:pic>
        <p:nvPicPr>
          <p:cNvPr id="5" name="Picture 4" descr="Two men talking to each other&#10;&#10;Description automatically generated">
            <a:extLst>
              <a:ext uri="{FF2B5EF4-FFF2-40B4-BE49-F238E27FC236}">
                <a16:creationId xmlns:a16="http://schemas.microsoft.com/office/drawing/2014/main" id="{A0DCF8FC-1492-1DCA-3671-789F9168A3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008" y="2276872"/>
            <a:ext cx="3024336" cy="3024336"/>
          </a:xfrm>
          <a:prstGeom prst="rect">
            <a:avLst/>
          </a:prstGeom>
        </p:spPr>
      </p:pic>
      <p:sp>
        <p:nvSpPr>
          <p:cNvPr id="2" name="Footer Placeholder 2">
            <a:extLst>
              <a:ext uri="{FF2B5EF4-FFF2-40B4-BE49-F238E27FC236}">
                <a16:creationId xmlns:a16="http://schemas.microsoft.com/office/drawing/2014/main" id="{F45FD966-B9CA-4183-B857-89591D344346}"/>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158632440"/>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DE087-C11F-23B6-C273-361499AB4D64}"/>
            </a:ext>
          </a:extLst>
        </p:cNvPr>
        <p:cNvGrpSpPr/>
        <p:nvPr/>
      </p:nvGrpSpPr>
      <p:grpSpPr>
        <a:xfrm>
          <a:off x="0" y="0"/>
          <a:ext cx="0" cy="0"/>
          <a:chOff x="0" y="0"/>
          <a:chExt cx="0" cy="0"/>
        </a:xfrm>
      </p:grpSpPr>
      <p:sp>
        <p:nvSpPr>
          <p:cNvPr id="34820" name="Rectangle 1">
            <a:extLst>
              <a:ext uri="{FF2B5EF4-FFF2-40B4-BE49-F238E27FC236}">
                <a16:creationId xmlns:a16="http://schemas.microsoft.com/office/drawing/2014/main" id="{EDE999E2-22B8-6D4B-421B-A0D6B4FBA2A3}"/>
              </a:ext>
            </a:extLst>
          </p:cNvPr>
          <p:cNvSpPr>
            <a:spLocks noChangeArrowheads="1"/>
          </p:cNvSpPr>
          <p:nvPr/>
        </p:nvSpPr>
        <p:spPr bwMode="auto">
          <a:xfrm>
            <a:off x="1" y="1068065"/>
            <a:ext cx="9143999" cy="50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b" anchorCtr="0" compatLnSpc="1">
            <a:prstTxWarp prst="textNoShape">
              <a:avLst/>
            </a:prstTxWarp>
            <a:no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0" algn="ctr" rtl="1">
              <a:lnSpc>
                <a:spcPct val="100000"/>
              </a:lnSpc>
            </a:pPr>
            <a:r>
              <a:rPr lang="ar" sz="2200" b="1" dirty="0">
                <a:latin typeface="Sakkal Majalla" panose="02000000000000000000" pitchFamily="2" charset="-78"/>
                <a:cs typeface="Sakkal Majalla" panose="02000000000000000000" pitchFamily="2" charset="-78"/>
              </a:rPr>
              <a:t>ج1 مهارات خدمة العملاء والسلوكيات المُتبَّعة فيها (3)</a:t>
            </a:r>
            <a:endParaRPr lang="en-US" sz="2200" b="1" dirty="0">
              <a:latin typeface="Sakkal Majalla" panose="02000000000000000000" pitchFamily="2" charset="-78"/>
              <a:cs typeface="Sakkal Majalla" panose="02000000000000000000" pitchFamily="2" charset="-78"/>
            </a:endParaRPr>
          </a:p>
        </p:txBody>
      </p:sp>
      <p:sp>
        <p:nvSpPr>
          <p:cNvPr id="4" name="Text Placeholder 2">
            <a:extLst>
              <a:ext uri="{FF2B5EF4-FFF2-40B4-BE49-F238E27FC236}">
                <a16:creationId xmlns:a16="http://schemas.microsoft.com/office/drawing/2014/main" id="{6FF3715B-5413-3D9D-A35E-BFF01F7EA50E}"/>
              </a:ext>
            </a:extLst>
          </p:cNvPr>
          <p:cNvSpPr txBox="1">
            <a:spLocks/>
          </p:cNvSpPr>
          <p:nvPr/>
        </p:nvSpPr>
        <p:spPr bwMode="auto">
          <a:xfrm>
            <a:off x="3491879" y="1700808"/>
            <a:ext cx="5112568" cy="4464496"/>
          </a:xfrm>
          <a:prstGeom prst="rect">
            <a:avLst/>
          </a:prstGeom>
          <a:solidFill>
            <a:schemeClr val="accent5"/>
          </a:solidFill>
          <a:ln>
            <a:noFill/>
          </a:ln>
        </p:spPr>
        <p:txBody>
          <a:bodyPr vert="horz" wrap="square" lIns="91440" tIns="45720" rIns="91440" bIns="45720" numCol="1" rtlCol="1" anchor="t" anchorCtr="0" compatLnSpc="1">
            <a:prstTxWarp prst="textNoShape">
              <a:avLst/>
            </a:prstTxWarp>
          </a:bodyPr>
          <a:lstStyle>
            <a:lvl1pPr marL="0" indent="0" algn="r" rtl="1" eaLnBrk="0" fontAlgn="base" hangingPunct="0">
              <a:spcBef>
                <a:spcPct val="20000"/>
              </a:spcBef>
              <a:spcAft>
                <a:spcPct val="0"/>
              </a:spcAft>
              <a:buFont typeface="Wingdings" panose="05000000000000000000" pitchFamily="2" charset="2"/>
              <a:buNone/>
              <a:defRPr sz="1400">
                <a:solidFill>
                  <a:schemeClr val="tx1"/>
                </a:solidFill>
                <a:latin typeface="Arial" panose="020B0604020202020204" pitchFamily="34" charset="0"/>
                <a:ea typeface="Arial" charset="0"/>
                <a:cs typeface="Arial" panose="020B0604020202020204" pitchFamily="34" charset="0"/>
              </a:defRPr>
            </a:lvl1pPr>
            <a:lvl2pPr marL="457200" indent="0" algn="r" rtl="1" eaLnBrk="0" fontAlgn="base" hangingPunct="0">
              <a:spcBef>
                <a:spcPct val="20000"/>
              </a:spcBef>
              <a:spcAft>
                <a:spcPct val="0"/>
              </a:spcAft>
              <a:buFont typeface="Wingdings" panose="05000000000000000000" pitchFamily="2" charset="2"/>
              <a:buNone/>
              <a:defRPr sz="1200">
                <a:solidFill>
                  <a:schemeClr val="tx1"/>
                </a:solidFill>
                <a:latin typeface="+mn-lt"/>
                <a:ea typeface="Arial" charset="0"/>
                <a:cs typeface="Arial" panose="020B0604020202020204" pitchFamily="34" charset="0"/>
              </a:defRPr>
            </a:lvl2pPr>
            <a:lvl3pPr marL="914400" indent="0" algn="r" rtl="1" eaLnBrk="0" fontAlgn="base" hangingPunct="0">
              <a:spcBef>
                <a:spcPct val="20000"/>
              </a:spcBef>
              <a:spcAft>
                <a:spcPct val="0"/>
              </a:spcAft>
              <a:buFont typeface="Wingdings" panose="05000000000000000000" pitchFamily="2" charset="2"/>
              <a:buNone/>
              <a:defRPr sz="1000">
                <a:solidFill>
                  <a:schemeClr val="tx1"/>
                </a:solidFill>
                <a:latin typeface="+mn-lt"/>
                <a:ea typeface="Arial" charset="0"/>
                <a:cs typeface="Arial" panose="020B0604020202020204" pitchFamily="34" charset="0"/>
              </a:defRPr>
            </a:lvl3pPr>
            <a:lvl4pPr marL="1371600" indent="0" algn="r" rtl="1" eaLnBrk="0" fontAlgn="base" hangingPunct="0">
              <a:spcBef>
                <a:spcPct val="20000"/>
              </a:spcBef>
              <a:spcAft>
                <a:spcPct val="0"/>
              </a:spcAft>
              <a:buFont typeface="Wingdings" panose="05000000000000000000" pitchFamily="2" charset="2"/>
              <a:buNone/>
              <a:defRPr sz="900">
                <a:solidFill>
                  <a:schemeClr val="tx1"/>
                </a:solidFill>
                <a:latin typeface="+mn-lt"/>
                <a:ea typeface="Arial" charset="0"/>
                <a:cs typeface="Arial" panose="020B0604020202020204" pitchFamily="34" charset="0"/>
              </a:defRPr>
            </a:lvl4pPr>
            <a:lvl5pPr marL="1828800" indent="0" algn="r" rtl="1" eaLnBrk="0" fontAlgn="base" hangingPunct="0">
              <a:spcBef>
                <a:spcPct val="20000"/>
              </a:spcBef>
              <a:spcAft>
                <a:spcPct val="0"/>
              </a:spcAft>
              <a:buFont typeface="Wingdings" panose="05000000000000000000" pitchFamily="2" charset="2"/>
              <a:buNone/>
              <a:defRPr sz="900">
                <a:solidFill>
                  <a:schemeClr val="tx1"/>
                </a:solidFill>
                <a:latin typeface="+mn-lt"/>
                <a:ea typeface="Arial" charset="0"/>
                <a:cs typeface="Arial" panose="020B0604020202020204" pitchFamily="34" charset="0"/>
              </a:defRPr>
            </a:lvl5pPr>
            <a:lvl6pPr marL="2286000" indent="0" algn="r" rtl="1" fontAlgn="base">
              <a:spcBef>
                <a:spcPct val="20000"/>
              </a:spcBef>
              <a:spcAft>
                <a:spcPct val="0"/>
              </a:spcAft>
              <a:buFont typeface="Wingdings" pitchFamily="2" charset="2"/>
              <a:buNone/>
              <a:defRPr sz="900">
                <a:solidFill>
                  <a:schemeClr val="tx1"/>
                </a:solidFill>
                <a:latin typeface="+mn-lt"/>
              </a:defRPr>
            </a:lvl6pPr>
            <a:lvl7pPr marL="2743200" indent="0" algn="r" rtl="1" fontAlgn="base">
              <a:spcBef>
                <a:spcPct val="20000"/>
              </a:spcBef>
              <a:spcAft>
                <a:spcPct val="0"/>
              </a:spcAft>
              <a:buFont typeface="Wingdings" pitchFamily="2" charset="2"/>
              <a:buNone/>
              <a:defRPr sz="900">
                <a:solidFill>
                  <a:schemeClr val="tx1"/>
                </a:solidFill>
                <a:latin typeface="+mn-lt"/>
              </a:defRPr>
            </a:lvl7pPr>
            <a:lvl8pPr marL="3200400" indent="0" algn="r" rtl="1" fontAlgn="base">
              <a:spcBef>
                <a:spcPct val="20000"/>
              </a:spcBef>
              <a:spcAft>
                <a:spcPct val="0"/>
              </a:spcAft>
              <a:buFont typeface="Wingdings" pitchFamily="2" charset="2"/>
              <a:buNone/>
              <a:defRPr sz="900">
                <a:solidFill>
                  <a:schemeClr val="tx1"/>
                </a:solidFill>
                <a:latin typeface="+mn-lt"/>
              </a:defRPr>
            </a:lvl8pPr>
            <a:lvl9pPr marL="3657600" indent="0" algn="r" rtl="1" fontAlgn="base">
              <a:spcBef>
                <a:spcPct val="20000"/>
              </a:spcBef>
              <a:spcAft>
                <a:spcPct val="0"/>
              </a:spcAft>
              <a:buFont typeface="Wingdings" pitchFamily="2" charset="2"/>
              <a:buNone/>
              <a:defRPr sz="900">
                <a:solidFill>
                  <a:schemeClr val="tx1"/>
                </a:solidFill>
                <a:latin typeface="+mn-lt"/>
              </a:defRPr>
            </a:lvl9pPr>
          </a:lstStyle>
          <a:p>
            <a:pPr rtl="1"/>
            <a:r>
              <a:rPr lang="ar" sz="2000" kern="0" dirty="0">
                <a:latin typeface="Sakkal Majalla" panose="02000000000000000000" pitchFamily="2" charset="-78"/>
                <a:cs typeface="Sakkal Majalla" panose="02000000000000000000" pitchFamily="2" charset="-78"/>
              </a:rPr>
              <a:t>في تقييمك الخاص بنتاج التعلم ج، يتعبن عليك إظهار مهارات الاتصال المناسبة لتلبية احتياجات العملاء في المواقف المختلفة.</a:t>
            </a:r>
          </a:p>
          <a:p>
            <a:pPr rtl="1"/>
            <a:endParaRPr lang="en-GB" sz="2000" kern="0" dirty="0">
              <a:latin typeface="Sakkal Majalla" panose="02000000000000000000" pitchFamily="2" charset="-78"/>
              <a:cs typeface="Sakkal Majalla" panose="02000000000000000000" pitchFamily="2" charset="-78"/>
            </a:endParaRPr>
          </a:p>
          <a:p>
            <a:pPr rtl="1"/>
            <a:r>
              <a:rPr lang="ar" sz="2000" kern="0" dirty="0">
                <a:latin typeface="Sakkal Majalla" panose="02000000000000000000" pitchFamily="2" charset="-78"/>
                <a:cs typeface="Sakkal Majalla" panose="02000000000000000000" pitchFamily="2" charset="-78"/>
              </a:rPr>
              <a:t>يمكنك القيام بذلك من خلال استخدام:</a:t>
            </a:r>
          </a:p>
          <a:p>
            <a:pPr marL="285750" indent="-285750" rtl="1">
              <a:buFont typeface="Arial" panose="020B0604020202020204" pitchFamily="34" charset="0"/>
              <a:buChar char="•"/>
            </a:pPr>
            <a:r>
              <a:rPr lang="ar" sz="2000" kern="0" dirty="0">
                <a:latin typeface="Sakkal Majalla" panose="02000000000000000000" pitchFamily="2" charset="-78"/>
                <a:cs typeface="Sakkal Majalla" panose="02000000000000000000" pitchFamily="2" charset="-78"/>
              </a:rPr>
              <a:t>مهارات الاستماع والتحدث الجيدة</a:t>
            </a:r>
          </a:p>
          <a:p>
            <a:pPr marL="285750" indent="-285750" rtl="1">
              <a:buFont typeface="Arial" panose="020B0604020202020204" pitchFamily="34" charset="0"/>
              <a:buChar char="•"/>
            </a:pPr>
            <a:r>
              <a:rPr lang="ar" sz="2000" kern="0" dirty="0">
                <a:latin typeface="Sakkal Majalla" panose="02000000000000000000" pitchFamily="2" charset="-78"/>
                <a:cs typeface="Sakkal Majalla" panose="02000000000000000000" pitchFamily="2" charset="-78"/>
              </a:rPr>
              <a:t>إرشادات التحية التنظيمية </a:t>
            </a:r>
            <a:r>
              <a:rPr lang="ar" sz="2000" b="1" kern="0" dirty="0">
                <a:latin typeface="Sakkal Majalla" panose="02000000000000000000" pitchFamily="2" charset="-78"/>
                <a:cs typeface="Sakkal Majalla" panose="02000000000000000000" pitchFamily="2" charset="-78"/>
              </a:rPr>
              <a:t> </a:t>
            </a:r>
            <a:endParaRPr lang="en-US" sz="2000" b="1" kern="0" dirty="0">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kern="0" dirty="0">
                <a:latin typeface="Sakkal Majalla" panose="02000000000000000000" pitchFamily="2" charset="-78"/>
                <a:cs typeface="Sakkal Majalla" panose="02000000000000000000" pitchFamily="2" charset="-78"/>
              </a:rPr>
              <a:t>لغة إيجابية ومهنية</a:t>
            </a:r>
          </a:p>
          <a:p>
            <a:pPr marL="285750" indent="-285750" rtl="1">
              <a:buFont typeface="Arial" panose="020B0604020202020204" pitchFamily="34" charset="0"/>
              <a:buChar char="•"/>
            </a:pPr>
            <a:r>
              <a:rPr lang="ar" sz="2000" kern="0" dirty="0">
                <a:latin typeface="Sakkal Majalla" panose="02000000000000000000" pitchFamily="2" charset="-78"/>
                <a:cs typeface="Sakkal Majalla" panose="02000000000000000000" pitchFamily="2" charset="-78"/>
              </a:rPr>
              <a:t>أساليب التواصل المختلفة</a:t>
            </a:r>
          </a:p>
          <a:p>
            <a:pPr marL="285750" indent="-285750" rtl="1">
              <a:buFont typeface="Arial" panose="020B0604020202020204" pitchFamily="34" charset="0"/>
              <a:buChar char="•"/>
            </a:pPr>
            <a:r>
              <a:rPr lang="ar" sz="2000" kern="0" dirty="0">
                <a:latin typeface="Sakkal Majalla" panose="02000000000000000000" pitchFamily="2" charset="-78"/>
                <a:cs typeface="Sakkal Majalla" panose="02000000000000000000" pitchFamily="2" charset="-78"/>
              </a:rPr>
              <a:t>الاتصالات غير اللفظية المناسبة</a:t>
            </a:r>
          </a:p>
          <a:p>
            <a:pPr marL="285750" indent="-285750" rtl="1">
              <a:buFont typeface="Arial" panose="020B0604020202020204" pitchFamily="34" charset="0"/>
              <a:buChar char="•"/>
            </a:pPr>
            <a:r>
              <a:rPr lang="ar" sz="2000" kern="0" dirty="0">
                <a:latin typeface="Sakkal Majalla" panose="02000000000000000000" pitchFamily="2" charset="-78"/>
                <a:cs typeface="Sakkal Majalla" panose="02000000000000000000" pitchFamily="2" charset="-78"/>
              </a:rPr>
              <a:t>القواعد النحوية وعلامات الترقيم الصحيحة في الاتصالات المكتوبة والرقمية</a:t>
            </a:r>
          </a:p>
        </p:txBody>
      </p:sp>
      <p:grpSp>
        <p:nvGrpSpPr>
          <p:cNvPr id="6" name="Group 5">
            <a:extLst>
              <a:ext uri="{FF2B5EF4-FFF2-40B4-BE49-F238E27FC236}">
                <a16:creationId xmlns:a16="http://schemas.microsoft.com/office/drawing/2014/main" id="{E34E3E23-BEA0-137B-316B-88915FD15C70}"/>
              </a:ext>
            </a:extLst>
          </p:cNvPr>
          <p:cNvGrpSpPr/>
          <p:nvPr/>
        </p:nvGrpSpPr>
        <p:grpSpPr>
          <a:xfrm>
            <a:off x="391145" y="1708370"/>
            <a:ext cx="2910660" cy="2224686"/>
            <a:chOff x="-24121" y="215426"/>
            <a:chExt cx="2705703" cy="1409698"/>
          </a:xfrm>
        </p:grpSpPr>
        <p:sp>
          <p:nvSpPr>
            <p:cNvPr id="8" name="Rectangle 7">
              <a:extLst>
                <a:ext uri="{FF2B5EF4-FFF2-40B4-BE49-F238E27FC236}">
                  <a16:creationId xmlns:a16="http://schemas.microsoft.com/office/drawing/2014/main" id="{6B5102CE-9B9A-FBB6-CFE0-9FA079CA9A43}"/>
                </a:ext>
              </a:extLst>
            </p:cNvPr>
            <p:cNvSpPr/>
            <p:nvPr/>
          </p:nvSpPr>
          <p:spPr>
            <a:xfrm>
              <a:off x="0" y="215426"/>
              <a:ext cx="2681582" cy="136888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9" name="TextBox 8">
              <a:extLst>
                <a:ext uri="{FF2B5EF4-FFF2-40B4-BE49-F238E27FC236}">
                  <a16:creationId xmlns:a16="http://schemas.microsoft.com/office/drawing/2014/main" id="{D9EF74DD-7CDC-79A1-5E0D-108CC1DB2AEC}"/>
                </a:ext>
              </a:extLst>
            </p:cNvPr>
            <p:cNvSpPr txBox="1"/>
            <p:nvPr/>
          </p:nvSpPr>
          <p:spPr>
            <a:xfrm>
              <a:off x="-24121" y="256242"/>
              <a:ext cx="2681582" cy="136888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لماذا قد يعكس الأشخاص في محادثة فردية سلوك وأسلوب اتصال الشخص الذي يتحدثون إليه؟</a:t>
              </a:r>
              <a:endParaRPr lang="en-US" dirty="0">
                <a:solidFill>
                  <a:srgbClr val="7030A0"/>
                </a:solidFill>
                <a:latin typeface="Sakkal Majalla" panose="02000000000000000000" pitchFamily="2" charset="-78"/>
                <a:cs typeface="Sakkal Majalla" panose="02000000000000000000" pitchFamily="2" charset="-78"/>
              </a:endParaRPr>
            </a:p>
          </p:txBody>
        </p:sp>
      </p:grpSp>
      <p:grpSp>
        <p:nvGrpSpPr>
          <p:cNvPr id="10" name="Group 9">
            <a:extLst>
              <a:ext uri="{FF2B5EF4-FFF2-40B4-BE49-F238E27FC236}">
                <a16:creationId xmlns:a16="http://schemas.microsoft.com/office/drawing/2014/main" id="{E7AFA01C-AC6F-2DF8-4330-440E3E39801F}"/>
              </a:ext>
            </a:extLst>
          </p:cNvPr>
          <p:cNvGrpSpPr/>
          <p:nvPr/>
        </p:nvGrpSpPr>
        <p:grpSpPr>
          <a:xfrm>
            <a:off x="417095" y="3997469"/>
            <a:ext cx="2884710" cy="2167835"/>
            <a:chOff x="0" y="215426"/>
            <a:chExt cx="2681582" cy="1368881"/>
          </a:xfrm>
        </p:grpSpPr>
        <p:sp>
          <p:nvSpPr>
            <p:cNvPr id="11" name="Rectangle 10">
              <a:extLst>
                <a:ext uri="{FF2B5EF4-FFF2-40B4-BE49-F238E27FC236}">
                  <a16:creationId xmlns:a16="http://schemas.microsoft.com/office/drawing/2014/main" id="{1CA9CDBB-9A15-CA14-C951-293D66714D26}"/>
                </a:ext>
              </a:extLst>
            </p:cNvPr>
            <p:cNvSpPr/>
            <p:nvPr/>
          </p:nvSpPr>
          <p:spPr>
            <a:xfrm>
              <a:off x="0" y="215426"/>
              <a:ext cx="2681582" cy="136888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12" name="TextBox 11">
              <a:extLst>
                <a:ext uri="{FF2B5EF4-FFF2-40B4-BE49-F238E27FC236}">
                  <a16:creationId xmlns:a16="http://schemas.microsoft.com/office/drawing/2014/main" id="{99A85339-07E8-2B68-190D-B30A557CF20D}"/>
                </a:ext>
              </a:extLst>
            </p:cNvPr>
            <p:cNvSpPr txBox="1"/>
            <p:nvPr/>
          </p:nvSpPr>
          <p:spPr>
            <a:xfrm>
              <a:off x="42814" y="256242"/>
              <a:ext cx="2618726" cy="1328065"/>
            </a:xfrm>
            <a:prstGeom prst="rect">
              <a:avLst/>
            </a:prstGeom>
            <a:gradFill>
              <a:gsLst>
                <a:gs pos="0">
                  <a:schemeClr val="accent6">
                    <a:lumMod val="20000"/>
                    <a:lumOff val="80000"/>
                  </a:schemeClr>
                </a:gs>
                <a:gs pos="86000">
                  <a:schemeClr val="accent5"/>
                </a:gs>
                <a:gs pos="100000">
                  <a:schemeClr val="accent5"/>
                </a:gs>
              </a:gsLst>
              <a:lin ang="2700000" scaled="1"/>
            </a:gradFill>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نصائح مهمة</a:t>
              </a:r>
              <a:endParaRPr lang="en-US" dirty="0">
                <a:solidFill>
                  <a:srgbClr val="7030A0"/>
                </a:solidFill>
                <a:latin typeface="Sakkal Majalla" panose="02000000000000000000" pitchFamily="2" charset="-78"/>
                <a:cs typeface="Sakkal Majalla" panose="02000000000000000000" pitchFamily="2" charset="-78"/>
              </a:endParaRPr>
            </a:p>
            <a:p>
              <a:pPr rtl="1"/>
              <a:r>
                <a:rPr lang="ar" dirty="0">
                  <a:solidFill>
                    <a:srgbClr val="7030A0"/>
                  </a:solidFill>
                  <a:latin typeface="Sakkal Majalla" panose="02000000000000000000" pitchFamily="2" charset="-78"/>
                  <a:cs typeface="Sakkal Majalla" panose="02000000000000000000" pitchFamily="2" charset="-78"/>
                </a:rPr>
                <a:t>إذا كان لديك وظيفة بدوام جزئي في خدمة العملاء، يمكنك أن تطلب من صاحب العمل تزويدك بأقوال الشهود كدليل على مهاراتك. </a:t>
              </a:r>
              <a:endParaRPr lang="en-US" dirty="0">
                <a:solidFill>
                  <a:srgbClr val="7030A0"/>
                </a:solidFill>
                <a:latin typeface="Sakkal Majalla" panose="02000000000000000000" pitchFamily="2" charset="-78"/>
                <a:cs typeface="Sakkal Majalla" panose="02000000000000000000" pitchFamily="2" charset="-78"/>
              </a:endParaRPr>
            </a:p>
          </p:txBody>
        </p:sp>
      </p:grpSp>
      <p:sp>
        <p:nvSpPr>
          <p:cNvPr id="2" name="Footer Placeholder 2">
            <a:extLst>
              <a:ext uri="{FF2B5EF4-FFF2-40B4-BE49-F238E27FC236}">
                <a16:creationId xmlns:a16="http://schemas.microsoft.com/office/drawing/2014/main" id="{07755D05-B18E-950B-6ECA-B75D4A8A3EFE}"/>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521466740"/>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A6B04-9E1A-2698-5067-A0F4617DCF50}"/>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71E27FBD-3F4E-AA80-462E-49EE200F27D4}"/>
              </a:ext>
            </a:extLst>
          </p:cNvPr>
          <p:cNvSpPr>
            <a:spLocks noGrp="1" noChangeArrowheads="1"/>
          </p:cNvSpPr>
          <p:nvPr>
            <p:ph type="title"/>
          </p:nvPr>
        </p:nvSpPr>
        <p:spPr bwMode="auto">
          <a:xfrm>
            <a:off x="251520" y="1110693"/>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t>ج1 مهارات خدمة العملاء والسلوكيات المُتبَّعة فيها</a:t>
            </a:r>
            <a:r>
              <a:rPr lang="ar" sz="2200" b="1" dirty="0">
                <a:solidFill>
                  <a:schemeClr val="tx2"/>
                </a:solidFill>
              </a:rPr>
              <a:t> (3)</a:t>
            </a:r>
            <a:br>
              <a:rPr lang="en-GB" sz="2200" b="1" dirty="0">
                <a:effectLst/>
              </a:rPr>
            </a:b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30723" name="Content Placeholder 3">
            <a:extLst>
              <a:ext uri="{FF2B5EF4-FFF2-40B4-BE49-F238E27FC236}">
                <a16:creationId xmlns:a16="http://schemas.microsoft.com/office/drawing/2014/main" id="{78E5AE1E-4439-A385-EC9E-414CF526A056}"/>
              </a:ext>
            </a:extLst>
          </p:cNvPr>
          <p:cNvSpPr>
            <a:spLocks noGrp="1" noChangeArrowheads="1"/>
          </p:cNvSpPr>
          <p:nvPr>
            <p:ph sz="half" idx="2"/>
          </p:nvPr>
        </p:nvSpPr>
        <p:spPr bwMode="auto">
          <a:xfrm>
            <a:off x="4572000" y="1545518"/>
            <a:ext cx="4124445" cy="2963602"/>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effectLst/>
              </a:rPr>
              <a:t>تعد </a:t>
            </a:r>
            <a:r>
              <a:rPr lang="ar" sz="2000" b="1" dirty="0">
                <a:effectLst/>
              </a:rPr>
              <a:t>مهارات التعامل مع الآخرين</a:t>
            </a:r>
            <a:r>
              <a:rPr lang="ar" sz="2000" dirty="0">
                <a:effectLst/>
              </a:rPr>
              <a:t> أيضًا جزءًا مهم</a:t>
            </a:r>
            <a:r>
              <a:rPr lang="ar-SA" sz="2000" dirty="0"/>
              <a:t>ًّ</a:t>
            </a:r>
            <a:r>
              <a:rPr lang="ar" sz="2000" dirty="0">
                <a:effectLst/>
              </a:rPr>
              <a:t>ا من تقييمك. </a:t>
            </a:r>
          </a:p>
          <a:p>
            <a:pPr marL="0" indent="0" rtl="1">
              <a:buNone/>
            </a:pPr>
            <a:r>
              <a:rPr lang="ar" sz="2000" dirty="0">
                <a:effectLst/>
              </a:rPr>
              <a:t>ويتضمن ذلك أسلوب العرض الشخصي الخاص بك مثل:</a:t>
            </a:r>
          </a:p>
          <a:p>
            <a:pPr rtl="1"/>
            <a:r>
              <a:rPr lang="ar" sz="2000" dirty="0"/>
              <a:t>الشخصية</a:t>
            </a:r>
          </a:p>
          <a:p>
            <a:pPr rtl="1"/>
            <a:r>
              <a:rPr lang="ar" sz="2000" dirty="0"/>
              <a:t>مهارات المحادثة</a:t>
            </a:r>
          </a:p>
          <a:p>
            <a:pPr rtl="1"/>
            <a:r>
              <a:rPr lang="ar" sz="2000" dirty="0">
                <a:effectLst/>
              </a:rPr>
              <a:t>المواقف والسلوكيات</a:t>
            </a:r>
          </a:p>
          <a:p>
            <a:pPr rtl="1"/>
            <a:r>
              <a:rPr lang="ar" sz="2000" dirty="0">
                <a:effectLst/>
              </a:rPr>
              <a:t>النظافة الشخصية والنظافة العامة</a:t>
            </a:r>
          </a:p>
          <a:p>
            <a:pPr rtl="1"/>
            <a:r>
              <a:rPr lang="ar" sz="2000" dirty="0"/>
              <a:t>القدرة على </a:t>
            </a:r>
            <a:r>
              <a:rPr lang="ar" sz="2000" dirty="0">
                <a:effectLst/>
              </a:rPr>
              <a:t>توفير استجابة متسقة وموثوقة</a:t>
            </a:r>
          </a:p>
          <a:p>
            <a:pPr marL="0" indent="0" rtl="1">
              <a:buNone/>
            </a:pPr>
            <a:endParaRPr lang="en-GB" altLang="en-US" sz="2000" dirty="0">
              <a:solidFill>
                <a:srgbClr val="FF0000"/>
              </a:solidFill>
            </a:endParaRPr>
          </a:p>
        </p:txBody>
      </p:sp>
      <p:sp>
        <p:nvSpPr>
          <p:cNvPr id="2" name="Content Placeholder 3">
            <a:extLst>
              <a:ext uri="{FF2B5EF4-FFF2-40B4-BE49-F238E27FC236}">
                <a16:creationId xmlns:a16="http://schemas.microsoft.com/office/drawing/2014/main" id="{B005990D-6EE7-1802-C62B-29578C590356}"/>
              </a:ext>
            </a:extLst>
          </p:cNvPr>
          <p:cNvSpPr txBox="1">
            <a:spLocks noChangeArrowheads="1"/>
          </p:cNvSpPr>
          <p:nvPr/>
        </p:nvSpPr>
        <p:spPr bwMode="auto">
          <a:xfrm>
            <a:off x="4571999" y="4797152"/>
            <a:ext cx="4124446" cy="1838750"/>
          </a:xfrm>
          <a:prstGeom prst="rect">
            <a:avLst/>
          </a:prstGeom>
          <a:solidFill>
            <a:schemeClr val="accent6">
              <a:lumMod val="20000"/>
              <a:lumOff val="80000"/>
            </a:schemeClr>
          </a:solidFill>
          <a:ln>
            <a:noFill/>
          </a:ln>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2000" dirty="0">
                <a:latin typeface="Sakkal Majalla" panose="02000000000000000000" pitchFamily="2" charset="-78"/>
                <a:cs typeface="Sakkal Majalla" panose="02000000000000000000" pitchFamily="2" charset="-78"/>
              </a:rPr>
              <a:t>من</a:t>
            </a:r>
            <a:r>
              <a:rPr lang="ar" sz="2000" b="1" dirty="0">
                <a:latin typeface="Sakkal Majalla" panose="02000000000000000000" pitchFamily="2" charset="-78"/>
                <a:cs typeface="Sakkal Majalla" panose="02000000000000000000" pitchFamily="2" charset="-78"/>
              </a:rPr>
              <a:t> المتوقع </a:t>
            </a:r>
            <a:r>
              <a:rPr lang="ar" sz="2000" b="1" dirty="0">
                <a:effectLst/>
                <a:latin typeface="Sakkal Majalla" panose="02000000000000000000" pitchFamily="2" charset="-78"/>
                <a:cs typeface="Sakkal Majalla" panose="02000000000000000000" pitchFamily="2" charset="-78"/>
              </a:rPr>
              <a:t>أيضًا اتباع</a:t>
            </a:r>
            <a:r>
              <a:rPr lang="ar" sz="2000" dirty="0">
                <a:effectLst/>
                <a:latin typeface="Sakkal Majalla" panose="02000000000000000000" pitchFamily="2" charset="-78"/>
                <a:cs typeface="Sakkal Majalla" panose="02000000000000000000" pitchFamily="2" charset="-78"/>
              </a:rPr>
              <a:t> بعض السلوكيات المعينة في مكان العمل، مثل:</a:t>
            </a:r>
          </a:p>
          <a:p>
            <a:pPr rtl="1"/>
            <a:r>
              <a:rPr lang="ar" sz="2000" dirty="0">
                <a:latin typeface="Sakkal Majalla" panose="02000000000000000000" pitchFamily="2" charset="-78"/>
                <a:cs typeface="Sakkal Majalla" panose="02000000000000000000" pitchFamily="2" charset="-78"/>
              </a:rPr>
              <a:t>إظهار</a:t>
            </a:r>
            <a:r>
              <a:rPr lang="ar" sz="2000" dirty="0">
                <a:effectLst/>
                <a:latin typeface="Sakkal Majalla" panose="02000000000000000000" pitchFamily="2" charset="-78"/>
                <a:cs typeface="Sakkal Majalla" panose="02000000000000000000" pitchFamily="2" charset="-78"/>
              </a:rPr>
              <a:t> تعاملك بإيجابية</a:t>
            </a:r>
          </a:p>
          <a:p>
            <a:pPr rtl="1"/>
            <a:r>
              <a:rPr lang="ar" sz="2000" dirty="0">
                <a:effectLst/>
                <a:latin typeface="Sakkal Majalla" panose="02000000000000000000" pitchFamily="2" charset="-78"/>
                <a:cs typeface="Sakkal Majalla" panose="02000000000000000000" pitchFamily="2" charset="-78"/>
              </a:rPr>
              <a:t>إظهار الاحترام</a:t>
            </a:r>
          </a:p>
          <a:p>
            <a:pPr rtl="1"/>
            <a:r>
              <a:rPr lang="ar" sz="2000" dirty="0">
                <a:latin typeface="Sakkal Majalla" panose="02000000000000000000" pitchFamily="2" charset="-78"/>
                <a:cs typeface="Sakkal Majalla" panose="02000000000000000000" pitchFamily="2" charset="-78"/>
              </a:rPr>
              <a:t>تقديم المساعدة</a:t>
            </a:r>
          </a:p>
          <a:p>
            <a:pPr rtl="1"/>
            <a:endParaRPr lang="en-GB" sz="2000" dirty="0">
              <a:effectLst/>
              <a:latin typeface="Sakkal Majalla" panose="02000000000000000000" pitchFamily="2" charset="-78"/>
              <a:cs typeface="Sakkal Majalla" panose="02000000000000000000" pitchFamily="2" charset="-78"/>
            </a:endParaRPr>
          </a:p>
        </p:txBody>
      </p:sp>
      <p:grpSp>
        <p:nvGrpSpPr>
          <p:cNvPr id="10" name="Group 9">
            <a:extLst>
              <a:ext uri="{FF2B5EF4-FFF2-40B4-BE49-F238E27FC236}">
                <a16:creationId xmlns:a16="http://schemas.microsoft.com/office/drawing/2014/main" id="{00BCDD5A-D2E5-BF3C-85BF-C3D56D461B6B}"/>
              </a:ext>
            </a:extLst>
          </p:cNvPr>
          <p:cNvGrpSpPr/>
          <p:nvPr/>
        </p:nvGrpSpPr>
        <p:grpSpPr>
          <a:xfrm>
            <a:off x="244758" y="1603314"/>
            <a:ext cx="4045971" cy="2002623"/>
            <a:chOff x="-4489" y="-86782"/>
            <a:chExt cx="2686071" cy="1286694"/>
          </a:xfrm>
        </p:grpSpPr>
        <p:sp>
          <p:nvSpPr>
            <p:cNvPr id="11" name="Rectangle 10">
              <a:extLst>
                <a:ext uri="{FF2B5EF4-FFF2-40B4-BE49-F238E27FC236}">
                  <a16:creationId xmlns:a16="http://schemas.microsoft.com/office/drawing/2014/main" id="{5CA121EA-F157-BC28-1706-CE747D7E3020}"/>
                </a:ext>
              </a:extLst>
            </p:cNvPr>
            <p:cNvSpPr/>
            <p:nvPr/>
          </p:nvSpPr>
          <p:spPr>
            <a:xfrm>
              <a:off x="0" y="-86782"/>
              <a:ext cx="2681582" cy="1286694"/>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12" name="TextBox 11">
              <a:extLst>
                <a:ext uri="{FF2B5EF4-FFF2-40B4-BE49-F238E27FC236}">
                  <a16:creationId xmlns:a16="http://schemas.microsoft.com/office/drawing/2014/main" id="{E6532FB0-4668-57C2-F61F-D7A5E7D4D5F8}"/>
                </a:ext>
              </a:extLst>
            </p:cNvPr>
            <p:cNvSpPr txBox="1"/>
            <p:nvPr/>
          </p:nvSpPr>
          <p:spPr>
            <a:xfrm>
              <a:off x="-4489" y="61557"/>
              <a:ext cx="2681582" cy="9826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كيف يمكن للطريقة التي تتحدث بها مع العملاء أن يكون لها تأثير إيجابي أو سلبي في الشركة؟</a:t>
              </a:r>
            </a:p>
          </p:txBody>
        </p:sp>
      </p:grpSp>
      <p:pic>
        <p:nvPicPr>
          <p:cNvPr id="4" name="Picture 3" descr="A cartoon of a person yawning at a computer&#10;&#10;Description automatically generated">
            <a:extLst>
              <a:ext uri="{FF2B5EF4-FFF2-40B4-BE49-F238E27FC236}">
                <a16:creationId xmlns:a16="http://schemas.microsoft.com/office/drawing/2014/main" id="{F6AFB65F-6591-B54D-6A12-9B6F61312B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03648" y="3902459"/>
            <a:ext cx="1872208" cy="2477448"/>
          </a:xfrm>
          <a:prstGeom prst="rect">
            <a:avLst/>
          </a:prstGeom>
        </p:spPr>
      </p:pic>
      <p:sp>
        <p:nvSpPr>
          <p:cNvPr id="3" name="Footer Placeholder 2">
            <a:extLst>
              <a:ext uri="{FF2B5EF4-FFF2-40B4-BE49-F238E27FC236}">
                <a16:creationId xmlns:a16="http://schemas.microsoft.com/office/drawing/2014/main" id="{E12E49BB-7157-03BB-44F0-59BD4DDCC1F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247344073"/>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14407-D896-7199-EF44-B08B0D67579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5258572A-5129-F919-04D8-3AE8FB5121E3}"/>
              </a:ext>
            </a:extLst>
          </p:cNvPr>
          <p:cNvSpPr>
            <a:spLocks noGrp="1" noChangeArrowheads="1"/>
          </p:cNvSpPr>
          <p:nvPr>
            <p:ph type="title"/>
          </p:nvPr>
        </p:nvSpPr>
        <p:spPr bwMode="auto">
          <a:xfrm>
            <a:off x="323528" y="1195388"/>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ج2 التعامل مع طلبات وشكاوى خدمة العملاء (1)</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2" name="Content Placeholder 3">
            <a:extLst>
              <a:ext uri="{FF2B5EF4-FFF2-40B4-BE49-F238E27FC236}">
                <a16:creationId xmlns:a16="http://schemas.microsoft.com/office/drawing/2014/main" id="{243DF17F-586A-F471-FE42-57FA86D2C76D}"/>
              </a:ext>
            </a:extLst>
          </p:cNvPr>
          <p:cNvSpPr txBox="1">
            <a:spLocks noChangeArrowheads="1"/>
          </p:cNvSpPr>
          <p:nvPr/>
        </p:nvSpPr>
        <p:spPr bwMode="auto">
          <a:xfrm>
            <a:off x="433549" y="2132857"/>
            <a:ext cx="4858531" cy="3134396"/>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lgn="ctr" rtl="1">
              <a:buFont typeface="Wingdings" panose="05000000000000000000" pitchFamily="2" charset="2"/>
              <a:buNone/>
            </a:pPr>
            <a:r>
              <a:rPr lang="ar" sz="2200" b="1" kern="0" dirty="0">
                <a:latin typeface="Sakkal Majalla" panose="02000000000000000000" pitchFamily="2" charset="-78"/>
                <a:cs typeface="Sakkal Majalla" panose="02000000000000000000" pitchFamily="2" charset="-78"/>
              </a:rPr>
              <a:t>مواقف خدمة العملاء</a:t>
            </a:r>
          </a:p>
          <a:p>
            <a:pPr marL="0" indent="0" rtl="1">
              <a:buNone/>
            </a:pPr>
            <a:endParaRPr lang="en-GB" sz="1800" kern="0" dirty="0">
              <a:latin typeface="Sakkal Majalla" panose="02000000000000000000" pitchFamily="2" charset="-78"/>
              <a:cs typeface="Sakkal Majalla" panose="02000000000000000000" pitchFamily="2" charset="-78"/>
            </a:endParaRPr>
          </a:p>
          <a:p>
            <a:pPr marL="0" indent="0" rtl="1">
              <a:buNone/>
            </a:pPr>
            <a:r>
              <a:rPr lang="ar" sz="2000" kern="0" dirty="0">
                <a:latin typeface="Sakkal Majalla" panose="02000000000000000000" pitchFamily="2" charset="-78"/>
                <a:cs typeface="Sakkal Majalla" panose="02000000000000000000" pitchFamily="2" charset="-78"/>
              </a:rPr>
              <a:t>عند التعامل مع العملاء، قد يُطلب منك:</a:t>
            </a:r>
          </a:p>
          <a:p>
            <a:pPr rtl="1"/>
            <a:r>
              <a:rPr lang="ar" sz="2000" dirty="0">
                <a:effectLst/>
                <a:latin typeface="Sakkal Majalla" panose="02000000000000000000" pitchFamily="2" charset="-78"/>
                <a:cs typeface="Sakkal Majalla" panose="02000000000000000000" pitchFamily="2" charset="-78"/>
              </a:rPr>
              <a:t>تقديم معلومات</a:t>
            </a:r>
            <a:r>
              <a:rPr lang="ar" sz="2000" dirty="0">
                <a:latin typeface="Sakkal Majalla" panose="02000000000000000000" pitchFamily="2" charset="-78"/>
                <a:cs typeface="Sakkal Majalla" panose="02000000000000000000" pitchFamily="2" charset="-78"/>
              </a:rPr>
              <a:t> </a:t>
            </a:r>
            <a:r>
              <a:rPr lang="ar" sz="2000" dirty="0">
                <a:effectLst/>
                <a:latin typeface="Sakkal Majalla" panose="02000000000000000000" pitchFamily="2" charset="-78"/>
                <a:cs typeface="Sakkal Majalla" panose="02000000000000000000" pitchFamily="2" charset="-78"/>
              </a:rPr>
              <a:t>عن المنتجات أو الخدمات</a:t>
            </a:r>
          </a:p>
          <a:p>
            <a:pPr rtl="1"/>
            <a:r>
              <a:rPr lang="ar" sz="2000" dirty="0">
                <a:effectLst/>
                <a:latin typeface="Sakkal Majalla" panose="02000000000000000000" pitchFamily="2" charset="-78"/>
                <a:cs typeface="Sakkal Majalla" panose="02000000000000000000" pitchFamily="2" charset="-78"/>
              </a:rPr>
              <a:t>الترويج لمنتجات وخدمات إضافية</a:t>
            </a:r>
            <a:endParaRPr lang="en-GB" sz="2000" dirty="0">
              <a:latin typeface="Sakkal Majalla" panose="02000000000000000000" pitchFamily="2" charset="-78"/>
              <a:cs typeface="Sakkal Majalla" panose="02000000000000000000" pitchFamily="2" charset="-78"/>
            </a:endParaRPr>
          </a:p>
          <a:p>
            <a:pPr rtl="1"/>
            <a:r>
              <a:rPr lang="ar" sz="2000" dirty="0">
                <a:effectLst/>
                <a:latin typeface="Sakkal Majalla" panose="02000000000000000000" pitchFamily="2" charset="-78"/>
                <a:cs typeface="Sakkal Majalla" panose="02000000000000000000" pitchFamily="2" charset="-78"/>
              </a:rPr>
              <a:t>تقديم المشورة</a:t>
            </a:r>
            <a:endParaRPr lang="en-GB" sz="2000" dirty="0">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استلام</a:t>
            </a:r>
            <a:r>
              <a:rPr lang="ar" sz="2000" dirty="0">
                <a:effectLst/>
                <a:latin typeface="Sakkal Majalla" panose="02000000000000000000" pitchFamily="2" charset="-78"/>
                <a:cs typeface="Sakkal Majalla" panose="02000000000000000000" pitchFamily="2" charset="-78"/>
              </a:rPr>
              <a:t> الرسائل أو نقلها</a:t>
            </a:r>
          </a:p>
        </p:txBody>
      </p:sp>
      <p:grpSp>
        <p:nvGrpSpPr>
          <p:cNvPr id="6" name="Group 5">
            <a:extLst>
              <a:ext uri="{FF2B5EF4-FFF2-40B4-BE49-F238E27FC236}">
                <a16:creationId xmlns:a16="http://schemas.microsoft.com/office/drawing/2014/main" id="{5E984EDB-487B-3003-595E-FEC4AE2E5ABE}"/>
              </a:ext>
            </a:extLst>
          </p:cNvPr>
          <p:cNvGrpSpPr/>
          <p:nvPr/>
        </p:nvGrpSpPr>
        <p:grpSpPr>
          <a:xfrm>
            <a:off x="5782357" y="2240867"/>
            <a:ext cx="2822091" cy="3042117"/>
            <a:chOff x="40360" y="145511"/>
            <a:chExt cx="2564804" cy="1375996"/>
          </a:xfrm>
        </p:grpSpPr>
        <p:sp>
          <p:nvSpPr>
            <p:cNvPr id="7" name="Rectangle 6">
              <a:extLst>
                <a:ext uri="{FF2B5EF4-FFF2-40B4-BE49-F238E27FC236}">
                  <a16:creationId xmlns:a16="http://schemas.microsoft.com/office/drawing/2014/main" id="{95E4A975-C758-AFC3-310D-7DE07DE6177A}"/>
                </a:ext>
              </a:extLst>
            </p:cNvPr>
            <p:cNvSpPr/>
            <p:nvPr/>
          </p:nvSpPr>
          <p:spPr>
            <a:xfrm>
              <a:off x="40360" y="145511"/>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8" name="TextBox 7">
              <a:extLst>
                <a:ext uri="{FF2B5EF4-FFF2-40B4-BE49-F238E27FC236}">
                  <a16:creationId xmlns:a16="http://schemas.microsoft.com/office/drawing/2014/main" id="{4E373630-D681-7352-3AC4-4519B569E7FC}"/>
                </a:ext>
              </a:extLst>
            </p:cNvPr>
            <p:cNvSpPr txBox="1"/>
            <p:nvPr/>
          </p:nvSpPr>
          <p:spPr>
            <a:xfrm>
              <a:off x="40360" y="1526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قد ترغب الشركة في الترويج لمنتجات أو خدمات إضافية للعملاء أو كلاهما؟</a:t>
              </a:r>
            </a:p>
            <a:p>
              <a:pPr rtl="1"/>
              <a:endParaRPr lang="en-US" dirty="0">
                <a:solidFill>
                  <a:srgbClr val="7030A0"/>
                </a:solidFill>
                <a:latin typeface="Sakkal Majalla" panose="02000000000000000000" pitchFamily="2" charset="-78"/>
                <a:cs typeface="Sakkal Majalla" panose="02000000000000000000" pitchFamily="2" charset="-78"/>
              </a:endParaRPr>
            </a:p>
          </p:txBody>
        </p:sp>
      </p:grpSp>
      <p:sp>
        <p:nvSpPr>
          <p:cNvPr id="3" name="Footer Placeholder 2">
            <a:extLst>
              <a:ext uri="{FF2B5EF4-FFF2-40B4-BE49-F238E27FC236}">
                <a16:creationId xmlns:a16="http://schemas.microsoft.com/office/drawing/2014/main" id="{1682EFF5-502D-1F8C-EBA4-87F49F75EE13}"/>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39185375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815FE-166A-05B7-95C0-3A26DB76A4D0}"/>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E52FB728-10EE-E928-DD62-A6BC5296DB86}"/>
              </a:ext>
            </a:extLst>
          </p:cNvPr>
          <p:cNvSpPr>
            <a:spLocks noGrp="1" noChangeArrowheads="1"/>
          </p:cNvSpPr>
          <p:nvPr>
            <p:ph type="title"/>
          </p:nvPr>
        </p:nvSpPr>
        <p:spPr bwMode="auto">
          <a:xfrm>
            <a:off x="323528" y="1195388"/>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ج2 التعامل مع طلبات وشكاوى خدمة العملاء (2)</a:t>
            </a:r>
            <a:br>
              <a:rPr lang="en-GB" sz="2200" b="1" dirty="0">
                <a:effectLst/>
              </a:rPr>
            </a:br>
            <a:br>
              <a:rPr lang="en-GB" sz="2200" b="1" dirty="0"/>
            </a:br>
            <a:br>
              <a:rPr lang="en-GB" sz="2200" b="1" dirty="0"/>
            </a:br>
            <a:br>
              <a:rPr lang="en-GB" sz="2200" dirty="0">
                <a:effectLst/>
              </a:rPr>
            </a:br>
            <a:br>
              <a:rPr lang="en-GB" sz="2200" b="1" dirty="0">
                <a:effectLst/>
              </a:rPr>
            </a:br>
            <a:br>
              <a:rPr lang="en-GB" sz="2200" dirty="0">
                <a:effectLst/>
              </a:rPr>
            </a:br>
            <a:br>
              <a:rPr lang="en-GB" altLang="en-US" sz="2200" dirty="0"/>
            </a:br>
            <a:endParaRPr lang="en-GB" altLang="en-US" sz="2200" dirty="0"/>
          </a:p>
        </p:txBody>
      </p:sp>
      <p:sp>
        <p:nvSpPr>
          <p:cNvPr id="2" name="Content Placeholder 3">
            <a:extLst>
              <a:ext uri="{FF2B5EF4-FFF2-40B4-BE49-F238E27FC236}">
                <a16:creationId xmlns:a16="http://schemas.microsoft.com/office/drawing/2014/main" id="{A5127F70-BBDD-EDE8-B451-38D07EEEC044}"/>
              </a:ext>
            </a:extLst>
          </p:cNvPr>
          <p:cNvSpPr txBox="1">
            <a:spLocks noChangeArrowheads="1"/>
          </p:cNvSpPr>
          <p:nvPr/>
        </p:nvSpPr>
        <p:spPr bwMode="auto">
          <a:xfrm>
            <a:off x="3634009" y="2533404"/>
            <a:ext cx="4858531" cy="3134396"/>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lgn="ctr" rtl="1">
              <a:buFont typeface="Wingdings" panose="05000000000000000000" pitchFamily="2" charset="2"/>
              <a:buNone/>
            </a:pPr>
            <a:r>
              <a:rPr lang="ar" sz="2200" b="1" kern="0" dirty="0">
                <a:latin typeface="Sakkal Majalla" panose="02000000000000000000" pitchFamily="2" charset="-78"/>
                <a:cs typeface="Sakkal Majalla" panose="02000000000000000000" pitchFamily="2" charset="-78"/>
              </a:rPr>
              <a:t>مواقف خدمة العملاء</a:t>
            </a:r>
          </a:p>
          <a:p>
            <a:pPr marL="0" indent="0" algn="ctr" rtl="1">
              <a:buFont typeface="Wingdings" panose="05000000000000000000" pitchFamily="2" charset="2"/>
              <a:buNone/>
            </a:pPr>
            <a:endParaRPr lang="en-GB" altLang="en-US" sz="2000" b="1" kern="0" dirty="0">
              <a:latin typeface="Sakkal Majalla" panose="02000000000000000000" pitchFamily="2" charset="-78"/>
              <a:cs typeface="Sakkal Majalla" panose="02000000000000000000" pitchFamily="2" charset="-78"/>
            </a:endParaRPr>
          </a:p>
          <a:p>
            <a:pPr rtl="1"/>
            <a:r>
              <a:rPr lang="ar" sz="2000" kern="0" dirty="0">
                <a:latin typeface="Sakkal Majalla" panose="02000000000000000000" pitchFamily="2" charset="-78"/>
                <a:cs typeface="Sakkal Majalla" panose="02000000000000000000" pitchFamily="2" charset="-78"/>
              </a:rPr>
              <a:t>بجب أن تعرف عند التعامل مع العملاء،</a:t>
            </a:r>
            <a:r>
              <a:rPr lang="ar" sz="2000" dirty="0">
                <a:effectLst/>
                <a:latin typeface="Sakkal Majalla" panose="02000000000000000000" pitchFamily="2" charset="-78"/>
                <a:cs typeface="Sakkal Majalla" panose="02000000000000000000" pitchFamily="2" charset="-78"/>
              </a:rPr>
              <a:t> حدود دورك وصلاحياتك</a:t>
            </a:r>
          </a:p>
          <a:p>
            <a:pPr rtl="1"/>
            <a:endParaRPr lang="en-GB" sz="2000" dirty="0">
              <a:effectLst/>
              <a:latin typeface="Sakkal Majalla" panose="02000000000000000000" pitchFamily="2" charset="-78"/>
              <a:cs typeface="Sakkal Majalla" panose="02000000000000000000" pitchFamily="2" charset="-78"/>
            </a:endParaRPr>
          </a:p>
          <a:p>
            <a:pPr rtl="1"/>
            <a:r>
              <a:rPr lang="ar" sz="2000" dirty="0">
                <a:latin typeface="Sakkal Majalla" panose="02000000000000000000" pitchFamily="2" charset="-78"/>
                <a:cs typeface="Sakkal Majalla" panose="02000000000000000000" pitchFamily="2" charset="-78"/>
              </a:rPr>
              <a:t>يجب أن تعرف أيضًا السجلات التي يجب الاحتفاظ بها وكيفية</a:t>
            </a:r>
            <a:r>
              <a:rPr lang="ar" sz="2000" dirty="0">
                <a:effectLst/>
                <a:latin typeface="Sakkal Majalla" panose="02000000000000000000" pitchFamily="2" charset="-78"/>
                <a:cs typeface="Sakkal Majalla" panose="02000000000000000000" pitchFamily="2" charset="-78"/>
              </a:rPr>
              <a:t> الاحتفاظ بها.</a:t>
            </a:r>
          </a:p>
          <a:p>
            <a:pPr marL="0" indent="0" rtl="1">
              <a:buFont typeface="Wingdings" panose="05000000000000000000" pitchFamily="2" charset="2"/>
              <a:buNone/>
            </a:pPr>
            <a:endParaRPr lang="en-GB" sz="1800" dirty="0">
              <a:effectLst/>
              <a:latin typeface="Sakkal Majalla" panose="02000000000000000000" pitchFamily="2" charset="-78"/>
              <a:cs typeface="Sakkal Majalla" panose="02000000000000000000" pitchFamily="2" charset="-78"/>
            </a:endParaRPr>
          </a:p>
        </p:txBody>
      </p:sp>
      <p:grpSp>
        <p:nvGrpSpPr>
          <p:cNvPr id="6" name="Group 5">
            <a:extLst>
              <a:ext uri="{FF2B5EF4-FFF2-40B4-BE49-F238E27FC236}">
                <a16:creationId xmlns:a16="http://schemas.microsoft.com/office/drawing/2014/main" id="{9A939BA2-E0E7-EC30-E1FB-1CCC16E0F345}"/>
              </a:ext>
            </a:extLst>
          </p:cNvPr>
          <p:cNvGrpSpPr/>
          <p:nvPr/>
        </p:nvGrpSpPr>
        <p:grpSpPr>
          <a:xfrm>
            <a:off x="323528" y="2204865"/>
            <a:ext cx="2838534" cy="3888431"/>
            <a:chOff x="25416" y="145511"/>
            <a:chExt cx="2579748" cy="1375996"/>
          </a:xfrm>
        </p:grpSpPr>
        <p:sp>
          <p:nvSpPr>
            <p:cNvPr id="7" name="Rectangle 6">
              <a:extLst>
                <a:ext uri="{FF2B5EF4-FFF2-40B4-BE49-F238E27FC236}">
                  <a16:creationId xmlns:a16="http://schemas.microsoft.com/office/drawing/2014/main" id="{2FD5393D-414A-1A67-26EA-6B1E6722119B}"/>
                </a:ext>
              </a:extLst>
            </p:cNvPr>
            <p:cNvSpPr/>
            <p:nvPr/>
          </p:nvSpPr>
          <p:spPr>
            <a:xfrm>
              <a:off x="40360" y="145511"/>
              <a:ext cx="2564804" cy="1368880"/>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8" name="TextBox 7">
              <a:extLst>
                <a:ext uri="{FF2B5EF4-FFF2-40B4-BE49-F238E27FC236}">
                  <a16:creationId xmlns:a16="http://schemas.microsoft.com/office/drawing/2014/main" id="{A8508C27-3C3D-C87B-C03C-9F47D202C2BD}"/>
                </a:ext>
              </a:extLst>
            </p:cNvPr>
            <p:cNvSpPr txBox="1"/>
            <p:nvPr/>
          </p:nvSpPr>
          <p:spPr>
            <a:xfrm>
              <a:off x="25416" y="152626"/>
              <a:ext cx="2564804" cy="1368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r>
                <a:rPr lang="ar" dirty="0">
                  <a:solidFill>
                    <a:srgbClr val="7030A0"/>
                  </a:solidFill>
                  <a:latin typeface="Sakkal Majalla" panose="02000000000000000000" pitchFamily="2" charset="-78"/>
                  <a:cs typeface="Sakkal Majalla" panose="02000000000000000000" pitchFamily="2" charset="-78"/>
                </a:rPr>
                <a:t>: </a:t>
              </a:r>
            </a:p>
            <a:p>
              <a:pPr rtl="1"/>
              <a:r>
                <a:rPr lang="ar" dirty="0">
                  <a:solidFill>
                    <a:srgbClr val="7030A0"/>
                  </a:solidFill>
                  <a:latin typeface="Sakkal Majalla" panose="02000000000000000000" pitchFamily="2" charset="-78"/>
                  <a:cs typeface="Sakkal Majalla" panose="02000000000000000000" pitchFamily="2" charset="-78"/>
                </a:rPr>
                <a:t>يخبرك أحد العملاء أن جهاز التلفزيون الذي اشتراه مؤخرًا لا يعمل. ويطالب باستبدال فوري.</a:t>
              </a:r>
            </a:p>
            <a:p>
              <a:pPr rtl="1"/>
              <a:endParaRPr lang="en-GB" dirty="0">
                <a:solidFill>
                  <a:srgbClr val="7030A0"/>
                </a:solidFill>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لماذا قد تضطر إلى الاتصال بمشرفك؟</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كيف يمكن أن يكون رد العميل عندما تطلب من شخص آخر التعامل مع مشكلته؟</a:t>
              </a:r>
            </a:p>
            <a:p>
              <a:pPr marL="285750" indent="-285750" rtl="1">
                <a:buFont typeface="Arial" panose="020B0604020202020204" pitchFamily="34" charset="0"/>
                <a:buChar char="•"/>
              </a:pPr>
              <a:r>
                <a:rPr lang="ar" dirty="0">
                  <a:solidFill>
                    <a:srgbClr val="7030A0"/>
                  </a:solidFill>
                  <a:latin typeface="Sakkal Majalla" panose="02000000000000000000" pitchFamily="2" charset="-78"/>
                  <a:cs typeface="Sakkal Majalla" panose="02000000000000000000" pitchFamily="2" charset="-78"/>
                </a:rPr>
                <a:t>ماذا يمكنك أن تفعل لوقف تصاعد الوضع؟  </a:t>
              </a:r>
            </a:p>
          </p:txBody>
        </p:sp>
      </p:grpSp>
      <p:sp>
        <p:nvSpPr>
          <p:cNvPr id="3" name="Footer Placeholder 2">
            <a:extLst>
              <a:ext uri="{FF2B5EF4-FFF2-40B4-BE49-F238E27FC236}">
                <a16:creationId xmlns:a16="http://schemas.microsoft.com/office/drawing/2014/main" id="{E736AED7-1649-220C-2DA0-870D1E96336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421387576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FA703-9333-BAF7-122E-5DF37484CCC7}"/>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3A504E48-003F-D74A-2083-D43F0B9E9371}"/>
              </a:ext>
            </a:extLst>
          </p:cNvPr>
          <p:cNvSpPr>
            <a:spLocks noGrp="1" noChangeArrowheads="1"/>
          </p:cNvSpPr>
          <p:nvPr>
            <p:ph type="title"/>
          </p:nvPr>
        </p:nvSpPr>
        <p:spPr bwMode="auto">
          <a:xfrm>
            <a:off x="323528" y="1195388"/>
            <a:ext cx="8640960" cy="5054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ج2 التعامل مع طلبات وشكاوى خدمة العملاء (3)</a:t>
            </a:r>
            <a:br>
              <a:rPr lang="en-GB" sz="2200" b="1" dirty="0">
                <a:effectLst/>
              </a:rPr>
            </a:br>
            <a:br>
              <a:rPr lang="en-GB" sz="2200" b="1" dirty="0"/>
            </a:br>
            <a:br>
              <a:rPr lang="en-GB" sz="2200" b="1" dirty="0"/>
            </a:br>
            <a:br>
              <a:rPr lang="en-GB" sz="2200" b="1" dirty="0">
                <a:effectLst/>
              </a:rPr>
            </a:br>
            <a:br>
              <a:rPr lang="en-GB" sz="2200" b="1" dirty="0">
                <a:effectLst/>
              </a:rPr>
            </a:br>
            <a:br>
              <a:rPr lang="en-GB" sz="2200" b="1" dirty="0">
                <a:effectLst/>
              </a:rPr>
            </a:br>
            <a:br>
              <a:rPr lang="en-GB" altLang="en-US" sz="2200" b="1" dirty="0"/>
            </a:br>
            <a:endParaRPr lang="en-GB" altLang="en-US" sz="2200" b="1" dirty="0"/>
          </a:p>
        </p:txBody>
      </p:sp>
      <p:sp>
        <p:nvSpPr>
          <p:cNvPr id="2" name="Content Placeholder 3">
            <a:extLst>
              <a:ext uri="{FF2B5EF4-FFF2-40B4-BE49-F238E27FC236}">
                <a16:creationId xmlns:a16="http://schemas.microsoft.com/office/drawing/2014/main" id="{BAFAF4C6-F6A1-9DD5-7F23-7BF91836FC42}"/>
              </a:ext>
            </a:extLst>
          </p:cNvPr>
          <p:cNvSpPr txBox="1">
            <a:spLocks noChangeArrowheads="1"/>
          </p:cNvSpPr>
          <p:nvPr/>
        </p:nvSpPr>
        <p:spPr bwMode="auto">
          <a:xfrm>
            <a:off x="433549" y="2132856"/>
            <a:ext cx="4858531" cy="3960440"/>
          </a:xfrm>
          <a:prstGeom prst="rect">
            <a:avLst/>
          </a:prstGeom>
          <a:solidFill>
            <a:schemeClr val="accent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algn="ctr" rtl="1">
              <a:buFont typeface="Wingdings" panose="05000000000000000000" pitchFamily="2" charset="2"/>
              <a:buNone/>
            </a:pPr>
            <a:r>
              <a:rPr lang="ar" sz="2200" b="1" kern="0" dirty="0">
                <a:latin typeface="Sakkal Majalla" panose="02000000000000000000" pitchFamily="2" charset="-78"/>
                <a:cs typeface="Sakkal Majalla" panose="02000000000000000000" pitchFamily="2" charset="-78"/>
              </a:rPr>
              <a:t>مواقف خدمة العملاء</a:t>
            </a:r>
          </a:p>
          <a:p>
            <a:pPr marL="0" indent="0" algn="ctr" rtl="1">
              <a:buFont typeface="Wingdings" panose="05000000000000000000" pitchFamily="2" charset="2"/>
              <a:buNone/>
            </a:pPr>
            <a:endParaRPr lang="en-GB" altLang="en-US" sz="2000" b="1" kern="0" dirty="0">
              <a:latin typeface="Sakkal Majalla" panose="02000000000000000000" pitchFamily="2" charset="-78"/>
              <a:cs typeface="Sakkal Majalla" panose="02000000000000000000" pitchFamily="2" charset="-78"/>
            </a:endParaRPr>
          </a:p>
          <a:p>
            <a:pPr rtl="1"/>
            <a:r>
              <a:rPr lang="ar" sz="2000" spc="-20" dirty="0">
                <a:effectLst/>
                <a:latin typeface="Sakkal Majalla" panose="02000000000000000000" pitchFamily="2" charset="-78"/>
                <a:cs typeface="Sakkal Majalla" panose="02000000000000000000" pitchFamily="2" charset="-78"/>
              </a:rPr>
              <a:t>يجب أن تكون واثقًا عند معالجة المشكلات</a:t>
            </a:r>
            <a:r>
              <a:rPr lang="ar" sz="2000" spc="-20" dirty="0">
                <a:latin typeface="Sakkal Majalla" panose="02000000000000000000" pitchFamily="2" charset="-78"/>
                <a:cs typeface="Sakkal Majalla" panose="02000000000000000000" pitchFamily="2" charset="-78"/>
              </a:rPr>
              <a:t> و</a:t>
            </a:r>
            <a:r>
              <a:rPr lang="ar" sz="2000" spc="-20" dirty="0">
                <a:effectLst/>
                <a:latin typeface="Sakkal Majalla" panose="02000000000000000000" pitchFamily="2" charset="-78"/>
                <a:cs typeface="Sakkal Majalla" panose="02000000000000000000" pitchFamily="2" charset="-78"/>
              </a:rPr>
              <a:t>التعامل مع الشكاوى</a:t>
            </a:r>
          </a:p>
          <a:p>
            <a:pPr rtl="1"/>
            <a:endParaRPr lang="en-GB" sz="2000" dirty="0">
              <a:latin typeface="Sakkal Majalla" panose="02000000000000000000" pitchFamily="2" charset="-78"/>
              <a:cs typeface="Sakkal Majalla" panose="02000000000000000000" pitchFamily="2" charset="-78"/>
            </a:endParaRPr>
          </a:p>
          <a:p>
            <a:pPr rtl="1"/>
            <a:r>
              <a:rPr lang="ar" sz="2000" dirty="0">
                <a:effectLst/>
                <a:latin typeface="Sakkal Majalla" panose="02000000000000000000" pitchFamily="2" charset="-78"/>
                <a:cs typeface="Sakkal Majalla" panose="02000000000000000000" pitchFamily="2" charset="-78"/>
              </a:rPr>
              <a:t>يجب أن تعرف التدابير العلاجية التي يمكن اتخاذها </a:t>
            </a:r>
            <a:br>
              <a:rPr lang="en-US" sz="2000" dirty="0">
                <a:effectLst/>
                <a:latin typeface="Sakkal Majalla" panose="02000000000000000000" pitchFamily="2" charset="-78"/>
                <a:cs typeface="Sakkal Majalla" panose="02000000000000000000" pitchFamily="2" charset="-78"/>
              </a:rPr>
            </a:br>
            <a:r>
              <a:rPr lang="ar" sz="2000" dirty="0">
                <a:effectLst/>
                <a:latin typeface="Sakkal Majalla" panose="02000000000000000000" pitchFamily="2" charset="-78"/>
                <a:cs typeface="Sakkal Majalla" panose="02000000000000000000" pitchFamily="2" charset="-78"/>
              </a:rPr>
              <a:t>لإرضاء العميل</a:t>
            </a:r>
          </a:p>
          <a:p>
            <a:pPr rtl="1"/>
            <a:endParaRPr lang="en-GB" sz="2000" dirty="0">
              <a:effectLst/>
              <a:latin typeface="Sakkal Majalla" panose="02000000000000000000" pitchFamily="2" charset="-78"/>
              <a:cs typeface="Sakkal Majalla" panose="02000000000000000000" pitchFamily="2" charset="-78"/>
            </a:endParaRPr>
          </a:p>
          <a:p>
            <a:pPr rtl="1"/>
            <a:r>
              <a:rPr lang="ar" sz="2000" spc="-30" dirty="0">
                <a:latin typeface="Sakkal Majalla" panose="02000000000000000000" pitchFamily="2" charset="-78"/>
                <a:cs typeface="Sakkal Majalla" panose="02000000000000000000" pitchFamily="2" charset="-78"/>
              </a:rPr>
              <a:t>يجب أن تعرف الإجراءات التي يجب استخدامها في حالات الطوارئ</a:t>
            </a:r>
          </a:p>
          <a:p>
            <a:pPr rtl="1"/>
            <a:endParaRPr lang="en-GB" sz="2000" dirty="0">
              <a:latin typeface="Sakkal Majalla" panose="02000000000000000000" pitchFamily="2" charset="-78"/>
              <a:cs typeface="Sakkal Majalla" panose="02000000000000000000" pitchFamily="2" charset="-78"/>
            </a:endParaRPr>
          </a:p>
          <a:p>
            <a:pPr rtl="1"/>
            <a:r>
              <a:rPr lang="ar" sz="2000" dirty="0">
                <a:effectLst/>
                <a:latin typeface="Sakkal Majalla" panose="02000000000000000000" pitchFamily="2" charset="-78"/>
                <a:cs typeface="Sakkal Majalla" panose="02000000000000000000" pitchFamily="2" charset="-78"/>
              </a:rPr>
              <a:t>يجب أن تكون على دراية بالسياسة التنظيمية الحالية</a:t>
            </a:r>
          </a:p>
          <a:p>
            <a:pPr marL="0" indent="0" rtl="1">
              <a:buFont typeface="Wingdings" panose="05000000000000000000" pitchFamily="2" charset="2"/>
              <a:buNone/>
            </a:pPr>
            <a:endParaRPr lang="en-GB" sz="1800" dirty="0">
              <a:effectLst/>
              <a:latin typeface="Sakkal Majalla" panose="02000000000000000000" pitchFamily="2" charset="-78"/>
              <a:cs typeface="Sakkal Majalla" panose="02000000000000000000" pitchFamily="2" charset="-78"/>
            </a:endParaRPr>
          </a:p>
        </p:txBody>
      </p:sp>
      <p:sp>
        <p:nvSpPr>
          <p:cNvPr id="7" name="Rectangle 6">
            <a:extLst>
              <a:ext uri="{FF2B5EF4-FFF2-40B4-BE49-F238E27FC236}">
                <a16:creationId xmlns:a16="http://schemas.microsoft.com/office/drawing/2014/main" id="{26099FB4-5DFE-838B-8D04-4A9B2AFE5DB8}"/>
              </a:ext>
            </a:extLst>
          </p:cNvPr>
          <p:cNvSpPr/>
          <p:nvPr/>
        </p:nvSpPr>
        <p:spPr>
          <a:xfrm>
            <a:off x="5710349" y="3175287"/>
            <a:ext cx="2822091" cy="1765881"/>
          </a:xfrm>
          <a:prstGeom prst="rect">
            <a:avLst/>
          </a:prstGeom>
          <a:gradFill rotWithShape="0">
            <a:gsLst>
              <a:gs pos="0">
                <a:schemeClr val="accent2">
                  <a:lumMod val="20000"/>
                  <a:lumOff val="8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p:spPr>
        <p:style>
          <a:lnRef idx="0">
            <a:schemeClr val="lt1">
              <a:hueOff val="0"/>
              <a:satOff val="0"/>
              <a:lumOff val="0"/>
              <a:alphaOff val="0"/>
            </a:schemeClr>
          </a:lnRef>
          <a:fillRef idx="3">
            <a:scrgbClr r="0" g="0" b="0"/>
          </a:fillRef>
          <a:effectRef idx="3">
            <a:schemeClr val="accent1">
              <a:hueOff val="0"/>
              <a:satOff val="0"/>
              <a:lumOff val="0"/>
              <a:alphaOff val="0"/>
            </a:schemeClr>
          </a:effectRef>
          <a:fontRef idx="minor">
            <a:schemeClr val="lt1"/>
          </a:fontRef>
        </p:style>
        <p:txBody>
          <a:bodyPr rtlCol="1"/>
          <a:lstStyle/>
          <a:p>
            <a:pPr rtl="1"/>
            <a:endParaRPr lang="en-US" sz="1200" dirty="0">
              <a:latin typeface="Sakkal Majalla" panose="02000000000000000000" pitchFamily="2" charset="-78"/>
            </a:endParaRPr>
          </a:p>
        </p:txBody>
      </p:sp>
      <p:sp>
        <p:nvSpPr>
          <p:cNvPr id="8" name="TextBox 7">
            <a:extLst>
              <a:ext uri="{FF2B5EF4-FFF2-40B4-BE49-F238E27FC236}">
                <a16:creationId xmlns:a16="http://schemas.microsoft.com/office/drawing/2014/main" id="{59614CEB-BF07-D088-1FE6-7CF3156FC97B}"/>
              </a:ext>
            </a:extLst>
          </p:cNvPr>
          <p:cNvSpPr txBox="1"/>
          <p:nvPr/>
        </p:nvSpPr>
        <p:spPr>
          <a:xfrm>
            <a:off x="5652120" y="3260883"/>
            <a:ext cx="2822091" cy="196831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0010" tIns="80010" rIns="80010" bIns="80010" numCol="1" spcCol="1270" rtlCol="1" anchor="ctr" anchorCtr="0">
            <a:noAutofit/>
          </a:bodyPr>
          <a:lstStyle/>
          <a:p>
            <a:pPr rtl="1"/>
            <a:r>
              <a:rPr lang="ar" b="1" dirty="0">
                <a:solidFill>
                  <a:srgbClr val="7030A0"/>
                </a:solidFill>
                <a:latin typeface="Sakkal Majalla" panose="02000000000000000000" pitchFamily="2" charset="-78"/>
                <a:cs typeface="Sakkal Majalla" panose="02000000000000000000" pitchFamily="2" charset="-78"/>
              </a:rPr>
              <a:t>مناقشة</a:t>
            </a:r>
          </a:p>
          <a:p>
            <a:pPr rtl="1"/>
            <a:r>
              <a:rPr lang="ar" dirty="0">
                <a:solidFill>
                  <a:srgbClr val="7030A0"/>
                </a:solidFill>
                <a:latin typeface="Sakkal Majalla" panose="02000000000000000000" pitchFamily="2" charset="-78"/>
                <a:cs typeface="Sakkal Majalla" panose="02000000000000000000" pitchFamily="2" charset="-78"/>
              </a:rPr>
              <a:t>أنت تعمل في مطار، سقط عميل مغشي</a:t>
            </a:r>
            <a:r>
              <a:rPr lang="ar-SA" dirty="0">
                <a:solidFill>
                  <a:srgbClr val="7030A0"/>
                </a:solidFill>
                <a:latin typeface="Sakkal Majalla" panose="02000000000000000000" pitchFamily="2" charset="-78"/>
                <a:cs typeface="Sakkal Majalla" panose="02000000000000000000" pitchFamily="2" charset="-78"/>
              </a:rPr>
              <a:t>ًّ</a:t>
            </a:r>
            <a:r>
              <a:rPr lang="ar" dirty="0">
                <a:solidFill>
                  <a:srgbClr val="7030A0"/>
                </a:solidFill>
                <a:latin typeface="Sakkal Majalla" panose="02000000000000000000" pitchFamily="2" charset="-78"/>
                <a:cs typeface="Sakkal Majalla" panose="02000000000000000000" pitchFamily="2" charset="-78"/>
              </a:rPr>
              <a:t>ا عليه في أثناء انتظار دوره لتفتيش حقائبه.</a:t>
            </a:r>
          </a:p>
          <a:p>
            <a:pPr rtl="1"/>
            <a:endParaRPr lang="en-US" dirty="0">
              <a:solidFill>
                <a:srgbClr val="7030A0"/>
              </a:solidFill>
              <a:latin typeface="Sakkal Majalla" panose="02000000000000000000" pitchFamily="2" charset="-78"/>
              <a:cs typeface="Sakkal Majalla" panose="02000000000000000000" pitchFamily="2" charset="-78"/>
            </a:endParaRPr>
          </a:p>
          <a:p>
            <a:pPr rtl="1"/>
            <a:r>
              <a:rPr lang="ar" dirty="0">
                <a:solidFill>
                  <a:srgbClr val="7030A0"/>
                </a:solidFill>
                <a:latin typeface="Sakkal Majalla" panose="02000000000000000000" pitchFamily="2" charset="-78"/>
                <a:cs typeface="Sakkal Majalla" panose="02000000000000000000" pitchFamily="2" charset="-78"/>
              </a:rPr>
              <a:t>ماذا تعتقد أنه يجب عليك فعله؟ </a:t>
            </a:r>
          </a:p>
          <a:p>
            <a:pPr rtl="1"/>
            <a:endParaRPr lang="en-GB" dirty="0">
              <a:solidFill>
                <a:srgbClr val="7030A0"/>
              </a:solidFill>
              <a:latin typeface="Sakkal Majalla" panose="02000000000000000000" pitchFamily="2" charset="-78"/>
              <a:cs typeface="Sakkal Majalla" panose="02000000000000000000" pitchFamily="2" charset="-78"/>
            </a:endParaRPr>
          </a:p>
          <a:p>
            <a:pPr rtl="1"/>
            <a:endParaRPr lang="en-US" dirty="0">
              <a:solidFill>
                <a:srgbClr val="7030A0"/>
              </a:solidFill>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E30E092B-84CD-152E-DA11-39C84AAB0BA4}"/>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18371017"/>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9003-2E86-C8F9-5D41-5CD31A3B8229}"/>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B658280B-2896-3851-93FD-6F21235B652D}"/>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200" b="1" dirty="0">
                <a:effectLst/>
              </a:rPr>
              <a:t>ج3 خطة تدقيق المهارات الفردية وتطويرها (1)</a:t>
            </a:r>
            <a:br>
              <a:rPr lang="en-GB" sz="2200" b="1" dirty="0">
                <a:effectLst/>
              </a:rPr>
            </a:br>
            <a:br>
              <a:rPr lang="en-GB" sz="2200" b="1" dirty="0">
                <a:effectLst/>
              </a:rPr>
            </a:br>
            <a:br>
              <a:rPr lang="en-GB" sz="2200" b="1" dirty="0"/>
            </a:br>
            <a:br>
              <a:rPr lang="en-GB" sz="2200" b="1" dirty="0"/>
            </a:br>
            <a:br>
              <a:rPr lang="en-GB" sz="2200" b="1" dirty="0">
                <a:effectLst/>
              </a:rPr>
            </a:b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124A3096-71EA-81E7-EF47-B10AB32156AF}"/>
              </a:ext>
            </a:extLst>
          </p:cNvPr>
          <p:cNvSpPr>
            <a:spLocks noGrp="1" noChangeArrowheads="1"/>
          </p:cNvSpPr>
          <p:nvPr>
            <p:ph sz="half" idx="2"/>
          </p:nvPr>
        </p:nvSpPr>
        <p:spPr bwMode="auto">
          <a:xfrm>
            <a:off x="323528" y="1690981"/>
            <a:ext cx="8352928" cy="2026051"/>
          </a:xfrm>
          <a:solidFill>
            <a:schemeClr val="accent5"/>
          </a:solidFill>
        </p:spPr>
        <p:txBody>
          <a:bodyPr vert="horz" wrap="square" lIns="91440" tIns="45720" rIns="91440" bIns="45720" numCol="1" rtlCol="1" anchor="t" anchorCtr="0" compatLnSpc="1">
            <a:prstTxWarp prst="textNoShape">
              <a:avLst/>
            </a:prstTxWarp>
          </a:bodyPr>
          <a:lstStyle/>
          <a:p>
            <a:pPr marL="0" indent="0" rtl="1">
              <a:buNone/>
            </a:pPr>
            <a:r>
              <a:rPr lang="ar" sz="2000" dirty="0"/>
              <a:t>يستكشف</a:t>
            </a:r>
            <a:r>
              <a:rPr lang="ar" sz="2000" b="1" dirty="0"/>
              <a:t> تدقيق</a:t>
            </a:r>
            <a:r>
              <a:rPr lang="ar" sz="2000" b="1" dirty="0">
                <a:effectLst/>
              </a:rPr>
              <a:t> المهارات الخاص بك </a:t>
            </a:r>
            <a:r>
              <a:rPr lang="ar" sz="2000" dirty="0">
                <a:effectLst/>
              </a:rPr>
              <a:t>ما إذا كنت تتمتع حاليًا بالمهارات الأساسية اللازمة لشغل منصب أحد</a:t>
            </a:r>
            <a:r>
              <a:rPr lang="ar" sz="2000" dirty="0"/>
              <a:t> موظفي خدمة العملاء. </a:t>
            </a:r>
          </a:p>
          <a:p>
            <a:pPr marL="0" indent="0" rtl="1">
              <a:buNone/>
            </a:pPr>
            <a:r>
              <a:rPr lang="ar" sz="2000" dirty="0"/>
              <a:t>يجب أن يتضمن التدقيق الخاص بك:</a:t>
            </a:r>
            <a:endParaRPr lang="en-GB" sz="2000" dirty="0">
              <a:effectLst/>
            </a:endParaRPr>
          </a:p>
          <a:p>
            <a:pPr rtl="1"/>
            <a:r>
              <a:rPr lang="ar" sz="2000" dirty="0">
                <a:effectLst/>
              </a:rPr>
              <a:t>تحدد أي</a:t>
            </a:r>
            <a:r>
              <a:rPr lang="ar" sz="2000" dirty="0"/>
              <a:t> فجوات</a:t>
            </a:r>
            <a:r>
              <a:rPr lang="ar" sz="2000" dirty="0">
                <a:effectLst/>
              </a:rPr>
              <a:t> في المعرفة والمهارات الموجودة. </a:t>
            </a:r>
          </a:p>
          <a:p>
            <a:pPr rtl="1"/>
            <a:r>
              <a:rPr lang="ar" sz="2000" dirty="0">
                <a:effectLst/>
              </a:rPr>
              <a:t>تضمين تعليقات بناءة من الآخرين حول كيفية رؤيتهم لمهاراتك وسلوكياتك.</a:t>
            </a:r>
          </a:p>
          <a:p>
            <a:pPr marL="0" indent="0" rtl="1">
              <a:buNone/>
            </a:pPr>
            <a:endParaRPr lang="en-GB" sz="1400" dirty="0">
              <a:effectLst/>
            </a:endParaRPr>
          </a:p>
          <a:p>
            <a:pPr lvl="1" rtl="1">
              <a:buFont typeface="Courier New" panose="02070309020205020404" pitchFamily="49" charset="0"/>
              <a:buChar char="o"/>
            </a:pPr>
            <a:endParaRPr lang="en-GB" sz="1800" dirty="0">
              <a:latin typeface="Sakkal Majalla" panose="02000000000000000000" pitchFamily="2" charset="-78"/>
            </a:endParaRPr>
          </a:p>
          <a:p>
            <a:pPr marL="0" indent="0" rtl="1">
              <a:buNone/>
            </a:pPr>
            <a:endParaRPr lang="en-GB" altLang="en-US" dirty="0">
              <a:solidFill>
                <a:srgbClr val="FF0000"/>
              </a:solidFill>
            </a:endParaRPr>
          </a:p>
        </p:txBody>
      </p:sp>
      <p:sp>
        <p:nvSpPr>
          <p:cNvPr id="4" name="TextBox 3">
            <a:extLst>
              <a:ext uri="{FF2B5EF4-FFF2-40B4-BE49-F238E27FC236}">
                <a16:creationId xmlns:a16="http://schemas.microsoft.com/office/drawing/2014/main" id="{AC469DFA-33FC-978F-26AC-396DE3532F45}"/>
              </a:ext>
            </a:extLst>
          </p:cNvPr>
          <p:cNvSpPr txBox="1"/>
          <p:nvPr/>
        </p:nvSpPr>
        <p:spPr>
          <a:xfrm>
            <a:off x="323528" y="3874357"/>
            <a:ext cx="8352928" cy="1908215"/>
          </a:xfrm>
          <a:prstGeom prst="rect">
            <a:avLst/>
          </a:prstGeom>
          <a:solidFill>
            <a:schemeClr val="accent6">
              <a:lumMod val="20000"/>
              <a:lumOff val="80000"/>
            </a:schemeClr>
          </a:solidFill>
        </p:spPr>
        <p:txBody>
          <a:bodyPr wrap="square" rtlCol="1">
            <a:spAutoFit/>
          </a:bodyPr>
          <a:lstStyle/>
          <a:p>
            <a:pPr rtl="1"/>
            <a:r>
              <a:rPr lang="ar" sz="2000" dirty="0">
                <a:latin typeface="Sakkal Majalla" panose="02000000000000000000" pitchFamily="2" charset="-78"/>
                <a:cs typeface="Sakkal Majalla" panose="02000000000000000000" pitchFamily="2" charset="-78"/>
              </a:rPr>
              <a:t>لإنشاء</a:t>
            </a:r>
            <a:r>
              <a:rPr lang="ar" sz="2000" b="1" dirty="0">
                <a:latin typeface="Sakkal Majalla" panose="02000000000000000000" pitchFamily="2" charset="-78"/>
                <a:cs typeface="Sakkal Majalla" panose="02000000000000000000" pitchFamily="2" charset="-78"/>
              </a:rPr>
              <a:t> خطة لاحتياجات التطوير الخاصة بك، يجب </a:t>
            </a:r>
            <a:r>
              <a:rPr lang="ar" sz="2000" dirty="0">
                <a:latin typeface="Sakkal Majalla" panose="02000000000000000000" pitchFamily="2" charset="-78"/>
                <a:cs typeface="Sakkal Majalla" panose="02000000000000000000" pitchFamily="2" charset="-78"/>
              </a:rPr>
              <a:t>عليك إجراء تحليل (SWOT) شخصي لتقييم أي فجوات.</a:t>
            </a:r>
            <a:br>
              <a:rPr lang="en-GB" sz="2000" dirty="0">
                <a:latin typeface="Sakkal Majalla" panose="02000000000000000000" pitchFamily="2" charset="-78"/>
                <a:cs typeface="Sakkal Majalla" panose="02000000000000000000" pitchFamily="2" charset="-78"/>
              </a:rPr>
            </a:br>
            <a:br>
              <a:rPr lang="en-GB" sz="2000"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فكر مليًا في</a:t>
            </a:r>
            <a:r>
              <a:rPr lang="ar" sz="2000" b="1" dirty="0">
                <a:latin typeface="Sakkal Majalla" panose="02000000000000000000" pitchFamily="2" charset="-78"/>
                <a:cs typeface="Sakkal Majalla" panose="02000000000000000000" pitchFamily="2" charset="-78"/>
              </a:rPr>
              <a:t> نقاط القوة والضعف والفرص والتهديدات</a:t>
            </a:r>
            <a:r>
              <a:rPr lang="ar" sz="2000" dirty="0">
                <a:latin typeface="Sakkal Majalla" panose="02000000000000000000" pitchFamily="2" charset="-78"/>
                <a:cs typeface="Sakkal Majalla" panose="02000000000000000000" pitchFamily="2" charset="-78"/>
              </a:rPr>
              <a:t> في ما يتعلق بمهاراتك الشخصية ومهارات التواصل.</a:t>
            </a:r>
          </a:p>
          <a:p>
            <a:pPr rtl="1"/>
            <a:br>
              <a:rPr lang="en-GB" sz="2000" dirty="0">
                <a:latin typeface="Sakkal Majalla" panose="02000000000000000000" pitchFamily="2" charset="-78"/>
                <a:cs typeface="Sakkal Majalla" panose="02000000000000000000" pitchFamily="2" charset="-78"/>
              </a:rPr>
            </a:br>
            <a:r>
              <a:rPr lang="ar" sz="2000" dirty="0">
                <a:latin typeface="Sakkal Majalla" panose="02000000000000000000" pitchFamily="2" charset="-78"/>
                <a:cs typeface="Sakkal Majalla" panose="02000000000000000000" pitchFamily="2" charset="-78"/>
              </a:rPr>
              <a:t>قد تكون لغة جسدك أو مهارات الاستماع أو قدرتك على التعامل مع الشكاوى أو العمل بفعالية مع الآخرين.</a:t>
            </a:r>
            <a:br>
              <a:rPr lang="en-GB" altLang="en-US" sz="1800" dirty="0">
                <a:latin typeface="Sakkal Majalla" panose="02000000000000000000" pitchFamily="2" charset="-78"/>
                <a:cs typeface="Sakkal Majalla" panose="02000000000000000000" pitchFamily="2" charset="-78"/>
              </a:rPr>
            </a:br>
            <a:endParaRPr lang="en-US"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F3F8E78-8C50-3143-C279-EE7DDE43451D}"/>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424927169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3C575-2BC2-3D0E-E7C1-AE342050F782}"/>
            </a:ext>
          </a:extLst>
        </p:cNvPr>
        <p:cNvGrpSpPr/>
        <p:nvPr/>
      </p:nvGrpSpPr>
      <p:grpSpPr>
        <a:xfrm>
          <a:off x="0" y="0"/>
          <a:ext cx="0" cy="0"/>
          <a:chOff x="0" y="0"/>
          <a:chExt cx="0" cy="0"/>
        </a:xfrm>
      </p:grpSpPr>
      <p:sp>
        <p:nvSpPr>
          <p:cNvPr id="30722" name="Title 2">
            <a:extLst>
              <a:ext uri="{FF2B5EF4-FFF2-40B4-BE49-F238E27FC236}">
                <a16:creationId xmlns:a16="http://schemas.microsoft.com/office/drawing/2014/main" id="{A4F2ADF2-E461-8C7D-CBDB-9D2F390FB4AE}"/>
              </a:ext>
            </a:extLst>
          </p:cNvPr>
          <p:cNvSpPr>
            <a:spLocks noGrp="1" noChangeArrowheads="1"/>
          </p:cNvSpPr>
          <p:nvPr>
            <p:ph type="title"/>
          </p:nvPr>
        </p:nvSpPr>
        <p:spPr bwMode="auto">
          <a:xfrm>
            <a:off x="323528" y="1195388"/>
            <a:ext cx="8640960" cy="433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2200" b="1" dirty="0">
                <a:effectLst/>
              </a:rPr>
              <a:t>ج3 خطة تدقيق المهارات الفردية وتطويرها (2)</a:t>
            </a:r>
            <a:br>
              <a:rPr lang="en-GB" sz="2200" b="1" dirty="0">
                <a:effectLst/>
              </a:rPr>
            </a:br>
            <a:br>
              <a:rPr lang="en-GB" sz="2200" b="1" dirty="0">
                <a:effectLst/>
              </a:rPr>
            </a:br>
            <a:br>
              <a:rPr lang="en-GB" sz="2200" b="1" dirty="0"/>
            </a:br>
            <a:br>
              <a:rPr lang="en-GB" sz="2200" b="1" dirty="0"/>
            </a:br>
            <a:br>
              <a:rPr lang="en-GB" sz="2200" b="1" dirty="0">
                <a:effectLst/>
              </a:rPr>
            </a:br>
            <a:br>
              <a:rPr lang="en-GB" sz="2200" b="1" dirty="0">
                <a:effectLst/>
              </a:rPr>
            </a:br>
            <a:br>
              <a:rPr lang="en-GB" sz="2200" b="1" dirty="0">
                <a:effectLst/>
              </a:rPr>
            </a:br>
            <a:br>
              <a:rPr lang="en-GB" altLang="en-US" sz="2200" b="1" dirty="0"/>
            </a:br>
            <a:endParaRPr lang="en-GB" altLang="en-US" sz="2200" b="1" dirty="0"/>
          </a:p>
        </p:txBody>
      </p:sp>
      <p:sp>
        <p:nvSpPr>
          <p:cNvPr id="30723" name="Content Placeholder 3">
            <a:extLst>
              <a:ext uri="{FF2B5EF4-FFF2-40B4-BE49-F238E27FC236}">
                <a16:creationId xmlns:a16="http://schemas.microsoft.com/office/drawing/2014/main" id="{38FC0C97-8D67-CD7B-AD1F-22309671B663}"/>
              </a:ext>
            </a:extLst>
          </p:cNvPr>
          <p:cNvSpPr>
            <a:spLocks noGrp="1" noChangeArrowheads="1"/>
          </p:cNvSpPr>
          <p:nvPr>
            <p:ph sz="half" idx="2"/>
          </p:nvPr>
        </p:nvSpPr>
        <p:spPr bwMode="auto">
          <a:xfrm>
            <a:off x="769876" y="1988840"/>
            <a:ext cx="7892279" cy="433412"/>
          </a:xfrm>
          <a:solidFill>
            <a:schemeClr val="accent6">
              <a:lumMod val="20000"/>
              <a:lumOff val="80000"/>
            </a:schemeClr>
          </a:solidFill>
        </p:spPr>
        <p:txBody>
          <a:bodyPr vert="horz" wrap="square" lIns="91440" tIns="91440" rIns="91440" bIns="45720" numCol="1" rtlCol="1" anchor="t" anchorCtr="0" compatLnSpc="1">
            <a:prstTxWarp prst="textNoShape">
              <a:avLst/>
            </a:prstTxWarp>
          </a:bodyPr>
          <a:lstStyle/>
          <a:p>
            <a:pPr marL="0" indent="0" rtl="1">
              <a:buNone/>
            </a:pPr>
            <a:r>
              <a:rPr lang="ar" sz="2000" dirty="0">
                <a:effectLst/>
              </a:rPr>
              <a:t>يجب عليك </a:t>
            </a:r>
            <a:r>
              <a:rPr lang="ar" sz="2000" b="1" dirty="0">
                <a:effectLst/>
              </a:rPr>
              <a:t>تحديد الأهداف </a:t>
            </a:r>
            <a:r>
              <a:rPr lang="ar" sz="2000" dirty="0">
                <a:effectLst/>
              </a:rPr>
              <a:t>لتحقيق أهدافك في تطوير المهارات لدور خدمة العملاء. </a:t>
            </a:r>
            <a:endParaRPr lang="en-GB" sz="2000" dirty="0"/>
          </a:p>
          <a:p>
            <a:pPr lvl="1" rtl="1">
              <a:buFont typeface="Courier New" panose="02070309020205020404" pitchFamily="49" charset="0"/>
              <a:buChar char="o"/>
            </a:pPr>
            <a:endParaRPr lang="en-GB" sz="2000" dirty="0">
              <a:latin typeface="Sakkal Majalla" panose="02000000000000000000" pitchFamily="2" charset="-78"/>
            </a:endParaRPr>
          </a:p>
          <a:p>
            <a:pPr marL="0" indent="0" rtl="1">
              <a:buNone/>
            </a:pPr>
            <a:endParaRPr lang="en-GB" altLang="en-US" sz="2000" dirty="0"/>
          </a:p>
          <a:p>
            <a:pPr marL="0" indent="0" rtl="1">
              <a:buNone/>
            </a:pPr>
            <a:endParaRPr lang="en-GB" altLang="en-US" sz="2000" dirty="0"/>
          </a:p>
          <a:p>
            <a:pPr marL="0" indent="0" rtl="1">
              <a:buNone/>
            </a:pPr>
            <a:endParaRPr lang="en-GB" altLang="en-US" sz="2000" dirty="0">
              <a:solidFill>
                <a:srgbClr val="FF0000"/>
              </a:solidFill>
            </a:endParaRPr>
          </a:p>
        </p:txBody>
      </p:sp>
      <p:sp>
        <p:nvSpPr>
          <p:cNvPr id="5" name="TextBox 4">
            <a:extLst>
              <a:ext uri="{FF2B5EF4-FFF2-40B4-BE49-F238E27FC236}">
                <a16:creationId xmlns:a16="http://schemas.microsoft.com/office/drawing/2014/main" id="{F87EB943-D1BE-C4BE-1F22-473F6CC4BF21}"/>
              </a:ext>
            </a:extLst>
          </p:cNvPr>
          <p:cNvSpPr txBox="1"/>
          <p:nvPr/>
        </p:nvSpPr>
        <p:spPr>
          <a:xfrm>
            <a:off x="769876" y="2780928"/>
            <a:ext cx="3514092" cy="2554545"/>
          </a:xfrm>
          <a:prstGeom prst="rect">
            <a:avLst/>
          </a:prstGeom>
          <a:solidFill>
            <a:schemeClr val="accent5"/>
          </a:solidFill>
        </p:spPr>
        <p:txBody>
          <a:bodyPr wrap="square" rtlCol="1">
            <a:spAutoFit/>
          </a:bodyPr>
          <a:lstStyle/>
          <a:p>
            <a:pPr marL="0" indent="0" rtl="1">
              <a:buNone/>
            </a:pPr>
            <a:r>
              <a:rPr lang="ar" sz="2000" dirty="0">
                <a:effectLst/>
                <a:latin typeface="Sakkal Majalla" panose="02000000000000000000" pitchFamily="2" charset="-78"/>
                <a:cs typeface="Sakkal Majalla" panose="02000000000000000000" pitchFamily="2" charset="-78"/>
              </a:rPr>
              <a:t>يمكنك القيام بذلك عن طريق:</a:t>
            </a: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تحديد الموارد والدعم المتاح اللازم لتحقيق الأهداف</a:t>
            </a:r>
          </a:p>
          <a:p>
            <a:pPr marL="285750" indent="-285750" rtl="1">
              <a:buFont typeface="Arial" panose="020B0604020202020204" pitchFamily="34" charset="0"/>
              <a:buChar char="•"/>
            </a:pPr>
            <a:endParaRPr lang="en-GB" sz="20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تحديد مواعيد المراجعة لخطة التطوير</a:t>
            </a:r>
          </a:p>
          <a:p>
            <a:pPr marL="285750" indent="-285750" rtl="1">
              <a:buFont typeface="Arial" panose="020B0604020202020204" pitchFamily="34" charset="0"/>
              <a:buChar char="•"/>
            </a:pPr>
            <a:endParaRPr lang="en-GB" sz="2000" dirty="0">
              <a:effectLst/>
              <a:latin typeface="Sakkal Majalla" panose="02000000000000000000" pitchFamily="2" charset="-78"/>
              <a:cs typeface="Sakkal Majalla" panose="02000000000000000000" pitchFamily="2" charset="-78"/>
            </a:endParaRPr>
          </a:p>
          <a:p>
            <a:pPr marL="285750" indent="-285750" rtl="1">
              <a:buFont typeface="Arial" panose="020B0604020202020204" pitchFamily="34" charset="0"/>
              <a:buChar char="•"/>
            </a:pPr>
            <a:r>
              <a:rPr lang="ar" sz="2000" dirty="0">
                <a:effectLst/>
                <a:latin typeface="Sakkal Majalla" panose="02000000000000000000" pitchFamily="2" charset="-78"/>
                <a:cs typeface="Sakkal Majalla" panose="02000000000000000000" pitchFamily="2" charset="-78"/>
              </a:rPr>
              <a:t>مراقبة خطة التطوير لتقييم التقدم مقارنةً بالأهداف المحددة</a:t>
            </a:r>
            <a:endParaRPr lang="en-US" sz="2000" dirty="0">
              <a:latin typeface="Sakkal Majalla" panose="02000000000000000000" pitchFamily="2" charset="-78"/>
              <a:cs typeface="Sakkal Majalla" panose="02000000000000000000" pitchFamily="2" charset="-78"/>
            </a:endParaRPr>
          </a:p>
        </p:txBody>
      </p:sp>
      <p:pic>
        <p:nvPicPr>
          <p:cNvPr id="4" name="Picture 3" descr="A person holding a telescope and steering wheel&#10;&#10;Description automatically generated">
            <a:extLst>
              <a:ext uri="{FF2B5EF4-FFF2-40B4-BE49-F238E27FC236}">
                <a16:creationId xmlns:a16="http://schemas.microsoft.com/office/drawing/2014/main" id="{9B0CBD75-A3DC-3216-74B8-E314DB0A4455}"/>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880857" y="2949617"/>
            <a:ext cx="3578784" cy="2385856"/>
          </a:xfrm>
          <a:prstGeom prst="rect">
            <a:avLst/>
          </a:prstGeom>
        </p:spPr>
      </p:pic>
      <p:sp>
        <p:nvSpPr>
          <p:cNvPr id="2" name="Footer Placeholder 2">
            <a:extLst>
              <a:ext uri="{FF2B5EF4-FFF2-40B4-BE49-F238E27FC236}">
                <a16:creationId xmlns:a16="http://schemas.microsoft.com/office/drawing/2014/main" id="{D6F0203C-C598-F930-F6EB-A780F3E62837}"/>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extLst>
      <p:ext uri="{BB962C8B-B14F-4D97-AF65-F5344CB8AC3E}">
        <p14:creationId xmlns:p14="http://schemas.microsoft.com/office/powerpoint/2010/main" val="1388533493"/>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a:extLst>
              <a:ext uri="{FF2B5EF4-FFF2-40B4-BE49-F238E27FC236}">
                <a16:creationId xmlns:a16="http://schemas.microsoft.com/office/drawing/2014/main" id="{FC4F7FC9-2CE9-41A9-0CEE-4C8BD93B5782}"/>
              </a:ext>
            </a:extLst>
          </p:cNvPr>
          <p:cNvSpPr>
            <a:spLocks noGrp="1" noChangeArrowheads="1"/>
          </p:cNvSpPr>
          <p:nvPr>
            <p:ph type="title"/>
          </p:nvPr>
        </p:nvSpPr>
        <p:spPr bwMode="auto">
          <a:xfrm>
            <a:off x="251520" y="1268760"/>
            <a:ext cx="864096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شكر وتقدير</a:t>
            </a:r>
          </a:p>
        </p:txBody>
      </p:sp>
      <p:sp>
        <p:nvSpPr>
          <p:cNvPr id="2" name="Content Placeholder 1">
            <a:extLst>
              <a:ext uri="{FF2B5EF4-FFF2-40B4-BE49-F238E27FC236}">
                <a16:creationId xmlns:a16="http://schemas.microsoft.com/office/drawing/2014/main" id="{571ED6DB-1193-D7D6-14BD-76307D6EBFD2}"/>
              </a:ext>
            </a:extLst>
          </p:cNvPr>
          <p:cNvSpPr>
            <a:spLocks noGrp="1"/>
          </p:cNvSpPr>
          <p:nvPr>
            <p:ph sz="half" idx="2"/>
          </p:nvPr>
        </p:nvSpPr>
        <p:spPr>
          <a:xfrm>
            <a:off x="468312" y="2195513"/>
            <a:ext cx="7991475" cy="3609975"/>
          </a:xfrm>
        </p:spPr>
        <p:txBody>
          <a:bodyPr rtlCol="1"/>
          <a:lstStyle/>
          <a:p>
            <a:pPr marL="0" indent="0" rtl="1">
              <a:buNone/>
            </a:pPr>
            <a:r>
              <a:rPr lang="ar" sz="2600" b="1" dirty="0"/>
              <a:t>الصور</a:t>
            </a:r>
          </a:p>
          <a:p>
            <a:pPr marL="0" indent="0" rtl="1">
              <a:buNone/>
            </a:pPr>
            <a:r>
              <a:rPr lang="ar" sz="2000" b="1" spc="-10" dirty="0">
                <a:effectLst/>
                <a:ea typeface="Calibri" panose="020F0502020204030204" pitchFamily="34" charset="0"/>
              </a:rPr>
              <a:t>شترستوك: </a:t>
            </a:r>
            <a:r>
              <a:rPr lang="ar" sz="2000" spc="-10" dirty="0">
                <a:effectLst/>
                <a:ea typeface="Calibri" panose="020F0502020204030204" pitchFamily="34" charset="0"/>
              </a:rPr>
              <a:t> سيفوتارت (شريحة 1)، بادما سانجايا (شريحة 9)، أرميشن (شريحة 10)، أن 131313 (شريحة 13)، ويندواكي (شريحة 20)، جيسادابورن (شريحة 24)، استوديو بي إن بي ديزاين (شريحة 26)، إيمز بوت (شريحة 31).</a:t>
            </a:r>
          </a:p>
          <a:p>
            <a:pPr rtl="1"/>
            <a:endParaRPr lang="en-GB" dirty="0"/>
          </a:p>
          <a:p>
            <a:pPr rtl="1"/>
            <a:endParaRPr lang="en-GB" dirty="0"/>
          </a:p>
        </p:txBody>
      </p:sp>
      <p:sp>
        <p:nvSpPr>
          <p:cNvPr id="3" name="Footer Placeholder 2">
            <a:extLst>
              <a:ext uri="{FF2B5EF4-FFF2-40B4-BE49-F238E27FC236}">
                <a16:creationId xmlns:a16="http://schemas.microsoft.com/office/drawing/2014/main" id="{E71BC162-25D8-13F8-ED1C-F0039D3B31F8}"/>
              </a:ext>
            </a:extLst>
          </p:cNvPr>
          <p:cNvSpPr txBox="1">
            <a:spLocks/>
          </p:cNvSpPr>
          <p:nvPr/>
        </p:nvSpPr>
        <p:spPr bwMode="auto">
          <a:xfrm>
            <a:off x="35496" y="6603206"/>
            <a:ext cx="1080120" cy="216719"/>
          </a:xfrm>
          <a:prstGeom prst="rect">
            <a:avLst/>
          </a:prstGeom>
          <a:noFill/>
        </p:spPr>
        <p:txBody>
          <a:bodyPr vert="horz" wrap="square" lIns="91440" tIns="45720" rIns="91440" bIns="45720" numCol="1" rtlCol="1" anchor="t" anchorCtr="0" compatLnSpc="1">
            <a:prstTxWarp prst="textNoShape">
              <a:avLst/>
            </a:prstTxWarp>
            <a:normAutofit/>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900" b="0" i="0" dirty="0">
                <a:solidFill>
                  <a:srgbClr val="444444"/>
                </a:solidFill>
                <a:effectLst/>
                <a:latin typeface="Calibri" panose="020F0502020204030204" pitchFamily="34" charset="0"/>
              </a:rPr>
              <a:t>A103000398482</a:t>
            </a:r>
            <a:endParaRPr lang="ar" sz="9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_Flow_SignoffStatus xmlns="f63d1639-2e8e-4dfe-b2d4-ff2deac92409" xsi:nil="true"/>
    <AdditionalInfo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52F3753-D1EB-4B46-A618-763DCC042725}"/>
</file>

<file path=customXml/itemProps2.xml><?xml version="1.0" encoding="utf-8"?>
<ds:datastoreItem xmlns:ds="http://schemas.openxmlformats.org/officeDocument/2006/customXml" ds:itemID="{BE128C10-8494-4532-BC53-E6B6CAF2921F}">
  <ds:schemaRefs>
    <ds:schemaRef ds:uri="http://schemas.openxmlformats.org/package/2006/metadata/core-properties"/>
    <ds:schemaRef ds:uri="http://www.w3.org/XML/1998/namespace"/>
    <ds:schemaRef ds:uri="http://schemas.microsoft.com/office/2006/documentManagement/types"/>
    <ds:schemaRef ds:uri="http://purl.org/dc/dcmitype/"/>
    <ds:schemaRef ds:uri="6125ffc9-2c56-435e-8267-1393444907b2"/>
    <ds:schemaRef ds:uri="http://purl.org/dc/elements/1.1/"/>
    <ds:schemaRef ds:uri="http://purl.org/dc/terms/"/>
    <ds:schemaRef ds:uri="http://schemas.microsoft.com/office/infopath/2007/PartnerControls"/>
    <ds:schemaRef ds:uri="7c1bd8dc-4e40-424f-a15f-9ffcd522197f"/>
    <ds:schemaRef ds:uri="http://schemas.microsoft.com/office/2006/metadata/properties"/>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13774</TotalTime>
  <Words>2451</Words>
  <Application>Microsoft Office PowerPoint</Application>
  <PresentationFormat>On-screen Show (4:3)</PresentationFormat>
  <Paragraphs>388</Paragraphs>
  <Slides>32</Slides>
  <Notes>32</Notes>
  <HiddenSlides>0</HiddenSlides>
  <MMClips>0</MMClips>
  <ScaleCrop>false</ScaleCrop>
  <HeadingPairs>
    <vt:vector size="6" baseType="variant">
      <vt:variant>
        <vt:lpstr>Fonts Used</vt:lpstr>
      </vt:variant>
      <vt:variant>
        <vt:i4>8</vt:i4>
      </vt:variant>
      <vt:variant>
        <vt:lpstr>Theme</vt:lpstr>
      </vt:variant>
      <vt:variant>
        <vt:i4>10</vt:i4>
      </vt:variant>
      <vt:variant>
        <vt:lpstr>Slide Titles</vt:lpstr>
      </vt:variant>
      <vt:variant>
        <vt:i4>32</vt:i4>
      </vt:variant>
    </vt:vector>
  </HeadingPairs>
  <TitlesOfParts>
    <vt:vector size="50" baseType="lpstr">
      <vt:lpstr>Arial</vt:lpstr>
      <vt:lpstr>Calibri</vt:lpstr>
      <vt:lpstr>Courier New</vt:lpstr>
      <vt:lpstr>Open Sans</vt:lpstr>
      <vt:lpstr>Sakkal Majalla</vt:lpstr>
      <vt:lpstr>Times New Roman</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14 دراسة خدمة العملاء  </vt:lpstr>
      <vt:lpstr>دراسة خدمة العملاء</vt:lpstr>
      <vt:lpstr>كيفية إجراء تقييم هذه الوحدة؟</vt:lpstr>
      <vt:lpstr>نتاجات التعلُّم أ - ج</vt:lpstr>
      <vt:lpstr>نتاج التعلُّم أ  </vt:lpstr>
      <vt:lpstr>PowerPoint Presentation</vt:lpstr>
      <vt:lpstr>أ1 خدمة العملاء في الأعمال</vt:lpstr>
      <vt:lpstr>أ2 توقعات العملاء والحصول على رضاهم (1) </vt:lpstr>
      <vt:lpstr>أ2 توقعات العملاء والحصول على رضاهم (2) </vt:lpstr>
      <vt:lpstr>أ2 توقعات العملاء والحصول على رضاهم (3) </vt:lpstr>
      <vt:lpstr>أ2 توقعات العملاء والحصول على رضاهم (4) </vt:lpstr>
      <vt:lpstr>أ2 توقعات العملاء والحصول على رضاهم (5) </vt:lpstr>
      <vt:lpstr>أ2 توقعات العملاء والحصول على رضاهم (6) </vt:lpstr>
      <vt:lpstr>أ3 فوائد بناء العلاقات مع العملاء </vt:lpstr>
      <vt:lpstr>أ4 تشريعات ولوائح خدمة العملاء</vt:lpstr>
      <vt:lpstr>نتاج التعلُّم ب  </vt:lpstr>
      <vt:lpstr>PowerPoint Presentation</vt:lpstr>
      <vt:lpstr>ب1 مراقبة وتقييم تقديم خدمة العملاء (1)    </vt:lpstr>
      <vt:lpstr>ب1 مراقبة وتقييم تقديم خدمة العملاء (2)    </vt:lpstr>
      <vt:lpstr>ب2 مؤشرات تحسُّن الأداء </vt:lpstr>
      <vt:lpstr>نتاج التعلم ج  </vt:lpstr>
      <vt:lpstr>PowerPoint Presentation</vt:lpstr>
      <vt:lpstr>PowerPoint Presentation</vt:lpstr>
      <vt:lpstr>PowerPoint Presentation</vt:lpstr>
      <vt:lpstr>PowerPoint Presentation</vt:lpstr>
      <vt:lpstr>ج1 مهارات خدمة العملاء والسلوكيات المُتبَّعة فيها (3)        </vt:lpstr>
      <vt:lpstr>ج2 التعامل مع طلبات وشكاوى خدمة العملاء (1)       </vt:lpstr>
      <vt:lpstr>ج2 التعامل مع طلبات وشكاوى خدمة العملاء (2)       </vt:lpstr>
      <vt:lpstr>ج2 التعامل مع طلبات وشكاوى خدمة العملاء (3)       </vt:lpstr>
      <vt:lpstr>ج3 خطة تدقيق المهارات الفردية وتطويرها (1)        </vt:lpstr>
      <vt:lpstr>ج3 خطة تدقيق المهارات الفردية وتطويرها (2)        </vt:lpstr>
      <vt:lpstr>شكر وتقدير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315</cp:revision>
  <dcterms:created xsi:type="dcterms:W3CDTF">2020-07-15T07:14:47Z</dcterms:created>
  <dcterms:modified xsi:type="dcterms:W3CDTF">2024-09-12T13:06:57Z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MediaServiceImageTags">
    <vt:lpwstr/>
  </property>
</Properties>
</file>