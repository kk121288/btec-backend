
<file path=[Content_Types].xml><?xml version="1.0" encoding="utf-8"?>
<Types xmlns="http://schemas.openxmlformats.org/package/2006/content-types">
  <Default Extension="bin" ContentType="audio/unknown"/>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5.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6.xml" ContentType="application/vnd.openxmlformats-officedocument.theme+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theme/theme7.xml" ContentType="application/vnd.openxmlformats-officedocument.theme+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theme/theme8.xml" ContentType="application/vnd.openxmlformats-officedocument.theme+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9.xml" ContentType="application/vnd.openxmlformats-officedocument.theme+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tl="1" saveSubsetFonts="1">
  <p:sldMasterIdLst>
    <p:sldMasterId id="2147484135" r:id="rId4"/>
    <p:sldMasterId id="2147484148" r:id="rId5"/>
    <p:sldMasterId id="2147484825" r:id="rId6"/>
    <p:sldMasterId id="2147484838" r:id="rId7"/>
    <p:sldMasterId id="2147484851" r:id="rId8"/>
    <p:sldMasterId id="2147484864" r:id="rId9"/>
    <p:sldMasterId id="2147484877" r:id="rId10"/>
    <p:sldMasterId id="2147484890" r:id="rId11"/>
    <p:sldMasterId id="2147484903" r:id="rId12"/>
    <p:sldMasterId id="2147484916" r:id="rId13"/>
  </p:sldMasterIdLst>
  <p:notesMasterIdLst>
    <p:notesMasterId r:id="rId61"/>
  </p:notesMasterIdLst>
  <p:sldIdLst>
    <p:sldId id="310" r:id="rId14"/>
    <p:sldId id="257" r:id="rId15"/>
    <p:sldId id="312" r:id="rId16"/>
    <p:sldId id="313" r:id="rId17"/>
    <p:sldId id="317" r:id="rId18"/>
    <p:sldId id="314" r:id="rId19"/>
    <p:sldId id="323" r:id="rId20"/>
    <p:sldId id="349" r:id="rId21"/>
    <p:sldId id="320" r:id="rId22"/>
    <p:sldId id="342" r:id="rId23"/>
    <p:sldId id="324" r:id="rId24"/>
    <p:sldId id="344" r:id="rId25"/>
    <p:sldId id="321" r:id="rId26"/>
    <p:sldId id="322" r:id="rId27"/>
    <p:sldId id="357" r:id="rId28"/>
    <p:sldId id="343" r:id="rId29"/>
    <p:sldId id="345" r:id="rId30"/>
    <p:sldId id="346" r:id="rId31"/>
    <p:sldId id="347" r:id="rId32"/>
    <p:sldId id="348" r:id="rId33"/>
    <p:sldId id="340" r:id="rId34"/>
    <p:sldId id="327" r:id="rId35"/>
    <p:sldId id="358" r:id="rId36"/>
    <p:sldId id="328" r:id="rId37"/>
    <p:sldId id="318" r:id="rId38"/>
    <p:sldId id="315" r:id="rId39"/>
    <p:sldId id="329" r:id="rId40"/>
    <p:sldId id="355" r:id="rId41"/>
    <p:sldId id="330" r:id="rId42"/>
    <p:sldId id="350" r:id="rId43"/>
    <p:sldId id="351" r:id="rId44"/>
    <p:sldId id="352" r:id="rId45"/>
    <p:sldId id="332" r:id="rId46"/>
    <p:sldId id="341" r:id="rId47"/>
    <p:sldId id="333" r:id="rId48"/>
    <p:sldId id="334" r:id="rId49"/>
    <p:sldId id="319" r:id="rId50"/>
    <p:sldId id="316" r:id="rId51"/>
    <p:sldId id="353" r:id="rId52"/>
    <p:sldId id="335" r:id="rId53"/>
    <p:sldId id="356" r:id="rId54"/>
    <p:sldId id="336" r:id="rId55"/>
    <p:sldId id="337" r:id="rId56"/>
    <p:sldId id="338" r:id="rId57"/>
    <p:sldId id="339" r:id="rId58"/>
    <p:sldId id="354" r:id="rId59"/>
    <p:sldId id="402" r:id="rId60"/>
  </p:sldIdLst>
  <p:sldSz cx="9144000" cy="6858000" type="screen4x3"/>
  <p:notesSz cx="6858000" cy="9144000"/>
  <p:defaultTex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933">
          <p15:clr>
            <a:srgbClr val="A4A3A4"/>
          </p15:clr>
        </p15:guide>
        <p15:guide id="2" pos="2880">
          <p15:clr>
            <a:srgbClr val="A4A3A4"/>
          </p15:clr>
        </p15:guide>
        <p15:guide id="3" pos="1791">
          <p15:clr>
            <a:srgbClr val="A4A3A4"/>
          </p15:clr>
        </p15:guide>
        <p15:guide id="4" orient="horz" pos="3657">
          <p15:clr>
            <a:srgbClr val="A4A3A4"/>
          </p15:clr>
        </p15:guide>
        <p15:guide id="5" pos="106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cmAuthor id="2" name="Microsoft Office User" initials="Office [2]" lastIdx="1" clrIdx="1"/>
  <p:cmAuthor id="3" name="Microsoft Office User" initials="Office [3]" lastIdx="1" clrIdx="2"/>
  <p:cmAuthor id="4" name="Microsoft Office User" initials="Office [4]" lastIdx="1" clrIdx="3"/>
  <p:cmAuthor id="5" name="Microsoft Office User" initials="Office [5]" lastIdx="1" clrIdx="4"/>
  <p:cmAuthor id="6" name="Susan Leaper" initials="" lastIdx="2" clrIdx="5"/>
  <p:cmAuthor id="7" name="Microsoft Office User" initials="Office [8]" lastIdx="1" clrIdx="6"/>
  <p:cmAuthor id="8" name="Microsoft Office User" initials="Office [7]" lastIdx="1" clrIdx="7"/>
  <p:cmAuthor id="9" name="Microsoft Office User" initials="Office [9]" lastIdx="1" clrIdx="8"/>
  <p:cmAuthor id="10" name="Microsoft Office User" initials="Office [10]" lastIdx="1" clrIdx="9"/>
  <p:cmAuthor id="11" name="Microsoft Office User" initials="" lastIdx="1" clrIdx="10"/>
  <p:cmAuthor id="12" name="Unknown User1" initials="Unknown User1" lastIdx="1" clrIdx="11"/>
  <p:cmAuthor id="13" name="Unknown User2" initials="Unknown User2" lastIdx="1" clrIdx="12"/>
  <p:cmAuthor id="14" name="Chetna Somaiya" initials="CS" lastIdx="3" clrIdx="13">
    <p:extLst>
      <p:ext uri="{19B8F6BF-5375-455C-9EA6-DF929625EA0E}">
        <p15:presenceInfo xmlns:p15="http://schemas.microsoft.com/office/powerpoint/2012/main" userId="S::Chetna.Somaiya@pearson.com::beb44317-2430-4ffc-a211-c5eaf33a942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3CECD2-C60B-48FE-8B8B-CD24FCAB62F2}" v="50" dt="2024-09-12T13:10:38.152"/>
  </p1510:revLst>
</p1510:revInfo>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144" autoAdjust="0"/>
    <p:restoredTop sz="89692" autoAdjust="0"/>
  </p:normalViewPr>
  <p:slideViewPr>
    <p:cSldViewPr>
      <p:cViewPr varScale="1">
        <p:scale>
          <a:sx n="141" d="100"/>
          <a:sy n="141" d="100"/>
        </p:scale>
        <p:origin x="2184" y="120"/>
      </p:cViewPr>
      <p:guideLst>
        <p:guide orient="horz" pos="1933"/>
        <p:guide pos="2880"/>
        <p:guide pos="1791"/>
        <p:guide orient="horz" pos="3657"/>
        <p:guide pos="106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3.xml"/><Relationship Id="rId21" Type="http://schemas.openxmlformats.org/officeDocument/2006/relationships/slide" Target="slides/slide8.xml"/><Relationship Id="rId34" Type="http://schemas.openxmlformats.org/officeDocument/2006/relationships/slide" Target="slides/slide21.xml"/><Relationship Id="rId42" Type="http://schemas.openxmlformats.org/officeDocument/2006/relationships/slide" Target="slides/slide29.xml"/><Relationship Id="rId47" Type="http://schemas.openxmlformats.org/officeDocument/2006/relationships/slide" Target="slides/slide34.xml"/><Relationship Id="rId50" Type="http://schemas.openxmlformats.org/officeDocument/2006/relationships/slide" Target="slides/slide37.xml"/><Relationship Id="rId55" Type="http://schemas.openxmlformats.org/officeDocument/2006/relationships/slide" Target="slides/slide42.xml"/><Relationship Id="rId63" Type="http://schemas.openxmlformats.org/officeDocument/2006/relationships/presProps" Target="presProps.xml"/><Relationship Id="rId68" Type="http://schemas.microsoft.com/office/2015/10/relationships/revisionInfo" Target="revisionInfo.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3.xml"/><Relationship Id="rId29" Type="http://schemas.openxmlformats.org/officeDocument/2006/relationships/slide" Target="slides/slide16.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slide" Target="slides/slide27.xml"/><Relationship Id="rId45" Type="http://schemas.openxmlformats.org/officeDocument/2006/relationships/slide" Target="slides/slide32.xml"/><Relationship Id="rId53" Type="http://schemas.openxmlformats.org/officeDocument/2006/relationships/slide" Target="slides/slide40.xml"/><Relationship Id="rId58" Type="http://schemas.openxmlformats.org/officeDocument/2006/relationships/slide" Target="slides/slide45.xml"/><Relationship Id="rId66" Type="http://schemas.openxmlformats.org/officeDocument/2006/relationships/tableStyles" Target="tableStyles.xml"/><Relationship Id="rId5" Type="http://schemas.openxmlformats.org/officeDocument/2006/relationships/slideMaster" Target="slideMasters/slideMaster2.xml"/><Relationship Id="rId61" Type="http://schemas.openxmlformats.org/officeDocument/2006/relationships/notesMaster" Target="notesMasters/notesMaster1.xml"/><Relationship Id="rId19" Type="http://schemas.openxmlformats.org/officeDocument/2006/relationships/slide" Target="slides/slide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slide" Target="slides/slide30.xml"/><Relationship Id="rId48" Type="http://schemas.openxmlformats.org/officeDocument/2006/relationships/slide" Target="slides/slide35.xml"/><Relationship Id="rId56" Type="http://schemas.openxmlformats.org/officeDocument/2006/relationships/slide" Target="slides/slide43.xml"/><Relationship Id="rId64" Type="http://schemas.openxmlformats.org/officeDocument/2006/relationships/viewProps" Target="viewProps.xml"/><Relationship Id="rId8" Type="http://schemas.openxmlformats.org/officeDocument/2006/relationships/slideMaster" Target="slideMasters/slideMaster5.xml"/><Relationship Id="rId51" Type="http://schemas.openxmlformats.org/officeDocument/2006/relationships/slide" Target="slides/slide38.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slide" Target="slides/slide33.xml"/><Relationship Id="rId59" Type="http://schemas.openxmlformats.org/officeDocument/2006/relationships/slide" Target="slides/slide46.xml"/><Relationship Id="rId67" Type="http://schemas.microsoft.com/office/2016/11/relationships/changesInfo" Target="changesInfos/changesInfo1.xml"/><Relationship Id="rId20" Type="http://schemas.openxmlformats.org/officeDocument/2006/relationships/slide" Target="slides/slide7.xml"/><Relationship Id="rId41" Type="http://schemas.openxmlformats.org/officeDocument/2006/relationships/slide" Target="slides/slide28.xml"/><Relationship Id="rId54" Type="http://schemas.openxmlformats.org/officeDocument/2006/relationships/slide" Target="slides/slide41.xml"/><Relationship Id="rId62"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slide" Target="slides/slide36.xml"/><Relationship Id="rId57" Type="http://schemas.openxmlformats.org/officeDocument/2006/relationships/slide" Target="slides/slide44.xml"/><Relationship Id="rId10" Type="http://schemas.openxmlformats.org/officeDocument/2006/relationships/slideMaster" Target="slideMasters/slideMaster7.xml"/><Relationship Id="rId31" Type="http://schemas.openxmlformats.org/officeDocument/2006/relationships/slide" Target="slides/slide18.xml"/><Relationship Id="rId44" Type="http://schemas.openxmlformats.org/officeDocument/2006/relationships/slide" Target="slides/slide31.xml"/><Relationship Id="rId52" Type="http://schemas.openxmlformats.org/officeDocument/2006/relationships/slide" Target="slides/slide39.xml"/><Relationship Id="rId60" Type="http://schemas.openxmlformats.org/officeDocument/2006/relationships/slide" Target="slides/slide47.xml"/><Relationship Id="rId65"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Master" Target="slideMasters/slideMaster10.xml"/><Relationship Id="rId18" Type="http://schemas.openxmlformats.org/officeDocument/2006/relationships/slide" Target="slides/slide5.xml"/><Relationship Id="rId39" Type="http://schemas.openxmlformats.org/officeDocument/2006/relationships/slide" Target="slides/slide2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 Winser" userId="c3146a91-e6bd-4264-bd86-e164e04bc32d" providerId="ADAL" clId="{138E0878-C71B-4BBD-ACDB-F30A26A5FFB0}"/>
    <pc:docChg chg="custSel addSld modSld">
      <pc:chgData name="Paul Winser" userId="c3146a91-e6bd-4264-bd86-e164e04bc32d" providerId="ADAL" clId="{138E0878-C71B-4BBD-ACDB-F30A26A5FFB0}" dt="2024-08-20T17:14:42.300" v="232" actId="1076"/>
      <pc:docMkLst>
        <pc:docMk/>
      </pc:docMkLst>
      <pc:sldChg chg="addSp delSp modSp mod">
        <pc:chgData name="Paul Winser" userId="c3146a91-e6bd-4264-bd86-e164e04bc32d" providerId="ADAL" clId="{138E0878-C71B-4BBD-ACDB-F30A26A5FFB0}" dt="2024-08-20T17:11:58.799" v="159" actId="1076"/>
        <pc:sldMkLst>
          <pc:docMk/>
          <pc:sldMk cId="0" sldId="310"/>
        </pc:sldMkLst>
        <pc:spChg chg="mod">
          <ac:chgData name="Paul Winser" userId="c3146a91-e6bd-4264-bd86-e164e04bc32d" providerId="ADAL" clId="{138E0878-C71B-4BBD-ACDB-F30A26A5FFB0}" dt="2024-08-20T17:10:46.164" v="151" actId="1076"/>
          <ac:spMkLst>
            <pc:docMk/>
            <pc:sldMk cId="0" sldId="310"/>
            <ac:spMk id="3" creationId="{986D29E0-B089-110D-BF1E-B3C37F2C37F9}"/>
          </ac:spMkLst>
        </pc:spChg>
        <pc:spChg chg="add mod">
          <ac:chgData name="Paul Winser" userId="c3146a91-e6bd-4264-bd86-e164e04bc32d" providerId="ADAL" clId="{138E0878-C71B-4BBD-ACDB-F30A26A5FFB0}" dt="2024-08-20T17:10:39.533" v="150"/>
          <ac:spMkLst>
            <pc:docMk/>
            <pc:sldMk cId="0" sldId="310"/>
            <ac:spMk id="4" creationId="{A4E6506E-1791-77CC-4D57-CC4DB25FBFD4}"/>
          </ac:spMkLst>
        </pc:spChg>
        <pc:picChg chg="del mod">
          <ac:chgData name="Paul Winser" userId="c3146a91-e6bd-4264-bd86-e164e04bc32d" providerId="ADAL" clId="{138E0878-C71B-4BBD-ACDB-F30A26A5FFB0}" dt="2024-08-20T17:11:54.713" v="154" actId="478"/>
          <ac:picMkLst>
            <pc:docMk/>
            <pc:sldMk cId="0" sldId="310"/>
            <ac:picMk id="2" creationId="{3538A143-0924-B258-E68E-3D04739404A7}"/>
          </ac:picMkLst>
        </pc:picChg>
        <pc:picChg chg="add mod">
          <ac:chgData name="Paul Winser" userId="c3146a91-e6bd-4264-bd86-e164e04bc32d" providerId="ADAL" clId="{138E0878-C71B-4BBD-ACDB-F30A26A5FFB0}" dt="2024-08-20T17:11:58.799" v="159" actId="1076"/>
          <ac:picMkLst>
            <pc:docMk/>
            <pc:sldMk cId="0" sldId="310"/>
            <ac:picMk id="6" creationId="{5ADC42D7-B766-490F-9FEF-6D07310C22B8}"/>
          </ac:picMkLst>
        </pc:picChg>
      </pc:sldChg>
      <pc:sldChg chg="modSp mod">
        <pc:chgData name="Paul Winser" userId="c3146a91-e6bd-4264-bd86-e164e04bc32d" providerId="ADAL" clId="{138E0878-C71B-4BBD-ACDB-F30A26A5FFB0}" dt="2024-08-19T14:22:46.596" v="10" actId="1076"/>
        <pc:sldMkLst>
          <pc:docMk/>
          <pc:sldMk cId="1462100039" sldId="312"/>
        </pc:sldMkLst>
        <pc:spChg chg="mod">
          <ac:chgData name="Paul Winser" userId="c3146a91-e6bd-4264-bd86-e164e04bc32d" providerId="ADAL" clId="{138E0878-C71B-4BBD-ACDB-F30A26A5FFB0}" dt="2024-08-19T14:22:41.904" v="9" actId="20577"/>
          <ac:spMkLst>
            <pc:docMk/>
            <pc:sldMk cId="1462100039" sldId="312"/>
            <ac:spMk id="30722" creationId="{FBE43A64-630B-33D8-60B0-723B68362A55}"/>
          </ac:spMkLst>
        </pc:spChg>
        <pc:graphicFrameChg chg="mod">
          <ac:chgData name="Paul Winser" userId="c3146a91-e6bd-4264-bd86-e164e04bc32d" providerId="ADAL" clId="{138E0878-C71B-4BBD-ACDB-F30A26A5FFB0}" dt="2024-08-19T14:22:46.596" v="10" actId="1076"/>
          <ac:graphicFrameMkLst>
            <pc:docMk/>
            <pc:sldMk cId="1462100039" sldId="312"/>
            <ac:graphicFrameMk id="5" creationId="{9AA54A44-C5B4-7201-7A43-2CB30D2602F0}"/>
          </ac:graphicFrameMkLst>
        </pc:graphicFrameChg>
      </pc:sldChg>
      <pc:sldChg chg="modSp mod">
        <pc:chgData name="Paul Winser" userId="c3146a91-e6bd-4264-bd86-e164e04bc32d" providerId="ADAL" clId="{138E0878-C71B-4BBD-ACDB-F30A26A5FFB0}" dt="2024-08-19T14:22:59.272" v="12" actId="1076"/>
        <pc:sldMkLst>
          <pc:docMk/>
          <pc:sldMk cId="0" sldId="314"/>
        </pc:sldMkLst>
        <pc:graphicFrameChg chg="mod">
          <ac:chgData name="Paul Winser" userId="c3146a91-e6bd-4264-bd86-e164e04bc32d" providerId="ADAL" clId="{138E0878-C71B-4BBD-ACDB-F30A26A5FFB0}" dt="2024-08-19T14:22:59.272" v="12" actId="1076"/>
          <ac:graphicFrameMkLst>
            <pc:docMk/>
            <pc:sldMk cId="0" sldId="314"/>
            <ac:graphicFrameMk id="5" creationId="{4972FC8C-DE48-E72E-644B-B7FEA8508A23}"/>
          </ac:graphicFrameMkLst>
        </pc:graphicFrameChg>
      </pc:sldChg>
      <pc:sldChg chg="modSp mod">
        <pc:chgData name="Paul Winser" userId="c3146a91-e6bd-4264-bd86-e164e04bc32d" providerId="ADAL" clId="{138E0878-C71B-4BBD-ACDB-F30A26A5FFB0}" dt="2024-08-19T14:24:48.910" v="123" actId="14100"/>
        <pc:sldMkLst>
          <pc:docMk/>
          <pc:sldMk cId="3334210411" sldId="315"/>
        </pc:sldMkLst>
        <pc:graphicFrameChg chg="mod">
          <ac:chgData name="Paul Winser" userId="c3146a91-e6bd-4264-bd86-e164e04bc32d" providerId="ADAL" clId="{138E0878-C71B-4BBD-ACDB-F30A26A5FFB0}" dt="2024-08-19T14:24:48.910" v="123" actId="14100"/>
          <ac:graphicFrameMkLst>
            <pc:docMk/>
            <pc:sldMk cId="3334210411" sldId="315"/>
            <ac:graphicFrameMk id="5" creationId="{99F3D1CC-E35A-51C3-BB56-C9275B996158}"/>
          </ac:graphicFrameMkLst>
        </pc:graphicFrameChg>
      </pc:sldChg>
      <pc:sldChg chg="modSp mod">
        <pc:chgData name="Paul Winser" userId="c3146a91-e6bd-4264-bd86-e164e04bc32d" providerId="ADAL" clId="{138E0878-C71B-4BBD-ACDB-F30A26A5FFB0}" dt="2024-08-19T14:25:36.846" v="138" actId="1076"/>
        <pc:sldMkLst>
          <pc:docMk/>
          <pc:sldMk cId="989072788" sldId="316"/>
        </pc:sldMkLst>
        <pc:graphicFrameChg chg="mod">
          <ac:chgData name="Paul Winser" userId="c3146a91-e6bd-4264-bd86-e164e04bc32d" providerId="ADAL" clId="{138E0878-C71B-4BBD-ACDB-F30A26A5FFB0}" dt="2024-08-19T14:25:36.846" v="138" actId="1076"/>
          <ac:graphicFrameMkLst>
            <pc:docMk/>
            <pc:sldMk cId="989072788" sldId="316"/>
            <ac:graphicFrameMk id="5" creationId="{5A63B14F-1087-4F6B-F491-87167F4E5B74}"/>
          </ac:graphicFrameMkLst>
        </pc:graphicFrameChg>
      </pc:sldChg>
      <pc:sldChg chg="addSp delSp modSp mod">
        <pc:chgData name="Paul Winser" userId="c3146a91-e6bd-4264-bd86-e164e04bc32d" providerId="ADAL" clId="{138E0878-C71B-4BBD-ACDB-F30A26A5FFB0}" dt="2024-08-20T17:12:45.204" v="177" actId="1076"/>
        <pc:sldMkLst>
          <pc:docMk/>
          <pc:sldMk cId="2496429087" sldId="321"/>
        </pc:sldMkLst>
        <pc:picChg chg="del mod">
          <ac:chgData name="Paul Winser" userId="c3146a91-e6bd-4264-bd86-e164e04bc32d" providerId="ADAL" clId="{138E0878-C71B-4BBD-ACDB-F30A26A5FFB0}" dt="2024-08-20T17:12:40.182" v="172" actId="478"/>
          <ac:picMkLst>
            <pc:docMk/>
            <pc:sldMk cId="2496429087" sldId="321"/>
            <ac:picMk id="3" creationId="{F2B115EB-1144-F378-2308-B12A951A0661}"/>
          </ac:picMkLst>
        </pc:picChg>
        <pc:picChg chg="add mod">
          <ac:chgData name="Paul Winser" userId="c3146a91-e6bd-4264-bd86-e164e04bc32d" providerId="ADAL" clId="{138E0878-C71B-4BBD-ACDB-F30A26A5FFB0}" dt="2024-08-20T17:12:45.204" v="177" actId="1076"/>
          <ac:picMkLst>
            <pc:docMk/>
            <pc:sldMk cId="2496429087" sldId="321"/>
            <ac:picMk id="4" creationId="{568F17D7-D4F7-4AE4-BE99-E9BB408631E4}"/>
          </ac:picMkLst>
        </pc:picChg>
      </pc:sldChg>
      <pc:sldChg chg="addSp delSp modSp mod">
        <pc:chgData name="Paul Winser" userId="c3146a91-e6bd-4264-bd86-e164e04bc32d" providerId="ADAL" clId="{138E0878-C71B-4BBD-ACDB-F30A26A5FFB0}" dt="2024-08-20T17:13:33.227" v="197" actId="1076"/>
        <pc:sldMkLst>
          <pc:docMk/>
          <pc:sldMk cId="2586258292" sldId="330"/>
        </pc:sldMkLst>
        <pc:picChg chg="add mod">
          <ac:chgData name="Paul Winser" userId="c3146a91-e6bd-4264-bd86-e164e04bc32d" providerId="ADAL" clId="{138E0878-C71B-4BBD-ACDB-F30A26A5FFB0}" dt="2024-08-20T17:13:33.227" v="197" actId="1076"/>
          <ac:picMkLst>
            <pc:docMk/>
            <pc:sldMk cId="2586258292" sldId="330"/>
            <ac:picMk id="4" creationId="{BB97106F-20CF-96C6-F536-F1546A51AC49}"/>
          </ac:picMkLst>
        </pc:picChg>
        <pc:picChg chg="del">
          <ac:chgData name="Paul Winser" userId="c3146a91-e6bd-4264-bd86-e164e04bc32d" providerId="ADAL" clId="{138E0878-C71B-4BBD-ACDB-F30A26A5FFB0}" dt="2024-08-20T17:13:30.577" v="193" actId="478"/>
          <ac:picMkLst>
            <pc:docMk/>
            <pc:sldMk cId="2586258292" sldId="330"/>
            <ac:picMk id="5" creationId="{1F27AEF8-EA4F-521D-0F1C-A495B2FE160A}"/>
          </ac:picMkLst>
        </pc:picChg>
      </pc:sldChg>
      <pc:sldChg chg="addSp delSp modSp mod">
        <pc:chgData name="Paul Winser" userId="c3146a91-e6bd-4264-bd86-e164e04bc32d" providerId="ADAL" clId="{138E0878-C71B-4BBD-ACDB-F30A26A5FFB0}" dt="2024-08-20T17:14:04.576" v="213" actId="1076"/>
        <pc:sldMkLst>
          <pc:docMk/>
          <pc:sldMk cId="247344073" sldId="332"/>
        </pc:sldMkLst>
        <pc:picChg chg="add mod">
          <ac:chgData name="Paul Winser" userId="c3146a91-e6bd-4264-bd86-e164e04bc32d" providerId="ADAL" clId="{138E0878-C71B-4BBD-ACDB-F30A26A5FFB0}" dt="2024-08-20T17:14:04.576" v="213" actId="1076"/>
          <ac:picMkLst>
            <pc:docMk/>
            <pc:sldMk cId="247344073" sldId="332"/>
            <ac:picMk id="3" creationId="{D4A82707-BA61-7DF8-85B8-9B996C9F20D0}"/>
          </ac:picMkLst>
        </pc:picChg>
        <pc:picChg chg="del">
          <ac:chgData name="Paul Winser" userId="c3146a91-e6bd-4264-bd86-e164e04bc32d" providerId="ADAL" clId="{138E0878-C71B-4BBD-ACDB-F30A26A5FFB0}" dt="2024-08-20T17:13:54.166" v="206" actId="478"/>
          <ac:picMkLst>
            <pc:docMk/>
            <pc:sldMk cId="247344073" sldId="332"/>
            <ac:picMk id="8" creationId="{FE1569B1-1301-50AC-2A72-811ED76DD8A1}"/>
          </ac:picMkLst>
        </pc:picChg>
      </pc:sldChg>
      <pc:sldChg chg="modSp">
        <pc:chgData name="Paul Winser" userId="c3146a91-e6bd-4264-bd86-e164e04bc32d" providerId="ADAL" clId="{138E0878-C71B-4BBD-ACDB-F30A26A5FFB0}" dt="2024-08-19T14:25:43.866" v="139" actId="14100"/>
        <pc:sldMkLst>
          <pc:docMk/>
          <pc:sldMk cId="1538896705" sldId="335"/>
        </pc:sldMkLst>
        <pc:spChg chg="mod">
          <ac:chgData name="Paul Winser" userId="c3146a91-e6bd-4264-bd86-e164e04bc32d" providerId="ADAL" clId="{138E0878-C71B-4BBD-ACDB-F30A26A5FFB0}" dt="2024-08-19T14:25:43.866" v="139" actId="14100"/>
          <ac:spMkLst>
            <pc:docMk/>
            <pc:sldMk cId="1538896705" sldId="335"/>
            <ac:spMk id="30723" creationId="{DF81E732-5A13-B235-DFEA-FC8393587340}"/>
          </ac:spMkLst>
        </pc:spChg>
      </pc:sldChg>
      <pc:sldChg chg="addSp delSp modSp mod">
        <pc:chgData name="Paul Winser" userId="c3146a91-e6bd-4264-bd86-e164e04bc32d" providerId="ADAL" clId="{138E0878-C71B-4BBD-ACDB-F30A26A5FFB0}" dt="2024-08-20T17:14:29.926" v="225" actId="1076"/>
        <pc:sldMkLst>
          <pc:docMk/>
          <pc:sldMk cId="2046020258" sldId="336"/>
        </pc:sldMkLst>
        <pc:picChg chg="del">
          <ac:chgData name="Paul Winser" userId="c3146a91-e6bd-4264-bd86-e164e04bc32d" providerId="ADAL" clId="{138E0878-C71B-4BBD-ACDB-F30A26A5FFB0}" dt="2024-08-20T17:14:24.629" v="220" actId="478"/>
          <ac:picMkLst>
            <pc:docMk/>
            <pc:sldMk cId="2046020258" sldId="336"/>
            <ac:picMk id="3" creationId="{4841368F-7329-6F7A-7770-384E571DBBEC}"/>
          </ac:picMkLst>
        </pc:picChg>
        <pc:picChg chg="add mod">
          <ac:chgData name="Paul Winser" userId="c3146a91-e6bd-4264-bd86-e164e04bc32d" providerId="ADAL" clId="{138E0878-C71B-4BBD-ACDB-F30A26A5FFB0}" dt="2024-08-20T17:14:29.926" v="225" actId="1076"/>
          <ac:picMkLst>
            <pc:docMk/>
            <pc:sldMk cId="2046020258" sldId="336"/>
            <ac:picMk id="7" creationId="{0B6B430C-9733-A51F-CA39-F43E0C080DB1}"/>
          </ac:picMkLst>
        </pc:picChg>
      </pc:sldChg>
      <pc:sldChg chg="addSp delSp modSp mod">
        <pc:chgData name="Paul Winser" userId="c3146a91-e6bd-4264-bd86-e164e04bc32d" providerId="ADAL" clId="{138E0878-C71B-4BBD-ACDB-F30A26A5FFB0}" dt="2024-08-20T17:14:42.300" v="232" actId="1076"/>
        <pc:sldMkLst>
          <pc:docMk/>
          <pc:sldMk cId="2708686936" sldId="337"/>
        </pc:sldMkLst>
        <pc:picChg chg="del">
          <ac:chgData name="Paul Winser" userId="c3146a91-e6bd-4264-bd86-e164e04bc32d" providerId="ADAL" clId="{138E0878-C71B-4BBD-ACDB-F30A26A5FFB0}" dt="2024-08-20T17:14:35.797" v="226" actId="478"/>
          <ac:picMkLst>
            <pc:docMk/>
            <pc:sldMk cId="2708686936" sldId="337"/>
            <ac:picMk id="3" creationId="{A3BA32DA-9009-836B-510F-644BB39E267D}"/>
          </ac:picMkLst>
        </pc:picChg>
        <pc:picChg chg="add mod">
          <ac:chgData name="Paul Winser" userId="c3146a91-e6bd-4264-bd86-e164e04bc32d" providerId="ADAL" clId="{138E0878-C71B-4BBD-ACDB-F30A26A5FFB0}" dt="2024-08-20T17:14:42.300" v="232" actId="1076"/>
          <ac:picMkLst>
            <pc:docMk/>
            <pc:sldMk cId="2708686936" sldId="337"/>
            <ac:picMk id="4" creationId="{6280B00D-A0C7-1BF3-4F97-BF7A0AF771F3}"/>
          </ac:picMkLst>
        </pc:picChg>
      </pc:sldChg>
      <pc:sldChg chg="modSp mod">
        <pc:chgData name="Paul Winser" userId="c3146a91-e6bd-4264-bd86-e164e04bc32d" providerId="ADAL" clId="{138E0878-C71B-4BBD-ACDB-F30A26A5FFB0}" dt="2024-08-19T14:26:07.014" v="143" actId="14"/>
        <pc:sldMkLst>
          <pc:docMk/>
          <pc:sldMk cId="1792176604" sldId="339"/>
        </pc:sldMkLst>
        <pc:spChg chg="mod">
          <ac:chgData name="Paul Winser" userId="c3146a91-e6bd-4264-bd86-e164e04bc32d" providerId="ADAL" clId="{138E0878-C71B-4BBD-ACDB-F30A26A5FFB0}" dt="2024-08-19T14:26:07.014" v="143" actId="14"/>
          <ac:spMkLst>
            <pc:docMk/>
            <pc:sldMk cId="1792176604" sldId="339"/>
            <ac:spMk id="5" creationId="{40563E23-8228-8192-B427-BD79DC0CFFA5}"/>
          </ac:spMkLst>
        </pc:spChg>
        <pc:spChg chg="mod">
          <ac:chgData name="Paul Winser" userId="c3146a91-e6bd-4264-bd86-e164e04bc32d" providerId="ADAL" clId="{138E0878-C71B-4BBD-ACDB-F30A26A5FFB0}" dt="2024-08-19T14:26:03.995" v="142" actId="14"/>
          <ac:spMkLst>
            <pc:docMk/>
            <pc:sldMk cId="1792176604" sldId="339"/>
            <ac:spMk id="30723" creationId="{FA40E0B7-7207-620D-A328-B69E26E93D20}"/>
          </ac:spMkLst>
        </pc:spChg>
      </pc:sldChg>
      <pc:sldChg chg="addSp modSp mod">
        <pc:chgData name="Paul Winser" userId="c3146a91-e6bd-4264-bd86-e164e04bc32d" providerId="ADAL" clId="{138E0878-C71B-4BBD-ACDB-F30A26A5FFB0}" dt="2024-08-19T14:24:32.420" v="121" actId="14100"/>
        <pc:sldMkLst>
          <pc:docMk/>
          <pc:sldMk cId="1452499328" sldId="340"/>
        </pc:sldMkLst>
        <pc:spChg chg="add mod">
          <ac:chgData name="Paul Winser" userId="c3146a91-e6bd-4264-bd86-e164e04bc32d" providerId="ADAL" clId="{138E0878-C71B-4BBD-ACDB-F30A26A5FFB0}" dt="2024-08-19T14:24:25.331" v="120" actId="1038"/>
          <ac:spMkLst>
            <pc:docMk/>
            <pc:sldMk cId="1452499328" sldId="340"/>
            <ac:spMk id="2" creationId="{2F616B72-F257-4B43-3F9D-247782E8BAFA}"/>
          </ac:spMkLst>
        </pc:spChg>
        <pc:spChg chg="mod">
          <ac:chgData name="Paul Winser" userId="c3146a91-e6bd-4264-bd86-e164e04bc32d" providerId="ADAL" clId="{138E0878-C71B-4BBD-ACDB-F30A26A5FFB0}" dt="2024-08-19T14:24:32.420" v="121" actId="14100"/>
          <ac:spMkLst>
            <pc:docMk/>
            <pc:sldMk cId="1452499328" sldId="340"/>
            <ac:spMk id="4" creationId="{C1A028DB-2083-6F76-52F0-996B8673C635}"/>
          </ac:spMkLst>
        </pc:spChg>
      </pc:sldChg>
      <pc:sldChg chg="modSp">
        <pc:chgData name="Paul Winser" userId="c3146a91-e6bd-4264-bd86-e164e04bc32d" providerId="ADAL" clId="{138E0878-C71B-4BBD-ACDB-F30A26A5FFB0}" dt="2024-08-19T14:25:20.065" v="136" actId="1037"/>
        <pc:sldMkLst>
          <pc:docMk/>
          <pc:sldMk cId="366634251" sldId="341"/>
        </pc:sldMkLst>
        <pc:spChg chg="mod">
          <ac:chgData name="Paul Winser" userId="c3146a91-e6bd-4264-bd86-e164e04bc32d" providerId="ADAL" clId="{138E0878-C71B-4BBD-ACDB-F30A26A5FFB0}" dt="2024-08-19T14:25:20.065" v="136" actId="1037"/>
          <ac:spMkLst>
            <pc:docMk/>
            <pc:sldMk cId="366634251" sldId="341"/>
            <ac:spMk id="10" creationId="{233D994A-1C31-0F63-D2B9-8709B76E4DE9}"/>
          </ac:spMkLst>
        </pc:spChg>
        <pc:spChg chg="mod">
          <ac:chgData name="Paul Winser" userId="c3146a91-e6bd-4264-bd86-e164e04bc32d" providerId="ADAL" clId="{138E0878-C71B-4BBD-ACDB-F30A26A5FFB0}" dt="2024-08-19T14:25:20.065" v="136" actId="1037"/>
          <ac:spMkLst>
            <pc:docMk/>
            <pc:sldMk cId="366634251" sldId="341"/>
            <ac:spMk id="11" creationId="{BE8C9D92-D312-A309-D57B-41297A908BEB}"/>
          </ac:spMkLst>
        </pc:spChg>
        <pc:spChg chg="mod">
          <ac:chgData name="Paul Winser" userId="c3146a91-e6bd-4264-bd86-e164e04bc32d" providerId="ADAL" clId="{138E0878-C71B-4BBD-ACDB-F30A26A5FFB0}" dt="2024-08-19T14:25:20.065" v="136" actId="1037"/>
          <ac:spMkLst>
            <pc:docMk/>
            <pc:sldMk cId="366634251" sldId="341"/>
            <ac:spMk id="30723" creationId="{CF4D1B08-0AAC-F2A9-17C5-0B3397D683C0}"/>
          </ac:spMkLst>
        </pc:spChg>
        <pc:grpChg chg="mod">
          <ac:chgData name="Paul Winser" userId="c3146a91-e6bd-4264-bd86-e164e04bc32d" providerId="ADAL" clId="{138E0878-C71B-4BBD-ACDB-F30A26A5FFB0}" dt="2024-08-19T14:25:20.065" v="136" actId="1037"/>
          <ac:grpSpMkLst>
            <pc:docMk/>
            <pc:sldMk cId="366634251" sldId="341"/>
            <ac:grpSpMk id="9" creationId="{6617F9B9-A587-71F0-F596-0B3686E87DF3}"/>
          </ac:grpSpMkLst>
        </pc:grpChg>
      </pc:sldChg>
      <pc:sldChg chg="modSp">
        <pc:chgData name="Paul Winser" userId="c3146a91-e6bd-4264-bd86-e164e04bc32d" providerId="ADAL" clId="{138E0878-C71B-4BBD-ACDB-F30A26A5FFB0}" dt="2024-08-19T14:23:15.419" v="14" actId="1038"/>
        <pc:sldMkLst>
          <pc:docMk/>
          <pc:sldMk cId="933535706" sldId="342"/>
        </pc:sldMkLst>
        <pc:spChg chg="mod">
          <ac:chgData name="Paul Winser" userId="c3146a91-e6bd-4264-bd86-e164e04bc32d" providerId="ADAL" clId="{138E0878-C71B-4BBD-ACDB-F30A26A5FFB0}" dt="2024-08-19T14:23:15.419" v="14" actId="1038"/>
          <ac:spMkLst>
            <pc:docMk/>
            <pc:sldMk cId="933535706" sldId="342"/>
            <ac:spMk id="3" creationId="{866BCFAE-7329-1CFB-FF97-2DC94CA45829}"/>
          </ac:spMkLst>
        </pc:spChg>
        <pc:spChg chg="mod">
          <ac:chgData name="Paul Winser" userId="c3146a91-e6bd-4264-bd86-e164e04bc32d" providerId="ADAL" clId="{138E0878-C71B-4BBD-ACDB-F30A26A5FFB0}" dt="2024-08-19T14:23:15.419" v="14" actId="1038"/>
          <ac:spMkLst>
            <pc:docMk/>
            <pc:sldMk cId="933535706" sldId="342"/>
            <ac:spMk id="4" creationId="{2A210443-0026-B0D5-C239-74FF73375948}"/>
          </ac:spMkLst>
        </pc:spChg>
        <pc:spChg chg="mod">
          <ac:chgData name="Paul Winser" userId="c3146a91-e6bd-4264-bd86-e164e04bc32d" providerId="ADAL" clId="{138E0878-C71B-4BBD-ACDB-F30A26A5FFB0}" dt="2024-08-19T14:23:15.419" v="14" actId="1038"/>
          <ac:spMkLst>
            <pc:docMk/>
            <pc:sldMk cId="933535706" sldId="342"/>
            <ac:spMk id="7" creationId="{047B50A6-C2B6-414E-8FFD-B26C29110A58}"/>
          </ac:spMkLst>
        </pc:spChg>
        <pc:spChg chg="mod">
          <ac:chgData name="Paul Winser" userId="c3146a91-e6bd-4264-bd86-e164e04bc32d" providerId="ADAL" clId="{138E0878-C71B-4BBD-ACDB-F30A26A5FFB0}" dt="2024-08-19T14:23:15.419" v="14" actId="1038"/>
          <ac:spMkLst>
            <pc:docMk/>
            <pc:sldMk cId="933535706" sldId="342"/>
            <ac:spMk id="8" creationId="{8FFF9214-F8A8-07FD-5C70-D0909660142C}"/>
          </ac:spMkLst>
        </pc:spChg>
        <pc:spChg chg="mod">
          <ac:chgData name="Paul Winser" userId="c3146a91-e6bd-4264-bd86-e164e04bc32d" providerId="ADAL" clId="{138E0878-C71B-4BBD-ACDB-F30A26A5FFB0}" dt="2024-08-19T14:23:15.419" v="14" actId="1038"/>
          <ac:spMkLst>
            <pc:docMk/>
            <pc:sldMk cId="933535706" sldId="342"/>
            <ac:spMk id="30723" creationId="{EBE274EB-1983-6E62-15FF-F243D82F5E79}"/>
          </ac:spMkLst>
        </pc:spChg>
        <pc:grpChg chg="mod">
          <ac:chgData name="Paul Winser" userId="c3146a91-e6bd-4264-bd86-e164e04bc32d" providerId="ADAL" clId="{138E0878-C71B-4BBD-ACDB-F30A26A5FFB0}" dt="2024-08-19T14:23:15.419" v="14" actId="1038"/>
          <ac:grpSpMkLst>
            <pc:docMk/>
            <pc:sldMk cId="933535706" sldId="342"/>
            <ac:grpSpMk id="6" creationId="{09F9B1B5-CC25-991B-D152-F7716C30D224}"/>
          </ac:grpSpMkLst>
        </pc:grpChg>
      </pc:sldChg>
      <pc:sldChg chg="addSp delSp modSp mod">
        <pc:chgData name="Paul Winser" userId="c3146a91-e6bd-4264-bd86-e164e04bc32d" providerId="ADAL" clId="{138E0878-C71B-4BBD-ACDB-F30A26A5FFB0}" dt="2024-08-20T17:13:01.556" v="185" actId="1076"/>
        <pc:sldMkLst>
          <pc:docMk/>
          <pc:sldMk cId="2299894682" sldId="343"/>
        </pc:sldMkLst>
        <pc:picChg chg="del mod">
          <ac:chgData name="Paul Winser" userId="c3146a91-e6bd-4264-bd86-e164e04bc32d" providerId="ADAL" clId="{138E0878-C71B-4BBD-ACDB-F30A26A5FFB0}" dt="2024-08-20T17:12:52.102" v="178" actId="478"/>
          <ac:picMkLst>
            <pc:docMk/>
            <pc:sldMk cId="2299894682" sldId="343"/>
            <ac:picMk id="5" creationId="{37BB6538-A0A6-5CCF-F5C9-06249343BEE4}"/>
          </ac:picMkLst>
        </pc:picChg>
        <pc:picChg chg="add mod">
          <ac:chgData name="Paul Winser" userId="c3146a91-e6bd-4264-bd86-e164e04bc32d" providerId="ADAL" clId="{138E0878-C71B-4BBD-ACDB-F30A26A5FFB0}" dt="2024-08-20T17:13:01.556" v="185" actId="1076"/>
          <ac:picMkLst>
            <pc:docMk/>
            <pc:sldMk cId="2299894682" sldId="343"/>
            <ac:picMk id="7" creationId="{2E05F89A-6503-21EA-3016-DE9387EE060A}"/>
          </ac:picMkLst>
        </pc:picChg>
      </pc:sldChg>
      <pc:sldChg chg="modSp mod">
        <pc:chgData name="Paul Winser" userId="c3146a91-e6bd-4264-bd86-e164e04bc32d" providerId="ADAL" clId="{138E0878-C71B-4BBD-ACDB-F30A26A5FFB0}" dt="2024-08-20T17:13:08.771" v="186" actId="14100"/>
        <pc:sldMkLst>
          <pc:docMk/>
          <pc:sldMk cId="1169912868" sldId="346"/>
        </pc:sldMkLst>
        <pc:grpChg chg="mod">
          <ac:chgData name="Paul Winser" userId="c3146a91-e6bd-4264-bd86-e164e04bc32d" providerId="ADAL" clId="{138E0878-C71B-4BBD-ACDB-F30A26A5FFB0}" dt="2024-08-20T17:13:08.771" v="186" actId="14100"/>
          <ac:grpSpMkLst>
            <pc:docMk/>
            <pc:sldMk cId="1169912868" sldId="346"/>
            <ac:grpSpMk id="3" creationId="{1FE82923-2F68-C48F-F7D5-259EE7674CFC}"/>
          </ac:grpSpMkLst>
        </pc:grpChg>
      </pc:sldChg>
      <pc:sldChg chg="addSp delSp modSp mod">
        <pc:chgData name="Paul Winser" userId="c3146a91-e6bd-4264-bd86-e164e04bc32d" providerId="ADAL" clId="{138E0878-C71B-4BBD-ACDB-F30A26A5FFB0}" dt="2024-08-20T17:13:21.581" v="192" actId="1076"/>
        <pc:sldMkLst>
          <pc:docMk/>
          <pc:sldMk cId="2762369221" sldId="348"/>
        </pc:sldMkLst>
        <pc:spChg chg="mod">
          <ac:chgData name="Paul Winser" userId="c3146a91-e6bd-4264-bd86-e164e04bc32d" providerId="ADAL" clId="{138E0878-C71B-4BBD-ACDB-F30A26A5FFB0}" dt="2024-08-19T14:24:07.234" v="21" actId="404"/>
          <ac:spMkLst>
            <pc:docMk/>
            <pc:sldMk cId="2762369221" sldId="348"/>
            <ac:spMk id="5" creationId="{DDEB1F1D-92FD-86EB-316F-ADD7E95A757F}"/>
          </ac:spMkLst>
        </pc:spChg>
        <pc:picChg chg="del mod">
          <ac:chgData name="Paul Winser" userId="c3146a91-e6bd-4264-bd86-e164e04bc32d" providerId="ADAL" clId="{138E0878-C71B-4BBD-ACDB-F30A26A5FFB0}" dt="2024-08-20T17:13:16.503" v="187" actId="478"/>
          <ac:picMkLst>
            <pc:docMk/>
            <pc:sldMk cId="2762369221" sldId="348"/>
            <ac:picMk id="3" creationId="{3D9F4A98-78F7-B228-EB2D-94151E4F0AFD}"/>
          </ac:picMkLst>
        </pc:picChg>
        <pc:picChg chg="add mod">
          <ac:chgData name="Paul Winser" userId="c3146a91-e6bd-4264-bd86-e164e04bc32d" providerId="ADAL" clId="{138E0878-C71B-4BBD-ACDB-F30A26A5FFB0}" dt="2024-08-20T17:13:21.581" v="192" actId="1076"/>
          <ac:picMkLst>
            <pc:docMk/>
            <pc:sldMk cId="2762369221" sldId="348"/>
            <ac:picMk id="11" creationId="{467164B1-3FC7-736B-2F60-876F35995BAB}"/>
          </ac:picMkLst>
        </pc:picChg>
      </pc:sldChg>
      <pc:sldChg chg="addSp delSp modSp mod">
        <pc:chgData name="Paul Winser" userId="c3146a91-e6bd-4264-bd86-e164e04bc32d" providerId="ADAL" clId="{138E0878-C71B-4BBD-ACDB-F30A26A5FFB0}" dt="2024-08-20T17:12:31.719" v="171" actId="1076"/>
        <pc:sldMkLst>
          <pc:docMk/>
          <pc:sldMk cId="135044647" sldId="349"/>
        </pc:sldMkLst>
        <pc:grpChg chg="mod">
          <ac:chgData name="Paul Winser" userId="c3146a91-e6bd-4264-bd86-e164e04bc32d" providerId="ADAL" clId="{138E0878-C71B-4BBD-ACDB-F30A26A5FFB0}" dt="2024-08-20T17:12:26.200" v="168" actId="14100"/>
          <ac:grpSpMkLst>
            <pc:docMk/>
            <pc:sldMk cId="135044647" sldId="349"/>
            <ac:grpSpMk id="12" creationId="{C704289C-47B0-FAB5-A9DA-FD6E1E75CA70}"/>
          </ac:grpSpMkLst>
        </pc:grpChg>
        <pc:picChg chg="add mod ord">
          <ac:chgData name="Paul Winser" userId="c3146a91-e6bd-4264-bd86-e164e04bc32d" providerId="ADAL" clId="{138E0878-C71B-4BBD-ACDB-F30A26A5FFB0}" dt="2024-08-20T17:12:31.719" v="171" actId="1076"/>
          <ac:picMkLst>
            <pc:docMk/>
            <pc:sldMk cId="135044647" sldId="349"/>
            <ac:picMk id="3" creationId="{76F5390F-5C8F-538A-4793-CD4F1A07C6A4}"/>
          </ac:picMkLst>
        </pc:picChg>
        <pc:picChg chg="del">
          <ac:chgData name="Paul Winser" userId="c3146a91-e6bd-4264-bd86-e164e04bc32d" providerId="ADAL" clId="{138E0878-C71B-4BBD-ACDB-F30A26A5FFB0}" dt="2024-08-20T17:12:10.020" v="160" actId="478"/>
          <ac:picMkLst>
            <pc:docMk/>
            <pc:sldMk cId="135044647" sldId="349"/>
            <ac:picMk id="6" creationId="{D31353CE-68EE-B98D-7844-A88BCF9DEDA7}"/>
          </ac:picMkLst>
        </pc:picChg>
      </pc:sldChg>
      <pc:sldChg chg="addSp delSp modSp mod">
        <pc:chgData name="Paul Winser" userId="c3146a91-e6bd-4264-bd86-e164e04bc32d" providerId="ADAL" clId="{138E0878-C71B-4BBD-ACDB-F30A26A5FFB0}" dt="2024-08-20T17:13:46.220" v="205" actId="1076"/>
        <pc:sldMkLst>
          <pc:docMk/>
          <pc:sldMk cId="2911178327" sldId="350"/>
        </pc:sldMkLst>
        <pc:picChg chg="del">
          <ac:chgData name="Paul Winser" userId="c3146a91-e6bd-4264-bd86-e164e04bc32d" providerId="ADAL" clId="{138E0878-C71B-4BBD-ACDB-F30A26A5FFB0}" dt="2024-08-20T17:13:38.899" v="198" actId="478"/>
          <ac:picMkLst>
            <pc:docMk/>
            <pc:sldMk cId="2911178327" sldId="350"/>
            <ac:picMk id="2" creationId="{BF5D5E03-5387-0A23-0FA1-FD30AA987949}"/>
          </ac:picMkLst>
        </pc:picChg>
        <pc:picChg chg="add mod">
          <ac:chgData name="Paul Winser" userId="c3146a91-e6bd-4264-bd86-e164e04bc32d" providerId="ADAL" clId="{138E0878-C71B-4BBD-ACDB-F30A26A5FFB0}" dt="2024-08-20T17:13:46.220" v="205" actId="1076"/>
          <ac:picMkLst>
            <pc:docMk/>
            <pc:sldMk cId="2911178327" sldId="350"/>
            <ac:picMk id="7" creationId="{2B4E4293-C351-A0D3-5D6D-BD0E6E26609C}"/>
          </ac:picMkLst>
        </pc:picChg>
      </pc:sldChg>
      <pc:sldChg chg="modSp">
        <pc:chgData name="Paul Winser" userId="c3146a91-e6bd-4264-bd86-e164e04bc32d" providerId="ADAL" clId="{138E0878-C71B-4BBD-ACDB-F30A26A5FFB0}" dt="2024-08-19T14:25:08.388" v="131" actId="1036"/>
        <pc:sldMkLst>
          <pc:docMk/>
          <pc:sldMk cId="3921876533" sldId="351"/>
        </pc:sldMkLst>
        <pc:spChg chg="mod">
          <ac:chgData name="Paul Winser" userId="c3146a91-e6bd-4264-bd86-e164e04bc32d" providerId="ADAL" clId="{138E0878-C71B-4BBD-ACDB-F30A26A5FFB0}" dt="2024-08-19T14:25:08.388" v="131" actId="1036"/>
          <ac:spMkLst>
            <pc:docMk/>
            <pc:sldMk cId="3921876533" sldId="351"/>
            <ac:spMk id="5" creationId="{D2FC6F99-ED63-34E6-90F4-87EBC9117582}"/>
          </ac:spMkLst>
        </pc:spChg>
        <pc:spChg chg="mod">
          <ac:chgData name="Paul Winser" userId="c3146a91-e6bd-4264-bd86-e164e04bc32d" providerId="ADAL" clId="{138E0878-C71B-4BBD-ACDB-F30A26A5FFB0}" dt="2024-08-19T14:25:08.388" v="131" actId="1036"/>
          <ac:spMkLst>
            <pc:docMk/>
            <pc:sldMk cId="3921876533" sldId="351"/>
            <ac:spMk id="6" creationId="{DC8B22EA-BC35-D2A0-864C-1013FA13D0D2}"/>
          </ac:spMkLst>
        </pc:spChg>
        <pc:spChg chg="mod">
          <ac:chgData name="Paul Winser" userId="c3146a91-e6bd-4264-bd86-e164e04bc32d" providerId="ADAL" clId="{138E0878-C71B-4BBD-ACDB-F30A26A5FFB0}" dt="2024-08-19T14:25:08.388" v="131" actId="1036"/>
          <ac:spMkLst>
            <pc:docMk/>
            <pc:sldMk cId="3921876533" sldId="351"/>
            <ac:spMk id="34826" creationId="{974DD207-70E5-7C8A-3141-FA8B797F1CCE}"/>
          </ac:spMkLst>
        </pc:spChg>
        <pc:grpChg chg="mod">
          <ac:chgData name="Paul Winser" userId="c3146a91-e6bd-4264-bd86-e164e04bc32d" providerId="ADAL" clId="{138E0878-C71B-4BBD-ACDB-F30A26A5FFB0}" dt="2024-08-19T14:25:08.388" v="131" actId="1036"/>
          <ac:grpSpMkLst>
            <pc:docMk/>
            <pc:sldMk cId="3921876533" sldId="351"/>
            <ac:grpSpMk id="4" creationId="{37D10C49-F955-AA5C-1E54-1D8901D51B38}"/>
          </ac:grpSpMkLst>
        </pc:grpChg>
        <pc:graphicFrameChg chg="mod">
          <ac:chgData name="Paul Winser" userId="c3146a91-e6bd-4264-bd86-e164e04bc32d" providerId="ADAL" clId="{138E0878-C71B-4BBD-ACDB-F30A26A5FFB0}" dt="2024-08-19T14:25:08.388" v="131" actId="1036"/>
          <ac:graphicFrameMkLst>
            <pc:docMk/>
            <pc:sldMk cId="3921876533" sldId="351"/>
            <ac:graphicFrameMk id="34823" creationId="{C43EA193-3D55-E732-E0F6-9D4C90E74E79}"/>
          </ac:graphicFrameMkLst>
        </pc:graphicFrameChg>
      </pc:sldChg>
      <pc:sldChg chg="addSp delSp modSp mod">
        <pc:chgData name="Paul Winser" userId="c3146a91-e6bd-4264-bd86-e164e04bc32d" providerId="ADAL" clId="{138E0878-C71B-4BBD-ACDB-F30A26A5FFB0}" dt="2024-08-20T17:14:18.565" v="219" actId="1076"/>
        <pc:sldMkLst>
          <pc:docMk/>
          <pc:sldMk cId="4249271697" sldId="356"/>
        </pc:sldMkLst>
        <pc:spChg chg="mod">
          <ac:chgData name="Paul Winser" userId="c3146a91-e6bd-4264-bd86-e164e04bc32d" providerId="ADAL" clId="{138E0878-C71B-4BBD-ACDB-F30A26A5FFB0}" dt="2024-08-19T14:25:50.115" v="141" actId="1076"/>
          <ac:spMkLst>
            <pc:docMk/>
            <pc:sldMk cId="4249271697" sldId="356"/>
            <ac:spMk id="30723" creationId="{124A3096-71EA-81E7-EF47-B10AB32156AF}"/>
          </ac:spMkLst>
        </pc:spChg>
        <pc:picChg chg="del">
          <ac:chgData name="Paul Winser" userId="c3146a91-e6bd-4264-bd86-e164e04bc32d" providerId="ADAL" clId="{138E0878-C71B-4BBD-ACDB-F30A26A5FFB0}" dt="2024-08-20T17:14:12.309" v="214" actId="478"/>
          <ac:picMkLst>
            <pc:docMk/>
            <pc:sldMk cId="4249271697" sldId="356"/>
            <ac:picMk id="2" creationId="{1E851457-70BC-52EA-47F2-36E9A822D2D9}"/>
          </ac:picMkLst>
        </pc:picChg>
        <pc:picChg chg="add mod">
          <ac:chgData name="Paul Winser" userId="c3146a91-e6bd-4264-bd86-e164e04bc32d" providerId="ADAL" clId="{138E0878-C71B-4BBD-ACDB-F30A26A5FFB0}" dt="2024-08-20T17:14:18.565" v="219" actId="1076"/>
          <ac:picMkLst>
            <pc:docMk/>
            <pc:sldMk cId="4249271697" sldId="356"/>
            <ac:picMk id="4" creationId="{D0D614AC-129D-153F-FFD7-4AE2379CB29E}"/>
          </ac:picMkLst>
        </pc:picChg>
      </pc:sldChg>
      <pc:sldChg chg="modSp add mod modTransition">
        <pc:chgData name="Paul Winser" userId="c3146a91-e6bd-4264-bd86-e164e04bc32d" providerId="ADAL" clId="{138E0878-C71B-4BBD-ACDB-F30A26A5FFB0}" dt="2024-08-20T16:35:28.326" v="149" actId="12"/>
        <pc:sldMkLst>
          <pc:docMk/>
          <pc:sldMk cId="0" sldId="402"/>
        </pc:sldMkLst>
        <pc:spChg chg="mod">
          <ac:chgData name="Paul Winser" userId="c3146a91-e6bd-4264-bd86-e164e04bc32d" providerId="ADAL" clId="{138E0878-C71B-4BBD-ACDB-F30A26A5FFB0}" dt="2024-08-20T16:35:28.326" v="149" actId="12"/>
          <ac:spMkLst>
            <pc:docMk/>
            <pc:sldMk cId="0" sldId="402"/>
            <ac:spMk id="2" creationId="{571ED6DB-1193-D7D6-14BD-76307D6EBFD2}"/>
          </ac:spMkLst>
        </pc:spChg>
      </pc:sldChg>
    </pc:docChg>
  </pc:docChgLst>
  <pc:docChgLst>
    <pc:chgData name="Paul Winser" userId="c3146a91-e6bd-4264-bd86-e164e04bc32d" providerId="ADAL" clId="{3E3CECD2-C60B-48FE-8B8B-CD24FCAB62F2}"/>
    <pc:docChg chg="modSld">
      <pc:chgData name="Paul Winser" userId="c3146a91-e6bd-4264-bd86-e164e04bc32d" providerId="ADAL" clId="{3E3CECD2-C60B-48FE-8B8B-CD24FCAB62F2}" dt="2024-09-12T13:10:38.152" v="78"/>
      <pc:docMkLst>
        <pc:docMk/>
      </pc:docMkLst>
      <pc:sldChg chg="addSp modSp">
        <pc:chgData name="Paul Winser" userId="c3146a91-e6bd-4264-bd86-e164e04bc32d" providerId="ADAL" clId="{3E3CECD2-C60B-48FE-8B8B-CD24FCAB62F2}" dt="2024-09-12T13:07:35.980" v="4"/>
        <pc:sldMkLst>
          <pc:docMk/>
          <pc:sldMk cId="0" sldId="257"/>
        </pc:sldMkLst>
        <pc:spChg chg="add mod">
          <ac:chgData name="Paul Winser" userId="c3146a91-e6bd-4264-bd86-e164e04bc32d" providerId="ADAL" clId="{3E3CECD2-C60B-48FE-8B8B-CD24FCAB62F2}" dt="2024-09-12T13:07:35.980" v="4"/>
          <ac:spMkLst>
            <pc:docMk/>
            <pc:sldMk cId="0" sldId="257"/>
            <ac:spMk id="2" creationId="{B25B00B6-AD0A-8551-FE5A-32A10A203CDB}"/>
          </ac:spMkLst>
        </pc:spChg>
      </pc:sldChg>
      <pc:sldChg chg="addSp modSp mod modNotesTx">
        <pc:chgData name="Paul Winser" userId="c3146a91-e6bd-4264-bd86-e164e04bc32d" providerId="ADAL" clId="{3E3CECD2-C60B-48FE-8B8B-CD24FCAB62F2}" dt="2024-09-12T13:07:32.300" v="3" actId="6549"/>
        <pc:sldMkLst>
          <pc:docMk/>
          <pc:sldMk cId="0" sldId="310"/>
        </pc:sldMkLst>
        <pc:spChg chg="add mod">
          <ac:chgData name="Paul Winser" userId="c3146a91-e6bd-4264-bd86-e164e04bc32d" providerId="ADAL" clId="{3E3CECD2-C60B-48FE-8B8B-CD24FCAB62F2}" dt="2024-09-12T13:07:30.237" v="2" actId="20577"/>
          <ac:spMkLst>
            <pc:docMk/>
            <pc:sldMk cId="0" sldId="310"/>
            <ac:spMk id="2" creationId="{FF87DDB3-7E2B-3BF3-086F-D644454DF1E4}"/>
          </ac:spMkLst>
        </pc:spChg>
      </pc:sldChg>
      <pc:sldChg chg="addSp modSp">
        <pc:chgData name="Paul Winser" userId="c3146a91-e6bd-4264-bd86-e164e04bc32d" providerId="ADAL" clId="{3E3CECD2-C60B-48FE-8B8B-CD24FCAB62F2}" dt="2024-09-12T13:07:37.394" v="5"/>
        <pc:sldMkLst>
          <pc:docMk/>
          <pc:sldMk cId="1462100039" sldId="312"/>
        </pc:sldMkLst>
        <pc:spChg chg="add mod">
          <ac:chgData name="Paul Winser" userId="c3146a91-e6bd-4264-bd86-e164e04bc32d" providerId="ADAL" clId="{3E3CECD2-C60B-48FE-8B8B-CD24FCAB62F2}" dt="2024-09-12T13:07:37.394" v="5"/>
          <ac:spMkLst>
            <pc:docMk/>
            <pc:sldMk cId="1462100039" sldId="312"/>
            <ac:spMk id="2" creationId="{56BA7674-35ED-EA22-5554-2E4DE4DFC3AD}"/>
          </ac:spMkLst>
        </pc:spChg>
      </pc:sldChg>
      <pc:sldChg chg="addSp modSp">
        <pc:chgData name="Paul Winser" userId="c3146a91-e6bd-4264-bd86-e164e04bc32d" providerId="ADAL" clId="{3E3CECD2-C60B-48FE-8B8B-CD24FCAB62F2}" dt="2024-09-12T13:07:39.395" v="6"/>
        <pc:sldMkLst>
          <pc:docMk/>
          <pc:sldMk cId="0" sldId="313"/>
        </pc:sldMkLst>
        <pc:spChg chg="add mod">
          <ac:chgData name="Paul Winser" userId="c3146a91-e6bd-4264-bd86-e164e04bc32d" providerId="ADAL" clId="{3E3CECD2-C60B-48FE-8B8B-CD24FCAB62F2}" dt="2024-09-12T13:07:39.395" v="6"/>
          <ac:spMkLst>
            <pc:docMk/>
            <pc:sldMk cId="0" sldId="313"/>
            <ac:spMk id="2" creationId="{FE78926B-DE92-E7A5-1613-BED84C4F7A3F}"/>
          </ac:spMkLst>
        </pc:spChg>
      </pc:sldChg>
      <pc:sldChg chg="addSp modSp">
        <pc:chgData name="Paul Winser" userId="c3146a91-e6bd-4264-bd86-e164e04bc32d" providerId="ADAL" clId="{3E3CECD2-C60B-48FE-8B8B-CD24FCAB62F2}" dt="2024-09-12T13:07:43.010" v="8"/>
        <pc:sldMkLst>
          <pc:docMk/>
          <pc:sldMk cId="0" sldId="314"/>
        </pc:sldMkLst>
        <pc:spChg chg="add mod">
          <ac:chgData name="Paul Winser" userId="c3146a91-e6bd-4264-bd86-e164e04bc32d" providerId="ADAL" clId="{3E3CECD2-C60B-48FE-8B8B-CD24FCAB62F2}" dt="2024-09-12T13:07:43.010" v="8"/>
          <ac:spMkLst>
            <pc:docMk/>
            <pc:sldMk cId="0" sldId="314"/>
            <ac:spMk id="2" creationId="{8FC92462-FE82-6199-B2FE-224A1910003A}"/>
          </ac:spMkLst>
        </pc:spChg>
      </pc:sldChg>
      <pc:sldChg chg="addSp modSp">
        <pc:chgData name="Paul Winser" userId="c3146a91-e6bd-4264-bd86-e164e04bc32d" providerId="ADAL" clId="{3E3CECD2-C60B-48FE-8B8B-CD24FCAB62F2}" dt="2024-09-12T13:08:58.892" v="37"/>
        <pc:sldMkLst>
          <pc:docMk/>
          <pc:sldMk cId="3334210411" sldId="315"/>
        </pc:sldMkLst>
        <pc:spChg chg="add mod">
          <ac:chgData name="Paul Winser" userId="c3146a91-e6bd-4264-bd86-e164e04bc32d" providerId="ADAL" clId="{3E3CECD2-C60B-48FE-8B8B-CD24FCAB62F2}" dt="2024-09-12T13:08:58.892" v="37"/>
          <ac:spMkLst>
            <pc:docMk/>
            <pc:sldMk cId="3334210411" sldId="315"/>
            <ac:spMk id="2" creationId="{45649BB1-16BD-B4C9-DAD3-6E3C83A93742}"/>
          </ac:spMkLst>
        </pc:spChg>
      </pc:sldChg>
      <pc:sldChg chg="addSp modSp">
        <pc:chgData name="Paul Winser" userId="c3146a91-e6bd-4264-bd86-e164e04bc32d" providerId="ADAL" clId="{3E3CECD2-C60B-48FE-8B8B-CD24FCAB62F2}" dt="2024-09-12T13:09:58.613" v="62"/>
        <pc:sldMkLst>
          <pc:docMk/>
          <pc:sldMk cId="989072788" sldId="316"/>
        </pc:sldMkLst>
        <pc:spChg chg="add mod">
          <ac:chgData name="Paul Winser" userId="c3146a91-e6bd-4264-bd86-e164e04bc32d" providerId="ADAL" clId="{3E3CECD2-C60B-48FE-8B8B-CD24FCAB62F2}" dt="2024-09-12T13:09:58.613" v="62"/>
          <ac:spMkLst>
            <pc:docMk/>
            <pc:sldMk cId="989072788" sldId="316"/>
            <ac:spMk id="2" creationId="{44206C2F-6151-5DEB-BA73-B966DDC452B3}"/>
          </ac:spMkLst>
        </pc:spChg>
      </pc:sldChg>
      <pc:sldChg chg="addSp modSp">
        <pc:chgData name="Paul Winser" userId="c3146a91-e6bd-4264-bd86-e164e04bc32d" providerId="ADAL" clId="{3E3CECD2-C60B-48FE-8B8B-CD24FCAB62F2}" dt="2024-09-12T13:07:40.819" v="7"/>
        <pc:sldMkLst>
          <pc:docMk/>
          <pc:sldMk cId="3899057632" sldId="317"/>
        </pc:sldMkLst>
        <pc:spChg chg="add mod">
          <ac:chgData name="Paul Winser" userId="c3146a91-e6bd-4264-bd86-e164e04bc32d" providerId="ADAL" clId="{3E3CECD2-C60B-48FE-8B8B-CD24FCAB62F2}" dt="2024-09-12T13:07:40.819" v="7"/>
          <ac:spMkLst>
            <pc:docMk/>
            <pc:sldMk cId="3899057632" sldId="317"/>
            <ac:spMk id="2" creationId="{DC354E4A-B331-6186-A47B-C5C174FCCEFE}"/>
          </ac:spMkLst>
        </pc:spChg>
      </pc:sldChg>
      <pc:sldChg chg="addSp modSp">
        <pc:chgData name="Paul Winser" userId="c3146a91-e6bd-4264-bd86-e164e04bc32d" providerId="ADAL" clId="{3E3CECD2-C60B-48FE-8B8B-CD24FCAB62F2}" dt="2024-09-12T13:08:57.420" v="36"/>
        <pc:sldMkLst>
          <pc:docMk/>
          <pc:sldMk cId="2738697380" sldId="318"/>
        </pc:sldMkLst>
        <pc:spChg chg="add mod">
          <ac:chgData name="Paul Winser" userId="c3146a91-e6bd-4264-bd86-e164e04bc32d" providerId="ADAL" clId="{3E3CECD2-C60B-48FE-8B8B-CD24FCAB62F2}" dt="2024-09-12T13:08:57.420" v="36"/>
          <ac:spMkLst>
            <pc:docMk/>
            <pc:sldMk cId="2738697380" sldId="318"/>
            <ac:spMk id="2" creationId="{AB34ACC6-24C9-B710-F719-25001DCCE350}"/>
          </ac:spMkLst>
        </pc:spChg>
      </pc:sldChg>
      <pc:sldChg chg="addSp modSp">
        <pc:chgData name="Paul Winser" userId="c3146a91-e6bd-4264-bd86-e164e04bc32d" providerId="ADAL" clId="{3E3CECD2-C60B-48FE-8B8B-CD24FCAB62F2}" dt="2024-09-12T13:09:55.158" v="61"/>
        <pc:sldMkLst>
          <pc:docMk/>
          <pc:sldMk cId="4190152590" sldId="319"/>
        </pc:sldMkLst>
        <pc:spChg chg="add mod">
          <ac:chgData name="Paul Winser" userId="c3146a91-e6bd-4264-bd86-e164e04bc32d" providerId="ADAL" clId="{3E3CECD2-C60B-48FE-8B8B-CD24FCAB62F2}" dt="2024-09-12T13:09:55.158" v="61"/>
          <ac:spMkLst>
            <pc:docMk/>
            <pc:sldMk cId="4190152590" sldId="319"/>
            <ac:spMk id="2" creationId="{C9D3897B-A62A-CB07-8FAE-98660626C5F6}"/>
          </ac:spMkLst>
        </pc:spChg>
      </pc:sldChg>
      <pc:sldChg chg="addSp modSp">
        <pc:chgData name="Paul Winser" userId="c3146a91-e6bd-4264-bd86-e164e04bc32d" providerId="ADAL" clId="{3E3CECD2-C60B-48FE-8B8B-CD24FCAB62F2}" dt="2024-09-12T13:08:00.236" v="12"/>
        <pc:sldMkLst>
          <pc:docMk/>
          <pc:sldMk cId="2053389041" sldId="320"/>
        </pc:sldMkLst>
        <pc:spChg chg="add mod">
          <ac:chgData name="Paul Winser" userId="c3146a91-e6bd-4264-bd86-e164e04bc32d" providerId="ADAL" clId="{3E3CECD2-C60B-48FE-8B8B-CD24FCAB62F2}" dt="2024-09-12T13:08:00.236" v="12"/>
          <ac:spMkLst>
            <pc:docMk/>
            <pc:sldMk cId="2053389041" sldId="320"/>
            <ac:spMk id="2" creationId="{9155EA80-5466-0BA2-0055-A6F537BA684F}"/>
          </ac:spMkLst>
        </pc:spChg>
      </pc:sldChg>
      <pc:sldChg chg="addSp modSp modNotesTx">
        <pc:chgData name="Paul Winser" userId="c3146a91-e6bd-4264-bd86-e164e04bc32d" providerId="ADAL" clId="{3E3CECD2-C60B-48FE-8B8B-CD24FCAB62F2}" dt="2024-09-12T13:08:10.311" v="17" actId="6549"/>
        <pc:sldMkLst>
          <pc:docMk/>
          <pc:sldMk cId="2496429087" sldId="321"/>
        </pc:sldMkLst>
        <pc:spChg chg="add mod">
          <ac:chgData name="Paul Winser" userId="c3146a91-e6bd-4264-bd86-e164e04bc32d" providerId="ADAL" clId="{3E3CECD2-C60B-48FE-8B8B-CD24FCAB62F2}" dt="2024-09-12T13:08:08.064" v="16"/>
          <ac:spMkLst>
            <pc:docMk/>
            <pc:sldMk cId="2496429087" sldId="321"/>
            <ac:spMk id="2" creationId="{29C61C9B-3A93-C254-7365-D72C94E5F19C}"/>
          </ac:spMkLst>
        </pc:spChg>
      </pc:sldChg>
      <pc:sldChg chg="addSp modSp">
        <pc:chgData name="Paul Winser" userId="c3146a91-e6bd-4264-bd86-e164e04bc32d" providerId="ADAL" clId="{3E3CECD2-C60B-48FE-8B8B-CD24FCAB62F2}" dt="2024-09-12T13:08:12.679" v="18"/>
        <pc:sldMkLst>
          <pc:docMk/>
          <pc:sldMk cId="4018562051" sldId="322"/>
        </pc:sldMkLst>
        <pc:spChg chg="add mod">
          <ac:chgData name="Paul Winser" userId="c3146a91-e6bd-4264-bd86-e164e04bc32d" providerId="ADAL" clId="{3E3CECD2-C60B-48FE-8B8B-CD24FCAB62F2}" dt="2024-09-12T13:08:12.679" v="18"/>
          <ac:spMkLst>
            <pc:docMk/>
            <pc:sldMk cId="4018562051" sldId="322"/>
            <ac:spMk id="2" creationId="{C63C9ECC-FC98-5F2C-9CCC-1DAA97D4B63A}"/>
          </ac:spMkLst>
        </pc:spChg>
      </pc:sldChg>
      <pc:sldChg chg="addSp modSp">
        <pc:chgData name="Paul Winser" userId="c3146a91-e6bd-4264-bd86-e164e04bc32d" providerId="ADAL" clId="{3E3CECD2-C60B-48FE-8B8B-CD24FCAB62F2}" dt="2024-09-12T13:07:45.529" v="9"/>
        <pc:sldMkLst>
          <pc:docMk/>
          <pc:sldMk cId="1978475547" sldId="323"/>
        </pc:sldMkLst>
        <pc:spChg chg="add mod">
          <ac:chgData name="Paul Winser" userId="c3146a91-e6bd-4264-bd86-e164e04bc32d" providerId="ADAL" clId="{3E3CECD2-C60B-48FE-8B8B-CD24FCAB62F2}" dt="2024-09-12T13:07:45.529" v="9"/>
          <ac:spMkLst>
            <pc:docMk/>
            <pc:sldMk cId="1978475547" sldId="323"/>
            <ac:spMk id="2" creationId="{76A6A468-5AA4-C88E-48F0-7776A967ABB2}"/>
          </ac:spMkLst>
        </pc:spChg>
      </pc:sldChg>
      <pc:sldChg chg="addSp modSp">
        <pc:chgData name="Paul Winser" userId="c3146a91-e6bd-4264-bd86-e164e04bc32d" providerId="ADAL" clId="{3E3CECD2-C60B-48FE-8B8B-CD24FCAB62F2}" dt="2024-09-12T13:08:04.302" v="14"/>
        <pc:sldMkLst>
          <pc:docMk/>
          <pc:sldMk cId="3875268602" sldId="324"/>
        </pc:sldMkLst>
        <pc:spChg chg="add mod">
          <ac:chgData name="Paul Winser" userId="c3146a91-e6bd-4264-bd86-e164e04bc32d" providerId="ADAL" clId="{3E3CECD2-C60B-48FE-8B8B-CD24FCAB62F2}" dt="2024-09-12T13:08:04.302" v="14"/>
          <ac:spMkLst>
            <pc:docMk/>
            <pc:sldMk cId="3875268602" sldId="324"/>
            <ac:spMk id="2" creationId="{24823D84-0430-BEBD-3042-67EBCEFD0CFE}"/>
          </ac:spMkLst>
        </pc:spChg>
      </pc:sldChg>
      <pc:sldChg chg="addSp modSp">
        <pc:chgData name="Paul Winser" userId="c3146a91-e6bd-4264-bd86-e164e04bc32d" providerId="ADAL" clId="{3E3CECD2-C60B-48FE-8B8B-CD24FCAB62F2}" dt="2024-09-12T13:08:52.864" v="33"/>
        <pc:sldMkLst>
          <pc:docMk/>
          <pc:sldMk cId="1713726585" sldId="327"/>
        </pc:sldMkLst>
        <pc:spChg chg="add mod">
          <ac:chgData name="Paul Winser" userId="c3146a91-e6bd-4264-bd86-e164e04bc32d" providerId="ADAL" clId="{3E3CECD2-C60B-48FE-8B8B-CD24FCAB62F2}" dt="2024-09-12T13:08:52.864" v="33"/>
          <ac:spMkLst>
            <pc:docMk/>
            <pc:sldMk cId="1713726585" sldId="327"/>
            <ac:spMk id="3" creationId="{F46105F2-BF5F-4A18-F9F2-B9034FBC3472}"/>
          </ac:spMkLst>
        </pc:spChg>
      </pc:sldChg>
      <pc:sldChg chg="addSp modSp">
        <pc:chgData name="Paul Winser" userId="c3146a91-e6bd-4264-bd86-e164e04bc32d" providerId="ADAL" clId="{3E3CECD2-C60B-48FE-8B8B-CD24FCAB62F2}" dt="2024-09-12T13:08:55.910" v="35"/>
        <pc:sldMkLst>
          <pc:docMk/>
          <pc:sldMk cId="280254972" sldId="328"/>
        </pc:sldMkLst>
        <pc:spChg chg="add mod">
          <ac:chgData name="Paul Winser" userId="c3146a91-e6bd-4264-bd86-e164e04bc32d" providerId="ADAL" clId="{3E3CECD2-C60B-48FE-8B8B-CD24FCAB62F2}" dt="2024-09-12T13:08:55.910" v="35"/>
          <ac:spMkLst>
            <pc:docMk/>
            <pc:sldMk cId="280254972" sldId="328"/>
            <ac:spMk id="2" creationId="{2F6076C6-7A08-BFE2-4ABC-3EEBB609EFFB}"/>
          </ac:spMkLst>
        </pc:spChg>
      </pc:sldChg>
      <pc:sldChg chg="addSp modSp">
        <pc:chgData name="Paul Winser" userId="c3146a91-e6bd-4264-bd86-e164e04bc32d" providerId="ADAL" clId="{3E3CECD2-C60B-48FE-8B8B-CD24FCAB62F2}" dt="2024-09-12T13:09:00.183" v="38"/>
        <pc:sldMkLst>
          <pc:docMk/>
          <pc:sldMk cId="353477816" sldId="329"/>
        </pc:sldMkLst>
        <pc:spChg chg="add mod">
          <ac:chgData name="Paul Winser" userId="c3146a91-e6bd-4264-bd86-e164e04bc32d" providerId="ADAL" clId="{3E3CECD2-C60B-48FE-8B8B-CD24FCAB62F2}" dt="2024-09-12T13:09:00.183" v="38"/>
          <ac:spMkLst>
            <pc:docMk/>
            <pc:sldMk cId="353477816" sldId="329"/>
            <ac:spMk id="8" creationId="{9AC2E6E6-48D0-A4CA-041A-6A4ED9D2853B}"/>
          </ac:spMkLst>
        </pc:spChg>
      </pc:sldChg>
      <pc:sldChg chg="addSp modSp mod modNotesTx">
        <pc:chgData name="Paul Winser" userId="c3146a91-e6bd-4264-bd86-e164e04bc32d" providerId="ADAL" clId="{3E3CECD2-C60B-48FE-8B8B-CD24FCAB62F2}" dt="2024-09-12T13:09:08.193" v="42" actId="6549"/>
        <pc:sldMkLst>
          <pc:docMk/>
          <pc:sldMk cId="2586258292" sldId="330"/>
        </pc:sldMkLst>
        <pc:spChg chg="add mod">
          <ac:chgData name="Paul Winser" userId="c3146a91-e6bd-4264-bd86-e164e04bc32d" providerId="ADAL" clId="{3E3CECD2-C60B-48FE-8B8B-CD24FCAB62F2}" dt="2024-09-12T13:09:03.383" v="40"/>
          <ac:spMkLst>
            <pc:docMk/>
            <pc:sldMk cId="2586258292" sldId="330"/>
            <ac:spMk id="2" creationId="{9907626A-539A-B28D-CD9C-8110CDDB9C8D}"/>
          </ac:spMkLst>
        </pc:spChg>
        <pc:spChg chg="mod">
          <ac:chgData name="Paul Winser" userId="c3146a91-e6bd-4264-bd86-e164e04bc32d" providerId="ADAL" clId="{3E3CECD2-C60B-48FE-8B8B-CD24FCAB62F2}" dt="2024-09-12T13:09:05.669" v="41" actId="1076"/>
          <ac:spMkLst>
            <pc:docMk/>
            <pc:sldMk cId="2586258292" sldId="330"/>
            <ac:spMk id="3" creationId="{8AB88D89-CA0E-1A8C-FC9E-3F4298639B07}"/>
          </ac:spMkLst>
        </pc:spChg>
      </pc:sldChg>
      <pc:sldChg chg="addSp modSp modNotesTx">
        <pc:chgData name="Paul Winser" userId="c3146a91-e6bd-4264-bd86-e164e04bc32d" providerId="ADAL" clId="{3E3CECD2-C60B-48FE-8B8B-CD24FCAB62F2}" dt="2024-09-12T13:09:40.416" v="54" actId="6549"/>
        <pc:sldMkLst>
          <pc:docMk/>
          <pc:sldMk cId="247344073" sldId="332"/>
        </pc:sldMkLst>
        <pc:spChg chg="add mod">
          <ac:chgData name="Paul Winser" userId="c3146a91-e6bd-4264-bd86-e164e04bc32d" providerId="ADAL" clId="{3E3CECD2-C60B-48FE-8B8B-CD24FCAB62F2}" dt="2024-09-12T13:09:38.371" v="53"/>
          <ac:spMkLst>
            <pc:docMk/>
            <pc:sldMk cId="247344073" sldId="332"/>
            <ac:spMk id="2" creationId="{3E0E1A92-7597-5076-99AD-7AE02EA6A2DC}"/>
          </ac:spMkLst>
        </pc:spChg>
      </pc:sldChg>
      <pc:sldChg chg="addSp modSp mod">
        <pc:chgData name="Paul Winser" userId="c3146a91-e6bd-4264-bd86-e164e04bc32d" providerId="ADAL" clId="{3E3CECD2-C60B-48FE-8B8B-CD24FCAB62F2}" dt="2024-09-12T13:09:52.598" v="59" actId="1076"/>
        <pc:sldMkLst>
          <pc:docMk/>
          <pc:sldMk cId="4213875763" sldId="333"/>
        </pc:sldMkLst>
        <pc:spChg chg="mod">
          <ac:chgData name="Paul Winser" userId="c3146a91-e6bd-4264-bd86-e164e04bc32d" providerId="ADAL" clId="{3E3CECD2-C60B-48FE-8B8B-CD24FCAB62F2}" dt="2024-09-12T13:09:47.904" v="57" actId="1076"/>
          <ac:spMkLst>
            <pc:docMk/>
            <pc:sldMk cId="4213875763" sldId="333"/>
            <ac:spMk id="2" creationId="{A5127F70-BBDD-EDE8-B451-38D07EEEC044}"/>
          </ac:spMkLst>
        </pc:spChg>
        <pc:spChg chg="add mod">
          <ac:chgData name="Paul Winser" userId="c3146a91-e6bd-4264-bd86-e164e04bc32d" providerId="ADAL" clId="{3E3CECD2-C60B-48FE-8B8B-CD24FCAB62F2}" dt="2024-09-12T13:09:44.391" v="56"/>
          <ac:spMkLst>
            <pc:docMk/>
            <pc:sldMk cId="4213875763" sldId="333"/>
            <ac:spMk id="9" creationId="{F991BBB6-B39E-7356-8388-32C3868DC11D}"/>
          </ac:spMkLst>
        </pc:spChg>
        <pc:grpChg chg="mod">
          <ac:chgData name="Paul Winser" userId="c3146a91-e6bd-4264-bd86-e164e04bc32d" providerId="ADAL" clId="{3E3CECD2-C60B-48FE-8B8B-CD24FCAB62F2}" dt="2024-09-12T13:09:52.598" v="59" actId="1076"/>
          <ac:grpSpMkLst>
            <pc:docMk/>
            <pc:sldMk cId="4213875763" sldId="333"/>
            <ac:grpSpMk id="3" creationId="{C6752D9D-672F-2E39-EB62-B59E7FA97BA8}"/>
          </ac:grpSpMkLst>
        </pc:grpChg>
        <pc:grpChg chg="mod">
          <ac:chgData name="Paul Winser" userId="c3146a91-e6bd-4264-bd86-e164e04bc32d" providerId="ADAL" clId="{3E3CECD2-C60B-48FE-8B8B-CD24FCAB62F2}" dt="2024-09-12T13:09:49.420" v="58" actId="1076"/>
          <ac:grpSpMkLst>
            <pc:docMk/>
            <pc:sldMk cId="4213875763" sldId="333"/>
            <ac:grpSpMk id="6" creationId="{9A939BA2-E0E7-EC30-E1FB-1CCC16E0F345}"/>
          </ac:grpSpMkLst>
        </pc:grpChg>
      </pc:sldChg>
      <pc:sldChg chg="addSp modSp">
        <pc:chgData name="Paul Winser" userId="c3146a91-e6bd-4264-bd86-e164e04bc32d" providerId="ADAL" clId="{3E3CECD2-C60B-48FE-8B8B-CD24FCAB62F2}" dt="2024-09-12T13:09:53.648" v="60"/>
        <pc:sldMkLst>
          <pc:docMk/>
          <pc:sldMk cId="411670616" sldId="334"/>
        </pc:sldMkLst>
        <pc:spChg chg="add mod">
          <ac:chgData name="Paul Winser" userId="c3146a91-e6bd-4264-bd86-e164e04bc32d" providerId="ADAL" clId="{3E3CECD2-C60B-48FE-8B8B-CD24FCAB62F2}" dt="2024-09-12T13:09:53.648" v="60"/>
          <ac:spMkLst>
            <pc:docMk/>
            <pc:sldMk cId="411670616" sldId="334"/>
            <ac:spMk id="2" creationId="{F11CC8B5-06A9-468E-391E-DCE6AEF696EF}"/>
          </ac:spMkLst>
        </pc:spChg>
      </pc:sldChg>
      <pc:sldChg chg="addSp modSp">
        <pc:chgData name="Paul Winser" userId="c3146a91-e6bd-4264-bd86-e164e04bc32d" providerId="ADAL" clId="{3E3CECD2-C60B-48FE-8B8B-CD24FCAB62F2}" dt="2024-09-12T13:10:01.278" v="64"/>
        <pc:sldMkLst>
          <pc:docMk/>
          <pc:sldMk cId="1538896705" sldId="335"/>
        </pc:sldMkLst>
        <pc:spChg chg="add mod">
          <ac:chgData name="Paul Winser" userId="c3146a91-e6bd-4264-bd86-e164e04bc32d" providerId="ADAL" clId="{3E3CECD2-C60B-48FE-8B8B-CD24FCAB62F2}" dt="2024-09-12T13:10:01.278" v="64"/>
          <ac:spMkLst>
            <pc:docMk/>
            <pc:sldMk cId="1538896705" sldId="335"/>
            <ac:spMk id="2" creationId="{BFAD5509-6E88-4A5B-3114-80619EAD0E26}"/>
          </ac:spMkLst>
        </pc:spChg>
      </pc:sldChg>
      <pc:sldChg chg="addSp modSp mod modNotesTx">
        <pc:chgData name="Paul Winser" userId="c3146a91-e6bd-4264-bd86-e164e04bc32d" providerId="ADAL" clId="{3E3CECD2-C60B-48FE-8B8B-CD24FCAB62F2}" dt="2024-09-12T13:10:19.169" v="69" actId="6549"/>
        <pc:sldMkLst>
          <pc:docMk/>
          <pc:sldMk cId="2046020258" sldId="336"/>
        </pc:sldMkLst>
        <pc:spChg chg="add mod">
          <ac:chgData name="Paul Winser" userId="c3146a91-e6bd-4264-bd86-e164e04bc32d" providerId="ADAL" clId="{3E3CECD2-C60B-48FE-8B8B-CD24FCAB62F2}" dt="2024-09-12T13:10:13.367" v="68" actId="1076"/>
          <ac:spMkLst>
            <pc:docMk/>
            <pc:sldMk cId="2046020258" sldId="336"/>
            <ac:spMk id="2" creationId="{E1AD33EA-3F67-E1C8-F603-FE7191078A4D}"/>
          </ac:spMkLst>
        </pc:spChg>
      </pc:sldChg>
      <pc:sldChg chg="addSp modSp mod modNotesTx">
        <pc:chgData name="Paul Winser" userId="c3146a91-e6bd-4264-bd86-e164e04bc32d" providerId="ADAL" clId="{3E3CECD2-C60B-48FE-8B8B-CD24FCAB62F2}" dt="2024-09-12T13:10:26.583" v="72" actId="1076"/>
        <pc:sldMkLst>
          <pc:docMk/>
          <pc:sldMk cId="2708686936" sldId="337"/>
        </pc:sldMkLst>
        <pc:spChg chg="add mod">
          <ac:chgData name="Paul Winser" userId="c3146a91-e6bd-4264-bd86-e164e04bc32d" providerId="ADAL" clId="{3E3CECD2-C60B-48FE-8B8B-CD24FCAB62F2}" dt="2024-09-12T13:10:21.258" v="70"/>
          <ac:spMkLst>
            <pc:docMk/>
            <pc:sldMk cId="2708686936" sldId="337"/>
            <ac:spMk id="2" creationId="{BCE8D4BD-8139-81F8-C9DC-E0A22D70C94B}"/>
          </ac:spMkLst>
        </pc:spChg>
        <pc:picChg chg="mod">
          <ac:chgData name="Paul Winser" userId="c3146a91-e6bd-4264-bd86-e164e04bc32d" providerId="ADAL" clId="{3E3CECD2-C60B-48FE-8B8B-CD24FCAB62F2}" dt="2024-09-12T13:10:26.583" v="72" actId="1076"/>
          <ac:picMkLst>
            <pc:docMk/>
            <pc:sldMk cId="2708686936" sldId="337"/>
            <ac:picMk id="4" creationId="{6280B00D-A0C7-1BF3-4F97-BF7A0AF771F3}"/>
          </ac:picMkLst>
        </pc:picChg>
      </pc:sldChg>
      <pc:sldChg chg="addSp modSp mod">
        <pc:chgData name="Paul Winser" userId="c3146a91-e6bd-4264-bd86-e164e04bc32d" providerId="ADAL" clId="{3E3CECD2-C60B-48FE-8B8B-CD24FCAB62F2}" dt="2024-09-12T13:10:32.787" v="75" actId="14"/>
        <pc:sldMkLst>
          <pc:docMk/>
          <pc:sldMk cId="343612314" sldId="338"/>
        </pc:sldMkLst>
        <pc:spChg chg="add mod">
          <ac:chgData name="Paul Winser" userId="c3146a91-e6bd-4264-bd86-e164e04bc32d" providerId="ADAL" clId="{3E3CECD2-C60B-48FE-8B8B-CD24FCAB62F2}" dt="2024-09-12T13:10:29.146" v="73"/>
          <ac:spMkLst>
            <pc:docMk/>
            <pc:sldMk cId="343612314" sldId="338"/>
            <ac:spMk id="5" creationId="{FC6CC118-CF92-DBEB-3497-795AEBC9449A}"/>
          </ac:spMkLst>
        </pc:spChg>
        <pc:spChg chg="mod">
          <ac:chgData name="Paul Winser" userId="c3146a91-e6bd-4264-bd86-e164e04bc32d" providerId="ADAL" clId="{3E3CECD2-C60B-48FE-8B8B-CD24FCAB62F2}" dt="2024-09-12T13:10:32.787" v="75" actId="14"/>
          <ac:spMkLst>
            <pc:docMk/>
            <pc:sldMk cId="343612314" sldId="338"/>
            <ac:spMk id="30723" creationId="{48B65928-DEA0-F31D-5F0F-038E5C67C117}"/>
          </ac:spMkLst>
        </pc:spChg>
        <pc:grpChg chg="mod">
          <ac:chgData name="Paul Winser" userId="c3146a91-e6bd-4264-bd86-e164e04bc32d" providerId="ADAL" clId="{3E3CECD2-C60B-48FE-8B8B-CD24FCAB62F2}" dt="2024-09-12T13:10:31.652" v="74" actId="1076"/>
          <ac:grpSpMkLst>
            <pc:docMk/>
            <pc:sldMk cId="343612314" sldId="338"/>
            <ac:grpSpMk id="2" creationId="{14BA988B-ECC9-5CAA-1380-D96CEF04FC53}"/>
          </ac:grpSpMkLst>
        </pc:grpChg>
      </pc:sldChg>
      <pc:sldChg chg="addSp modSp">
        <pc:chgData name="Paul Winser" userId="c3146a91-e6bd-4264-bd86-e164e04bc32d" providerId="ADAL" clId="{3E3CECD2-C60B-48FE-8B8B-CD24FCAB62F2}" dt="2024-09-12T13:10:34.961" v="76"/>
        <pc:sldMkLst>
          <pc:docMk/>
          <pc:sldMk cId="1792176604" sldId="339"/>
        </pc:sldMkLst>
        <pc:spChg chg="add mod">
          <ac:chgData name="Paul Winser" userId="c3146a91-e6bd-4264-bd86-e164e04bc32d" providerId="ADAL" clId="{3E3CECD2-C60B-48FE-8B8B-CD24FCAB62F2}" dt="2024-09-12T13:10:34.961" v="76"/>
          <ac:spMkLst>
            <pc:docMk/>
            <pc:sldMk cId="1792176604" sldId="339"/>
            <ac:spMk id="2" creationId="{A70EBC69-F1DF-D395-23B7-AA7293B70617}"/>
          </ac:spMkLst>
        </pc:spChg>
      </pc:sldChg>
      <pc:sldChg chg="addSp modSp">
        <pc:chgData name="Paul Winser" userId="c3146a91-e6bd-4264-bd86-e164e04bc32d" providerId="ADAL" clId="{3E3CECD2-C60B-48FE-8B8B-CD24FCAB62F2}" dt="2024-09-12T13:08:50.833" v="32"/>
        <pc:sldMkLst>
          <pc:docMk/>
          <pc:sldMk cId="1452499328" sldId="340"/>
        </pc:sldMkLst>
        <pc:spChg chg="add mod">
          <ac:chgData name="Paul Winser" userId="c3146a91-e6bd-4264-bd86-e164e04bc32d" providerId="ADAL" clId="{3E3CECD2-C60B-48FE-8B8B-CD24FCAB62F2}" dt="2024-09-12T13:08:50.833" v="32"/>
          <ac:spMkLst>
            <pc:docMk/>
            <pc:sldMk cId="1452499328" sldId="340"/>
            <ac:spMk id="5" creationId="{D2623E7C-713E-CE86-A654-201558E4B939}"/>
          </ac:spMkLst>
        </pc:spChg>
        <pc:graphicFrameChg chg="mod">
          <ac:chgData name="Paul Winser" userId="c3146a91-e6bd-4264-bd86-e164e04bc32d" providerId="ADAL" clId="{3E3CECD2-C60B-48FE-8B8B-CD24FCAB62F2}" dt="2024-09-12T13:08:48.852" v="31"/>
          <ac:graphicFrameMkLst>
            <pc:docMk/>
            <pc:sldMk cId="1452499328" sldId="340"/>
            <ac:graphicFrameMk id="3" creationId="{31E84B82-8524-794D-818D-1F002820F61B}"/>
          </ac:graphicFrameMkLst>
        </pc:graphicFrameChg>
      </pc:sldChg>
      <pc:sldChg chg="addSp modSp">
        <pc:chgData name="Paul Winser" userId="c3146a91-e6bd-4264-bd86-e164e04bc32d" providerId="ADAL" clId="{3E3CECD2-C60B-48FE-8B8B-CD24FCAB62F2}" dt="2024-09-12T13:09:42.894" v="55"/>
        <pc:sldMkLst>
          <pc:docMk/>
          <pc:sldMk cId="366634251" sldId="341"/>
        </pc:sldMkLst>
        <pc:spChg chg="add mod">
          <ac:chgData name="Paul Winser" userId="c3146a91-e6bd-4264-bd86-e164e04bc32d" providerId="ADAL" clId="{3E3CECD2-C60B-48FE-8B8B-CD24FCAB62F2}" dt="2024-09-12T13:09:42.894" v="55"/>
          <ac:spMkLst>
            <pc:docMk/>
            <pc:sldMk cId="366634251" sldId="341"/>
            <ac:spMk id="2" creationId="{8D0CD752-6E01-BDFF-E82F-DFBD0613BD22}"/>
          </ac:spMkLst>
        </pc:spChg>
      </pc:sldChg>
      <pc:sldChg chg="addSp modSp">
        <pc:chgData name="Paul Winser" userId="c3146a91-e6bd-4264-bd86-e164e04bc32d" providerId="ADAL" clId="{3E3CECD2-C60B-48FE-8B8B-CD24FCAB62F2}" dt="2024-09-12T13:08:02.541" v="13"/>
        <pc:sldMkLst>
          <pc:docMk/>
          <pc:sldMk cId="933535706" sldId="342"/>
        </pc:sldMkLst>
        <pc:spChg chg="add mod">
          <ac:chgData name="Paul Winser" userId="c3146a91-e6bd-4264-bd86-e164e04bc32d" providerId="ADAL" clId="{3E3CECD2-C60B-48FE-8B8B-CD24FCAB62F2}" dt="2024-09-12T13:08:02.541" v="13"/>
          <ac:spMkLst>
            <pc:docMk/>
            <pc:sldMk cId="933535706" sldId="342"/>
            <ac:spMk id="2" creationId="{88B96E14-0C9B-732C-90B1-BC8B16B65691}"/>
          </ac:spMkLst>
        </pc:spChg>
      </pc:sldChg>
      <pc:sldChg chg="addSp modSp">
        <pc:chgData name="Paul Winser" userId="c3146a91-e6bd-4264-bd86-e164e04bc32d" providerId="ADAL" clId="{3E3CECD2-C60B-48FE-8B8B-CD24FCAB62F2}" dt="2024-09-12T13:08:15.636" v="20"/>
        <pc:sldMkLst>
          <pc:docMk/>
          <pc:sldMk cId="2299894682" sldId="343"/>
        </pc:sldMkLst>
        <pc:spChg chg="add mod">
          <ac:chgData name="Paul Winser" userId="c3146a91-e6bd-4264-bd86-e164e04bc32d" providerId="ADAL" clId="{3E3CECD2-C60B-48FE-8B8B-CD24FCAB62F2}" dt="2024-09-12T13:08:15.636" v="20"/>
          <ac:spMkLst>
            <pc:docMk/>
            <pc:sldMk cId="2299894682" sldId="343"/>
            <ac:spMk id="5" creationId="{AF932A35-9CAE-9BF3-1CA5-17E787EAB922}"/>
          </ac:spMkLst>
        </pc:spChg>
      </pc:sldChg>
      <pc:sldChg chg="addSp modSp">
        <pc:chgData name="Paul Winser" userId="c3146a91-e6bd-4264-bd86-e164e04bc32d" providerId="ADAL" clId="{3E3CECD2-C60B-48FE-8B8B-CD24FCAB62F2}" dt="2024-09-12T13:08:06.175" v="15"/>
        <pc:sldMkLst>
          <pc:docMk/>
          <pc:sldMk cId="2678915220" sldId="344"/>
        </pc:sldMkLst>
        <pc:spChg chg="add mod">
          <ac:chgData name="Paul Winser" userId="c3146a91-e6bd-4264-bd86-e164e04bc32d" providerId="ADAL" clId="{3E3CECD2-C60B-48FE-8B8B-CD24FCAB62F2}" dt="2024-09-12T13:08:06.175" v="15"/>
          <ac:spMkLst>
            <pc:docMk/>
            <pc:sldMk cId="2678915220" sldId="344"/>
            <ac:spMk id="2" creationId="{F16CB646-2918-F549-F371-2382916D5863}"/>
          </ac:spMkLst>
        </pc:spChg>
      </pc:sldChg>
      <pc:sldChg chg="addSp modSp mod">
        <pc:chgData name="Paul Winser" userId="c3146a91-e6bd-4264-bd86-e164e04bc32d" providerId="ADAL" clId="{3E3CECD2-C60B-48FE-8B8B-CD24FCAB62F2}" dt="2024-09-12T13:08:20.580" v="22" actId="1076"/>
        <pc:sldMkLst>
          <pc:docMk/>
          <pc:sldMk cId="2439151473" sldId="345"/>
        </pc:sldMkLst>
        <pc:spChg chg="add mod">
          <ac:chgData name="Paul Winser" userId="c3146a91-e6bd-4264-bd86-e164e04bc32d" providerId="ADAL" clId="{3E3CECD2-C60B-48FE-8B8B-CD24FCAB62F2}" dt="2024-09-12T13:08:17.120" v="21"/>
          <ac:spMkLst>
            <pc:docMk/>
            <pc:sldMk cId="2439151473" sldId="345"/>
            <ac:spMk id="2" creationId="{90B41DA7-C0EA-0E44-18E5-F4B7DEF257CE}"/>
          </ac:spMkLst>
        </pc:spChg>
        <pc:grpChg chg="mod">
          <ac:chgData name="Paul Winser" userId="c3146a91-e6bd-4264-bd86-e164e04bc32d" providerId="ADAL" clId="{3E3CECD2-C60B-48FE-8B8B-CD24FCAB62F2}" dt="2024-09-12T13:08:20.580" v="22" actId="1076"/>
          <ac:grpSpMkLst>
            <pc:docMk/>
            <pc:sldMk cId="2439151473" sldId="345"/>
            <ac:grpSpMk id="4" creationId="{21B0DF75-8EAF-A490-D6D5-F9F577155453}"/>
          </ac:grpSpMkLst>
        </pc:grpChg>
      </pc:sldChg>
      <pc:sldChg chg="addSp modSp mod">
        <pc:chgData name="Paul Winser" userId="c3146a91-e6bd-4264-bd86-e164e04bc32d" providerId="ADAL" clId="{3E3CECD2-C60B-48FE-8B8B-CD24FCAB62F2}" dt="2024-09-12T13:08:33.061" v="26" actId="1076"/>
        <pc:sldMkLst>
          <pc:docMk/>
          <pc:sldMk cId="1169912868" sldId="346"/>
        </pc:sldMkLst>
        <pc:spChg chg="add mod">
          <ac:chgData name="Paul Winser" userId="c3146a91-e6bd-4264-bd86-e164e04bc32d" providerId="ADAL" clId="{3E3CECD2-C60B-48FE-8B8B-CD24FCAB62F2}" dt="2024-09-12T13:08:25.033" v="23"/>
          <ac:spMkLst>
            <pc:docMk/>
            <pc:sldMk cId="1169912868" sldId="346"/>
            <ac:spMk id="2" creationId="{E47A5F63-24DB-ABD6-4C7F-9719B7BB39D3}"/>
          </ac:spMkLst>
        </pc:spChg>
        <pc:spChg chg="mod">
          <ac:chgData name="Paul Winser" userId="c3146a91-e6bd-4264-bd86-e164e04bc32d" providerId="ADAL" clId="{3E3CECD2-C60B-48FE-8B8B-CD24FCAB62F2}" dt="2024-09-12T13:08:30.199" v="25" actId="1076"/>
          <ac:spMkLst>
            <pc:docMk/>
            <pc:sldMk cId="1169912868" sldId="346"/>
            <ac:spMk id="34819" creationId="{453C7683-8588-7ABC-32E0-8A4E68218620}"/>
          </ac:spMkLst>
        </pc:spChg>
        <pc:grpChg chg="mod">
          <ac:chgData name="Paul Winser" userId="c3146a91-e6bd-4264-bd86-e164e04bc32d" providerId="ADAL" clId="{3E3CECD2-C60B-48FE-8B8B-CD24FCAB62F2}" dt="2024-09-12T13:08:33.061" v="26" actId="1076"/>
          <ac:grpSpMkLst>
            <pc:docMk/>
            <pc:sldMk cId="1169912868" sldId="346"/>
            <ac:grpSpMk id="3" creationId="{1FE82923-2F68-C48F-F7D5-259EE7674CFC}"/>
          </ac:grpSpMkLst>
        </pc:grpChg>
      </pc:sldChg>
      <pc:sldChg chg="addSp modSp">
        <pc:chgData name="Paul Winser" userId="c3146a91-e6bd-4264-bd86-e164e04bc32d" providerId="ADAL" clId="{3E3CECD2-C60B-48FE-8B8B-CD24FCAB62F2}" dt="2024-09-12T13:08:35.765" v="27"/>
        <pc:sldMkLst>
          <pc:docMk/>
          <pc:sldMk cId="1916269856" sldId="347"/>
        </pc:sldMkLst>
        <pc:spChg chg="add mod">
          <ac:chgData name="Paul Winser" userId="c3146a91-e6bd-4264-bd86-e164e04bc32d" providerId="ADAL" clId="{3E3CECD2-C60B-48FE-8B8B-CD24FCAB62F2}" dt="2024-09-12T13:08:35.765" v="27"/>
          <ac:spMkLst>
            <pc:docMk/>
            <pc:sldMk cId="1916269856" sldId="347"/>
            <ac:spMk id="5" creationId="{B2787DCD-4D1D-DF22-2B75-BEB6FA582BC1}"/>
          </ac:spMkLst>
        </pc:spChg>
      </pc:sldChg>
      <pc:sldChg chg="addSp modSp mod modNotesTx">
        <pc:chgData name="Paul Winser" userId="c3146a91-e6bd-4264-bd86-e164e04bc32d" providerId="ADAL" clId="{3E3CECD2-C60B-48FE-8B8B-CD24FCAB62F2}" dt="2024-09-12T13:08:41.018" v="30" actId="6549"/>
        <pc:sldMkLst>
          <pc:docMk/>
          <pc:sldMk cId="2762369221" sldId="348"/>
        </pc:sldMkLst>
        <pc:spChg chg="add mod">
          <ac:chgData name="Paul Winser" userId="c3146a91-e6bd-4264-bd86-e164e04bc32d" providerId="ADAL" clId="{3E3CECD2-C60B-48FE-8B8B-CD24FCAB62F2}" dt="2024-09-12T13:08:37.354" v="28"/>
          <ac:spMkLst>
            <pc:docMk/>
            <pc:sldMk cId="2762369221" sldId="348"/>
            <ac:spMk id="3" creationId="{CBF5723F-E40F-EB2D-425B-8BCAA76A8E43}"/>
          </ac:spMkLst>
        </pc:spChg>
        <pc:picChg chg="mod">
          <ac:chgData name="Paul Winser" userId="c3146a91-e6bd-4264-bd86-e164e04bc32d" providerId="ADAL" clId="{3E3CECD2-C60B-48FE-8B8B-CD24FCAB62F2}" dt="2024-09-12T13:08:39.301" v="29" actId="1076"/>
          <ac:picMkLst>
            <pc:docMk/>
            <pc:sldMk cId="2762369221" sldId="348"/>
            <ac:picMk id="11" creationId="{467164B1-3FC7-736B-2F60-876F35995BAB}"/>
          </ac:picMkLst>
        </pc:picChg>
      </pc:sldChg>
      <pc:sldChg chg="addSp modSp modNotesTx">
        <pc:chgData name="Paul Winser" userId="c3146a91-e6bd-4264-bd86-e164e04bc32d" providerId="ADAL" clId="{3E3CECD2-C60B-48FE-8B8B-CD24FCAB62F2}" dt="2024-09-12T13:07:56.757" v="11" actId="6549"/>
        <pc:sldMkLst>
          <pc:docMk/>
          <pc:sldMk cId="135044647" sldId="349"/>
        </pc:sldMkLst>
        <pc:spChg chg="add mod">
          <ac:chgData name="Paul Winser" userId="c3146a91-e6bd-4264-bd86-e164e04bc32d" providerId="ADAL" clId="{3E3CECD2-C60B-48FE-8B8B-CD24FCAB62F2}" dt="2024-09-12T13:07:52.756" v="10"/>
          <ac:spMkLst>
            <pc:docMk/>
            <pc:sldMk cId="135044647" sldId="349"/>
            <ac:spMk id="2" creationId="{14BECBC7-FC1A-F861-EBF2-D00AC14B85C4}"/>
          </ac:spMkLst>
        </pc:spChg>
      </pc:sldChg>
      <pc:sldChg chg="addSp modSp mod modNotesTx">
        <pc:chgData name="Paul Winser" userId="c3146a91-e6bd-4264-bd86-e164e04bc32d" providerId="ADAL" clId="{3E3CECD2-C60B-48FE-8B8B-CD24FCAB62F2}" dt="2024-09-12T13:09:23.486" v="48" actId="1076"/>
        <pc:sldMkLst>
          <pc:docMk/>
          <pc:sldMk cId="2911178327" sldId="350"/>
        </pc:sldMkLst>
        <pc:spChg chg="add mod">
          <ac:chgData name="Paul Winser" userId="c3146a91-e6bd-4264-bd86-e164e04bc32d" providerId="ADAL" clId="{3E3CECD2-C60B-48FE-8B8B-CD24FCAB62F2}" dt="2024-09-12T13:09:11.001" v="43"/>
          <ac:spMkLst>
            <pc:docMk/>
            <pc:sldMk cId="2911178327" sldId="350"/>
            <ac:spMk id="2" creationId="{ACDBE066-F443-D172-91E3-5DF780C8E63F}"/>
          </ac:spMkLst>
        </pc:spChg>
        <pc:grpChg chg="mod">
          <ac:chgData name="Paul Winser" userId="c3146a91-e6bd-4264-bd86-e164e04bc32d" providerId="ADAL" clId="{3E3CECD2-C60B-48FE-8B8B-CD24FCAB62F2}" dt="2024-09-12T13:09:20.143" v="47" actId="14100"/>
          <ac:grpSpMkLst>
            <pc:docMk/>
            <pc:sldMk cId="2911178327" sldId="350"/>
            <ac:grpSpMk id="3" creationId="{FA955A44-4C5F-B8FD-9845-6BE21AEE1DB5}"/>
          </ac:grpSpMkLst>
        </pc:grpChg>
        <pc:picChg chg="mod">
          <ac:chgData name="Paul Winser" userId="c3146a91-e6bd-4264-bd86-e164e04bc32d" providerId="ADAL" clId="{3E3CECD2-C60B-48FE-8B8B-CD24FCAB62F2}" dt="2024-09-12T13:09:23.486" v="48" actId="1076"/>
          <ac:picMkLst>
            <pc:docMk/>
            <pc:sldMk cId="2911178327" sldId="350"/>
            <ac:picMk id="7" creationId="{2B4E4293-C351-A0D3-5D6D-BD0E6E26609C}"/>
          </ac:picMkLst>
        </pc:picChg>
      </pc:sldChg>
      <pc:sldChg chg="addSp modSp">
        <pc:chgData name="Paul Winser" userId="c3146a91-e6bd-4264-bd86-e164e04bc32d" providerId="ADAL" clId="{3E3CECD2-C60B-48FE-8B8B-CD24FCAB62F2}" dt="2024-09-12T13:09:27.304" v="49"/>
        <pc:sldMkLst>
          <pc:docMk/>
          <pc:sldMk cId="3921876533" sldId="351"/>
        </pc:sldMkLst>
        <pc:spChg chg="add mod">
          <ac:chgData name="Paul Winser" userId="c3146a91-e6bd-4264-bd86-e164e04bc32d" providerId="ADAL" clId="{3E3CECD2-C60B-48FE-8B8B-CD24FCAB62F2}" dt="2024-09-12T13:09:27.304" v="49"/>
          <ac:spMkLst>
            <pc:docMk/>
            <pc:sldMk cId="3921876533" sldId="351"/>
            <ac:spMk id="2" creationId="{75EF7167-47F6-D614-879F-BDB221D629F9}"/>
          </ac:spMkLst>
        </pc:spChg>
      </pc:sldChg>
      <pc:sldChg chg="addSp modSp mod">
        <pc:chgData name="Paul Winser" userId="c3146a91-e6bd-4264-bd86-e164e04bc32d" providerId="ADAL" clId="{3E3CECD2-C60B-48FE-8B8B-CD24FCAB62F2}" dt="2024-09-12T13:09:36.525" v="52" actId="14100"/>
        <pc:sldMkLst>
          <pc:docMk/>
          <pc:sldMk cId="1158632440" sldId="352"/>
        </pc:sldMkLst>
        <pc:spChg chg="add mod">
          <ac:chgData name="Paul Winser" userId="c3146a91-e6bd-4264-bd86-e164e04bc32d" providerId="ADAL" clId="{3E3CECD2-C60B-48FE-8B8B-CD24FCAB62F2}" dt="2024-09-12T13:09:29.666" v="50"/>
          <ac:spMkLst>
            <pc:docMk/>
            <pc:sldMk cId="1158632440" sldId="352"/>
            <ac:spMk id="2" creationId="{2DA5C961-716C-5C31-2947-102D23EF4BDE}"/>
          </ac:spMkLst>
        </pc:spChg>
        <pc:grpChg chg="mod">
          <ac:chgData name="Paul Winser" userId="c3146a91-e6bd-4264-bd86-e164e04bc32d" providerId="ADAL" clId="{3E3CECD2-C60B-48FE-8B8B-CD24FCAB62F2}" dt="2024-09-12T13:09:36.525" v="52" actId="14100"/>
          <ac:grpSpMkLst>
            <pc:docMk/>
            <pc:sldMk cId="1158632440" sldId="352"/>
            <ac:grpSpMk id="5" creationId="{798D87EC-FF95-426A-4EDD-6E2A090D782B}"/>
          </ac:grpSpMkLst>
        </pc:grpChg>
      </pc:sldChg>
      <pc:sldChg chg="addSp modSp">
        <pc:chgData name="Paul Winser" userId="c3146a91-e6bd-4264-bd86-e164e04bc32d" providerId="ADAL" clId="{3E3CECD2-C60B-48FE-8B8B-CD24FCAB62F2}" dt="2024-09-12T13:09:59.947" v="63"/>
        <pc:sldMkLst>
          <pc:docMk/>
          <pc:sldMk cId="494501319" sldId="353"/>
        </pc:sldMkLst>
        <pc:spChg chg="add mod">
          <ac:chgData name="Paul Winser" userId="c3146a91-e6bd-4264-bd86-e164e04bc32d" providerId="ADAL" clId="{3E3CECD2-C60B-48FE-8B8B-CD24FCAB62F2}" dt="2024-09-12T13:09:59.947" v="63"/>
          <ac:spMkLst>
            <pc:docMk/>
            <pc:sldMk cId="494501319" sldId="353"/>
            <ac:spMk id="2" creationId="{688EC692-E91B-4035-E10A-A54DEC9E261E}"/>
          </ac:spMkLst>
        </pc:spChg>
      </pc:sldChg>
      <pc:sldChg chg="addSp modSp">
        <pc:chgData name="Paul Winser" userId="c3146a91-e6bd-4264-bd86-e164e04bc32d" providerId="ADAL" clId="{3E3CECD2-C60B-48FE-8B8B-CD24FCAB62F2}" dt="2024-09-12T13:10:36.294" v="77"/>
        <pc:sldMkLst>
          <pc:docMk/>
          <pc:sldMk cId="692169732" sldId="354"/>
        </pc:sldMkLst>
        <pc:spChg chg="add mod">
          <ac:chgData name="Paul Winser" userId="c3146a91-e6bd-4264-bd86-e164e04bc32d" providerId="ADAL" clId="{3E3CECD2-C60B-48FE-8B8B-CD24FCAB62F2}" dt="2024-09-12T13:10:36.294" v="77"/>
          <ac:spMkLst>
            <pc:docMk/>
            <pc:sldMk cId="692169732" sldId="354"/>
            <ac:spMk id="2" creationId="{5562109A-DED3-250F-6D35-54863E42CD12}"/>
          </ac:spMkLst>
        </pc:spChg>
      </pc:sldChg>
      <pc:sldChg chg="addSp modSp">
        <pc:chgData name="Paul Winser" userId="c3146a91-e6bd-4264-bd86-e164e04bc32d" providerId="ADAL" clId="{3E3CECD2-C60B-48FE-8B8B-CD24FCAB62F2}" dt="2024-09-12T13:09:01.934" v="39"/>
        <pc:sldMkLst>
          <pc:docMk/>
          <pc:sldMk cId="1299747076" sldId="355"/>
        </pc:sldMkLst>
        <pc:spChg chg="add mod">
          <ac:chgData name="Paul Winser" userId="c3146a91-e6bd-4264-bd86-e164e04bc32d" providerId="ADAL" clId="{3E3CECD2-C60B-48FE-8B8B-CD24FCAB62F2}" dt="2024-09-12T13:09:01.934" v="39"/>
          <ac:spMkLst>
            <pc:docMk/>
            <pc:sldMk cId="1299747076" sldId="355"/>
            <ac:spMk id="2" creationId="{1CD98D24-EAE8-6543-CBF4-80A28F6FD0BE}"/>
          </ac:spMkLst>
        </pc:spChg>
      </pc:sldChg>
      <pc:sldChg chg="addSp modSp modNotesTx">
        <pc:chgData name="Paul Winser" userId="c3146a91-e6bd-4264-bd86-e164e04bc32d" providerId="ADAL" clId="{3E3CECD2-C60B-48FE-8B8B-CD24FCAB62F2}" dt="2024-09-12T13:10:05.760" v="66" actId="6549"/>
        <pc:sldMkLst>
          <pc:docMk/>
          <pc:sldMk cId="4249271697" sldId="356"/>
        </pc:sldMkLst>
        <pc:spChg chg="add mod">
          <ac:chgData name="Paul Winser" userId="c3146a91-e6bd-4264-bd86-e164e04bc32d" providerId="ADAL" clId="{3E3CECD2-C60B-48FE-8B8B-CD24FCAB62F2}" dt="2024-09-12T13:10:02.471" v="65"/>
          <ac:spMkLst>
            <pc:docMk/>
            <pc:sldMk cId="4249271697" sldId="356"/>
            <ac:spMk id="2" creationId="{950351F3-D113-342D-0043-DEB4C8D17DE9}"/>
          </ac:spMkLst>
        </pc:spChg>
      </pc:sldChg>
      <pc:sldChg chg="addSp modSp">
        <pc:chgData name="Paul Winser" userId="c3146a91-e6bd-4264-bd86-e164e04bc32d" providerId="ADAL" clId="{3E3CECD2-C60B-48FE-8B8B-CD24FCAB62F2}" dt="2024-09-12T13:08:13.950" v="19"/>
        <pc:sldMkLst>
          <pc:docMk/>
          <pc:sldMk cId="2476459523" sldId="357"/>
        </pc:sldMkLst>
        <pc:spChg chg="add mod">
          <ac:chgData name="Paul Winser" userId="c3146a91-e6bd-4264-bd86-e164e04bc32d" providerId="ADAL" clId="{3E3CECD2-C60B-48FE-8B8B-CD24FCAB62F2}" dt="2024-09-12T13:08:13.950" v="19"/>
          <ac:spMkLst>
            <pc:docMk/>
            <pc:sldMk cId="2476459523" sldId="357"/>
            <ac:spMk id="5" creationId="{0A48CCA5-E0BC-1A60-9884-727F02A03408}"/>
          </ac:spMkLst>
        </pc:spChg>
      </pc:sldChg>
      <pc:sldChg chg="addSp modSp">
        <pc:chgData name="Paul Winser" userId="c3146a91-e6bd-4264-bd86-e164e04bc32d" providerId="ADAL" clId="{3E3CECD2-C60B-48FE-8B8B-CD24FCAB62F2}" dt="2024-09-12T13:08:54.458" v="34"/>
        <pc:sldMkLst>
          <pc:docMk/>
          <pc:sldMk cId="1693828616" sldId="358"/>
        </pc:sldMkLst>
        <pc:spChg chg="add mod">
          <ac:chgData name="Paul Winser" userId="c3146a91-e6bd-4264-bd86-e164e04bc32d" providerId="ADAL" clId="{3E3CECD2-C60B-48FE-8B8B-CD24FCAB62F2}" dt="2024-09-12T13:08:54.458" v="34"/>
          <ac:spMkLst>
            <pc:docMk/>
            <pc:sldMk cId="1693828616" sldId="358"/>
            <ac:spMk id="5" creationId="{4D116A3B-8E44-D3C2-4393-85025AA87D89}"/>
          </ac:spMkLst>
        </pc:spChg>
      </pc:sldChg>
      <pc:sldChg chg="addSp modSp">
        <pc:chgData name="Paul Winser" userId="c3146a91-e6bd-4264-bd86-e164e04bc32d" providerId="ADAL" clId="{3E3CECD2-C60B-48FE-8B8B-CD24FCAB62F2}" dt="2024-09-12T13:10:38.152" v="78"/>
        <pc:sldMkLst>
          <pc:docMk/>
          <pc:sldMk cId="0" sldId="402"/>
        </pc:sldMkLst>
        <pc:spChg chg="add mod">
          <ac:chgData name="Paul Winser" userId="c3146a91-e6bd-4264-bd86-e164e04bc32d" providerId="ADAL" clId="{3E3CECD2-C60B-48FE-8B8B-CD24FCAB62F2}" dt="2024-09-12T13:10:38.152" v="78"/>
          <ac:spMkLst>
            <pc:docMk/>
            <pc:sldMk cId="0" sldId="402"/>
            <ac:spMk id="3" creationId="{E874E53F-543B-C199-ABF7-ECEDB88D3ADB}"/>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ata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ata3.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10" Type="http://schemas.openxmlformats.org/officeDocument/2006/relationships/image" Target="../media/image34.svg"/><Relationship Id="rId4" Type="http://schemas.openxmlformats.org/officeDocument/2006/relationships/image" Target="../media/image28.svg"/><Relationship Id="rId9" Type="http://schemas.openxmlformats.org/officeDocument/2006/relationships/image" Target="../media/image33.png"/></Relationships>
</file>

<file path=ppt/diagrams/_rels/data6.xml.rels><?xml version="1.0" encoding="UTF-8" standalone="yes"?>
<Relationships xmlns="http://schemas.openxmlformats.org/package/2006/relationships"><Relationship Id="rId8" Type="http://schemas.openxmlformats.org/officeDocument/2006/relationships/image" Target="../media/image47.svg"/><Relationship Id="rId3" Type="http://schemas.openxmlformats.org/officeDocument/2006/relationships/image" Target="../media/image23.png"/><Relationship Id="rId7" Type="http://schemas.openxmlformats.org/officeDocument/2006/relationships/image" Target="../media/image31.png"/><Relationship Id="rId2" Type="http://schemas.openxmlformats.org/officeDocument/2006/relationships/image" Target="../media/image43.svg"/><Relationship Id="rId1" Type="http://schemas.openxmlformats.org/officeDocument/2006/relationships/image" Target="../media/image42.png"/><Relationship Id="rId6" Type="http://schemas.openxmlformats.org/officeDocument/2006/relationships/image" Target="../media/image46.svg"/><Relationship Id="rId5" Type="http://schemas.openxmlformats.org/officeDocument/2006/relationships/image" Target="../media/image45.png"/><Relationship Id="rId10" Type="http://schemas.openxmlformats.org/officeDocument/2006/relationships/image" Target="../media/image49.svg"/><Relationship Id="rId4" Type="http://schemas.openxmlformats.org/officeDocument/2006/relationships/image" Target="../media/image44.svg"/><Relationship Id="rId9" Type="http://schemas.openxmlformats.org/officeDocument/2006/relationships/image" Target="../media/image48.png"/></Relationships>
</file>

<file path=ppt/diagrams/_rels/data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svg"/><Relationship Id="rId1" Type="http://schemas.openxmlformats.org/officeDocument/2006/relationships/image" Target="../media/image52.png"/><Relationship Id="rId6" Type="http://schemas.openxmlformats.org/officeDocument/2006/relationships/image" Target="../media/image47.svg"/><Relationship Id="rId5" Type="http://schemas.openxmlformats.org/officeDocument/2006/relationships/image" Target="../media/image31.png"/><Relationship Id="rId4" Type="http://schemas.openxmlformats.org/officeDocument/2006/relationships/image" Target="../media/image55.svg"/></Relationships>
</file>

<file path=ppt/diagrams/_rels/data10.xml.rels><?xml version="1.0" encoding="UTF-8" standalone="yes"?>
<Relationships xmlns="http://schemas.openxmlformats.org/package/2006/relationships"><Relationship Id="rId8" Type="http://schemas.openxmlformats.org/officeDocument/2006/relationships/image" Target="../media/image61.svg"/><Relationship Id="rId3" Type="http://schemas.openxmlformats.org/officeDocument/2006/relationships/image" Target="../media/image58.png"/><Relationship Id="rId7" Type="http://schemas.openxmlformats.org/officeDocument/2006/relationships/image" Target="../media/image60.png"/><Relationship Id="rId2" Type="http://schemas.openxmlformats.org/officeDocument/2006/relationships/image" Target="../media/image57.svg"/><Relationship Id="rId1" Type="http://schemas.openxmlformats.org/officeDocument/2006/relationships/image" Target="../media/image25.png"/><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59.svg"/></Relationships>
</file>

<file path=ppt/diagrams/_rels/data12.xml.rels><?xml version="1.0" encoding="UTF-8" standalone="yes"?>
<Relationships xmlns="http://schemas.openxmlformats.org/package/2006/relationships"><Relationship Id="rId8" Type="http://schemas.openxmlformats.org/officeDocument/2006/relationships/image" Target="../media/image66.svg"/><Relationship Id="rId3" Type="http://schemas.openxmlformats.org/officeDocument/2006/relationships/image" Target="../media/image31.png"/><Relationship Id="rId7" Type="http://schemas.openxmlformats.org/officeDocument/2006/relationships/image" Target="../media/image65.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3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rawing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rawing3.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10" Type="http://schemas.openxmlformats.org/officeDocument/2006/relationships/image" Target="../media/image34.svg"/><Relationship Id="rId4" Type="http://schemas.openxmlformats.org/officeDocument/2006/relationships/image" Target="../media/image28.svg"/><Relationship Id="rId9" Type="http://schemas.openxmlformats.org/officeDocument/2006/relationships/image" Target="../media/image33.png"/></Relationships>
</file>

<file path=ppt/diagrams/_rels/drawing6.xml.rels><?xml version="1.0" encoding="UTF-8" standalone="yes"?>
<Relationships xmlns="http://schemas.openxmlformats.org/package/2006/relationships"><Relationship Id="rId8" Type="http://schemas.openxmlformats.org/officeDocument/2006/relationships/image" Target="../media/image47.svg"/><Relationship Id="rId3" Type="http://schemas.openxmlformats.org/officeDocument/2006/relationships/image" Target="../media/image23.png"/><Relationship Id="rId7" Type="http://schemas.openxmlformats.org/officeDocument/2006/relationships/image" Target="../media/image31.png"/><Relationship Id="rId2" Type="http://schemas.openxmlformats.org/officeDocument/2006/relationships/image" Target="../media/image43.svg"/><Relationship Id="rId1" Type="http://schemas.openxmlformats.org/officeDocument/2006/relationships/image" Target="../media/image42.png"/><Relationship Id="rId6" Type="http://schemas.openxmlformats.org/officeDocument/2006/relationships/image" Target="../media/image46.svg"/><Relationship Id="rId5" Type="http://schemas.openxmlformats.org/officeDocument/2006/relationships/image" Target="../media/image45.png"/><Relationship Id="rId10" Type="http://schemas.openxmlformats.org/officeDocument/2006/relationships/image" Target="../media/image49.svg"/><Relationship Id="rId4" Type="http://schemas.openxmlformats.org/officeDocument/2006/relationships/image" Target="../media/image44.svg"/><Relationship Id="rId9" Type="http://schemas.openxmlformats.org/officeDocument/2006/relationships/image" Target="../media/image48.png"/></Relationships>
</file>

<file path=ppt/diagrams/_rels/drawing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svg"/><Relationship Id="rId1" Type="http://schemas.openxmlformats.org/officeDocument/2006/relationships/image" Target="../media/image52.png"/><Relationship Id="rId6" Type="http://schemas.openxmlformats.org/officeDocument/2006/relationships/image" Target="../media/image47.svg"/><Relationship Id="rId5" Type="http://schemas.openxmlformats.org/officeDocument/2006/relationships/image" Target="../media/image31.png"/><Relationship Id="rId4" Type="http://schemas.openxmlformats.org/officeDocument/2006/relationships/image" Target="../media/image55.svg"/></Relationships>
</file>

<file path=ppt/diagrams/_rels/drawing10.xml.rels><?xml version="1.0" encoding="UTF-8" standalone="yes"?>
<Relationships xmlns="http://schemas.openxmlformats.org/package/2006/relationships"><Relationship Id="rId8" Type="http://schemas.openxmlformats.org/officeDocument/2006/relationships/image" Target="../media/image61.svg"/><Relationship Id="rId3" Type="http://schemas.openxmlformats.org/officeDocument/2006/relationships/image" Target="../media/image58.png"/><Relationship Id="rId7" Type="http://schemas.openxmlformats.org/officeDocument/2006/relationships/image" Target="../media/image60.png"/><Relationship Id="rId2" Type="http://schemas.openxmlformats.org/officeDocument/2006/relationships/image" Target="../media/image57.svg"/><Relationship Id="rId1" Type="http://schemas.openxmlformats.org/officeDocument/2006/relationships/image" Target="../media/image25.png"/><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59.svg"/></Relationships>
</file>

<file path=ppt/diagrams/_rels/drawing12.xml.rels><?xml version="1.0" encoding="UTF-8" standalone="yes"?>
<Relationships xmlns="http://schemas.openxmlformats.org/package/2006/relationships"><Relationship Id="rId8" Type="http://schemas.openxmlformats.org/officeDocument/2006/relationships/image" Target="../media/image66.svg"/><Relationship Id="rId3" Type="http://schemas.openxmlformats.org/officeDocument/2006/relationships/image" Target="../media/image31.png"/><Relationship Id="rId7" Type="http://schemas.openxmlformats.org/officeDocument/2006/relationships/image" Target="../media/image65.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32.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19D95AA-5F20-1448-8D41-90732F51652E}" type="doc">
      <dgm:prSet loTypeId="urn:microsoft.com/office/officeart/2005/8/layout/vList3" loCatId="list" qsTypeId="urn:microsoft.com/office/officeart/2005/8/quickstyle/simple1" qsCatId="simple" csTypeId="urn:microsoft.com/office/officeart/2005/8/colors/accent1_2" csCatId="accent1" phldr="1"/>
      <dgm:spPr/>
      <dgm:t>
        <a:bodyPr rtlCol="1"/>
        <a:lstStyle/>
        <a:p>
          <a:pPr rtl="1"/>
          <a:endParaRPr lang="en-GB"/>
        </a:p>
      </dgm:t>
    </dgm:pt>
    <dgm:pt modelId="{12151B62-820D-1341-B26B-2BF60A36B2D3}">
      <dgm:prSet custT="1"/>
      <dgm:spPr/>
      <dgm:t>
        <a:bodyPr rtlCol="1"/>
        <a:lstStyle/>
        <a:p>
          <a:pPr rtl="1"/>
          <a:r>
            <a:rPr lang="ar" sz="2000" b="0" dirty="0">
              <a:solidFill>
                <a:schemeClr val="tx1"/>
              </a:solidFill>
              <a:latin typeface="Sakkal Majalla" panose="02000000000000000000" pitchFamily="2" charset="-78"/>
              <a:cs typeface="Sakkal Majalla" panose="02000000000000000000" pitchFamily="2" charset="-78"/>
            </a:rPr>
            <a:t>يتم تقييم هذه الوحدة باستخدام ملخصي الواجبات التي قدمها معلمك</a:t>
          </a:r>
          <a:endParaRPr lang="en-GB" sz="2000" b="0" dirty="0">
            <a:latin typeface="Sakkal Majalla" panose="02000000000000000000" pitchFamily="2" charset="-78"/>
            <a:cs typeface="Sakkal Majalla" panose="02000000000000000000" pitchFamily="2" charset="-78"/>
          </a:endParaRPr>
        </a:p>
      </dgm:t>
    </dgm:pt>
    <dgm:pt modelId="{8435A266-883C-2447-B49C-8395E5E48B76}" type="parTrans" cxnId="{65758508-34FA-F945-92A5-E550FCC42695}">
      <dgm:prSet/>
      <dgm:spPr/>
      <dgm:t>
        <a:bodyPr rtlCol="1"/>
        <a:lstStyle/>
        <a:p>
          <a:pPr rtl="1"/>
          <a:endParaRPr lang="en-GB"/>
        </a:p>
      </dgm:t>
    </dgm:pt>
    <dgm:pt modelId="{019BF42C-7CF1-7C44-9AAE-E920ABEDD84F}" type="sibTrans" cxnId="{65758508-34FA-F945-92A5-E550FCC42695}">
      <dgm:prSet/>
      <dgm:spPr/>
      <dgm:t>
        <a:bodyPr rtlCol="1"/>
        <a:lstStyle/>
        <a:p>
          <a:pPr rtl="1"/>
          <a:endParaRPr lang="en-GB"/>
        </a:p>
      </dgm:t>
    </dgm:pt>
    <dgm:pt modelId="{56EE145B-1949-794C-8DF2-32475194C59C}">
      <dgm:prSet custT="1"/>
      <dgm:spPr>
        <a:solidFill>
          <a:schemeClr val="accent6">
            <a:lumMod val="20000"/>
            <a:lumOff val="80000"/>
          </a:schemeClr>
        </a:solidFill>
      </dgm:spPr>
      <dgm:t>
        <a:bodyPr rtlCol="1"/>
        <a:lstStyle/>
        <a:p>
          <a:pPr algn="ctr" rtl="1"/>
          <a:r>
            <a:rPr lang="ar" sz="2000" kern="1200" dirty="0">
              <a:solidFill>
                <a:schemeClr val="tx1"/>
              </a:solidFill>
              <a:latin typeface="Sakkal Majalla" panose="02000000000000000000" pitchFamily="2" charset="-78"/>
              <a:cs typeface="Sakkal Majalla" panose="02000000000000000000" pitchFamily="2" charset="-78"/>
            </a:rPr>
            <a:t>ستبحث في العديد من المؤسسات المختلفة، وجمع الأدلة </a:t>
          </a:r>
          <a:br>
            <a:rPr lang="en-US" sz="2000" kern="1200" dirty="0">
              <a:solidFill>
                <a:schemeClr val="tx1"/>
              </a:solidFill>
              <a:latin typeface="Sakkal Majalla" panose="02000000000000000000" pitchFamily="2" charset="-78"/>
              <a:cs typeface="Sakkal Majalla" panose="02000000000000000000" pitchFamily="2" charset="-78"/>
            </a:rPr>
          </a:br>
          <a:r>
            <a:rPr lang="ar" sz="2000" kern="1200" dirty="0">
              <a:solidFill>
                <a:schemeClr val="tx1"/>
              </a:solidFill>
              <a:latin typeface="Sakkal Majalla" panose="02000000000000000000" pitchFamily="2" charset="-78"/>
              <a:cs typeface="Sakkal Majalla" panose="02000000000000000000" pitchFamily="2" charset="-78"/>
            </a:rPr>
            <a:t>والإبلاغ عن النتائج التي توصلت إليها </a:t>
          </a:r>
          <a:endParaRPr lang="en-GB" sz="2000" kern="1200" dirty="0">
            <a:solidFill>
              <a:srgbClr val="000000"/>
            </a:solidFill>
            <a:latin typeface="Sakkal Majalla" panose="02000000000000000000" pitchFamily="2" charset="-78"/>
            <a:ea typeface="+mn-ea"/>
            <a:cs typeface="Sakkal Majalla" panose="02000000000000000000" pitchFamily="2" charset="-78"/>
          </a:endParaRPr>
        </a:p>
      </dgm:t>
    </dgm:pt>
    <dgm:pt modelId="{1E6160AA-3483-9E4B-A9E9-CF7F975914E7}" type="parTrans" cxnId="{3A497890-8736-D24E-A38C-6FC999D7A02C}">
      <dgm:prSet/>
      <dgm:spPr/>
      <dgm:t>
        <a:bodyPr rtlCol="1"/>
        <a:lstStyle/>
        <a:p>
          <a:pPr rtl="1"/>
          <a:endParaRPr lang="en-GB"/>
        </a:p>
      </dgm:t>
    </dgm:pt>
    <dgm:pt modelId="{3656389A-5884-3C44-857B-9D27F44D1825}" type="sibTrans" cxnId="{3A497890-8736-D24E-A38C-6FC999D7A02C}">
      <dgm:prSet/>
      <dgm:spPr/>
      <dgm:t>
        <a:bodyPr rtlCol="1"/>
        <a:lstStyle/>
        <a:p>
          <a:pPr rtl="1"/>
          <a:endParaRPr lang="en-GB"/>
        </a:p>
      </dgm:t>
    </dgm:pt>
    <dgm:pt modelId="{6B47433D-B477-3347-98FC-71D9608625F4}">
      <dgm:prSet custT="1"/>
      <dgm:spPr/>
      <dgm:t>
        <a:bodyPr rtlCol="1"/>
        <a:lstStyle/>
        <a:p>
          <a:pPr rtl="1"/>
          <a:r>
            <a:rPr lang="ar" sz="2000" dirty="0">
              <a:solidFill>
                <a:schemeClr val="tx1"/>
              </a:solidFill>
              <a:latin typeface="Sakkal Majalla" panose="02000000000000000000" pitchFamily="2" charset="-78"/>
              <a:cs typeface="Sakkal Majalla" panose="02000000000000000000" pitchFamily="2" charset="-78"/>
            </a:rPr>
            <a:t>ستخضع للتقييم الداخلي على يد معلمك</a:t>
          </a:r>
        </a:p>
      </dgm:t>
    </dgm:pt>
    <dgm:pt modelId="{4D3DCFA9-B275-C742-8154-E10EBE7C5598}" type="parTrans" cxnId="{6B72D3A6-A7BC-284D-857C-00874CADE015}">
      <dgm:prSet/>
      <dgm:spPr/>
      <dgm:t>
        <a:bodyPr rtlCol="1"/>
        <a:lstStyle/>
        <a:p>
          <a:pPr rtl="1"/>
          <a:endParaRPr lang="en-GB"/>
        </a:p>
      </dgm:t>
    </dgm:pt>
    <dgm:pt modelId="{09C290B3-D3BA-F344-842F-DE9C35FCCD3B}" type="sibTrans" cxnId="{6B72D3A6-A7BC-284D-857C-00874CADE015}">
      <dgm:prSet/>
      <dgm:spPr/>
      <dgm:t>
        <a:bodyPr rtlCol="1"/>
        <a:lstStyle/>
        <a:p>
          <a:pPr rtl="1"/>
          <a:endParaRPr lang="en-GB"/>
        </a:p>
      </dgm:t>
    </dgm:pt>
    <dgm:pt modelId="{D83B8ABC-EEF5-E44E-B881-4D845934A57E}" type="pres">
      <dgm:prSet presAssocID="{C19D95AA-5F20-1448-8D41-90732F51652E}" presName="linearFlow" presStyleCnt="0">
        <dgm:presLayoutVars>
          <dgm:dir val="rev"/>
          <dgm:resizeHandles val="exact"/>
        </dgm:presLayoutVars>
      </dgm:prSet>
      <dgm:spPr/>
    </dgm:pt>
    <dgm:pt modelId="{832D9F1E-66B3-EE41-B6C7-299B242B747B}" type="pres">
      <dgm:prSet presAssocID="{12151B62-820D-1341-B26B-2BF60A36B2D3}" presName="composite" presStyleCnt="0"/>
      <dgm:spPr/>
    </dgm:pt>
    <dgm:pt modelId="{07466073-534A-6D46-8ADE-679263BC913B}" type="pres">
      <dgm:prSet presAssocID="{12151B62-820D-1341-B26B-2BF60A36B2D3}" presName="imgShp" presStyleLbl="fgImgPlace1" presStyleIdx="0" presStyleCnt="3" custLinFactNeighborX="50492" custLinFactNeighborY="-137"/>
      <dgm:spPr>
        <a:prstGeom prst="rect">
          <a:avLst/>
        </a:prstGeom>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ocument"/>
        </a:ext>
      </dgm:extLst>
    </dgm:pt>
    <dgm:pt modelId="{42F9973B-5D49-8A42-BAC4-EF82E5721969}" type="pres">
      <dgm:prSet presAssocID="{12151B62-820D-1341-B26B-2BF60A36B2D3}" presName="txShp" presStyleLbl="node1" presStyleIdx="0" presStyleCnt="3" custLinFactNeighborX="-1440" custLinFactNeighborY="1289">
        <dgm:presLayoutVars>
          <dgm:bulletEnabled val="1"/>
        </dgm:presLayoutVars>
      </dgm:prSet>
      <dgm:spPr/>
    </dgm:pt>
    <dgm:pt modelId="{8553C416-E47D-0C42-AD8A-F8272F7969D7}" type="pres">
      <dgm:prSet presAssocID="{019BF42C-7CF1-7C44-9AAE-E920ABEDD84F}" presName="spacing" presStyleCnt="0"/>
      <dgm:spPr/>
    </dgm:pt>
    <dgm:pt modelId="{5379A52D-C3C4-494B-9090-A4F2B451CBB1}" type="pres">
      <dgm:prSet presAssocID="{56EE145B-1949-794C-8DF2-32475194C59C}" presName="composite" presStyleCnt="0"/>
      <dgm:spPr/>
    </dgm:pt>
    <dgm:pt modelId="{F0BB6657-F43C-A140-B1F2-D744ED259593}" type="pres">
      <dgm:prSet presAssocID="{56EE145B-1949-794C-8DF2-32475194C59C}" presName="imgShp" presStyleLbl="fgImgPlace1" presStyleIdx="1" presStyleCnt="3" custLinFactNeighborX="50492" custLinFactNeighborY="1306"/>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Man with solid fill"/>
        </a:ext>
      </dgm:extLst>
    </dgm:pt>
    <dgm:pt modelId="{E5FB1FB1-11BF-224B-AB57-8205C1A8E483}" type="pres">
      <dgm:prSet presAssocID="{56EE145B-1949-794C-8DF2-32475194C59C}" presName="txShp" presStyleLbl="node1" presStyleIdx="1" presStyleCnt="3">
        <dgm:presLayoutVars>
          <dgm:bulletEnabled val="1"/>
        </dgm:presLayoutVars>
      </dgm:prSet>
      <dgm:spPr/>
    </dgm:pt>
    <dgm:pt modelId="{0741BF99-0A0C-4040-9B1D-F435E93D042C}" type="pres">
      <dgm:prSet presAssocID="{3656389A-5884-3C44-857B-9D27F44D1825}" presName="spacing" presStyleCnt="0"/>
      <dgm:spPr/>
    </dgm:pt>
    <dgm:pt modelId="{58AEE212-F7CF-3546-9595-0A70D78A0E3A}" type="pres">
      <dgm:prSet presAssocID="{6B47433D-B477-3347-98FC-71D9608625F4}" presName="composite" presStyleCnt="0"/>
      <dgm:spPr/>
    </dgm:pt>
    <dgm:pt modelId="{EAAD1AC9-DE04-3442-A4F4-1538E3E85E1E}" type="pres">
      <dgm:prSet presAssocID="{6B47433D-B477-3347-98FC-71D9608625F4}" presName="imgShp" presStyleLbl="fgImgPlace1" presStyleIdx="2" presStyleCnt="3" custLinFactNeighborX="56510" custLinFactNeighborY="137"/>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Magnifying glass with solid fill"/>
        </a:ext>
      </dgm:extLst>
    </dgm:pt>
    <dgm:pt modelId="{8EC2EE03-B08C-7540-BB3E-0E43195B2D99}" type="pres">
      <dgm:prSet presAssocID="{6B47433D-B477-3347-98FC-71D9608625F4}" presName="txShp" presStyleLbl="node1" presStyleIdx="2" presStyleCnt="3">
        <dgm:presLayoutVars>
          <dgm:bulletEnabled val="1"/>
        </dgm:presLayoutVars>
      </dgm:prSet>
      <dgm:spPr/>
    </dgm:pt>
  </dgm:ptLst>
  <dgm:cxnLst>
    <dgm:cxn modelId="{65758508-34FA-F945-92A5-E550FCC42695}" srcId="{C19D95AA-5F20-1448-8D41-90732F51652E}" destId="{12151B62-820D-1341-B26B-2BF60A36B2D3}" srcOrd="0" destOrd="0" parTransId="{8435A266-883C-2447-B49C-8395E5E48B76}" sibTransId="{019BF42C-7CF1-7C44-9AAE-E920ABEDD84F}"/>
    <dgm:cxn modelId="{4E058F35-57B1-A14A-BA01-552412E7D80D}" type="presOf" srcId="{56EE145B-1949-794C-8DF2-32475194C59C}" destId="{E5FB1FB1-11BF-224B-AB57-8205C1A8E483}" srcOrd="0" destOrd="0" presId="urn:microsoft.com/office/officeart/2005/8/layout/vList3"/>
    <dgm:cxn modelId="{50BFA43B-AF0E-8345-8B70-E5AD2C4ED136}" type="presOf" srcId="{12151B62-820D-1341-B26B-2BF60A36B2D3}" destId="{42F9973B-5D49-8A42-BAC4-EF82E5721969}" srcOrd="0" destOrd="0" presId="urn:microsoft.com/office/officeart/2005/8/layout/vList3"/>
    <dgm:cxn modelId="{E85ABA71-B328-8C46-B58E-D7BA82D2AF66}" type="presOf" srcId="{C19D95AA-5F20-1448-8D41-90732F51652E}" destId="{D83B8ABC-EEF5-E44E-B881-4D845934A57E}" srcOrd="0" destOrd="0" presId="urn:microsoft.com/office/officeart/2005/8/layout/vList3"/>
    <dgm:cxn modelId="{8EA12E84-FC1F-614C-8EB0-F747CFD4C23B}" type="presOf" srcId="{6B47433D-B477-3347-98FC-71D9608625F4}" destId="{8EC2EE03-B08C-7540-BB3E-0E43195B2D99}" srcOrd="0" destOrd="0" presId="urn:microsoft.com/office/officeart/2005/8/layout/vList3"/>
    <dgm:cxn modelId="{3A497890-8736-D24E-A38C-6FC999D7A02C}" srcId="{C19D95AA-5F20-1448-8D41-90732F51652E}" destId="{56EE145B-1949-794C-8DF2-32475194C59C}" srcOrd="1" destOrd="0" parTransId="{1E6160AA-3483-9E4B-A9E9-CF7F975914E7}" sibTransId="{3656389A-5884-3C44-857B-9D27F44D1825}"/>
    <dgm:cxn modelId="{6B72D3A6-A7BC-284D-857C-00874CADE015}" srcId="{C19D95AA-5F20-1448-8D41-90732F51652E}" destId="{6B47433D-B477-3347-98FC-71D9608625F4}" srcOrd="2" destOrd="0" parTransId="{4D3DCFA9-B275-C742-8154-E10EBE7C5598}" sibTransId="{09C290B3-D3BA-F344-842F-DE9C35FCCD3B}"/>
    <dgm:cxn modelId="{C6651D3A-1916-E844-81BA-096F1EEC99CD}" type="presParOf" srcId="{D83B8ABC-EEF5-E44E-B881-4D845934A57E}" destId="{832D9F1E-66B3-EE41-B6C7-299B242B747B}" srcOrd="0" destOrd="0" presId="urn:microsoft.com/office/officeart/2005/8/layout/vList3"/>
    <dgm:cxn modelId="{9BE6AAF5-09F5-6C40-BC80-5C2878D16E4D}" type="presParOf" srcId="{832D9F1E-66B3-EE41-B6C7-299B242B747B}" destId="{07466073-534A-6D46-8ADE-679263BC913B}" srcOrd="0" destOrd="0" presId="urn:microsoft.com/office/officeart/2005/8/layout/vList3"/>
    <dgm:cxn modelId="{286FC109-2F0D-004E-946A-3083DA3BEE7A}" type="presParOf" srcId="{832D9F1E-66B3-EE41-B6C7-299B242B747B}" destId="{42F9973B-5D49-8A42-BAC4-EF82E5721969}" srcOrd="1" destOrd="0" presId="urn:microsoft.com/office/officeart/2005/8/layout/vList3"/>
    <dgm:cxn modelId="{7DBF32A5-BBA3-A849-9A3E-29331BE64ED5}" type="presParOf" srcId="{D83B8ABC-EEF5-E44E-B881-4D845934A57E}" destId="{8553C416-E47D-0C42-AD8A-F8272F7969D7}" srcOrd="1" destOrd="0" presId="urn:microsoft.com/office/officeart/2005/8/layout/vList3"/>
    <dgm:cxn modelId="{8785E874-58F1-F241-BCA3-67C7604A18DF}" type="presParOf" srcId="{D83B8ABC-EEF5-E44E-B881-4D845934A57E}" destId="{5379A52D-C3C4-494B-9090-A4F2B451CBB1}" srcOrd="2" destOrd="0" presId="urn:microsoft.com/office/officeart/2005/8/layout/vList3"/>
    <dgm:cxn modelId="{F1DD3167-70CD-0948-983C-B1C56179D791}" type="presParOf" srcId="{5379A52D-C3C4-494B-9090-A4F2B451CBB1}" destId="{F0BB6657-F43C-A140-B1F2-D744ED259593}" srcOrd="0" destOrd="0" presId="urn:microsoft.com/office/officeart/2005/8/layout/vList3"/>
    <dgm:cxn modelId="{F8C0DFBB-7039-F649-AB28-DECF5C688376}" type="presParOf" srcId="{5379A52D-C3C4-494B-9090-A4F2B451CBB1}" destId="{E5FB1FB1-11BF-224B-AB57-8205C1A8E483}" srcOrd="1" destOrd="0" presId="urn:microsoft.com/office/officeart/2005/8/layout/vList3"/>
    <dgm:cxn modelId="{62AEFB43-06D3-414C-8008-F3E9005A39EF}" type="presParOf" srcId="{D83B8ABC-EEF5-E44E-B881-4D845934A57E}" destId="{0741BF99-0A0C-4040-9B1D-F435E93D042C}" srcOrd="3" destOrd="0" presId="urn:microsoft.com/office/officeart/2005/8/layout/vList3"/>
    <dgm:cxn modelId="{67A5E73E-1A0D-2044-8F93-D5054CD29FBC}" type="presParOf" srcId="{D83B8ABC-EEF5-E44E-B881-4D845934A57E}" destId="{58AEE212-F7CF-3546-9595-0A70D78A0E3A}" srcOrd="4" destOrd="0" presId="urn:microsoft.com/office/officeart/2005/8/layout/vList3"/>
    <dgm:cxn modelId="{F431A290-C829-6E4A-9788-4846E0FC9125}" type="presParOf" srcId="{58AEE212-F7CF-3546-9595-0A70D78A0E3A}" destId="{EAAD1AC9-DE04-3442-A4F4-1538E3E85E1E}" srcOrd="0" destOrd="0" presId="urn:microsoft.com/office/officeart/2005/8/layout/vList3"/>
    <dgm:cxn modelId="{6FE9D366-E100-D645-BB37-4A11BAC509D6}" type="presParOf" srcId="{58AEE212-F7CF-3546-9595-0A70D78A0E3A}" destId="{8EC2EE03-B08C-7540-BB3E-0E43195B2D99}" srcOrd="1" destOrd="0" presId="urn:microsoft.com/office/officeart/2005/8/layout/vList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9816D63-968C-4A55-9BEC-59743BC029E6}" type="doc">
      <dgm:prSet loTypeId="urn:microsoft.com/office/officeart/2018/2/layout/IconVerticalSolidList" loCatId="icon" qsTypeId="urn:microsoft.com/office/officeart/2005/8/quickstyle/simple1" qsCatId="simple" csTypeId="urn:microsoft.com/office/officeart/2005/8/colors/accent2_2" csCatId="accent2" phldr="1"/>
      <dgm:spPr/>
      <dgm:t>
        <a:bodyPr rtlCol="1"/>
        <a:lstStyle/>
        <a:p>
          <a:pPr rtl="1"/>
          <a:endParaRPr lang="en-US"/>
        </a:p>
      </dgm:t>
    </dgm:pt>
    <dgm:pt modelId="{12B01A0F-D3DB-4483-A684-EB3CDDB8C402}">
      <dgm:prSet custT="1"/>
      <dgm:spPr/>
      <dgm:t>
        <a:bodyPr rtlCol="1"/>
        <a:lstStyle/>
        <a:p>
          <a:pPr algn="r" rtl="1">
            <a:lnSpc>
              <a:spcPct val="100000"/>
            </a:lnSpc>
          </a:pPr>
          <a:r>
            <a:rPr lang="ar" sz="2200" b="1" dirty="0">
              <a:latin typeface="Sakkal Majalla" panose="02000000000000000000" pitchFamily="2" charset="-78"/>
              <a:cs typeface="Sakkal Majalla" panose="02000000000000000000" pitchFamily="2" charset="-78"/>
            </a:rPr>
            <a:t>أ: </a:t>
          </a:r>
          <a:r>
            <a:rPr lang="ar" sz="2200" dirty="0">
              <a:latin typeface="Sakkal Majalla" panose="02000000000000000000" pitchFamily="2" charset="-78"/>
              <a:cs typeface="Sakkal Majalla" panose="02000000000000000000" pitchFamily="2" charset="-78"/>
            </a:rPr>
            <a:t>فهم كيفية تطبيق السلوك الأخلاقي في سياق الأعمال </a:t>
          </a:r>
          <a:endParaRPr lang="en-US" sz="2200" dirty="0">
            <a:latin typeface="Sakkal Majalla" panose="02000000000000000000" pitchFamily="2" charset="-78"/>
            <a:cs typeface="Sakkal Majalla" panose="02000000000000000000" pitchFamily="2" charset="-78"/>
          </a:endParaRPr>
        </a:p>
      </dgm:t>
    </dgm:pt>
    <dgm:pt modelId="{244FE7CD-09C9-4649-8078-2981EDCAFAF5}" type="parTrans" cxnId="{7C02C89A-B90E-4191-82FD-9CE4845EA376}">
      <dgm:prSet/>
      <dgm:spPr/>
      <dgm:t>
        <a:bodyPr rtlCol="1"/>
        <a:lstStyle/>
        <a:p>
          <a:pPr rtl="1"/>
          <a:endParaRPr lang="en-US"/>
        </a:p>
      </dgm:t>
    </dgm:pt>
    <dgm:pt modelId="{213FB626-D022-4DCE-A47B-D3479E29F97C}" type="sibTrans" cxnId="{7C02C89A-B90E-4191-82FD-9CE4845EA376}">
      <dgm:prSet/>
      <dgm:spPr/>
      <dgm:t>
        <a:bodyPr rtlCol="1"/>
        <a:lstStyle/>
        <a:p>
          <a:pPr rtl="1"/>
          <a:endParaRPr lang="en-US"/>
        </a:p>
      </dgm:t>
    </dgm:pt>
    <dgm:pt modelId="{56923969-828A-4BA8-B3D8-0D78B3954F0B}">
      <dgm:prSet custT="1"/>
      <dgm:spPr>
        <a:solidFill>
          <a:schemeClr val="accent5"/>
        </a:solidFill>
      </dgm:spPr>
      <dgm:t>
        <a:bodyPr rtlCol="1"/>
        <a:lstStyle/>
        <a:p>
          <a:pPr algn="r" rtl="1">
            <a:lnSpc>
              <a:spcPct val="100000"/>
            </a:lnSpc>
          </a:pPr>
          <a:r>
            <a:rPr lang="ar" sz="2200" b="1" dirty="0">
              <a:latin typeface="Sakkal Majalla" panose="02000000000000000000" pitchFamily="2" charset="-78"/>
              <a:cs typeface="Sakkal Majalla" panose="02000000000000000000" pitchFamily="2" charset="-78"/>
            </a:rPr>
            <a:t>ب: </a:t>
          </a:r>
          <a:r>
            <a:rPr lang="ar" sz="2200" dirty="0">
              <a:latin typeface="Sakkal Majalla" panose="02000000000000000000" pitchFamily="2" charset="-78"/>
              <a:cs typeface="Sakkal Majalla" panose="02000000000000000000" pitchFamily="2" charset="-78"/>
            </a:rPr>
            <a:t>فهم كيفية تطبيق المسؤولية الاجتماعية للشركات في سياق الأعمال </a:t>
          </a:r>
          <a:endParaRPr lang="en-US" sz="2200" dirty="0">
            <a:latin typeface="Sakkal Majalla" panose="02000000000000000000" pitchFamily="2" charset="-78"/>
            <a:cs typeface="Sakkal Majalla" panose="02000000000000000000" pitchFamily="2" charset="-78"/>
          </a:endParaRPr>
        </a:p>
      </dgm:t>
    </dgm:pt>
    <dgm:pt modelId="{EDE96EA5-4272-4597-87C5-810736A70304}" type="parTrans" cxnId="{E1B2C347-2E28-49E0-B2E7-EDCC0F166AA5}">
      <dgm:prSet/>
      <dgm:spPr/>
      <dgm:t>
        <a:bodyPr rtlCol="1"/>
        <a:lstStyle/>
        <a:p>
          <a:pPr rtl="1"/>
          <a:endParaRPr lang="en-US"/>
        </a:p>
      </dgm:t>
    </dgm:pt>
    <dgm:pt modelId="{70055B61-415C-4256-B450-DFA4CB0F7EED}" type="sibTrans" cxnId="{E1B2C347-2E28-49E0-B2E7-EDCC0F166AA5}">
      <dgm:prSet/>
      <dgm:spPr/>
      <dgm:t>
        <a:bodyPr rtlCol="1"/>
        <a:lstStyle/>
        <a:p>
          <a:pPr rtl="1"/>
          <a:endParaRPr lang="en-US"/>
        </a:p>
      </dgm:t>
    </dgm:pt>
    <dgm:pt modelId="{598D8A68-E8AD-4E27-A32D-3D74B2BA7A6D}">
      <dgm:prSet custT="1"/>
      <dgm:spPr/>
      <dgm:t>
        <a:bodyPr rtlCol="1"/>
        <a:lstStyle/>
        <a:p>
          <a:pPr algn="r" rtl="1">
            <a:lnSpc>
              <a:spcPct val="100000"/>
            </a:lnSpc>
          </a:pPr>
          <a:r>
            <a:rPr lang="ar" sz="2200" b="1" dirty="0">
              <a:latin typeface="Sakkal Majalla" panose="02000000000000000000" pitchFamily="2" charset="-78"/>
              <a:cs typeface="Sakkal Majalla" panose="02000000000000000000" pitchFamily="2" charset="-78"/>
            </a:rPr>
            <a:t>ج: </a:t>
          </a:r>
          <a:r>
            <a:rPr lang="ar" sz="2200" dirty="0">
              <a:latin typeface="Sakkal Majalla" panose="02000000000000000000" pitchFamily="2" charset="-78"/>
              <a:cs typeface="Sakkal Majalla" panose="02000000000000000000" pitchFamily="2" charset="-78"/>
            </a:rPr>
            <a:t>التحقيق في تأثير قضايا المسؤولية الاجتماعية والأخلاقية للشركات في ممارسات الأعمال. </a:t>
          </a:r>
          <a:endParaRPr lang="en-US" sz="2200" dirty="0">
            <a:latin typeface="Sakkal Majalla" panose="02000000000000000000" pitchFamily="2" charset="-78"/>
            <a:cs typeface="Sakkal Majalla" panose="02000000000000000000" pitchFamily="2" charset="-78"/>
          </a:endParaRPr>
        </a:p>
      </dgm:t>
    </dgm:pt>
    <dgm:pt modelId="{EA6FABF3-11AF-411B-82BF-6182842CCEF1}" type="parTrans" cxnId="{E19F1C02-E2E7-4263-B5BC-C09B8E53EF5C}">
      <dgm:prSet/>
      <dgm:spPr/>
      <dgm:t>
        <a:bodyPr rtlCol="1"/>
        <a:lstStyle/>
        <a:p>
          <a:pPr rtl="1"/>
          <a:endParaRPr lang="en-US"/>
        </a:p>
      </dgm:t>
    </dgm:pt>
    <dgm:pt modelId="{B9AE1657-59C9-45E6-AF59-CFC463F25A19}" type="sibTrans" cxnId="{E19F1C02-E2E7-4263-B5BC-C09B8E53EF5C}">
      <dgm:prSet/>
      <dgm:spPr/>
      <dgm:t>
        <a:bodyPr rtlCol="1"/>
        <a:lstStyle/>
        <a:p>
          <a:pPr rtl="1"/>
          <a:endParaRPr lang="en-US"/>
        </a:p>
      </dgm:t>
    </dgm:pt>
    <dgm:pt modelId="{61067BF9-26D6-4B13-BDFD-7E74DD3567ED}" type="pres">
      <dgm:prSet presAssocID="{49816D63-968C-4A55-9BEC-59743BC029E6}" presName="root" presStyleCnt="0">
        <dgm:presLayoutVars>
          <dgm:dir val="rev"/>
          <dgm:resizeHandles val="exact"/>
        </dgm:presLayoutVars>
      </dgm:prSet>
      <dgm:spPr/>
    </dgm:pt>
    <dgm:pt modelId="{EE92A8AE-98EB-489C-B356-A192728D5660}" type="pres">
      <dgm:prSet presAssocID="{12B01A0F-D3DB-4483-A684-EB3CDDB8C402}" presName="compNode" presStyleCnt="0"/>
      <dgm:spPr/>
    </dgm:pt>
    <dgm:pt modelId="{C459F91B-A412-4046-9AE9-167787D1DE0B}" type="pres">
      <dgm:prSet presAssocID="{12B01A0F-D3DB-4483-A684-EB3CDDB8C402}" presName="bgRect" presStyleLbl="bgShp" presStyleIdx="0" presStyleCnt="3"/>
      <dgm:spPr/>
    </dgm:pt>
    <dgm:pt modelId="{F189B75D-60E8-4A38-AC23-0DC503925009}" type="pres">
      <dgm:prSet presAssocID="{12B01A0F-D3DB-4483-A684-EB3CDDB8C402}" presName="iconRect" presStyleLbl="node1" presStyleIdx="0" presStyleCnt="3" custLinFactX="550287" custLinFactNeighborX="600000"/>
      <dgm:spPr>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Judge"/>
        </a:ext>
      </dgm:extLst>
    </dgm:pt>
    <dgm:pt modelId="{2A0C591D-F2EB-412E-9E5F-4B0B488D452A}" type="pres">
      <dgm:prSet presAssocID="{12B01A0F-D3DB-4483-A684-EB3CDDB8C402}" presName="spaceRect" presStyleCnt="0"/>
      <dgm:spPr/>
    </dgm:pt>
    <dgm:pt modelId="{BA239B92-C7E8-4937-BA2F-63BBE1282096}" type="pres">
      <dgm:prSet presAssocID="{12B01A0F-D3DB-4483-A684-EB3CDDB8C402}" presName="parTx" presStyleLbl="revTx" presStyleIdx="0" presStyleCnt="3" custLinFactNeighborX="-15363">
        <dgm:presLayoutVars>
          <dgm:chMax val="0"/>
          <dgm:chPref val="0"/>
        </dgm:presLayoutVars>
      </dgm:prSet>
      <dgm:spPr/>
    </dgm:pt>
    <dgm:pt modelId="{25B81F6A-4678-4CB6-B870-DCC32B8BE308}" type="pres">
      <dgm:prSet presAssocID="{213FB626-D022-4DCE-A47B-D3479E29F97C}" presName="sibTrans" presStyleCnt="0"/>
      <dgm:spPr/>
    </dgm:pt>
    <dgm:pt modelId="{580F3AD1-2DCA-4977-8677-DFF4FB7EA121}" type="pres">
      <dgm:prSet presAssocID="{56923969-828A-4BA8-B3D8-0D78B3954F0B}" presName="compNode" presStyleCnt="0"/>
      <dgm:spPr/>
    </dgm:pt>
    <dgm:pt modelId="{F43D942C-5076-405B-826A-BC7DA2026AC7}" type="pres">
      <dgm:prSet presAssocID="{56923969-828A-4BA8-B3D8-0D78B3954F0B}" presName="bgRect" presStyleLbl="bgShp" presStyleIdx="1" presStyleCnt="3"/>
      <dgm:spPr>
        <a:solidFill>
          <a:schemeClr val="accent5"/>
        </a:solidFill>
      </dgm:spPr>
    </dgm:pt>
    <dgm:pt modelId="{8ED43BA3-C6FA-40D0-98FE-78504CE20FC3}" type="pres">
      <dgm:prSet presAssocID="{56923969-828A-4BA8-B3D8-0D78B3954F0B}" presName="iconRect" presStyleLbl="node1" presStyleIdx="1" presStyleCnt="3" custLinFactX="550287" custLinFactNeighborX="600000"/>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Tanabata tree with solid fill"/>
        </a:ext>
      </dgm:extLst>
    </dgm:pt>
    <dgm:pt modelId="{379730B0-BB0B-40F6-B12D-8E859490F291}" type="pres">
      <dgm:prSet presAssocID="{56923969-828A-4BA8-B3D8-0D78B3954F0B}" presName="spaceRect" presStyleCnt="0"/>
      <dgm:spPr/>
    </dgm:pt>
    <dgm:pt modelId="{C2A8200A-96B4-428C-8E55-83C8FFDC1FB3}" type="pres">
      <dgm:prSet presAssocID="{56923969-828A-4BA8-B3D8-0D78B3954F0B}" presName="parTx" presStyleLbl="revTx" presStyleIdx="1" presStyleCnt="3" custLinFactNeighborX="-14541">
        <dgm:presLayoutVars>
          <dgm:chMax val="0"/>
          <dgm:chPref val="0"/>
        </dgm:presLayoutVars>
      </dgm:prSet>
      <dgm:spPr/>
    </dgm:pt>
    <dgm:pt modelId="{482FED42-60A7-4FE7-BD43-C9E3D9677997}" type="pres">
      <dgm:prSet presAssocID="{70055B61-415C-4256-B450-DFA4CB0F7EED}" presName="sibTrans" presStyleCnt="0"/>
      <dgm:spPr/>
    </dgm:pt>
    <dgm:pt modelId="{46D7A108-654E-406E-BCC7-B53E4001F28C}" type="pres">
      <dgm:prSet presAssocID="{598D8A68-E8AD-4E27-A32D-3D74B2BA7A6D}" presName="compNode" presStyleCnt="0"/>
      <dgm:spPr/>
    </dgm:pt>
    <dgm:pt modelId="{875D741C-CAD9-4AF6-B4FA-DE20C2DFD952}" type="pres">
      <dgm:prSet presAssocID="{598D8A68-E8AD-4E27-A32D-3D74B2BA7A6D}" presName="bgRect" presStyleLbl="bgShp" presStyleIdx="2" presStyleCnt="3"/>
      <dgm:spPr/>
    </dgm:pt>
    <dgm:pt modelId="{848AB56E-E0E6-4724-B224-7DF8D29317AC}" type="pres">
      <dgm:prSet presAssocID="{598D8A68-E8AD-4E27-A32D-3D74B2BA7A6D}" presName="iconRect" presStyleLbl="node1" presStyleIdx="2" presStyleCnt="3" custLinFactX="550287" custLinFactNeighborX="600000"/>
      <dgm:spPr>
        <a:blipFill>
          <a:blip xmlns:r="http://schemas.openxmlformats.org/officeDocument/2006/relationships"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usiness Growth"/>
        </a:ext>
      </dgm:extLst>
    </dgm:pt>
    <dgm:pt modelId="{A7CBF6A5-1ACE-4DC2-AC44-C42A787C6B4C}" type="pres">
      <dgm:prSet presAssocID="{598D8A68-E8AD-4E27-A32D-3D74B2BA7A6D}" presName="spaceRect" presStyleCnt="0"/>
      <dgm:spPr/>
    </dgm:pt>
    <dgm:pt modelId="{27D209A1-A39C-4A34-A67B-7F58F8B67DCB}" type="pres">
      <dgm:prSet presAssocID="{598D8A68-E8AD-4E27-A32D-3D74B2BA7A6D}" presName="parTx" presStyleLbl="revTx" presStyleIdx="2" presStyleCnt="3" custLinFactNeighborX="-14324">
        <dgm:presLayoutVars>
          <dgm:chMax val="0"/>
          <dgm:chPref val="0"/>
        </dgm:presLayoutVars>
      </dgm:prSet>
      <dgm:spPr/>
    </dgm:pt>
  </dgm:ptLst>
  <dgm:cxnLst>
    <dgm:cxn modelId="{E19F1C02-E2E7-4263-B5BC-C09B8E53EF5C}" srcId="{49816D63-968C-4A55-9BEC-59743BC029E6}" destId="{598D8A68-E8AD-4E27-A32D-3D74B2BA7A6D}" srcOrd="2" destOrd="0" parTransId="{EA6FABF3-11AF-411B-82BF-6182842CCEF1}" sibTransId="{B9AE1657-59C9-45E6-AF59-CFC463F25A19}"/>
    <dgm:cxn modelId="{21871D64-72DA-4E05-A3A7-0FB94129F53A}" type="presOf" srcId="{12B01A0F-D3DB-4483-A684-EB3CDDB8C402}" destId="{BA239B92-C7E8-4937-BA2F-63BBE1282096}" srcOrd="0" destOrd="0" presId="urn:microsoft.com/office/officeart/2018/2/layout/IconVerticalSolidList"/>
    <dgm:cxn modelId="{E1B2C347-2E28-49E0-B2E7-EDCC0F166AA5}" srcId="{49816D63-968C-4A55-9BEC-59743BC029E6}" destId="{56923969-828A-4BA8-B3D8-0D78B3954F0B}" srcOrd="1" destOrd="0" parTransId="{EDE96EA5-4272-4597-87C5-810736A70304}" sibTransId="{70055B61-415C-4256-B450-DFA4CB0F7EED}"/>
    <dgm:cxn modelId="{2EB42E8D-072D-471C-8F88-52777522F152}" type="presOf" srcId="{56923969-828A-4BA8-B3D8-0D78B3954F0B}" destId="{C2A8200A-96B4-428C-8E55-83C8FFDC1FB3}" srcOrd="0" destOrd="0" presId="urn:microsoft.com/office/officeart/2018/2/layout/IconVerticalSolidList"/>
    <dgm:cxn modelId="{7C02C89A-B90E-4191-82FD-9CE4845EA376}" srcId="{49816D63-968C-4A55-9BEC-59743BC029E6}" destId="{12B01A0F-D3DB-4483-A684-EB3CDDB8C402}" srcOrd="0" destOrd="0" parTransId="{244FE7CD-09C9-4649-8078-2981EDCAFAF5}" sibTransId="{213FB626-D022-4DCE-A47B-D3479E29F97C}"/>
    <dgm:cxn modelId="{F24098B8-8C9A-4C74-8826-7D1C2C7757A8}" type="presOf" srcId="{598D8A68-E8AD-4E27-A32D-3D74B2BA7A6D}" destId="{27D209A1-A39C-4A34-A67B-7F58F8B67DCB}" srcOrd="0" destOrd="0" presId="urn:microsoft.com/office/officeart/2018/2/layout/IconVerticalSolidList"/>
    <dgm:cxn modelId="{390716D4-D918-415D-BB23-40D401583C72}" type="presOf" srcId="{49816D63-968C-4A55-9BEC-59743BC029E6}" destId="{61067BF9-26D6-4B13-BDFD-7E74DD3567ED}" srcOrd="0" destOrd="0" presId="urn:microsoft.com/office/officeart/2018/2/layout/IconVerticalSolidList"/>
    <dgm:cxn modelId="{CEE4C875-104F-4F56-AC4D-07E0D11E2784}" type="presParOf" srcId="{61067BF9-26D6-4B13-BDFD-7E74DD3567ED}" destId="{EE92A8AE-98EB-489C-B356-A192728D5660}" srcOrd="0" destOrd="0" presId="urn:microsoft.com/office/officeart/2018/2/layout/IconVerticalSolidList"/>
    <dgm:cxn modelId="{6BB7D70E-5A1A-4B44-8F6A-EEFC223B3E0E}" type="presParOf" srcId="{EE92A8AE-98EB-489C-B356-A192728D5660}" destId="{C459F91B-A412-4046-9AE9-167787D1DE0B}" srcOrd="0" destOrd="0" presId="urn:microsoft.com/office/officeart/2018/2/layout/IconVerticalSolidList"/>
    <dgm:cxn modelId="{E89F0CE3-15FD-4EF2-943B-F2965FDC7317}" type="presParOf" srcId="{EE92A8AE-98EB-489C-B356-A192728D5660}" destId="{F189B75D-60E8-4A38-AC23-0DC503925009}" srcOrd="1" destOrd="0" presId="urn:microsoft.com/office/officeart/2018/2/layout/IconVerticalSolidList"/>
    <dgm:cxn modelId="{7A0AF181-8637-40C7-A816-94387AC86CCC}" type="presParOf" srcId="{EE92A8AE-98EB-489C-B356-A192728D5660}" destId="{2A0C591D-F2EB-412E-9E5F-4B0B488D452A}" srcOrd="2" destOrd="0" presId="urn:microsoft.com/office/officeart/2018/2/layout/IconVerticalSolidList"/>
    <dgm:cxn modelId="{128FC341-090F-4ED6-99A1-1CF1EE98946B}" type="presParOf" srcId="{EE92A8AE-98EB-489C-B356-A192728D5660}" destId="{BA239B92-C7E8-4937-BA2F-63BBE1282096}" srcOrd="3" destOrd="0" presId="urn:microsoft.com/office/officeart/2018/2/layout/IconVerticalSolidList"/>
    <dgm:cxn modelId="{D238C958-9E0F-4587-9B4F-8CC0813D5DA1}" type="presParOf" srcId="{61067BF9-26D6-4B13-BDFD-7E74DD3567ED}" destId="{25B81F6A-4678-4CB6-B870-DCC32B8BE308}" srcOrd="1" destOrd="0" presId="urn:microsoft.com/office/officeart/2018/2/layout/IconVerticalSolidList"/>
    <dgm:cxn modelId="{4D0B7B5A-6085-4659-AC79-2896A5F43A95}" type="presParOf" srcId="{61067BF9-26D6-4B13-BDFD-7E74DD3567ED}" destId="{580F3AD1-2DCA-4977-8677-DFF4FB7EA121}" srcOrd="2" destOrd="0" presId="urn:microsoft.com/office/officeart/2018/2/layout/IconVerticalSolidList"/>
    <dgm:cxn modelId="{1A411787-0573-4F84-B27E-E69EC2A3C339}" type="presParOf" srcId="{580F3AD1-2DCA-4977-8677-DFF4FB7EA121}" destId="{F43D942C-5076-405B-826A-BC7DA2026AC7}" srcOrd="0" destOrd="0" presId="urn:microsoft.com/office/officeart/2018/2/layout/IconVerticalSolidList"/>
    <dgm:cxn modelId="{83BB126A-927E-4E1F-9431-51C4DBDD6768}" type="presParOf" srcId="{580F3AD1-2DCA-4977-8677-DFF4FB7EA121}" destId="{8ED43BA3-C6FA-40D0-98FE-78504CE20FC3}" srcOrd="1" destOrd="0" presId="urn:microsoft.com/office/officeart/2018/2/layout/IconVerticalSolidList"/>
    <dgm:cxn modelId="{E8658007-9D23-47E4-8C2D-7C1D9AD63447}" type="presParOf" srcId="{580F3AD1-2DCA-4977-8677-DFF4FB7EA121}" destId="{379730B0-BB0B-40F6-B12D-8E859490F291}" srcOrd="2" destOrd="0" presId="urn:microsoft.com/office/officeart/2018/2/layout/IconVerticalSolidList"/>
    <dgm:cxn modelId="{37E0060B-F65C-4FE0-A1ED-0A3EE55B1234}" type="presParOf" srcId="{580F3AD1-2DCA-4977-8677-DFF4FB7EA121}" destId="{C2A8200A-96B4-428C-8E55-83C8FFDC1FB3}" srcOrd="3" destOrd="0" presId="urn:microsoft.com/office/officeart/2018/2/layout/IconVerticalSolidList"/>
    <dgm:cxn modelId="{65F5E5F1-E2A9-4730-BD3B-34329B1B920E}" type="presParOf" srcId="{61067BF9-26D6-4B13-BDFD-7E74DD3567ED}" destId="{482FED42-60A7-4FE7-BD43-C9E3D9677997}" srcOrd="3" destOrd="0" presId="urn:microsoft.com/office/officeart/2018/2/layout/IconVerticalSolidList"/>
    <dgm:cxn modelId="{8D0F1E27-4C28-49D1-BAD5-02750F697AA1}" type="presParOf" srcId="{61067BF9-26D6-4B13-BDFD-7E74DD3567ED}" destId="{46D7A108-654E-406E-BCC7-B53E4001F28C}" srcOrd="4" destOrd="0" presId="urn:microsoft.com/office/officeart/2018/2/layout/IconVerticalSolidList"/>
    <dgm:cxn modelId="{9F0B78CB-DE2A-4480-830A-E1B80C213EAE}" type="presParOf" srcId="{46D7A108-654E-406E-BCC7-B53E4001F28C}" destId="{875D741C-CAD9-4AF6-B4FA-DE20C2DFD952}" srcOrd="0" destOrd="0" presId="urn:microsoft.com/office/officeart/2018/2/layout/IconVerticalSolidList"/>
    <dgm:cxn modelId="{660DFB20-7B2D-4E52-AC36-8110CEDC70C7}" type="presParOf" srcId="{46D7A108-654E-406E-BCC7-B53E4001F28C}" destId="{848AB56E-E0E6-4724-B224-7DF8D29317AC}" srcOrd="1" destOrd="0" presId="urn:microsoft.com/office/officeart/2018/2/layout/IconVerticalSolidList"/>
    <dgm:cxn modelId="{2162CD32-1CD9-477F-AE6F-33AF5191F8AC}" type="presParOf" srcId="{46D7A108-654E-406E-BCC7-B53E4001F28C}" destId="{A7CBF6A5-1ACE-4DC2-AC44-C42A787C6B4C}" srcOrd="2" destOrd="0" presId="urn:microsoft.com/office/officeart/2018/2/layout/IconVerticalSolidList"/>
    <dgm:cxn modelId="{6FCF57F7-E560-4AB5-9E1B-602752354A33}" type="presParOf" srcId="{46D7A108-654E-406E-BCC7-B53E4001F28C}" destId="{27D209A1-A39C-4A34-A67B-7F58F8B67DCB}"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73F4FFB-BF9F-4EE8-B58E-FFED8E01943B}" type="doc">
      <dgm:prSet loTypeId="urn:microsoft.com/office/officeart/2018/2/layout/IconVerticalSolidList" loCatId="icon" qsTypeId="urn:microsoft.com/office/officeart/2005/8/quickstyle/simple1" qsCatId="simple" csTypeId="urn:microsoft.com/office/officeart/2005/8/colors/accent2_2" csCatId="accent2" phldr="1"/>
      <dgm:spPr/>
      <dgm:t>
        <a:bodyPr rtlCol="1"/>
        <a:lstStyle/>
        <a:p>
          <a:pPr rtl="1"/>
          <a:endParaRPr lang="en-US"/>
        </a:p>
      </dgm:t>
    </dgm:pt>
    <dgm:pt modelId="{5FE25653-A7BA-47FB-8073-2B4FA7940492}">
      <dgm:prSet custT="1"/>
      <dgm:spPr>
        <a:solidFill>
          <a:schemeClr val="accent5"/>
        </a:solidFill>
      </dgm:spPr>
      <dgm:t>
        <a:bodyPr rtlCol="1"/>
        <a:lstStyle/>
        <a:p>
          <a:pPr rtl="1">
            <a:lnSpc>
              <a:spcPct val="100000"/>
            </a:lnSpc>
          </a:pPr>
          <a:r>
            <a:rPr lang="ar" sz="2000" dirty="0">
              <a:latin typeface="Sakkal Majalla" panose="02000000000000000000" pitchFamily="2" charset="-78"/>
              <a:cs typeface="Sakkal Majalla" panose="02000000000000000000" pitchFamily="2" charset="-78"/>
            </a:rPr>
            <a:t>أ1 سمات أخلاقيات العمل </a:t>
          </a:r>
          <a:endParaRPr lang="en-US" sz="2000" dirty="0">
            <a:latin typeface="Sakkal Majalla" panose="02000000000000000000" pitchFamily="2" charset="-78"/>
            <a:cs typeface="Sakkal Majalla" panose="02000000000000000000" pitchFamily="2" charset="-78"/>
          </a:endParaRPr>
        </a:p>
      </dgm:t>
    </dgm:pt>
    <dgm:pt modelId="{2FF7EEA5-BA7F-4838-809B-A6AA6FFC522A}" type="parTrans" cxnId="{2A0C2303-6DF6-4B31-916D-18CE0E3115D3}">
      <dgm:prSet/>
      <dgm:spPr/>
      <dgm:t>
        <a:bodyPr rtlCol="1"/>
        <a:lstStyle/>
        <a:p>
          <a:pPr rtl="1"/>
          <a:endParaRPr lang="en-US"/>
        </a:p>
      </dgm:t>
    </dgm:pt>
    <dgm:pt modelId="{FD9ABB40-9682-4D97-B80C-F7F64D08F683}" type="sibTrans" cxnId="{2A0C2303-6DF6-4B31-916D-18CE0E3115D3}">
      <dgm:prSet/>
      <dgm:spPr/>
      <dgm:t>
        <a:bodyPr rtlCol="1"/>
        <a:lstStyle/>
        <a:p>
          <a:pPr rtl="1"/>
          <a:endParaRPr lang="en-US"/>
        </a:p>
      </dgm:t>
    </dgm:pt>
    <dgm:pt modelId="{CCCABDE4-D42F-4A79-80D9-607472E8A4AF}">
      <dgm:prSet custT="1"/>
      <dgm:spPr/>
      <dgm:t>
        <a:bodyPr rtlCol="1"/>
        <a:lstStyle/>
        <a:p>
          <a:pPr rtl="1">
            <a:lnSpc>
              <a:spcPct val="100000"/>
            </a:lnSpc>
          </a:pPr>
          <a:r>
            <a:rPr lang="ar" sz="2000" spc="-50" baseline="0" dirty="0">
              <a:latin typeface="Sakkal Majalla" panose="02000000000000000000" pitchFamily="2" charset="-78"/>
              <a:cs typeface="Sakkal Majalla" panose="02000000000000000000" pitchFamily="2" charset="-78"/>
            </a:rPr>
            <a:t>أ2 قواعد الممارسة الخاصة بالقطاع والممارسات المهنية </a:t>
          </a:r>
          <a:endParaRPr lang="en-US" sz="2000" spc="-50" baseline="0" dirty="0">
            <a:latin typeface="Sakkal Majalla" panose="02000000000000000000" pitchFamily="2" charset="-78"/>
            <a:cs typeface="Sakkal Majalla" panose="02000000000000000000" pitchFamily="2" charset="-78"/>
          </a:endParaRPr>
        </a:p>
      </dgm:t>
    </dgm:pt>
    <dgm:pt modelId="{EAAD90EE-0E21-4401-A75A-1643B5084443}" type="parTrans" cxnId="{1154BE59-1B58-418C-9504-EC0D688BA33C}">
      <dgm:prSet/>
      <dgm:spPr/>
      <dgm:t>
        <a:bodyPr rtlCol="1"/>
        <a:lstStyle/>
        <a:p>
          <a:pPr rtl="1"/>
          <a:endParaRPr lang="en-US"/>
        </a:p>
      </dgm:t>
    </dgm:pt>
    <dgm:pt modelId="{F2E7893A-50A6-440B-AD9A-267ED4D45C29}" type="sibTrans" cxnId="{1154BE59-1B58-418C-9504-EC0D688BA33C}">
      <dgm:prSet/>
      <dgm:spPr/>
      <dgm:t>
        <a:bodyPr rtlCol="1"/>
        <a:lstStyle/>
        <a:p>
          <a:pPr rtl="1"/>
          <a:endParaRPr lang="en-US"/>
        </a:p>
      </dgm:t>
    </dgm:pt>
    <dgm:pt modelId="{CD26852E-4EBB-497C-89F8-723E96217B92}">
      <dgm:prSet custT="1"/>
      <dgm:spPr/>
      <dgm:t>
        <a:bodyPr rtlCol="1"/>
        <a:lstStyle/>
        <a:p>
          <a:pPr rtl="1">
            <a:lnSpc>
              <a:spcPct val="100000"/>
            </a:lnSpc>
          </a:pPr>
          <a:r>
            <a:rPr lang="ar" sz="2000" dirty="0">
              <a:latin typeface="Sakkal Majalla" panose="02000000000000000000" pitchFamily="2" charset="-78"/>
              <a:cs typeface="Sakkal Majalla" panose="02000000000000000000" pitchFamily="2" charset="-78"/>
            </a:rPr>
            <a:t>أ3 تطبيق القيم الأخلاقية على ممارسات الأعمال </a:t>
          </a:r>
          <a:endParaRPr lang="en-US" sz="2000" dirty="0">
            <a:latin typeface="Sakkal Majalla" panose="02000000000000000000" pitchFamily="2" charset="-78"/>
            <a:cs typeface="Sakkal Majalla" panose="02000000000000000000" pitchFamily="2" charset="-78"/>
          </a:endParaRPr>
        </a:p>
      </dgm:t>
    </dgm:pt>
    <dgm:pt modelId="{FF44BC0D-6132-4107-9BDB-91E2E0B05775}" type="parTrans" cxnId="{BC2540DE-653A-4042-BE5C-F0EE87DAF75D}">
      <dgm:prSet/>
      <dgm:spPr/>
      <dgm:t>
        <a:bodyPr rtlCol="1"/>
        <a:lstStyle/>
        <a:p>
          <a:pPr rtl="1"/>
          <a:endParaRPr lang="en-US"/>
        </a:p>
      </dgm:t>
    </dgm:pt>
    <dgm:pt modelId="{28DEC12D-D78E-456D-B314-F141468F4213}" type="sibTrans" cxnId="{BC2540DE-653A-4042-BE5C-F0EE87DAF75D}">
      <dgm:prSet/>
      <dgm:spPr/>
      <dgm:t>
        <a:bodyPr rtlCol="1"/>
        <a:lstStyle/>
        <a:p>
          <a:pPr rtl="1"/>
          <a:endParaRPr lang="en-US"/>
        </a:p>
      </dgm:t>
    </dgm:pt>
    <dgm:pt modelId="{D38D27B2-4A76-FC44-B9C8-727DBB68E857}">
      <dgm:prSet custT="1"/>
      <dgm:spPr/>
      <dgm:t>
        <a:bodyPr rtlCol="1"/>
        <a:lstStyle/>
        <a:p>
          <a:pPr rtl="1">
            <a:lnSpc>
              <a:spcPct val="100000"/>
            </a:lnSpc>
          </a:pPr>
          <a:r>
            <a:rPr lang="ar" sz="2000" dirty="0">
              <a:latin typeface="Sakkal Majalla" panose="02000000000000000000" pitchFamily="2" charset="-78"/>
              <a:cs typeface="Sakkal Majalla" panose="02000000000000000000" pitchFamily="2" charset="-78"/>
            </a:rPr>
            <a:t>أ3 أخلاقيات العمل والأفراد </a:t>
          </a:r>
          <a:endParaRPr lang="en-US" sz="2000" dirty="0">
            <a:latin typeface="Sakkal Majalla" panose="02000000000000000000" pitchFamily="2" charset="-78"/>
            <a:cs typeface="Sakkal Majalla" panose="02000000000000000000" pitchFamily="2" charset="-78"/>
          </a:endParaRPr>
        </a:p>
      </dgm:t>
    </dgm:pt>
    <dgm:pt modelId="{0200A9C0-9CC8-F84F-9F79-971FC768CC13}" type="parTrans" cxnId="{4C7410C5-EB1C-FC4E-B7CD-E8969764FD78}">
      <dgm:prSet/>
      <dgm:spPr/>
      <dgm:t>
        <a:bodyPr rtlCol="1"/>
        <a:lstStyle/>
        <a:p>
          <a:pPr rtl="1"/>
          <a:endParaRPr lang="en-GB"/>
        </a:p>
      </dgm:t>
    </dgm:pt>
    <dgm:pt modelId="{BE613900-2115-AE49-A8FC-F9854142C1BC}" type="sibTrans" cxnId="{4C7410C5-EB1C-FC4E-B7CD-E8969764FD78}">
      <dgm:prSet/>
      <dgm:spPr/>
      <dgm:t>
        <a:bodyPr rtlCol="1"/>
        <a:lstStyle/>
        <a:p>
          <a:pPr rtl="1"/>
          <a:endParaRPr lang="en-GB"/>
        </a:p>
      </dgm:t>
    </dgm:pt>
    <dgm:pt modelId="{C8A36B54-2CB1-ED4B-B9C0-FC8A2D0861F4}">
      <dgm:prSet custT="1"/>
      <dgm:spPr/>
      <dgm:t>
        <a:bodyPr rtlCol="1"/>
        <a:lstStyle/>
        <a:p>
          <a:pPr rtl="1">
            <a:lnSpc>
              <a:spcPct val="100000"/>
            </a:lnSpc>
          </a:pPr>
          <a:r>
            <a:rPr lang="ar" sz="2000" b="1" dirty="0">
              <a:latin typeface="Sakkal Majalla" panose="02000000000000000000" pitchFamily="2" charset="-78"/>
              <a:cs typeface="Sakkal Majalla" panose="02000000000000000000" pitchFamily="2" charset="-78"/>
            </a:rPr>
            <a:t>مجالات المحتوى الرئيسة</a:t>
          </a:r>
        </a:p>
      </dgm:t>
    </dgm:pt>
    <dgm:pt modelId="{C3FBB647-007B-4C4D-8ADA-182C0F5A47A6}" type="parTrans" cxnId="{E5F187BC-C410-5E49-93BC-3C584F5DC389}">
      <dgm:prSet/>
      <dgm:spPr/>
      <dgm:t>
        <a:bodyPr rtlCol="1"/>
        <a:lstStyle/>
        <a:p>
          <a:pPr rtl="1"/>
          <a:endParaRPr lang="en-GB"/>
        </a:p>
      </dgm:t>
    </dgm:pt>
    <dgm:pt modelId="{692C18A0-ECE4-024B-B525-1D7488D3C7CB}" type="sibTrans" cxnId="{E5F187BC-C410-5E49-93BC-3C584F5DC389}">
      <dgm:prSet/>
      <dgm:spPr/>
      <dgm:t>
        <a:bodyPr rtlCol="1"/>
        <a:lstStyle/>
        <a:p>
          <a:pPr rtl="1"/>
          <a:endParaRPr lang="en-GB"/>
        </a:p>
      </dgm:t>
    </dgm:pt>
    <dgm:pt modelId="{B3B44CE8-9EB0-4E94-AC20-BBFD45B3B64F}" type="pres">
      <dgm:prSet presAssocID="{273F4FFB-BF9F-4EE8-B58E-FFED8E01943B}" presName="root" presStyleCnt="0">
        <dgm:presLayoutVars>
          <dgm:dir/>
          <dgm:resizeHandles val="exact"/>
        </dgm:presLayoutVars>
      </dgm:prSet>
      <dgm:spPr/>
    </dgm:pt>
    <dgm:pt modelId="{11C7BEF1-2345-4A6C-BADC-E727F100EB5A}" type="pres">
      <dgm:prSet presAssocID="{C8A36B54-2CB1-ED4B-B9C0-FC8A2D0861F4}" presName="compNode" presStyleCnt="0"/>
      <dgm:spPr/>
    </dgm:pt>
    <dgm:pt modelId="{4DC6443E-F6CB-4E39-B8B4-8735A3F35C81}" type="pres">
      <dgm:prSet presAssocID="{C8A36B54-2CB1-ED4B-B9C0-FC8A2D0861F4}" presName="bgRect" presStyleLbl="bgShp" presStyleIdx="0" presStyleCnt="5"/>
      <dgm:spPr/>
    </dgm:pt>
    <dgm:pt modelId="{B1E01E3D-6D85-4BA8-8D47-D67B5A12AA05}" type="pres">
      <dgm:prSet presAssocID="{C8A36B54-2CB1-ED4B-B9C0-FC8A2D0861F4}" presName="iconRect" presStyleLbl="node1" presStyleIdx="0" presStyleCnt="5" custLinFactX="402154" custLinFactNeighborX="500000"/>
      <dgm:spPr>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ick"/>
        </a:ext>
      </dgm:extLst>
    </dgm:pt>
    <dgm:pt modelId="{FB69FCB6-C1BD-49E5-97C3-13958B8ACDB1}" type="pres">
      <dgm:prSet presAssocID="{C8A36B54-2CB1-ED4B-B9C0-FC8A2D0861F4}" presName="spaceRect" presStyleCnt="0"/>
      <dgm:spPr/>
    </dgm:pt>
    <dgm:pt modelId="{A964A834-0AE3-40C9-B5C8-75BE27C4EBF8}" type="pres">
      <dgm:prSet presAssocID="{C8A36B54-2CB1-ED4B-B9C0-FC8A2D0861F4}" presName="parTx" presStyleLbl="revTx" presStyleIdx="0" presStyleCnt="5" custLinFactNeighborX="-19787">
        <dgm:presLayoutVars>
          <dgm:chMax val="0"/>
          <dgm:chPref val="0"/>
        </dgm:presLayoutVars>
      </dgm:prSet>
      <dgm:spPr/>
    </dgm:pt>
    <dgm:pt modelId="{4A8D0571-C022-0942-856F-1235BB03BBE1}" type="pres">
      <dgm:prSet presAssocID="{692C18A0-ECE4-024B-B525-1D7488D3C7CB}" presName="sibTrans" presStyleCnt="0"/>
      <dgm:spPr/>
    </dgm:pt>
    <dgm:pt modelId="{5EBAB49B-8F61-427A-8EB6-147E5E00CCB3}" type="pres">
      <dgm:prSet presAssocID="{5FE25653-A7BA-47FB-8073-2B4FA7940492}" presName="compNode" presStyleCnt="0"/>
      <dgm:spPr/>
    </dgm:pt>
    <dgm:pt modelId="{CF774ABA-3244-4408-901F-6CCE877A456B}" type="pres">
      <dgm:prSet presAssocID="{5FE25653-A7BA-47FB-8073-2B4FA7940492}" presName="bgRect" presStyleLbl="bgShp" presStyleIdx="1" presStyleCnt="5"/>
      <dgm:spPr>
        <a:solidFill>
          <a:schemeClr val="accent5"/>
        </a:solidFill>
      </dgm:spPr>
    </dgm:pt>
    <dgm:pt modelId="{407EE78B-D7B9-41CD-B540-6B48BF9CD5D7}" type="pres">
      <dgm:prSet presAssocID="{5FE25653-A7BA-47FB-8073-2B4FA7940492}" presName="iconRect" presStyleLbl="node1" presStyleIdx="1" presStyleCnt="5" custLinFactX="402154" custLinFactNeighborX="500000"/>
      <dgm:spPr>
        <a:blipFill>
          <a:blip xmlns:r="http://schemas.openxmlformats.org/officeDocument/2006/relationships"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cales of Justice"/>
        </a:ext>
      </dgm:extLst>
    </dgm:pt>
    <dgm:pt modelId="{589689BB-44B5-4EF3-AD55-DE4BE0B2B633}" type="pres">
      <dgm:prSet presAssocID="{5FE25653-A7BA-47FB-8073-2B4FA7940492}" presName="spaceRect" presStyleCnt="0"/>
      <dgm:spPr/>
    </dgm:pt>
    <dgm:pt modelId="{93BE2D37-BA8E-4389-9AA8-5F0BF3C22FB2}" type="pres">
      <dgm:prSet presAssocID="{5FE25653-A7BA-47FB-8073-2B4FA7940492}" presName="parTx" presStyleLbl="revTx" presStyleIdx="1" presStyleCnt="5" custLinFactNeighborX="-19787">
        <dgm:presLayoutVars>
          <dgm:chMax val="0"/>
          <dgm:chPref val="0"/>
        </dgm:presLayoutVars>
      </dgm:prSet>
      <dgm:spPr/>
    </dgm:pt>
    <dgm:pt modelId="{3DD1CBBC-2D4F-445E-BEC6-772E550D633A}" type="pres">
      <dgm:prSet presAssocID="{FD9ABB40-9682-4D97-B80C-F7F64D08F683}" presName="sibTrans" presStyleCnt="0"/>
      <dgm:spPr/>
    </dgm:pt>
    <dgm:pt modelId="{4D315DB8-C065-4BD9-91B8-C43A61E5098B}" type="pres">
      <dgm:prSet presAssocID="{CCCABDE4-D42F-4A79-80D9-607472E8A4AF}" presName="compNode" presStyleCnt="0"/>
      <dgm:spPr/>
    </dgm:pt>
    <dgm:pt modelId="{3DCFFCF7-9656-439F-BBA1-13F8CDCDF580}" type="pres">
      <dgm:prSet presAssocID="{CCCABDE4-D42F-4A79-80D9-607472E8A4AF}" presName="bgRect" presStyleLbl="bgShp" presStyleIdx="2" presStyleCnt="5"/>
      <dgm:spPr/>
    </dgm:pt>
    <dgm:pt modelId="{0F9FDF15-0AA0-473D-88E0-CE97E32171A0}" type="pres">
      <dgm:prSet presAssocID="{CCCABDE4-D42F-4A79-80D9-607472E8A4AF}" presName="iconRect" presStyleLbl="node1" presStyleIdx="2" presStyleCnt="5" custLinFactX="402154" custLinFactNeighborX="500000"/>
      <dgm:spPr>
        <a:blipFill>
          <a:blip xmlns:r="http://schemas.openxmlformats.org/officeDocument/2006/relationships"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ooks"/>
        </a:ext>
      </dgm:extLst>
    </dgm:pt>
    <dgm:pt modelId="{BEAD7674-1BCA-4A65-915F-23B0136F2371}" type="pres">
      <dgm:prSet presAssocID="{CCCABDE4-D42F-4A79-80D9-607472E8A4AF}" presName="spaceRect" presStyleCnt="0"/>
      <dgm:spPr/>
    </dgm:pt>
    <dgm:pt modelId="{4E9A5E81-88A1-48A0-AFE5-8C2E829447C6}" type="pres">
      <dgm:prSet presAssocID="{CCCABDE4-D42F-4A79-80D9-607472E8A4AF}" presName="parTx" presStyleLbl="revTx" presStyleIdx="2" presStyleCnt="5" custLinFactNeighborX="-19787">
        <dgm:presLayoutVars>
          <dgm:chMax val="0"/>
          <dgm:chPref val="0"/>
        </dgm:presLayoutVars>
      </dgm:prSet>
      <dgm:spPr/>
    </dgm:pt>
    <dgm:pt modelId="{2CE0F2B3-7CC5-4390-8ADB-31DD6C3E711B}" type="pres">
      <dgm:prSet presAssocID="{F2E7893A-50A6-440B-AD9A-267ED4D45C29}" presName="sibTrans" presStyleCnt="0"/>
      <dgm:spPr/>
    </dgm:pt>
    <dgm:pt modelId="{2350B4E3-B65A-4FF7-914D-D10AB695422F}" type="pres">
      <dgm:prSet presAssocID="{CD26852E-4EBB-497C-89F8-723E96217B92}" presName="compNode" presStyleCnt="0"/>
      <dgm:spPr/>
    </dgm:pt>
    <dgm:pt modelId="{693E8EA8-B382-4DB9-9693-CC4A83C66864}" type="pres">
      <dgm:prSet presAssocID="{CD26852E-4EBB-497C-89F8-723E96217B92}" presName="bgRect" presStyleLbl="bgShp" presStyleIdx="3" presStyleCnt="5"/>
      <dgm:spPr>
        <a:solidFill>
          <a:schemeClr val="accent5"/>
        </a:solidFill>
      </dgm:spPr>
    </dgm:pt>
    <dgm:pt modelId="{A1B2B1EA-5208-4C5B-8E7E-A2F7BA9F4A94}" type="pres">
      <dgm:prSet presAssocID="{CD26852E-4EBB-497C-89F8-723E96217B92}" presName="iconRect" presStyleLbl="node1" presStyleIdx="3" presStyleCnt="5" custLinFactX="402154" custLinFactNeighborX="500000"/>
      <dgm:spPr>
        <a:blipFill>
          <a:blip xmlns:r="http://schemas.openxmlformats.org/officeDocument/2006/relationships"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andshake"/>
        </a:ext>
      </dgm:extLst>
    </dgm:pt>
    <dgm:pt modelId="{638C938E-6468-4496-BC07-970A09C5A1A7}" type="pres">
      <dgm:prSet presAssocID="{CD26852E-4EBB-497C-89F8-723E96217B92}" presName="spaceRect" presStyleCnt="0"/>
      <dgm:spPr/>
    </dgm:pt>
    <dgm:pt modelId="{54864B26-DA10-455E-A602-20A0CE7D3A9C}" type="pres">
      <dgm:prSet presAssocID="{CD26852E-4EBB-497C-89F8-723E96217B92}" presName="parTx" presStyleLbl="revTx" presStyleIdx="3" presStyleCnt="5" custLinFactNeighborX="-19787">
        <dgm:presLayoutVars>
          <dgm:chMax val="0"/>
          <dgm:chPref val="0"/>
        </dgm:presLayoutVars>
      </dgm:prSet>
      <dgm:spPr/>
    </dgm:pt>
    <dgm:pt modelId="{266B042F-7D02-4D85-B2CB-4A9041D97857}" type="pres">
      <dgm:prSet presAssocID="{28DEC12D-D78E-456D-B314-F141468F4213}" presName="sibTrans" presStyleCnt="0"/>
      <dgm:spPr/>
    </dgm:pt>
    <dgm:pt modelId="{78971159-E34F-484C-AC41-6A7ADE5ADF47}" type="pres">
      <dgm:prSet presAssocID="{D38D27B2-4A76-FC44-B9C8-727DBB68E857}" presName="compNode" presStyleCnt="0"/>
      <dgm:spPr/>
    </dgm:pt>
    <dgm:pt modelId="{7485C9CC-136B-45CA-ACEC-BE5C9D4E4E72}" type="pres">
      <dgm:prSet presAssocID="{D38D27B2-4A76-FC44-B9C8-727DBB68E857}" presName="bgRect" presStyleLbl="bgShp" presStyleIdx="4" presStyleCnt="5"/>
      <dgm:spPr/>
    </dgm:pt>
    <dgm:pt modelId="{C78D4626-1FAF-4B13-B316-6DBFB5221A01}" type="pres">
      <dgm:prSet presAssocID="{D38D27B2-4A76-FC44-B9C8-727DBB68E857}" presName="iconRect" presStyleLbl="node1" presStyleIdx="4" presStyleCnt="5" custLinFactX="402154" custLinFactNeighborX="500000"/>
      <dgm:spPr>
        <a:blipFill>
          <a:blip xmlns:r="http://schemas.openxmlformats.org/officeDocument/2006/relationships"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User"/>
        </a:ext>
      </dgm:extLst>
    </dgm:pt>
    <dgm:pt modelId="{8EB9273C-2F5F-49DC-A2BC-2003C84BCBF4}" type="pres">
      <dgm:prSet presAssocID="{D38D27B2-4A76-FC44-B9C8-727DBB68E857}" presName="spaceRect" presStyleCnt="0"/>
      <dgm:spPr/>
    </dgm:pt>
    <dgm:pt modelId="{3158C3DF-B0EA-4041-98EC-46489D1E8C1D}" type="pres">
      <dgm:prSet presAssocID="{D38D27B2-4A76-FC44-B9C8-727DBB68E857}" presName="parTx" presStyleLbl="revTx" presStyleIdx="4" presStyleCnt="5" custLinFactNeighborX="-19787">
        <dgm:presLayoutVars>
          <dgm:chMax val="0"/>
          <dgm:chPref val="0"/>
        </dgm:presLayoutVars>
      </dgm:prSet>
      <dgm:spPr/>
    </dgm:pt>
  </dgm:ptLst>
  <dgm:cxnLst>
    <dgm:cxn modelId="{2A0C2303-6DF6-4B31-916D-18CE0E3115D3}" srcId="{273F4FFB-BF9F-4EE8-B58E-FFED8E01943B}" destId="{5FE25653-A7BA-47FB-8073-2B4FA7940492}" srcOrd="1" destOrd="0" parTransId="{2FF7EEA5-BA7F-4838-809B-A6AA6FFC522A}" sibTransId="{FD9ABB40-9682-4D97-B80C-F7F64D08F683}"/>
    <dgm:cxn modelId="{0B3B720F-15B5-9B4E-B972-A8DD41163097}" type="presOf" srcId="{273F4FFB-BF9F-4EE8-B58E-FFED8E01943B}" destId="{B3B44CE8-9EB0-4E94-AC20-BBFD45B3B64F}" srcOrd="0" destOrd="0" presId="urn:microsoft.com/office/officeart/2018/2/layout/IconVerticalSolidList"/>
    <dgm:cxn modelId="{1BE21714-A0FA-5148-A4F1-06F95FF01B0F}" type="presOf" srcId="{C8A36B54-2CB1-ED4B-B9C0-FC8A2D0861F4}" destId="{A964A834-0AE3-40C9-B5C8-75BE27C4EBF8}" srcOrd="0" destOrd="0" presId="urn:microsoft.com/office/officeart/2018/2/layout/IconVerticalSolidList"/>
    <dgm:cxn modelId="{1154BE59-1B58-418C-9504-EC0D688BA33C}" srcId="{273F4FFB-BF9F-4EE8-B58E-FFED8E01943B}" destId="{CCCABDE4-D42F-4A79-80D9-607472E8A4AF}" srcOrd="2" destOrd="0" parTransId="{EAAD90EE-0E21-4401-A75A-1643B5084443}" sibTransId="{F2E7893A-50A6-440B-AD9A-267ED4D45C29}"/>
    <dgm:cxn modelId="{967027B9-D0C0-6046-9C0A-4D1C5971C926}" type="presOf" srcId="{D38D27B2-4A76-FC44-B9C8-727DBB68E857}" destId="{3158C3DF-B0EA-4041-98EC-46489D1E8C1D}" srcOrd="0" destOrd="0" presId="urn:microsoft.com/office/officeart/2018/2/layout/IconVerticalSolidList"/>
    <dgm:cxn modelId="{E5F187BC-C410-5E49-93BC-3C584F5DC389}" srcId="{273F4FFB-BF9F-4EE8-B58E-FFED8E01943B}" destId="{C8A36B54-2CB1-ED4B-B9C0-FC8A2D0861F4}" srcOrd="0" destOrd="0" parTransId="{C3FBB647-007B-4C4D-8ADA-182C0F5A47A6}" sibTransId="{692C18A0-ECE4-024B-B525-1D7488D3C7CB}"/>
    <dgm:cxn modelId="{4C7410C5-EB1C-FC4E-B7CD-E8969764FD78}" srcId="{273F4FFB-BF9F-4EE8-B58E-FFED8E01943B}" destId="{D38D27B2-4A76-FC44-B9C8-727DBB68E857}" srcOrd="4" destOrd="0" parTransId="{0200A9C0-9CC8-F84F-9F79-971FC768CC13}" sibTransId="{BE613900-2115-AE49-A8FC-F9854142C1BC}"/>
    <dgm:cxn modelId="{753BA8CD-4B93-904A-95D2-DE602C320F8B}" type="presOf" srcId="{CD26852E-4EBB-497C-89F8-723E96217B92}" destId="{54864B26-DA10-455E-A602-20A0CE7D3A9C}" srcOrd="0" destOrd="0" presId="urn:microsoft.com/office/officeart/2018/2/layout/IconVerticalSolidList"/>
    <dgm:cxn modelId="{7FB764D0-EA32-3748-8DED-378ADBB273F8}" type="presOf" srcId="{5FE25653-A7BA-47FB-8073-2B4FA7940492}" destId="{93BE2D37-BA8E-4389-9AA8-5F0BF3C22FB2}" srcOrd="0" destOrd="0" presId="urn:microsoft.com/office/officeart/2018/2/layout/IconVerticalSolidList"/>
    <dgm:cxn modelId="{BC2540DE-653A-4042-BE5C-F0EE87DAF75D}" srcId="{273F4FFB-BF9F-4EE8-B58E-FFED8E01943B}" destId="{CD26852E-4EBB-497C-89F8-723E96217B92}" srcOrd="3" destOrd="0" parTransId="{FF44BC0D-6132-4107-9BDB-91E2E0B05775}" sibTransId="{28DEC12D-D78E-456D-B314-F141468F4213}"/>
    <dgm:cxn modelId="{B037ECE0-67EC-0C45-AE43-CF10DE6E6CE6}" type="presOf" srcId="{CCCABDE4-D42F-4A79-80D9-607472E8A4AF}" destId="{4E9A5E81-88A1-48A0-AFE5-8C2E829447C6}" srcOrd="0" destOrd="0" presId="urn:microsoft.com/office/officeart/2018/2/layout/IconVerticalSolidList"/>
    <dgm:cxn modelId="{75ADD115-860D-0945-946F-B2442E64A038}" type="presParOf" srcId="{B3B44CE8-9EB0-4E94-AC20-BBFD45B3B64F}" destId="{11C7BEF1-2345-4A6C-BADC-E727F100EB5A}" srcOrd="0" destOrd="0" presId="urn:microsoft.com/office/officeart/2018/2/layout/IconVerticalSolidList"/>
    <dgm:cxn modelId="{ADFBCC4F-5A62-0C44-B445-3B04043FEEBC}" type="presParOf" srcId="{11C7BEF1-2345-4A6C-BADC-E727F100EB5A}" destId="{4DC6443E-F6CB-4E39-B8B4-8735A3F35C81}" srcOrd="0" destOrd="0" presId="urn:microsoft.com/office/officeart/2018/2/layout/IconVerticalSolidList"/>
    <dgm:cxn modelId="{142409FD-1604-4146-A513-3065197F7227}" type="presParOf" srcId="{11C7BEF1-2345-4A6C-BADC-E727F100EB5A}" destId="{B1E01E3D-6D85-4BA8-8D47-D67B5A12AA05}" srcOrd="1" destOrd="0" presId="urn:microsoft.com/office/officeart/2018/2/layout/IconVerticalSolidList"/>
    <dgm:cxn modelId="{C6C642D1-3A73-CE4E-941E-9E9FA11F6B18}" type="presParOf" srcId="{11C7BEF1-2345-4A6C-BADC-E727F100EB5A}" destId="{FB69FCB6-C1BD-49E5-97C3-13958B8ACDB1}" srcOrd="2" destOrd="0" presId="urn:microsoft.com/office/officeart/2018/2/layout/IconVerticalSolidList"/>
    <dgm:cxn modelId="{C6A0297D-9FBF-114D-B601-5254521F7D73}" type="presParOf" srcId="{11C7BEF1-2345-4A6C-BADC-E727F100EB5A}" destId="{A964A834-0AE3-40C9-B5C8-75BE27C4EBF8}" srcOrd="3" destOrd="0" presId="urn:microsoft.com/office/officeart/2018/2/layout/IconVerticalSolidList"/>
    <dgm:cxn modelId="{F6F0B1E0-F6C4-A44C-B25F-F7C3075A6D1E}" type="presParOf" srcId="{B3B44CE8-9EB0-4E94-AC20-BBFD45B3B64F}" destId="{4A8D0571-C022-0942-856F-1235BB03BBE1}" srcOrd="1" destOrd="0" presId="urn:microsoft.com/office/officeart/2018/2/layout/IconVerticalSolidList"/>
    <dgm:cxn modelId="{A1C48F6A-9FF2-7044-8E6F-C45987947E4E}" type="presParOf" srcId="{B3B44CE8-9EB0-4E94-AC20-BBFD45B3B64F}" destId="{5EBAB49B-8F61-427A-8EB6-147E5E00CCB3}" srcOrd="2" destOrd="0" presId="urn:microsoft.com/office/officeart/2018/2/layout/IconVerticalSolidList"/>
    <dgm:cxn modelId="{C5DF3859-3DAA-9949-BCDA-C7F0F080248C}" type="presParOf" srcId="{5EBAB49B-8F61-427A-8EB6-147E5E00CCB3}" destId="{CF774ABA-3244-4408-901F-6CCE877A456B}" srcOrd="0" destOrd="0" presId="urn:microsoft.com/office/officeart/2018/2/layout/IconVerticalSolidList"/>
    <dgm:cxn modelId="{12278E1A-D374-0B4B-BDA5-39567311E2CF}" type="presParOf" srcId="{5EBAB49B-8F61-427A-8EB6-147E5E00CCB3}" destId="{407EE78B-D7B9-41CD-B540-6B48BF9CD5D7}" srcOrd="1" destOrd="0" presId="urn:microsoft.com/office/officeart/2018/2/layout/IconVerticalSolidList"/>
    <dgm:cxn modelId="{3EBD2A39-250E-B446-90F5-F294828A89D0}" type="presParOf" srcId="{5EBAB49B-8F61-427A-8EB6-147E5E00CCB3}" destId="{589689BB-44B5-4EF3-AD55-DE4BE0B2B633}" srcOrd="2" destOrd="0" presId="urn:microsoft.com/office/officeart/2018/2/layout/IconVerticalSolidList"/>
    <dgm:cxn modelId="{1E8DD7BD-08E2-294F-B7AB-8F02D1175EAB}" type="presParOf" srcId="{5EBAB49B-8F61-427A-8EB6-147E5E00CCB3}" destId="{93BE2D37-BA8E-4389-9AA8-5F0BF3C22FB2}" srcOrd="3" destOrd="0" presId="urn:microsoft.com/office/officeart/2018/2/layout/IconVerticalSolidList"/>
    <dgm:cxn modelId="{DAA18769-7288-B54B-A774-DD3423ABE8CD}" type="presParOf" srcId="{B3B44CE8-9EB0-4E94-AC20-BBFD45B3B64F}" destId="{3DD1CBBC-2D4F-445E-BEC6-772E550D633A}" srcOrd="3" destOrd="0" presId="urn:microsoft.com/office/officeart/2018/2/layout/IconVerticalSolidList"/>
    <dgm:cxn modelId="{DF2172B8-6C5E-7E45-AD9E-094B670CAB69}" type="presParOf" srcId="{B3B44CE8-9EB0-4E94-AC20-BBFD45B3B64F}" destId="{4D315DB8-C065-4BD9-91B8-C43A61E5098B}" srcOrd="4" destOrd="0" presId="urn:microsoft.com/office/officeart/2018/2/layout/IconVerticalSolidList"/>
    <dgm:cxn modelId="{F1A816D3-A8F8-0C41-8703-313670918CC4}" type="presParOf" srcId="{4D315DB8-C065-4BD9-91B8-C43A61E5098B}" destId="{3DCFFCF7-9656-439F-BBA1-13F8CDCDF580}" srcOrd="0" destOrd="0" presId="urn:microsoft.com/office/officeart/2018/2/layout/IconVerticalSolidList"/>
    <dgm:cxn modelId="{3A195EBD-1224-124A-A0F7-38240D101100}" type="presParOf" srcId="{4D315DB8-C065-4BD9-91B8-C43A61E5098B}" destId="{0F9FDF15-0AA0-473D-88E0-CE97E32171A0}" srcOrd="1" destOrd="0" presId="urn:microsoft.com/office/officeart/2018/2/layout/IconVerticalSolidList"/>
    <dgm:cxn modelId="{C1CFD609-BBD0-F742-8720-6775E0734BBB}" type="presParOf" srcId="{4D315DB8-C065-4BD9-91B8-C43A61E5098B}" destId="{BEAD7674-1BCA-4A65-915F-23B0136F2371}" srcOrd="2" destOrd="0" presId="urn:microsoft.com/office/officeart/2018/2/layout/IconVerticalSolidList"/>
    <dgm:cxn modelId="{2D3C9B7C-9036-E04D-9EB5-C6CA5B23BBC2}" type="presParOf" srcId="{4D315DB8-C065-4BD9-91B8-C43A61E5098B}" destId="{4E9A5E81-88A1-48A0-AFE5-8C2E829447C6}" srcOrd="3" destOrd="0" presId="urn:microsoft.com/office/officeart/2018/2/layout/IconVerticalSolidList"/>
    <dgm:cxn modelId="{5523B714-46A6-9546-A091-487C4D595DFF}" type="presParOf" srcId="{B3B44CE8-9EB0-4E94-AC20-BBFD45B3B64F}" destId="{2CE0F2B3-7CC5-4390-8ADB-31DD6C3E711B}" srcOrd="5" destOrd="0" presId="urn:microsoft.com/office/officeart/2018/2/layout/IconVerticalSolidList"/>
    <dgm:cxn modelId="{AE4D8549-8BF9-1844-9E16-C541A48F332C}" type="presParOf" srcId="{B3B44CE8-9EB0-4E94-AC20-BBFD45B3B64F}" destId="{2350B4E3-B65A-4FF7-914D-D10AB695422F}" srcOrd="6" destOrd="0" presId="urn:microsoft.com/office/officeart/2018/2/layout/IconVerticalSolidList"/>
    <dgm:cxn modelId="{FF65140E-4173-2244-B8C0-BEE2A6645FA4}" type="presParOf" srcId="{2350B4E3-B65A-4FF7-914D-D10AB695422F}" destId="{693E8EA8-B382-4DB9-9693-CC4A83C66864}" srcOrd="0" destOrd="0" presId="urn:microsoft.com/office/officeart/2018/2/layout/IconVerticalSolidList"/>
    <dgm:cxn modelId="{093500DD-C47C-704A-871F-EBC0EAF23067}" type="presParOf" srcId="{2350B4E3-B65A-4FF7-914D-D10AB695422F}" destId="{A1B2B1EA-5208-4C5B-8E7E-A2F7BA9F4A94}" srcOrd="1" destOrd="0" presId="urn:microsoft.com/office/officeart/2018/2/layout/IconVerticalSolidList"/>
    <dgm:cxn modelId="{C981AAE1-7AC0-5140-B1DF-1668AD38887E}" type="presParOf" srcId="{2350B4E3-B65A-4FF7-914D-D10AB695422F}" destId="{638C938E-6468-4496-BC07-970A09C5A1A7}" srcOrd="2" destOrd="0" presId="urn:microsoft.com/office/officeart/2018/2/layout/IconVerticalSolidList"/>
    <dgm:cxn modelId="{CB3EFB98-5ED4-5E4C-9DF9-39717AD4E92F}" type="presParOf" srcId="{2350B4E3-B65A-4FF7-914D-D10AB695422F}" destId="{54864B26-DA10-455E-A602-20A0CE7D3A9C}" srcOrd="3" destOrd="0" presId="urn:microsoft.com/office/officeart/2018/2/layout/IconVerticalSolidList"/>
    <dgm:cxn modelId="{60124377-3B5F-3647-85E3-27230C1D9627}" type="presParOf" srcId="{B3B44CE8-9EB0-4E94-AC20-BBFD45B3B64F}" destId="{266B042F-7D02-4D85-B2CB-4A9041D97857}" srcOrd="7" destOrd="0" presId="urn:microsoft.com/office/officeart/2018/2/layout/IconVerticalSolidList"/>
    <dgm:cxn modelId="{21F9D989-0639-1C40-812B-D1FAA861B72C}" type="presParOf" srcId="{B3B44CE8-9EB0-4E94-AC20-BBFD45B3B64F}" destId="{78971159-E34F-484C-AC41-6A7ADE5ADF47}" srcOrd="8" destOrd="0" presId="urn:microsoft.com/office/officeart/2018/2/layout/IconVerticalSolidList"/>
    <dgm:cxn modelId="{77C16D27-2E62-CF4B-A05C-3B84D88082C8}" type="presParOf" srcId="{78971159-E34F-484C-AC41-6A7ADE5ADF47}" destId="{7485C9CC-136B-45CA-ACEC-BE5C9D4E4E72}" srcOrd="0" destOrd="0" presId="urn:microsoft.com/office/officeart/2018/2/layout/IconVerticalSolidList"/>
    <dgm:cxn modelId="{525641C0-A8D6-CE43-A05F-B3898EA2ABCE}" type="presParOf" srcId="{78971159-E34F-484C-AC41-6A7ADE5ADF47}" destId="{C78D4626-1FAF-4B13-B316-6DBFB5221A01}" srcOrd="1" destOrd="0" presId="urn:microsoft.com/office/officeart/2018/2/layout/IconVerticalSolidList"/>
    <dgm:cxn modelId="{F7080CEA-BCDB-B144-A88B-AD20BDAE4996}" type="presParOf" srcId="{78971159-E34F-484C-AC41-6A7ADE5ADF47}" destId="{8EB9273C-2F5F-49DC-A2BC-2003C84BCBF4}" srcOrd="2" destOrd="0" presId="urn:microsoft.com/office/officeart/2018/2/layout/IconVerticalSolidList"/>
    <dgm:cxn modelId="{3723A2E9-6B42-E24D-8CD4-9E41F680FCD4}" type="presParOf" srcId="{78971159-E34F-484C-AC41-6A7ADE5ADF47}" destId="{3158C3DF-B0EA-4041-98EC-46489D1E8C1D}"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464D4E1-1786-5342-A0CD-243E99E5CE75}" type="doc">
      <dgm:prSet loTypeId="urn:microsoft.com/office/officeart/2005/8/layout/vList3" loCatId="process" qsTypeId="urn:microsoft.com/office/officeart/2005/8/quickstyle/simple1" qsCatId="simple" csTypeId="urn:microsoft.com/office/officeart/2005/8/colors/accent1_2" csCatId="accent1" phldr="1"/>
      <dgm:spPr/>
      <dgm:t>
        <a:bodyPr rtlCol="1"/>
        <a:lstStyle/>
        <a:p>
          <a:pPr rtl="1"/>
          <a:endParaRPr lang="en-GB"/>
        </a:p>
      </dgm:t>
    </dgm:pt>
    <dgm:pt modelId="{0C192219-A42E-014B-9164-27B4F05D2E84}">
      <dgm:prSet custT="1"/>
      <dgm:spPr/>
      <dgm:t>
        <a:bodyPr rIns="457200" rtlCol="1"/>
        <a:lstStyle/>
        <a:p>
          <a:pPr algn="r" rtl="1"/>
          <a:r>
            <a:rPr lang="ar" sz="1800" b="1" dirty="0">
              <a:solidFill>
                <a:schemeClr val="tx1"/>
              </a:solidFill>
              <a:latin typeface="Sakkal Majalla" panose="02000000000000000000" pitchFamily="2" charset="-78"/>
              <a:cs typeface="Sakkal Majalla" panose="02000000000000000000" pitchFamily="2" charset="-78"/>
            </a:rPr>
            <a:t>عوامل الحوكمة</a:t>
          </a:r>
          <a:r>
            <a:rPr lang="ar" sz="1800" dirty="0">
              <a:solidFill>
                <a:schemeClr val="tx1"/>
              </a:solidFill>
              <a:latin typeface="Sakkal Majalla" panose="02000000000000000000" pitchFamily="2" charset="-78"/>
              <a:cs typeface="Sakkal Majalla" panose="02000000000000000000" pitchFamily="2" charset="-78"/>
            </a:rPr>
            <a:t> تُلزم المؤسسات بممارسة الأعمال بشكلٍ أخلاقي وأمين، والامتثال للقوانين واللوائح.</a:t>
          </a:r>
        </a:p>
      </dgm:t>
    </dgm:pt>
    <dgm:pt modelId="{EAA115DB-DED8-8B46-88D6-08A5D17FBB09}" type="parTrans" cxnId="{69ED4329-92E9-E948-9785-7BD86E86FE3D}">
      <dgm:prSet/>
      <dgm:spPr/>
      <dgm:t>
        <a:bodyPr rtlCol="1"/>
        <a:lstStyle/>
        <a:p>
          <a:pPr rtl="1"/>
          <a:endParaRPr lang="en-GB"/>
        </a:p>
      </dgm:t>
    </dgm:pt>
    <dgm:pt modelId="{A01A2FF2-4E13-CD4D-B97B-5A973FDEBB27}" type="sibTrans" cxnId="{69ED4329-92E9-E948-9785-7BD86E86FE3D}">
      <dgm:prSet/>
      <dgm:spPr/>
      <dgm:t>
        <a:bodyPr rtlCol="1"/>
        <a:lstStyle/>
        <a:p>
          <a:pPr rtl="1"/>
          <a:endParaRPr lang="en-GB"/>
        </a:p>
      </dgm:t>
    </dgm:pt>
    <dgm:pt modelId="{682641BC-FB9D-154D-B3DC-C1D45D645363}">
      <dgm:prSet custT="1"/>
      <dgm:spPr/>
      <dgm:t>
        <a:bodyPr rIns="548640" rtlCol="1"/>
        <a:lstStyle/>
        <a:p>
          <a:pPr algn="r" rtl="1"/>
          <a:r>
            <a:rPr lang="ar" sz="1800" dirty="0">
              <a:solidFill>
                <a:schemeClr val="tx1"/>
              </a:solidFill>
              <a:latin typeface="Sakkal Majalla" panose="02000000000000000000" pitchFamily="2" charset="-78"/>
              <a:cs typeface="Sakkal Majalla" panose="02000000000000000000" pitchFamily="2" charset="-78"/>
            </a:rPr>
            <a:t>ستطبق إستراتيجيات لضمان استخدام </a:t>
          </a:r>
          <a:r>
            <a:rPr lang="ar" sz="1800" b="1" dirty="0">
              <a:solidFill>
                <a:schemeClr val="tx1"/>
              </a:solidFill>
              <a:latin typeface="Sakkal Majalla" panose="02000000000000000000" pitchFamily="2" charset="-78"/>
              <a:cs typeface="Sakkal Majalla" panose="02000000000000000000" pitchFamily="2" charset="-78"/>
            </a:rPr>
            <a:t>الإعانات</a:t>
          </a:r>
          <a:r>
            <a:rPr lang="ar" sz="1800" dirty="0">
              <a:solidFill>
                <a:schemeClr val="tx1"/>
              </a:solidFill>
              <a:latin typeface="Sakkal Majalla" panose="02000000000000000000" pitchFamily="2" charset="-78"/>
              <a:cs typeface="Sakkal Majalla" panose="02000000000000000000" pitchFamily="2" charset="-78"/>
            </a:rPr>
            <a:t> </a:t>
          </a:r>
          <a:r>
            <a:rPr lang="en" sz="1800" b="1" dirty="0">
              <a:solidFill>
                <a:schemeClr val="tx1"/>
              </a:solidFill>
              <a:latin typeface="Sakkal Majalla" panose="02000000000000000000" pitchFamily="2" charset="-78"/>
              <a:cs typeface="Sakkal Majalla" panose="02000000000000000000" pitchFamily="2" charset="-78"/>
            </a:rPr>
            <a:t>الحكومية </a:t>
          </a:r>
          <a:r>
            <a:rPr lang="ar" sz="1800" dirty="0">
              <a:solidFill>
                <a:schemeClr val="tx1"/>
              </a:solidFill>
              <a:latin typeface="Sakkal Majalla" panose="02000000000000000000" pitchFamily="2" charset="-78"/>
              <a:cs typeface="Sakkal Majalla" panose="02000000000000000000" pitchFamily="2" charset="-78"/>
            </a:rPr>
            <a:t>الممنوحة للمؤسسة بالطريقة الصحيحة.</a:t>
          </a:r>
        </a:p>
      </dgm:t>
    </dgm:pt>
    <dgm:pt modelId="{07B0BB88-52AD-CB40-B4F9-1350CF495A0F}" type="parTrans" cxnId="{A787B9D1-B86A-2B49-A1BA-C737558E3926}">
      <dgm:prSet/>
      <dgm:spPr/>
      <dgm:t>
        <a:bodyPr rtlCol="1"/>
        <a:lstStyle/>
        <a:p>
          <a:pPr rtl="1"/>
          <a:endParaRPr lang="en-GB"/>
        </a:p>
      </dgm:t>
    </dgm:pt>
    <dgm:pt modelId="{EF3A801D-C4EE-5847-AFAF-8FF7EEBEC888}" type="sibTrans" cxnId="{A787B9D1-B86A-2B49-A1BA-C737558E3926}">
      <dgm:prSet/>
      <dgm:spPr/>
      <dgm:t>
        <a:bodyPr rtlCol="1"/>
        <a:lstStyle/>
        <a:p>
          <a:pPr rtl="1"/>
          <a:endParaRPr lang="en-GB"/>
        </a:p>
      </dgm:t>
    </dgm:pt>
    <dgm:pt modelId="{16BECE73-CA05-E448-BF12-8689DF0DD97F}">
      <dgm:prSet custT="1"/>
      <dgm:spPr/>
      <dgm:t>
        <a:bodyPr rIns="548640" rtlCol="1"/>
        <a:lstStyle/>
        <a:p>
          <a:pPr algn="r" rtl="1"/>
          <a:r>
            <a:rPr lang="ar" sz="1800" spc="-40" dirty="0">
              <a:solidFill>
                <a:schemeClr val="tx1"/>
              </a:solidFill>
              <a:latin typeface="Sakkal Majalla" panose="02000000000000000000" pitchFamily="2" charset="-78"/>
              <a:cs typeface="Sakkal Majalla" panose="02000000000000000000" pitchFamily="2" charset="-78"/>
            </a:rPr>
            <a:t>يجب أن تكون من </a:t>
          </a:r>
          <a:r>
            <a:rPr lang="ar" sz="1800" b="1" spc="-40" dirty="0">
              <a:solidFill>
                <a:schemeClr val="tx1"/>
              </a:solidFill>
              <a:latin typeface="Sakkal Majalla" panose="02000000000000000000" pitchFamily="2" charset="-78"/>
              <a:cs typeface="Sakkal Majalla" panose="02000000000000000000" pitchFamily="2" charset="-78"/>
            </a:rPr>
            <a:t>دافعي الضرائب المسؤولين</a:t>
          </a:r>
          <a:r>
            <a:rPr lang="ar" sz="1800" spc="-40" dirty="0">
              <a:solidFill>
                <a:schemeClr val="tx1"/>
              </a:solidFill>
              <a:latin typeface="Sakkal Majalla" panose="02000000000000000000" pitchFamily="2" charset="-78"/>
              <a:cs typeface="Sakkal Majalla" panose="02000000000000000000" pitchFamily="2" charset="-78"/>
            </a:rPr>
            <a:t>. ستلتزم بالآتي:</a:t>
          </a:r>
        </a:p>
        <a:p>
          <a:pPr algn="r" rtl="1"/>
          <a:r>
            <a:rPr lang="ar" sz="1800" spc="-40" baseline="0" dirty="0">
              <a:solidFill>
                <a:schemeClr val="tx1"/>
              </a:solidFill>
              <a:latin typeface="Sakkal Majalla" panose="02000000000000000000" pitchFamily="2" charset="-78"/>
              <a:cs typeface="Sakkal Majalla" panose="02000000000000000000" pitchFamily="2" charset="-78"/>
            </a:rPr>
            <a:t>o ضمان دفع مبلغ الضريبة الصحيح على الفور وفقًا لقوانين الضرائب المطبقة في البلدان التي تعمل فيها</a:t>
          </a:r>
        </a:p>
        <a:p>
          <a:pPr algn="r" rtl="1"/>
          <a:r>
            <a:rPr lang="ar" sz="1800" spc="-40" dirty="0">
              <a:solidFill>
                <a:schemeClr val="tx1"/>
              </a:solidFill>
              <a:latin typeface="Sakkal Majalla" panose="02000000000000000000" pitchFamily="2" charset="-78"/>
              <a:cs typeface="Sakkal Majalla" panose="02000000000000000000" pitchFamily="2" charset="-78"/>
            </a:rPr>
            <a:t>o تضمن أن تكون تعاملاتها مع السلطات الضريبية مفتوحة وشفافة.</a:t>
          </a:r>
        </a:p>
      </dgm:t>
    </dgm:pt>
    <dgm:pt modelId="{32F51DE9-02F1-4644-8708-BC26F065037B}" type="parTrans" cxnId="{16CB3625-C0F4-1441-8441-A1090A9D52DA}">
      <dgm:prSet/>
      <dgm:spPr/>
      <dgm:t>
        <a:bodyPr rtlCol="1"/>
        <a:lstStyle/>
        <a:p>
          <a:pPr rtl="1"/>
          <a:endParaRPr lang="en-GB"/>
        </a:p>
      </dgm:t>
    </dgm:pt>
    <dgm:pt modelId="{6B921B97-F28A-6040-A345-24B0BAA645EF}" type="sibTrans" cxnId="{16CB3625-C0F4-1441-8441-A1090A9D52DA}">
      <dgm:prSet/>
      <dgm:spPr/>
      <dgm:t>
        <a:bodyPr rtlCol="1"/>
        <a:lstStyle/>
        <a:p>
          <a:pPr rtl="1"/>
          <a:endParaRPr lang="en-GB"/>
        </a:p>
      </dgm:t>
    </dgm:pt>
    <dgm:pt modelId="{C8772A66-B021-1F45-877D-78B22D6A993C}" type="pres">
      <dgm:prSet presAssocID="{8464D4E1-1786-5342-A0CD-243E99E5CE75}" presName="linearFlow" presStyleCnt="0">
        <dgm:presLayoutVars>
          <dgm:dir/>
          <dgm:resizeHandles val="exact"/>
        </dgm:presLayoutVars>
      </dgm:prSet>
      <dgm:spPr/>
    </dgm:pt>
    <dgm:pt modelId="{38BB567B-242D-C04B-9B31-B07774FD092D}" type="pres">
      <dgm:prSet presAssocID="{0C192219-A42E-014B-9164-27B4F05D2E84}" presName="composite" presStyleCnt="0"/>
      <dgm:spPr/>
    </dgm:pt>
    <dgm:pt modelId="{548673CF-5C8E-514D-8B2F-E18B9308AC25}" type="pres">
      <dgm:prSet presAssocID="{0C192219-A42E-014B-9164-27B4F05D2E84}" presName="imgShp" presStyleLbl="fgImgPlace1" presStyleIdx="0" presStyleCnt="3" custLinFactX="280506" custLinFactNeighborX="300000" custLinFactNeighborY="16418"/>
      <dgm:spPr>
        <a:solidFill>
          <a:schemeClr val="accent5"/>
        </a:solidFill>
      </dgm:spPr>
    </dgm:pt>
    <dgm:pt modelId="{327E3CFD-45E3-D648-BF0D-568D4B412F8B}" type="pres">
      <dgm:prSet presAssocID="{0C192219-A42E-014B-9164-27B4F05D2E84}" presName="txShp" presStyleLbl="node1" presStyleIdx="0" presStyleCnt="3" custFlipHor="1" custScaleX="129789" custLinFactNeighborX="-2766" custLinFactNeighborY="13129">
        <dgm:presLayoutVars>
          <dgm:bulletEnabled val="1"/>
        </dgm:presLayoutVars>
      </dgm:prSet>
      <dgm:spPr/>
    </dgm:pt>
    <dgm:pt modelId="{E166A4A2-8231-5846-A4C6-04CFDADE1A42}" type="pres">
      <dgm:prSet presAssocID="{A01A2FF2-4E13-CD4D-B97B-5A973FDEBB27}" presName="spacing" presStyleCnt="0"/>
      <dgm:spPr/>
    </dgm:pt>
    <dgm:pt modelId="{197E930B-E0E2-EE4F-B242-270C2B179047}" type="pres">
      <dgm:prSet presAssocID="{16BECE73-CA05-E448-BF12-8689DF0DD97F}" presName="composite" presStyleCnt="0"/>
      <dgm:spPr/>
    </dgm:pt>
    <dgm:pt modelId="{6E404C98-7179-594A-AC0D-3106EAB6498E}" type="pres">
      <dgm:prSet presAssocID="{16BECE73-CA05-E448-BF12-8689DF0DD97F}" presName="imgShp" presStyleLbl="fgImgPlace1" presStyleIdx="1" presStyleCnt="3" custLinFactX="277577" custLinFactNeighborX="300000"/>
      <dgm:spPr>
        <a:solidFill>
          <a:schemeClr val="accent5"/>
        </a:solidFill>
      </dgm:spPr>
    </dgm:pt>
    <dgm:pt modelId="{F1796291-CE57-0E49-909E-A179B658CC25}" type="pres">
      <dgm:prSet presAssocID="{16BECE73-CA05-E448-BF12-8689DF0DD97F}" presName="txShp" presStyleLbl="node1" presStyleIdx="1" presStyleCnt="3" custFlipHor="1" custScaleX="134329" custScaleY="146315" custLinFactNeighborX="-1306" custLinFactNeighborY="8152">
        <dgm:presLayoutVars>
          <dgm:bulletEnabled val="1"/>
        </dgm:presLayoutVars>
      </dgm:prSet>
      <dgm:spPr/>
    </dgm:pt>
    <dgm:pt modelId="{2BD7C319-11AF-8B43-9694-DEDFFA538EFD}" type="pres">
      <dgm:prSet presAssocID="{6B921B97-F28A-6040-A345-24B0BAA645EF}" presName="spacing" presStyleCnt="0"/>
      <dgm:spPr/>
    </dgm:pt>
    <dgm:pt modelId="{C5176166-9C47-CC46-896D-56CCC0363AD9}" type="pres">
      <dgm:prSet presAssocID="{682641BC-FB9D-154D-B3DC-C1D45D645363}" presName="composite" presStyleCnt="0"/>
      <dgm:spPr/>
    </dgm:pt>
    <dgm:pt modelId="{3B3391EB-259A-6B42-AFDE-A53241F8F10E}" type="pres">
      <dgm:prSet presAssocID="{682641BC-FB9D-154D-B3DC-C1D45D645363}" presName="imgShp" presStyleLbl="fgImgPlace1" presStyleIdx="2" presStyleCnt="3" custLinFactX="280661" custLinFactNeighborX="300000" custLinFactNeighborY="-5763"/>
      <dgm:spPr>
        <a:solidFill>
          <a:schemeClr val="accent5"/>
        </a:solidFill>
      </dgm:spPr>
    </dgm:pt>
    <dgm:pt modelId="{4754AB08-D98F-2348-879F-3076591CD833}" type="pres">
      <dgm:prSet presAssocID="{682641BC-FB9D-154D-B3DC-C1D45D645363}" presName="txShp" presStyleLbl="node1" presStyleIdx="2" presStyleCnt="3" custFlipHor="1" custScaleX="129647" custLinFactNeighborX="-2077" custLinFactNeighborY="-4190">
        <dgm:presLayoutVars>
          <dgm:bulletEnabled val="1"/>
        </dgm:presLayoutVars>
      </dgm:prSet>
      <dgm:spPr/>
    </dgm:pt>
  </dgm:ptLst>
  <dgm:cxnLst>
    <dgm:cxn modelId="{C6D32B07-0B07-0D47-A4B9-87085A875F2C}" type="presOf" srcId="{16BECE73-CA05-E448-BF12-8689DF0DD97F}" destId="{F1796291-CE57-0E49-909E-A179B658CC25}" srcOrd="0" destOrd="0" presId="urn:microsoft.com/office/officeart/2005/8/layout/vList3"/>
    <dgm:cxn modelId="{16CB3625-C0F4-1441-8441-A1090A9D52DA}" srcId="{8464D4E1-1786-5342-A0CD-243E99E5CE75}" destId="{16BECE73-CA05-E448-BF12-8689DF0DD97F}" srcOrd="1" destOrd="0" parTransId="{32F51DE9-02F1-4644-8708-BC26F065037B}" sibTransId="{6B921B97-F28A-6040-A345-24B0BAA645EF}"/>
    <dgm:cxn modelId="{69ED4329-92E9-E948-9785-7BD86E86FE3D}" srcId="{8464D4E1-1786-5342-A0CD-243E99E5CE75}" destId="{0C192219-A42E-014B-9164-27B4F05D2E84}" srcOrd="0" destOrd="0" parTransId="{EAA115DB-DED8-8B46-88D6-08A5D17FBB09}" sibTransId="{A01A2FF2-4E13-CD4D-B97B-5A973FDEBB27}"/>
    <dgm:cxn modelId="{E2920C2C-6FB2-114D-B162-60809B6FA733}" type="presOf" srcId="{682641BC-FB9D-154D-B3DC-C1D45D645363}" destId="{4754AB08-D98F-2348-879F-3076591CD833}" srcOrd="0" destOrd="0" presId="urn:microsoft.com/office/officeart/2005/8/layout/vList3"/>
    <dgm:cxn modelId="{37F9263C-8F7C-4E48-971C-15FCDAE4BCAF}" type="presOf" srcId="{0C192219-A42E-014B-9164-27B4F05D2E84}" destId="{327E3CFD-45E3-D648-BF0D-568D4B412F8B}" srcOrd="0" destOrd="0" presId="urn:microsoft.com/office/officeart/2005/8/layout/vList3"/>
    <dgm:cxn modelId="{A787B9D1-B86A-2B49-A1BA-C737558E3926}" srcId="{8464D4E1-1786-5342-A0CD-243E99E5CE75}" destId="{682641BC-FB9D-154D-B3DC-C1D45D645363}" srcOrd="2" destOrd="0" parTransId="{07B0BB88-52AD-CB40-B4F9-1350CF495A0F}" sibTransId="{EF3A801D-C4EE-5847-AFAF-8FF7EEBEC888}"/>
    <dgm:cxn modelId="{F9FE12F6-9B38-9E49-ACE4-60829E99A88D}" type="presOf" srcId="{8464D4E1-1786-5342-A0CD-243E99E5CE75}" destId="{C8772A66-B021-1F45-877D-78B22D6A993C}" srcOrd="0" destOrd="0" presId="urn:microsoft.com/office/officeart/2005/8/layout/vList3"/>
    <dgm:cxn modelId="{97350403-7A1E-A041-9122-70F0C55AF0B2}" type="presParOf" srcId="{C8772A66-B021-1F45-877D-78B22D6A993C}" destId="{38BB567B-242D-C04B-9B31-B07774FD092D}" srcOrd="0" destOrd="0" presId="urn:microsoft.com/office/officeart/2005/8/layout/vList3"/>
    <dgm:cxn modelId="{687B5B0A-5173-D84A-A034-5FEBEB2AA37D}" type="presParOf" srcId="{38BB567B-242D-C04B-9B31-B07774FD092D}" destId="{548673CF-5C8E-514D-8B2F-E18B9308AC25}" srcOrd="0" destOrd="0" presId="urn:microsoft.com/office/officeart/2005/8/layout/vList3"/>
    <dgm:cxn modelId="{C377EAD6-3069-DD4D-A0FF-6A656AC56438}" type="presParOf" srcId="{38BB567B-242D-C04B-9B31-B07774FD092D}" destId="{327E3CFD-45E3-D648-BF0D-568D4B412F8B}" srcOrd="1" destOrd="0" presId="urn:microsoft.com/office/officeart/2005/8/layout/vList3"/>
    <dgm:cxn modelId="{DFAA205E-EB0F-1A49-A456-F24D7E997B63}" type="presParOf" srcId="{C8772A66-B021-1F45-877D-78B22D6A993C}" destId="{E166A4A2-8231-5846-A4C6-04CFDADE1A42}" srcOrd="1" destOrd="0" presId="urn:microsoft.com/office/officeart/2005/8/layout/vList3"/>
    <dgm:cxn modelId="{DFFF748F-9AB2-A043-982E-298BA1188206}" type="presParOf" srcId="{C8772A66-B021-1F45-877D-78B22D6A993C}" destId="{197E930B-E0E2-EE4F-B242-270C2B179047}" srcOrd="2" destOrd="0" presId="urn:microsoft.com/office/officeart/2005/8/layout/vList3"/>
    <dgm:cxn modelId="{C919EFDB-4204-584E-935A-E35DA0FE2A41}" type="presParOf" srcId="{197E930B-E0E2-EE4F-B242-270C2B179047}" destId="{6E404C98-7179-594A-AC0D-3106EAB6498E}" srcOrd="0" destOrd="0" presId="urn:microsoft.com/office/officeart/2005/8/layout/vList3"/>
    <dgm:cxn modelId="{31894CE4-9983-7E46-B9BD-E6A9C043A6BB}" type="presParOf" srcId="{197E930B-E0E2-EE4F-B242-270C2B179047}" destId="{F1796291-CE57-0E49-909E-A179B658CC25}" srcOrd="1" destOrd="0" presId="urn:microsoft.com/office/officeart/2005/8/layout/vList3"/>
    <dgm:cxn modelId="{1B1DE203-035B-0649-843C-E86531783920}" type="presParOf" srcId="{C8772A66-B021-1F45-877D-78B22D6A993C}" destId="{2BD7C319-11AF-8B43-9694-DEDFFA538EFD}" srcOrd="3" destOrd="0" presId="urn:microsoft.com/office/officeart/2005/8/layout/vList3"/>
    <dgm:cxn modelId="{053EDCF4-D6F3-AB4E-9CAD-531D406E4BCB}" type="presParOf" srcId="{C8772A66-B021-1F45-877D-78B22D6A993C}" destId="{C5176166-9C47-CC46-896D-56CCC0363AD9}" srcOrd="4" destOrd="0" presId="urn:microsoft.com/office/officeart/2005/8/layout/vList3"/>
    <dgm:cxn modelId="{BED4BAB7-2748-5542-AE37-EFC62792E618}" type="presParOf" srcId="{C5176166-9C47-CC46-896D-56CCC0363AD9}" destId="{3B3391EB-259A-6B42-AFDE-A53241F8F10E}" srcOrd="0" destOrd="0" presId="urn:microsoft.com/office/officeart/2005/8/layout/vList3"/>
    <dgm:cxn modelId="{C58E7DE0-2192-A941-8E0B-747233DFEC70}" type="presParOf" srcId="{C5176166-9C47-CC46-896D-56CCC0363AD9}" destId="{4754AB08-D98F-2348-879F-3076591CD833}" srcOrd="1" destOrd="0" presId="urn:microsoft.com/office/officeart/2005/8/layout/vList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AE3F48C-33E0-4F25-9F3C-7E5E2C67BDBB}" type="doc">
      <dgm:prSet loTypeId="urn:microsoft.com/office/officeart/2005/8/layout/matrix3" loCatId="matrix" qsTypeId="urn:microsoft.com/office/officeart/2005/8/quickstyle/simple2" qsCatId="simple" csTypeId="urn:microsoft.com/office/officeart/2005/8/colors/accent2_2" csCatId="accent2" phldr="1"/>
      <dgm:spPr/>
      <dgm:t>
        <a:bodyPr rtlCol="1"/>
        <a:lstStyle/>
        <a:p>
          <a:pPr rtl="1"/>
          <a:endParaRPr lang="en-US"/>
        </a:p>
      </dgm:t>
    </dgm:pt>
    <dgm:pt modelId="{4ABF40D1-3442-4726-8D1A-9440B3AC7946}">
      <dgm:prSet custT="1"/>
      <dgm:spPr>
        <a:solidFill>
          <a:schemeClr val="accent6">
            <a:lumMod val="20000"/>
            <a:lumOff val="80000"/>
          </a:schemeClr>
        </a:solidFill>
      </dgm:spPr>
      <dgm:t>
        <a:bodyPr rtlCol="1"/>
        <a:lstStyle/>
        <a:p>
          <a:pPr rtl="1"/>
          <a:r>
            <a:rPr lang="ar" sz="1800" dirty="0">
              <a:solidFill>
                <a:schemeClr val="accent6"/>
              </a:solidFill>
              <a:latin typeface="Sakkal Majalla" panose="02000000000000000000" pitchFamily="2" charset="-78"/>
              <a:cs typeface="Sakkal Majalla" panose="02000000000000000000" pitchFamily="2" charset="-78"/>
            </a:rPr>
            <a:t>بعض المدونات </a:t>
          </a:r>
          <a:r>
            <a:rPr lang="ar" sz="1800" b="1" dirty="0">
              <a:solidFill>
                <a:schemeClr val="accent6"/>
              </a:solidFill>
              <a:latin typeface="Sakkal Majalla" panose="02000000000000000000" pitchFamily="2" charset="-78"/>
              <a:cs typeface="Sakkal Majalla" panose="02000000000000000000" pitchFamily="2" charset="-78"/>
            </a:rPr>
            <a:t>إلزامية</a:t>
          </a:r>
          <a:r>
            <a:rPr lang="ar" sz="1800" dirty="0">
              <a:solidFill>
                <a:schemeClr val="accent6"/>
              </a:solidFill>
              <a:latin typeface="Sakkal Majalla" panose="02000000000000000000" pitchFamily="2" charset="-78"/>
              <a:cs typeface="Sakkal Majalla" panose="02000000000000000000" pitchFamily="2" charset="-78"/>
            </a:rPr>
            <a:t> - يجب على القطاع اتباعها</a:t>
          </a:r>
          <a:endParaRPr lang="en-US" sz="1800" dirty="0">
            <a:solidFill>
              <a:schemeClr val="accent6"/>
            </a:solidFill>
            <a:latin typeface="Sakkal Majalla" panose="02000000000000000000" pitchFamily="2" charset="-78"/>
            <a:cs typeface="Sakkal Majalla" panose="02000000000000000000" pitchFamily="2" charset="-78"/>
          </a:endParaRPr>
        </a:p>
      </dgm:t>
    </dgm:pt>
    <dgm:pt modelId="{C1276C83-94CC-49DC-A260-4038E38845BC}" type="parTrans" cxnId="{24BE11EA-2381-433D-A869-095286AD9B7A}">
      <dgm:prSet/>
      <dgm:spPr/>
      <dgm:t>
        <a:bodyPr rtlCol="1"/>
        <a:lstStyle/>
        <a:p>
          <a:pPr rtl="1"/>
          <a:endParaRPr lang="en-US"/>
        </a:p>
      </dgm:t>
    </dgm:pt>
    <dgm:pt modelId="{632F3612-0DBE-4B93-805C-A8CBF966822D}" type="sibTrans" cxnId="{24BE11EA-2381-433D-A869-095286AD9B7A}">
      <dgm:prSet/>
      <dgm:spPr/>
      <dgm:t>
        <a:bodyPr rtlCol="1"/>
        <a:lstStyle/>
        <a:p>
          <a:pPr rtl="1"/>
          <a:endParaRPr lang="en-US"/>
        </a:p>
      </dgm:t>
    </dgm:pt>
    <dgm:pt modelId="{55D33CA8-A343-4E66-9ED0-3034E32AEA17}">
      <dgm:prSet custT="1"/>
      <dgm:spPr>
        <a:solidFill>
          <a:schemeClr val="accent5">
            <a:lumMod val="90000"/>
          </a:schemeClr>
        </a:solidFill>
      </dgm:spPr>
      <dgm:t>
        <a:bodyPr rtlCol="1"/>
        <a:lstStyle/>
        <a:p>
          <a:pPr rtl="1"/>
          <a:r>
            <a:rPr lang="ar" sz="1800" dirty="0">
              <a:solidFill>
                <a:schemeClr val="accent6"/>
              </a:solidFill>
              <a:latin typeface="Sakkal Majalla" panose="02000000000000000000" pitchFamily="2" charset="-78"/>
              <a:cs typeface="Sakkal Majalla" panose="02000000000000000000" pitchFamily="2" charset="-78"/>
            </a:rPr>
            <a:t>بعض المدونات </a:t>
          </a:r>
          <a:r>
            <a:rPr lang="ar" sz="1800" b="1" dirty="0">
              <a:solidFill>
                <a:schemeClr val="accent6"/>
              </a:solidFill>
              <a:latin typeface="Sakkal Majalla" panose="02000000000000000000" pitchFamily="2" charset="-78"/>
              <a:cs typeface="Sakkal Majalla" panose="02000000000000000000" pitchFamily="2" charset="-78"/>
            </a:rPr>
            <a:t>طوعية</a:t>
          </a:r>
          <a:r>
            <a:rPr lang="ar" sz="1800" dirty="0">
              <a:solidFill>
                <a:schemeClr val="accent6"/>
              </a:solidFill>
              <a:latin typeface="Sakkal Majalla" panose="02000000000000000000" pitchFamily="2" charset="-78"/>
              <a:cs typeface="Sakkal Majalla" panose="02000000000000000000" pitchFamily="2" charset="-78"/>
            </a:rPr>
            <a:t> - تنطبق فقط على الذين قاموا بالتسجيل</a:t>
          </a:r>
          <a:endParaRPr lang="en-US" sz="1800" dirty="0">
            <a:solidFill>
              <a:schemeClr val="accent6"/>
            </a:solidFill>
            <a:latin typeface="Sakkal Majalla" panose="02000000000000000000" pitchFamily="2" charset="-78"/>
            <a:cs typeface="Sakkal Majalla" panose="02000000000000000000" pitchFamily="2" charset="-78"/>
          </a:endParaRPr>
        </a:p>
      </dgm:t>
    </dgm:pt>
    <dgm:pt modelId="{F8B5C19A-8FD8-4DF8-9D71-D1A5039DAD86}" type="parTrans" cxnId="{DF23E450-617B-44C3-9DB5-D16D7CBF433F}">
      <dgm:prSet/>
      <dgm:spPr/>
      <dgm:t>
        <a:bodyPr rtlCol="1"/>
        <a:lstStyle/>
        <a:p>
          <a:pPr rtl="1"/>
          <a:endParaRPr lang="en-US"/>
        </a:p>
      </dgm:t>
    </dgm:pt>
    <dgm:pt modelId="{07A01852-C25C-4214-8D1E-8591EF465E75}" type="sibTrans" cxnId="{DF23E450-617B-44C3-9DB5-D16D7CBF433F}">
      <dgm:prSet/>
      <dgm:spPr/>
      <dgm:t>
        <a:bodyPr rtlCol="1"/>
        <a:lstStyle/>
        <a:p>
          <a:pPr rtl="1"/>
          <a:endParaRPr lang="en-US"/>
        </a:p>
      </dgm:t>
    </dgm:pt>
    <dgm:pt modelId="{B33E01E5-E1AD-4DC2-BCD5-9166BF52476B}">
      <dgm:prSet custT="1"/>
      <dgm:spPr>
        <a:gradFill rotWithShape="0">
          <a:gsLst>
            <a:gs pos="0">
              <a:schemeClr val="accent6">
                <a:lumMod val="20000"/>
                <a:lumOff val="80000"/>
              </a:schemeClr>
            </a:gs>
            <a:gs pos="86000">
              <a:schemeClr val="accent5"/>
            </a:gs>
            <a:gs pos="100000">
              <a:schemeClr val="accent5"/>
            </a:gs>
          </a:gsLst>
          <a:lin ang="2700000" scaled="1"/>
        </a:gradFill>
      </dgm:spPr>
      <dgm:t>
        <a:bodyPr rtlCol="1"/>
        <a:lstStyle/>
        <a:p>
          <a:pPr rtl="1"/>
          <a:r>
            <a:rPr lang="ar" sz="1800" b="1" dirty="0">
              <a:solidFill>
                <a:schemeClr val="tx1"/>
              </a:solidFill>
              <a:latin typeface="Sakkal Majalla" panose="02000000000000000000" pitchFamily="2" charset="-78"/>
              <a:cs typeface="Sakkal Majalla" panose="02000000000000000000" pitchFamily="2" charset="-78"/>
            </a:rPr>
            <a:t>العقوبات </a:t>
          </a:r>
          <a:r>
            <a:rPr lang="ar" sz="1800" dirty="0">
              <a:solidFill>
                <a:schemeClr val="tx1"/>
              </a:solidFill>
              <a:latin typeface="Sakkal Majalla" panose="02000000000000000000" pitchFamily="2" charset="-78"/>
              <a:cs typeface="Sakkal Majalla" panose="02000000000000000000" pitchFamily="2" charset="-78"/>
            </a:rPr>
            <a:t> هي غرامات تُفرض لمخالفة أي قاعدة متبعة </a:t>
          </a:r>
          <a:endParaRPr lang="en-US" sz="1800" dirty="0">
            <a:solidFill>
              <a:schemeClr val="tx1"/>
            </a:solidFill>
            <a:latin typeface="Sakkal Majalla" panose="02000000000000000000" pitchFamily="2" charset="-78"/>
            <a:cs typeface="Sakkal Majalla" panose="02000000000000000000" pitchFamily="2" charset="-78"/>
          </a:endParaRPr>
        </a:p>
      </dgm:t>
    </dgm:pt>
    <dgm:pt modelId="{FA63FB93-1B28-4136-8CB7-13B1C34BACD7}" type="parTrans" cxnId="{EBA88C36-CC45-4607-B2B6-75D9B192CC21}">
      <dgm:prSet/>
      <dgm:spPr/>
      <dgm:t>
        <a:bodyPr rtlCol="1"/>
        <a:lstStyle/>
        <a:p>
          <a:pPr rtl="1"/>
          <a:endParaRPr lang="en-US"/>
        </a:p>
      </dgm:t>
    </dgm:pt>
    <dgm:pt modelId="{EADA4169-5BD0-4B33-8668-5276B000FB44}" type="sibTrans" cxnId="{EBA88C36-CC45-4607-B2B6-75D9B192CC21}">
      <dgm:prSet/>
      <dgm:spPr/>
      <dgm:t>
        <a:bodyPr rtlCol="1"/>
        <a:lstStyle/>
        <a:p>
          <a:pPr rtl="1"/>
          <a:endParaRPr lang="en-US"/>
        </a:p>
      </dgm:t>
    </dgm:pt>
    <dgm:pt modelId="{711232C5-2D96-2046-B981-463495F23910}">
      <dgm:prSet custT="1"/>
      <dgm:spPr>
        <a:solidFill>
          <a:schemeClr val="bg2">
            <a:lumMod val="20000"/>
            <a:lumOff val="80000"/>
          </a:schemeClr>
        </a:solidFill>
        <a:ln>
          <a:solidFill>
            <a:schemeClr val="accent5">
              <a:lumMod val="90000"/>
            </a:schemeClr>
          </a:solidFill>
        </a:ln>
      </dgm:spPr>
      <dgm:t>
        <a:bodyPr rtlCol="1"/>
        <a:lstStyle/>
        <a:p>
          <a:pPr rtl="1"/>
          <a:r>
            <a:rPr lang="ar" sz="1800" b="1" dirty="0">
              <a:solidFill>
                <a:schemeClr val="accent6"/>
              </a:solidFill>
              <a:latin typeface="Sakkal Majalla" panose="02000000000000000000" pitchFamily="2" charset="-78"/>
              <a:cs typeface="Sakkal Majalla" panose="02000000000000000000" pitchFamily="2" charset="-78"/>
            </a:rPr>
            <a:t>توفر قواعد الممارسة الخاصة بالقطاع مجموعة من القواعد أو المعايير الدنيا</a:t>
          </a:r>
        </a:p>
      </dgm:t>
    </dgm:pt>
    <dgm:pt modelId="{20AE59C4-7CB0-A14B-9BF9-AC4169C4FC73}" type="parTrans" cxnId="{FB1AB18A-A0FD-264F-B13D-00E36ABAE80F}">
      <dgm:prSet/>
      <dgm:spPr/>
      <dgm:t>
        <a:bodyPr rtlCol="1"/>
        <a:lstStyle/>
        <a:p>
          <a:pPr rtl="1"/>
          <a:endParaRPr lang="en-GB"/>
        </a:p>
      </dgm:t>
    </dgm:pt>
    <dgm:pt modelId="{EE4C0403-AFF0-7545-B38B-0B3A1EA26BE7}" type="sibTrans" cxnId="{FB1AB18A-A0FD-264F-B13D-00E36ABAE80F}">
      <dgm:prSet/>
      <dgm:spPr/>
      <dgm:t>
        <a:bodyPr rtlCol="1"/>
        <a:lstStyle/>
        <a:p>
          <a:pPr rtl="1"/>
          <a:endParaRPr lang="en-GB"/>
        </a:p>
      </dgm:t>
    </dgm:pt>
    <dgm:pt modelId="{55B76B34-22FC-5A44-A815-4CFDB818FCDC}" type="pres">
      <dgm:prSet presAssocID="{1AE3F48C-33E0-4F25-9F3C-7E5E2C67BDBB}" presName="matrix" presStyleCnt="0">
        <dgm:presLayoutVars>
          <dgm:chMax val="1"/>
          <dgm:dir/>
          <dgm:resizeHandles val="exact"/>
        </dgm:presLayoutVars>
      </dgm:prSet>
      <dgm:spPr/>
    </dgm:pt>
    <dgm:pt modelId="{E3E600EB-D31F-4F4C-883B-E705D9C1417A}" type="pres">
      <dgm:prSet presAssocID="{1AE3F48C-33E0-4F25-9F3C-7E5E2C67BDBB}" presName="diamond" presStyleLbl="bgShp" presStyleIdx="0" presStyleCnt="1"/>
      <dgm:spPr/>
    </dgm:pt>
    <dgm:pt modelId="{4299952E-001C-0E46-B483-5CB5700F19A9}" type="pres">
      <dgm:prSet presAssocID="{1AE3F48C-33E0-4F25-9F3C-7E5E2C67BDBB}" presName="quad1" presStyleLbl="node1" presStyleIdx="0" presStyleCnt="4" custScaleX="136058" custScaleY="79711" custLinFactX="100000" custLinFactNeighborX="114758" custLinFactNeighborY="55769">
        <dgm:presLayoutVars>
          <dgm:chMax val="0"/>
          <dgm:chPref val="0"/>
          <dgm:bulletEnabled val="1"/>
        </dgm:presLayoutVars>
      </dgm:prSet>
      <dgm:spPr/>
    </dgm:pt>
    <dgm:pt modelId="{AACB2EFD-D1BB-2C41-9300-20FB94669B54}" type="pres">
      <dgm:prSet presAssocID="{1AE3F48C-33E0-4F25-9F3C-7E5E2C67BDBB}" presName="quad2" presStyleLbl="node1" presStyleIdx="1" presStyleCnt="4" custScaleX="127208" custScaleY="81087" custLinFactX="-100000" custLinFactNeighborX="-119183" custLinFactNeighborY="55769">
        <dgm:presLayoutVars>
          <dgm:chMax val="0"/>
          <dgm:chPref val="0"/>
          <dgm:bulletEnabled val="1"/>
        </dgm:presLayoutVars>
      </dgm:prSet>
      <dgm:spPr/>
    </dgm:pt>
    <dgm:pt modelId="{4A0631E5-E82B-6F4B-9039-F342B45E0331}" type="pres">
      <dgm:prSet presAssocID="{1AE3F48C-33E0-4F25-9F3C-7E5E2C67BDBB}" presName="quad3" presStyleLbl="node1" presStyleIdx="2" presStyleCnt="4" custLinFactNeighborX="53846" custLinFactNeighborY="32578">
        <dgm:presLayoutVars>
          <dgm:chMax val="0"/>
          <dgm:chPref val="0"/>
          <dgm:bulletEnabled val="1"/>
        </dgm:presLayoutVars>
      </dgm:prSet>
      <dgm:spPr/>
    </dgm:pt>
    <dgm:pt modelId="{8BBF022B-9D98-8245-9261-52C879C78A31}" type="pres">
      <dgm:prSet presAssocID="{1AE3F48C-33E0-4F25-9F3C-7E5E2C67BDBB}" presName="quad4" presStyleLbl="node1" presStyleIdx="3" presStyleCnt="4" custScaleX="146199" custScaleY="137061" custLinFactY="-13521" custLinFactNeighborX="-53846" custLinFactNeighborY="-100000">
        <dgm:presLayoutVars>
          <dgm:chMax val="0"/>
          <dgm:chPref val="0"/>
          <dgm:bulletEnabled val="1"/>
        </dgm:presLayoutVars>
      </dgm:prSet>
      <dgm:spPr>
        <a:prstGeom prst="ellipse">
          <a:avLst/>
        </a:prstGeom>
      </dgm:spPr>
    </dgm:pt>
  </dgm:ptLst>
  <dgm:cxnLst>
    <dgm:cxn modelId="{77169F18-5DFF-3C46-932C-735E0827C0BA}" type="presOf" srcId="{B33E01E5-E1AD-4DC2-BCD5-9166BF52476B}" destId="{4A0631E5-E82B-6F4B-9039-F342B45E0331}" srcOrd="0" destOrd="0" presId="urn:microsoft.com/office/officeart/2005/8/layout/matrix3"/>
    <dgm:cxn modelId="{569B0219-732A-A841-B30E-2055B8140E6F}" type="presOf" srcId="{4ABF40D1-3442-4726-8D1A-9440B3AC7946}" destId="{4299952E-001C-0E46-B483-5CB5700F19A9}" srcOrd="0" destOrd="0" presId="urn:microsoft.com/office/officeart/2005/8/layout/matrix3"/>
    <dgm:cxn modelId="{EBA88C36-CC45-4607-B2B6-75D9B192CC21}" srcId="{1AE3F48C-33E0-4F25-9F3C-7E5E2C67BDBB}" destId="{B33E01E5-E1AD-4DC2-BCD5-9166BF52476B}" srcOrd="2" destOrd="0" parTransId="{FA63FB93-1B28-4136-8CB7-13B1C34BACD7}" sibTransId="{EADA4169-5BD0-4B33-8668-5276B000FB44}"/>
    <dgm:cxn modelId="{DF23E450-617B-44C3-9DB5-D16D7CBF433F}" srcId="{1AE3F48C-33E0-4F25-9F3C-7E5E2C67BDBB}" destId="{55D33CA8-A343-4E66-9ED0-3034E32AEA17}" srcOrd="1" destOrd="0" parTransId="{F8B5C19A-8FD8-4DF8-9D71-D1A5039DAD86}" sibTransId="{07A01852-C25C-4214-8D1E-8591EF465E75}"/>
    <dgm:cxn modelId="{FB1AB18A-A0FD-264F-B13D-00E36ABAE80F}" srcId="{1AE3F48C-33E0-4F25-9F3C-7E5E2C67BDBB}" destId="{711232C5-2D96-2046-B981-463495F23910}" srcOrd="3" destOrd="0" parTransId="{20AE59C4-7CB0-A14B-9BF9-AC4169C4FC73}" sibTransId="{EE4C0403-AFF0-7545-B38B-0B3A1EA26BE7}"/>
    <dgm:cxn modelId="{02034C92-4110-0640-9551-07DA13DDD6EE}" type="presOf" srcId="{711232C5-2D96-2046-B981-463495F23910}" destId="{8BBF022B-9D98-8245-9261-52C879C78A31}" srcOrd="0" destOrd="0" presId="urn:microsoft.com/office/officeart/2005/8/layout/matrix3"/>
    <dgm:cxn modelId="{D0F4A5C4-09A5-AC41-B6C3-1E0027CE8D2A}" type="presOf" srcId="{55D33CA8-A343-4E66-9ED0-3034E32AEA17}" destId="{AACB2EFD-D1BB-2C41-9300-20FB94669B54}" srcOrd="0" destOrd="0" presId="urn:microsoft.com/office/officeart/2005/8/layout/matrix3"/>
    <dgm:cxn modelId="{24BE11EA-2381-433D-A869-095286AD9B7A}" srcId="{1AE3F48C-33E0-4F25-9F3C-7E5E2C67BDBB}" destId="{4ABF40D1-3442-4726-8D1A-9440B3AC7946}" srcOrd="0" destOrd="0" parTransId="{C1276C83-94CC-49DC-A260-4038E38845BC}" sibTransId="{632F3612-0DBE-4B93-805C-A8CBF966822D}"/>
    <dgm:cxn modelId="{030A2EFE-7D31-2148-B36B-9FC4F3798EBC}" type="presOf" srcId="{1AE3F48C-33E0-4F25-9F3C-7E5E2C67BDBB}" destId="{55B76B34-22FC-5A44-A815-4CFDB818FCDC}" srcOrd="0" destOrd="0" presId="urn:microsoft.com/office/officeart/2005/8/layout/matrix3"/>
    <dgm:cxn modelId="{28D4ED26-D1DB-3949-B55A-661D7350B0A0}" type="presParOf" srcId="{55B76B34-22FC-5A44-A815-4CFDB818FCDC}" destId="{E3E600EB-D31F-4F4C-883B-E705D9C1417A}" srcOrd="0" destOrd="0" presId="urn:microsoft.com/office/officeart/2005/8/layout/matrix3"/>
    <dgm:cxn modelId="{38964287-234F-914A-84E7-E063FBDE8B77}" type="presParOf" srcId="{55B76B34-22FC-5A44-A815-4CFDB818FCDC}" destId="{4299952E-001C-0E46-B483-5CB5700F19A9}" srcOrd="1" destOrd="0" presId="urn:microsoft.com/office/officeart/2005/8/layout/matrix3"/>
    <dgm:cxn modelId="{5ADCBE26-5469-E74E-B293-C6445F5C916F}" type="presParOf" srcId="{55B76B34-22FC-5A44-A815-4CFDB818FCDC}" destId="{AACB2EFD-D1BB-2C41-9300-20FB94669B54}" srcOrd="2" destOrd="0" presId="urn:microsoft.com/office/officeart/2005/8/layout/matrix3"/>
    <dgm:cxn modelId="{27505AA3-E8B6-AE4D-BC6A-4FA68BA844B0}" type="presParOf" srcId="{55B76B34-22FC-5A44-A815-4CFDB818FCDC}" destId="{4A0631E5-E82B-6F4B-9039-F342B45E0331}" srcOrd="3" destOrd="0" presId="urn:microsoft.com/office/officeart/2005/8/layout/matrix3"/>
    <dgm:cxn modelId="{074895CD-E504-9C42-85B7-857D62D3C8A4}" type="presParOf" srcId="{55B76B34-22FC-5A44-A815-4CFDB818FCDC}" destId="{8BBF022B-9D98-8245-9261-52C879C78A31}" srcOrd="4" destOrd="0" presId="urn:microsoft.com/office/officeart/2005/8/layout/matrix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FB37678-81F0-40D8-A7FC-21358CFFD637}" type="doc">
      <dgm:prSet loTypeId="urn:microsoft.com/office/officeart/2018/2/layout/IconVerticalSolidList" loCatId="icon" qsTypeId="urn:microsoft.com/office/officeart/2005/8/quickstyle/simple1" qsCatId="simple" csTypeId="urn:microsoft.com/office/officeart/2005/8/colors/accent2_2" csCatId="accent2" phldr="1"/>
      <dgm:spPr/>
      <dgm:t>
        <a:bodyPr rtlCol="1"/>
        <a:lstStyle/>
        <a:p>
          <a:pPr rtl="1"/>
          <a:endParaRPr lang="en-US"/>
        </a:p>
      </dgm:t>
    </dgm:pt>
    <dgm:pt modelId="{6DE3DA55-C072-4167-B9A4-C5C754FE7ED1}">
      <dgm:prSet custT="1"/>
      <dgm:spPr/>
      <dgm:t>
        <a:bodyPr rtlCol="1"/>
        <a:lstStyle/>
        <a:p>
          <a:pPr algn="r" rtl="1">
            <a:lnSpc>
              <a:spcPct val="100000"/>
            </a:lnSpc>
          </a:pPr>
          <a:r>
            <a:rPr lang="ar" sz="1800" dirty="0">
              <a:latin typeface="Sakkal Majalla" panose="02000000000000000000" pitchFamily="2" charset="-78"/>
              <a:cs typeface="Sakkal Majalla" panose="02000000000000000000" pitchFamily="2" charset="-78"/>
            </a:rPr>
            <a:t>تحدد </a:t>
          </a:r>
          <a:r>
            <a:rPr lang="ar" sz="1800" b="1" dirty="0">
              <a:latin typeface="Sakkal Majalla" panose="02000000000000000000" pitchFamily="2" charset="-78"/>
              <a:cs typeface="Sakkal Majalla" panose="02000000000000000000" pitchFamily="2" charset="-78"/>
            </a:rPr>
            <a:t>مدونات الممارسة الخاصة بالقطاع</a:t>
          </a:r>
          <a:r>
            <a:rPr lang="ar" sz="1800" dirty="0">
              <a:latin typeface="Sakkal Majalla" panose="02000000000000000000" pitchFamily="2" charset="-78"/>
              <a:cs typeface="Sakkal Majalla" panose="02000000000000000000" pitchFamily="2" charset="-78"/>
            </a:rPr>
            <a:t> مجموعة محددة من معايير السلوك. </a:t>
          </a:r>
          <a:endParaRPr lang="en-US" sz="1800" dirty="0">
            <a:latin typeface="Sakkal Majalla" panose="02000000000000000000" pitchFamily="2" charset="-78"/>
            <a:cs typeface="Sakkal Majalla" panose="02000000000000000000" pitchFamily="2" charset="-78"/>
          </a:endParaRPr>
        </a:p>
      </dgm:t>
    </dgm:pt>
    <dgm:pt modelId="{E3F4FD4D-DEF2-47EC-ADEF-693E0584A720}" type="parTrans" cxnId="{9E3D78A8-22AF-4633-8C2A-50208DC92062}">
      <dgm:prSet/>
      <dgm:spPr/>
      <dgm:t>
        <a:bodyPr rtlCol="1"/>
        <a:lstStyle/>
        <a:p>
          <a:pPr rtl="1"/>
          <a:endParaRPr lang="en-US"/>
        </a:p>
      </dgm:t>
    </dgm:pt>
    <dgm:pt modelId="{8C46EAAB-1E1F-4C2B-84E3-47F2E650F590}" type="sibTrans" cxnId="{9E3D78A8-22AF-4633-8C2A-50208DC92062}">
      <dgm:prSet/>
      <dgm:spPr/>
      <dgm:t>
        <a:bodyPr rtlCol="1"/>
        <a:lstStyle/>
        <a:p>
          <a:pPr rtl="1"/>
          <a:endParaRPr lang="en-US"/>
        </a:p>
      </dgm:t>
    </dgm:pt>
    <dgm:pt modelId="{CCBF2339-585E-4E52-9FC4-64F0EFF56362}">
      <dgm:prSet custT="1"/>
      <dgm:spPr/>
      <dgm:t>
        <a:bodyPr rtlCol="1"/>
        <a:lstStyle/>
        <a:p>
          <a:pPr algn="r" rtl="1">
            <a:lnSpc>
              <a:spcPct val="100000"/>
            </a:lnSpc>
          </a:pPr>
          <a:r>
            <a:rPr lang="ar" sz="1800" dirty="0">
              <a:latin typeface="Sakkal Majalla" panose="02000000000000000000" pitchFamily="2" charset="-78"/>
              <a:cs typeface="Sakkal Majalla" panose="02000000000000000000" pitchFamily="2" charset="-78"/>
            </a:rPr>
            <a:t>تهدف</a:t>
          </a:r>
          <a:r>
            <a:rPr lang="ar" sz="1800" b="1" dirty="0">
              <a:latin typeface="Sakkal Majalla" panose="02000000000000000000" pitchFamily="2" charset="-78"/>
              <a:cs typeface="Sakkal Majalla" panose="02000000000000000000" pitchFamily="2" charset="-78"/>
            </a:rPr>
            <a:t> القواعد الإلزامية </a:t>
          </a:r>
          <a:r>
            <a:rPr lang="ar" sz="1800" dirty="0">
              <a:latin typeface="Sakkal Majalla" panose="02000000000000000000" pitchFamily="2" charset="-78"/>
              <a:cs typeface="Sakkal Majalla" panose="02000000000000000000" pitchFamily="2" charset="-78"/>
            </a:rPr>
            <a:t>إلى تطوير وترسيخ الثقة داخل السوق وخلق بيئة مناسبة لنجاح الأسواق العادلة والشفافة</a:t>
          </a:r>
          <a:endParaRPr lang="en-US" sz="1800" dirty="0">
            <a:latin typeface="Sakkal Majalla" panose="02000000000000000000" pitchFamily="2" charset="-78"/>
            <a:cs typeface="Sakkal Majalla" panose="02000000000000000000" pitchFamily="2" charset="-78"/>
          </a:endParaRPr>
        </a:p>
      </dgm:t>
    </dgm:pt>
    <dgm:pt modelId="{A4995506-E88A-4151-95E0-122244CA0DD6}" type="parTrans" cxnId="{B73C1714-EB1F-4BA8-824E-B45B1954BBB9}">
      <dgm:prSet/>
      <dgm:spPr/>
      <dgm:t>
        <a:bodyPr rtlCol="1"/>
        <a:lstStyle/>
        <a:p>
          <a:pPr rtl="1"/>
          <a:endParaRPr lang="en-US"/>
        </a:p>
      </dgm:t>
    </dgm:pt>
    <dgm:pt modelId="{EFFECB66-EB63-4FA0-B0D7-22BA5318DFF3}" type="sibTrans" cxnId="{B73C1714-EB1F-4BA8-824E-B45B1954BBB9}">
      <dgm:prSet/>
      <dgm:spPr/>
      <dgm:t>
        <a:bodyPr rtlCol="1"/>
        <a:lstStyle/>
        <a:p>
          <a:pPr rtl="1"/>
          <a:endParaRPr lang="en-US"/>
        </a:p>
      </dgm:t>
    </dgm:pt>
    <dgm:pt modelId="{B3FEA392-DB2C-40D9-8399-907BD583CE48}">
      <dgm:prSet custT="1"/>
      <dgm:spPr/>
      <dgm:t>
        <a:bodyPr rtlCol="1"/>
        <a:lstStyle/>
        <a:p>
          <a:pPr algn="r" rtl="1">
            <a:lnSpc>
              <a:spcPct val="100000"/>
            </a:lnSpc>
          </a:pPr>
          <a:r>
            <a:rPr lang="ar" sz="1800" dirty="0">
              <a:latin typeface="Sakkal Majalla" panose="02000000000000000000" pitchFamily="2" charset="-78"/>
              <a:cs typeface="Sakkal Majalla" panose="02000000000000000000" pitchFamily="2" charset="-78"/>
            </a:rPr>
            <a:t>على سبيل المثال، ستعطي مدونة الممارسة الخاصة بقانون الغذاء تعليمات يجب على السلطات المحلية اتباعها عند تطبيق قانون الغذاء</a:t>
          </a:r>
          <a:endParaRPr lang="en-US" sz="1800" dirty="0">
            <a:latin typeface="Sakkal Majalla" panose="02000000000000000000" pitchFamily="2" charset="-78"/>
            <a:cs typeface="Sakkal Majalla" panose="02000000000000000000" pitchFamily="2" charset="-78"/>
          </a:endParaRPr>
        </a:p>
      </dgm:t>
    </dgm:pt>
    <dgm:pt modelId="{227AEF86-831D-4B16-B1C2-1AB24195AC15}" type="parTrans" cxnId="{C8D3CC1E-61AC-4288-89CF-2D596C214D4B}">
      <dgm:prSet/>
      <dgm:spPr/>
      <dgm:t>
        <a:bodyPr rtlCol="1"/>
        <a:lstStyle/>
        <a:p>
          <a:pPr rtl="1"/>
          <a:endParaRPr lang="en-US"/>
        </a:p>
      </dgm:t>
    </dgm:pt>
    <dgm:pt modelId="{E6982239-741A-4C9C-9EC2-AD2202A4F91E}" type="sibTrans" cxnId="{C8D3CC1E-61AC-4288-89CF-2D596C214D4B}">
      <dgm:prSet/>
      <dgm:spPr/>
      <dgm:t>
        <a:bodyPr rtlCol="1"/>
        <a:lstStyle/>
        <a:p>
          <a:pPr rtl="1"/>
          <a:endParaRPr lang="en-US"/>
        </a:p>
      </dgm:t>
    </dgm:pt>
    <dgm:pt modelId="{1ABFA083-B180-4C2B-BB3C-8B0DBD7AF8EE}">
      <dgm:prSet custT="1"/>
      <dgm:spPr/>
      <dgm:t>
        <a:bodyPr rtlCol="1"/>
        <a:lstStyle/>
        <a:p>
          <a:pPr algn="r" rtl="1">
            <a:lnSpc>
              <a:spcPct val="100000"/>
            </a:lnSpc>
          </a:pPr>
          <a:r>
            <a:rPr lang="ar" sz="1800" dirty="0">
              <a:latin typeface="Sakkal Majalla" panose="02000000000000000000" pitchFamily="2" charset="-78"/>
              <a:cs typeface="Sakkal Majalla" panose="02000000000000000000" pitchFamily="2" charset="-78"/>
            </a:rPr>
            <a:t>تهدف </a:t>
          </a:r>
          <a:r>
            <a:rPr lang="ar" sz="1800" b="1" dirty="0">
              <a:latin typeface="Sakkal Majalla" panose="02000000000000000000" pitchFamily="2" charset="-78"/>
              <a:cs typeface="Sakkal Majalla" panose="02000000000000000000" pitchFamily="2" charset="-78"/>
            </a:rPr>
            <a:t>المدونات الطوعية</a:t>
          </a:r>
          <a:r>
            <a:rPr lang="ar" sz="1800" dirty="0">
              <a:latin typeface="Sakkal Majalla" panose="02000000000000000000" pitchFamily="2" charset="-78"/>
              <a:cs typeface="Sakkal Majalla" panose="02000000000000000000" pitchFamily="2" charset="-78"/>
            </a:rPr>
            <a:t> إلى مساعدة أعضاء القطاع على تحسين ممارسات الأعمال والوفاء بالتزاماتها التنظيمية. </a:t>
          </a:r>
          <a:endParaRPr lang="en-US" sz="1800" dirty="0">
            <a:latin typeface="Sakkal Majalla" panose="02000000000000000000" pitchFamily="2" charset="-78"/>
            <a:cs typeface="Sakkal Majalla" panose="02000000000000000000" pitchFamily="2" charset="-78"/>
          </a:endParaRPr>
        </a:p>
      </dgm:t>
    </dgm:pt>
    <dgm:pt modelId="{34311691-A370-480A-9ED1-C96BC3EF4984}" type="parTrans" cxnId="{257810A3-50EA-491D-8AD7-AC1995238416}">
      <dgm:prSet/>
      <dgm:spPr/>
      <dgm:t>
        <a:bodyPr rtlCol="1"/>
        <a:lstStyle/>
        <a:p>
          <a:pPr rtl="1"/>
          <a:endParaRPr lang="en-US"/>
        </a:p>
      </dgm:t>
    </dgm:pt>
    <dgm:pt modelId="{0C3EBF9B-E864-4F35-AD38-DA1874148883}" type="sibTrans" cxnId="{257810A3-50EA-491D-8AD7-AC1995238416}">
      <dgm:prSet/>
      <dgm:spPr/>
      <dgm:t>
        <a:bodyPr rtlCol="1"/>
        <a:lstStyle/>
        <a:p>
          <a:pPr rtl="1"/>
          <a:endParaRPr lang="en-US"/>
        </a:p>
      </dgm:t>
    </dgm:pt>
    <dgm:pt modelId="{B740659B-ED6C-4FF9-9F2E-8790174EF5CE}">
      <dgm:prSet custT="1"/>
      <dgm:spPr/>
      <dgm:t>
        <a:bodyPr rtlCol="1"/>
        <a:lstStyle/>
        <a:p>
          <a:pPr algn="r" rtl="1">
            <a:lnSpc>
              <a:spcPct val="100000"/>
            </a:lnSpc>
          </a:pPr>
          <a:r>
            <a:rPr lang="ar" sz="1800" dirty="0">
              <a:latin typeface="Sakkal Majalla" panose="02000000000000000000" pitchFamily="2" charset="-78"/>
              <a:cs typeface="Sakkal Majalla" panose="02000000000000000000" pitchFamily="2" charset="-78"/>
            </a:rPr>
            <a:t>على سبيل المثال، ستحكم مدونة الممارسة المصرفية البنوك وتعاملاتها مع العملاء الأفراد أو الشركات الصغيرة، بما في ذلك العملاء المحتملين وضامنيهم</a:t>
          </a:r>
          <a:endParaRPr lang="en-US" sz="1800" dirty="0">
            <a:latin typeface="Sakkal Majalla" panose="02000000000000000000" pitchFamily="2" charset="-78"/>
            <a:cs typeface="Sakkal Majalla" panose="02000000000000000000" pitchFamily="2" charset="-78"/>
          </a:endParaRPr>
        </a:p>
      </dgm:t>
    </dgm:pt>
    <dgm:pt modelId="{47A07329-9B64-4C97-AEE5-E7D8A610954B}" type="parTrans" cxnId="{1BDF356D-4FDC-47C8-A35F-A1FE3EF3A052}">
      <dgm:prSet/>
      <dgm:spPr/>
      <dgm:t>
        <a:bodyPr rtlCol="1"/>
        <a:lstStyle/>
        <a:p>
          <a:pPr rtl="1"/>
          <a:endParaRPr lang="en-US"/>
        </a:p>
      </dgm:t>
    </dgm:pt>
    <dgm:pt modelId="{8D93EB93-B798-4A5F-9836-ED47D20B1AF6}" type="sibTrans" cxnId="{1BDF356D-4FDC-47C8-A35F-A1FE3EF3A052}">
      <dgm:prSet/>
      <dgm:spPr/>
      <dgm:t>
        <a:bodyPr rtlCol="1"/>
        <a:lstStyle/>
        <a:p>
          <a:pPr rtl="1"/>
          <a:endParaRPr lang="en-US"/>
        </a:p>
      </dgm:t>
    </dgm:pt>
    <dgm:pt modelId="{034B682F-AC19-4F80-AB77-944B05DC3877}" type="pres">
      <dgm:prSet presAssocID="{CFB37678-81F0-40D8-A7FC-21358CFFD637}" presName="root" presStyleCnt="0">
        <dgm:presLayoutVars>
          <dgm:dir/>
          <dgm:resizeHandles val="exact"/>
        </dgm:presLayoutVars>
      </dgm:prSet>
      <dgm:spPr/>
    </dgm:pt>
    <dgm:pt modelId="{3EB9CBDF-8E79-4E34-B7C6-FA56E752C190}" type="pres">
      <dgm:prSet presAssocID="{6DE3DA55-C072-4167-B9A4-C5C754FE7ED1}" presName="compNode" presStyleCnt="0"/>
      <dgm:spPr/>
    </dgm:pt>
    <dgm:pt modelId="{CEAB4F2B-1BF6-4F84-8646-A3F068B562FE}" type="pres">
      <dgm:prSet presAssocID="{6DE3DA55-C072-4167-B9A4-C5C754FE7ED1}" presName="bgRect" presStyleLbl="bgShp" presStyleIdx="0" presStyleCnt="5"/>
      <dgm:spPr>
        <a:solidFill>
          <a:schemeClr val="bg2">
            <a:lumMod val="20000"/>
            <a:lumOff val="80000"/>
          </a:schemeClr>
        </a:solidFill>
      </dgm:spPr>
    </dgm:pt>
    <dgm:pt modelId="{3E5F5336-5849-43CA-B3C0-54761A3DD258}" type="pres">
      <dgm:prSet presAssocID="{6DE3DA55-C072-4167-B9A4-C5C754FE7ED1}" presName="iconRect" presStyleLbl="node1" presStyleIdx="0" presStyleCnt="5" custLinFactX="800000" custLinFactNeighborX="823023"/>
      <dgm:spPr>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List"/>
        </a:ext>
      </dgm:extLst>
    </dgm:pt>
    <dgm:pt modelId="{7289FA32-94A6-4CE7-BA7A-358B5DA1228E}" type="pres">
      <dgm:prSet presAssocID="{6DE3DA55-C072-4167-B9A4-C5C754FE7ED1}" presName="spaceRect" presStyleCnt="0"/>
      <dgm:spPr/>
    </dgm:pt>
    <dgm:pt modelId="{85491A69-570B-439F-9D96-E1C9529DEBBD}" type="pres">
      <dgm:prSet presAssocID="{6DE3DA55-C072-4167-B9A4-C5C754FE7ED1}" presName="parTx" presStyleLbl="revTx" presStyleIdx="0" presStyleCnt="5" custScaleX="86126" custLinFactNeighborX="-5274">
        <dgm:presLayoutVars>
          <dgm:chMax val="0"/>
          <dgm:chPref val="0"/>
        </dgm:presLayoutVars>
      </dgm:prSet>
      <dgm:spPr/>
    </dgm:pt>
    <dgm:pt modelId="{16481DCC-B7B8-4A13-A30C-4EB96EA60DAB}" type="pres">
      <dgm:prSet presAssocID="{8C46EAAB-1E1F-4C2B-84E3-47F2E650F590}" presName="sibTrans" presStyleCnt="0"/>
      <dgm:spPr/>
    </dgm:pt>
    <dgm:pt modelId="{D0702E02-8628-46B6-911D-F2DCA4A7D53B}" type="pres">
      <dgm:prSet presAssocID="{CCBF2339-585E-4E52-9FC4-64F0EFF56362}" presName="compNode" presStyleCnt="0"/>
      <dgm:spPr/>
    </dgm:pt>
    <dgm:pt modelId="{9173135C-58B8-4F20-BF6E-3E38CFF1D6AF}" type="pres">
      <dgm:prSet presAssocID="{CCBF2339-585E-4E52-9FC4-64F0EFF56362}" presName="bgRect" presStyleLbl="bgShp" presStyleIdx="1" presStyleCnt="5"/>
      <dgm:spPr/>
    </dgm:pt>
    <dgm:pt modelId="{F26AE1D9-AD90-4EAC-8D4B-4CE4616BB39B}" type="pres">
      <dgm:prSet presAssocID="{CCBF2339-585E-4E52-9FC4-64F0EFF56362}" presName="iconRect" presStyleLbl="node1" presStyleIdx="1" presStyleCnt="5" custLinFactX="800000" custLinFactNeighborX="823023"/>
      <dgm:spPr>
        <a:blipFill>
          <a:blip xmlns:r="http://schemas.openxmlformats.org/officeDocument/2006/relationships"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usiness Growth"/>
        </a:ext>
      </dgm:extLst>
    </dgm:pt>
    <dgm:pt modelId="{ABBB041D-C311-4B07-974F-C0D933CE9260}" type="pres">
      <dgm:prSet presAssocID="{CCBF2339-585E-4E52-9FC4-64F0EFF56362}" presName="spaceRect" presStyleCnt="0"/>
      <dgm:spPr/>
    </dgm:pt>
    <dgm:pt modelId="{01B939DE-777E-42DA-A895-1AB05759E15F}" type="pres">
      <dgm:prSet presAssocID="{CCBF2339-585E-4E52-9FC4-64F0EFF56362}" presName="parTx" presStyleLbl="revTx" presStyleIdx="1" presStyleCnt="5" custScaleX="80850" custLinFactNeighborX="-2636">
        <dgm:presLayoutVars>
          <dgm:chMax val="0"/>
          <dgm:chPref val="0"/>
        </dgm:presLayoutVars>
      </dgm:prSet>
      <dgm:spPr/>
    </dgm:pt>
    <dgm:pt modelId="{77A8F9E4-4F45-4BD9-810E-1A6F449DA8AA}" type="pres">
      <dgm:prSet presAssocID="{EFFECB66-EB63-4FA0-B0D7-22BA5318DFF3}" presName="sibTrans" presStyleCnt="0"/>
      <dgm:spPr/>
    </dgm:pt>
    <dgm:pt modelId="{FB4E2E2F-4F8B-465F-A44D-A20DBD6DF58B}" type="pres">
      <dgm:prSet presAssocID="{B3FEA392-DB2C-40D9-8399-907BD583CE48}" presName="compNode" presStyleCnt="0"/>
      <dgm:spPr/>
    </dgm:pt>
    <dgm:pt modelId="{C15E4606-C21F-4266-B71F-000902200FAE}" type="pres">
      <dgm:prSet presAssocID="{B3FEA392-DB2C-40D9-8399-907BD583CE48}" presName="bgRect" presStyleLbl="bgShp" presStyleIdx="2" presStyleCnt="5"/>
      <dgm:spPr>
        <a:solidFill>
          <a:schemeClr val="accent6">
            <a:lumMod val="20000"/>
            <a:lumOff val="80000"/>
          </a:schemeClr>
        </a:solidFill>
      </dgm:spPr>
    </dgm:pt>
    <dgm:pt modelId="{14933860-5D45-4587-B32C-0A30F21EF341}" type="pres">
      <dgm:prSet presAssocID="{B3FEA392-DB2C-40D9-8399-907BD583CE48}" presName="iconRect" presStyleLbl="node1" presStyleIdx="2" presStyleCnt="5" custLinFactX="800000" custLinFactNeighborX="823023"/>
      <dgm:spPr>
        <a:blipFill>
          <a:blip xmlns:r="http://schemas.openxmlformats.org/officeDocument/2006/relationships"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Irritant"/>
        </a:ext>
      </dgm:extLst>
    </dgm:pt>
    <dgm:pt modelId="{EB015CCF-0363-4BE9-975E-8FE718D8CDA6}" type="pres">
      <dgm:prSet presAssocID="{B3FEA392-DB2C-40D9-8399-907BD583CE48}" presName="spaceRect" presStyleCnt="0"/>
      <dgm:spPr/>
    </dgm:pt>
    <dgm:pt modelId="{E3123844-41E2-436B-AA54-41927A41A87E}" type="pres">
      <dgm:prSet presAssocID="{B3FEA392-DB2C-40D9-8399-907BD583CE48}" presName="parTx" presStyleLbl="revTx" presStyleIdx="2" presStyleCnt="5" custScaleX="86115" custLinFactNeighborX="-5268">
        <dgm:presLayoutVars>
          <dgm:chMax val="0"/>
          <dgm:chPref val="0"/>
        </dgm:presLayoutVars>
      </dgm:prSet>
      <dgm:spPr/>
    </dgm:pt>
    <dgm:pt modelId="{316762C1-DE34-470F-8D0B-E48DD06D01F3}" type="pres">
      <dgm:prSet presAssocID="{E6982239-741A-4C9C-9EC2-AD2202A4F91E}" presName="sibTrans" presStyleCnt="0"/>
      <dgm:spPr/>
    </dgm:pt>
    <dgm:pt modelId="{5539E97C-883D-43F3-813D-BB973C89AACB}" type="pres">
      <dgm:prSet presAssocID="{1ABFA083-B180-4C2B-BB3C-8B0DBD7AF8EE}" presName="compNode" presStyleCnt="0"/>
      <dgm:spPr/>
    </dgm:pt>
    <dgm:pt modelId="{3E1FFCA3-7E77-4B25-B097-70A13E20FA9F}" type="pres">
      <dgm:prSet presAssocID="{1ABFA083-B180-4C2B-BB3C-8B0DBD7AF8EE}" presName="bgRect" presStyleLbl="bgShp" presStyleIdx="3" presStyleCnt="5"/>
      <dgm:spPr>
        <a:solidFill>
          <a:schemeClr val="accent5">
            <a:lumMod val="90000"/>
          </a:schemeClr>
        </a:solidFill>
      </dgm:spPr>
    </dgm:pt>
    <dgm:pt modelId="{745AC392-013A-4498-8A22-791FA35C1CDD}" type="pres">
      <dgm:prSet presAssocID="{1ABFA083-B180-4C2B-BB3C-8B0DBD7AF8EE}" presName="iconRect" presStyleLbl="node1" presStyleIdx="3" presStyleCnt="5" custLinFactX="800000" custLinFactNeighborX="823023"/>
      <dgm:spPr>
        <a:blipFill>
          <a:blip xmlns:r="http://schemas.openxmlformats.org/officeDocument/2006/relationships"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andshake"/>
        </a:ext>
      </dgm:extLst>
    </dgm:pt>
    <dgm:pt modelId="{5B878A6E-8DEF-4F52-9266-A95D880785F6}" type="pres">
      <dgm:prSet presAssocID="{1ABFA083-B180-4C2B-BB3C-8B0DBD7AF8EE}" presName="spaceRect" presStyleCnt="0"/>
      <dgm:spPr/>
    </dgm:pt>
    <dgm:pt modelId="{DB6F8F09-B1E9-4775-8F9D-7760322E2F63}" type="pres">
      <dgm:prSet presAssocID="{1ABFA083-B180-4C2B-BB3C-8B0DBD7AF8EE}" presName="parTx" presStyleLbl="revTx" presStyleIdx="3" presStyleCnt="5" custScaleX="90759" custLinFactNeighborX="-8002">
        <dgm:presLayoutVars>
          <dgm:chMax val="0"/>
          <dgm:chPref val="0"/>
        </dgm:presLayoutVars>
      </dgm:prSet>
      <dgm:spPr/>
    </dgm:pt>
    <dgm:pt modelId="{0624CFCF-140E-474E-9241-270E0999566A}" type="pres">
      <dgm:prSet presAssocID="{0C3EBF9B-E864-4F35-AD38-DA1874148883}" presName="sibTrans" presStyleCnt="0"/>
      <dgm:spPr/>
    </dgm:pt>
    <dgm:pt modelId="{E9565674-1329-40DC-BC1F-4922BD1E444D}" type="pres">
      <dgm:prSet presAssocID="{B740659B-ED6C-4FF9-9F2E-8790174EF5CE}" presName="compNode" presStyleCnt="0"/>
      <dgm:spPr/>
    </dgm:pt>
    <dgm:pt modelId="{851CF414-A20E-4808-8D8B-1E894489A912}" type="pres">
      <dgm:prSet presAssocID="{B740659B-ED6C-4FF9-9F2E-8790174EF5CE}" presName="bgRect" presStyleLbl="bgShp" presStyleIdx="4" presStyleCnt="5"/>
      <dgm:spPr>
        <a:solidFill>
          <a:schemeClr val="accent5"/>
        </a:solidFill>
      </dgm:spPr>
    </dgm:pt>
    <dgm:pt modelId="{DFB490DF-478F-4924-91CD-9DDF9D54B274}" type="pres">
      <dgm:prSet presAssocID="{B740659B-ED6C-4FF9-9F2E-8790174EF5CE}" presName="iconRect" presStyleLbl="node1" presStyleIdx="4" presStyleCnt="5" custLinFactX="800000" custLinFactNeighborX="823023"/>
      <dgm:spPr>
        <a:blipFill>
          <a:blip xmlns:r="http://schemas.openxmlformats.org/officeDocument/2006/relationships"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Bank"/>
        </a:ext>
      </dgm:extLst>
    </dgm:pt>
    <dgm:pt modelId="{CD07CC6A-030B-494D-AAC3-FFE012CD3130}" type="pres">
      <dgm:prSet presAssocID="{B740659B-ED6C-4FF9-9F2E-8790174EF5CE}" presName="spaceRect" presStyleCnt="0"/>
      <dgm:spPr/>
    </dgm:pt>
    <dgm:pt modelId="{A27C071B-8E19-4149-BBC0-2015BFBCE12B}" type="pres">
      <dgm:prSet presAssocID="{B740659B-ED6C-4FF9-9F2E-8790174EF5CE}" presName="parTx" presStyleLbl="revTx" presStyleIdx="4" presStyleCnt="5" custScaleX="88097" custLinFactNeighborX="-6259">
        <dgm:presLayoutVars>
          <dgm:chMax val="0"/>
          <dgm:chPref val="0"/>
        </dgm:presLayoutVars>
      </dgm:prSet>
      <dgm:spPr/>
    </dgm:pt>
  </dgm:ptLst>
  <dgm:cxnLst>
    <dgm:cxn modelId="{B73C1714-EB1F-4BA8-824E-B45B1954BBB9}" srcId="{CFB37678-81F0-40D8-A7FC-21358CFFD637}" destId="{CCBF2339-585E-4E52-9FC4-64F0EFF56362}" srcOrd="1" destOrd="0" parTransId="{A4995506-E88A-4151-95E0-122244CA0DD6}" sibTransId="{EFFECB66-EB63-4FA0-B0D7-22BA5318DFF3}"/>
    <dgm:cxn modelId="{0D6DB217-5431-4474-9692-9F1967B9566C}" type="presOf" srcId="{B3FEA392-DB2C-40D9-8399-907BD583CE48}" destId="{E3123844-41E2-436B-AA54-41927A41A87E}" srcOrd="0" destOrd="0" presId="urn:microsoft.com/office/officeart/2018/2/layout/IconVerticalSolidList"/>
    <dgm:cxn modelId="{C8D3CC1E-61AC-4288-89CF-2D596C214D4B}" srcId="{CFB37678-81F0-40D8-A7FC-21358CFFD637}" destId="{B3FEA392-DB2C-40D9-8399-907BD583CE48}" srcOrd="2" destOrd="0" parTransId="{227AEF86-831D-4B16-B1C2-1AB24195AC15}" sibTransId="{E6982239-741A-4C9C-9EC2-AD2202A4F91E}"/>
    <dgm:cxn modelId="{1BDF356D-4FDC-47C8-A35F-A1FE3EF3A052}" srcId="{CFB37678-81F0-40D8-A7FC-21358CFFD637}" destId="{B740659B-ED6C-4FF9-9F2E-8790174EF5CE}" srcOrd="4" destOrd="0" parTransId="{47A07329-9B64-4C97-AEE5-E7D8A610954B}" sibTransId="{8D93EB93-B798-4A5F-9836-ED47D20B1AF6}"/>
    <dgm:cxn modelId="{FA438177-742F-4288-812E-87D04AE49E6E}" type="presOf" srcId="{CFB37678-81F0-40D8-A7FC-21358CFFD637}" destId="{034B682F-AC19-4F80-AB77-944B05DC3877}" srcOrd="0" destOrd="0" presId="urn:microsoft.com/office/officeart/2018/2/layout/IconVerticalSolidList"/>
    <dgm:cxn modelId="{257810A3-50EA-491D-8AD7-AC1995238416}" srcId="{CFB37678-81F0-40D8-A7FC-21358CFFD637}" destId="{1ABFA083-B180-4C2B-BB3C-8B0DBD7AF8EE}" srcOrd="3" destOrd="0" parTransId="{34311691-A370-480A-9ED1-C96BC3EF4984}" sibTransId="{0C3EBF9B-E864-4F35-AD38-DA1874148883}"/>
    <dgm:cxn modelId="{9E3D78A8-22AF-4633-8C2A-50208DC92062}" srcId="{CFB37678-81F0-40D8-A7FC-21358CFFD637}" destId="{6DE3DA55-C072-4167-B9A4-C5C754FE7ED1}" srcOrd="0" destOrd="0" parTransId="{E3F4FD4D-DEF2-47EC-ADEF-693E0584A720}" sibTransId="{8C46EAAB-1E1F-4C2B-84E3-47F2E650F590}"/>
    <dgm:cxn modelId="{F12387AB-5134-4994-9F29-DFC5FB77517A}" type="presOf" srcId="{CCBF2339-585E-4E52-9FC4-64F0EFF56362}" destId="{01B939DE-777E-42DA-A895-1AB05759E15F}" srcOrd="0" destOrd="0" presId="urn:microsoft.com/office/officeart/2018/2/layout/IconVerticalSolidList"/>
    <dgm:cxn modelId="{0F0093C8-B0D3-4CDE-B333-212EF4F96E49}" type="presOf" srcId="{1ABFA083-B180-4C2B-BB3C-8B0DBD7AF8EE}" destId="{DB6F8F09-B1E9-4775-8F9D-7760322E2F63}" srcOrd="0" destOrd="0" presId="urn:microsoft.com/office/officeart/2018/2/layout/IconVerticalSolidList"/>
    <dgm:cxn modelId="{1ABF77CF-6D84-456E-903F-973D2D3D3206}" type="presOf" srcId="{B740659B-ED6C-4FF9-9F2E-8790174EF5CE}" destId="{A27C071B-8E19-4149-BBC0-2015BFBCE12B}" srcOrd="0" destOrd="0" presId="urn:microsoft.com/office/officeart/2018/2/layout/IconVerticalSolidList"/>
    <dgm:cxn modelId="{7391ADF4-DCCB-473A-8F61-EA3889836C18}" type="presOf" srcId="{6DE3DA55-C072-4167-B9A4-C5C754FE7ED1}" destId="{85491A69-570B-439F-9D96-E1C9529DEBBD}" srcOrd="0" destOrd="0" presId="urn:microsoft.com/office/officeart/2018/2/layout/IconVerticalSolidList"/>
    <dgm:cxn modelId="{3453F4E8-DFBC-4FE1-839B-EA352734C3C1}" type="presParOf" srcId="{034B682F-AC19-4F80-AB77-944B05DC3877}" destId="{3EB9CBDF-8E79-4E34-B7C6-FA56E752C190}" srcOrd="0" destOrd="0" presId="urn:microsoft.com/office/officeart/2018/2/layout/IconVerticalSolidList"/>
    <dgm:cxn modelId="{46A81050-7EFD-492F-946E-1B92B844A794}" type="presParOf" srcId="{3EB9CBDF-8E79-4E34-B7C6-FA56E752C190}" destId="{CEAB4F2B-1BF6-4F84-8646-A3F068B562FE}" srcOrd="0" destOrd="0" presId="urn:microsoft.com/office/officeart/2018/2/layout/IconVerticalSolidList"/>
    <dgm:cxn modelId="{33CDA9A9-BA4B-4461-9B75-C6AF7D6EF176}" type="presParOf" srcId="{3EB9CBDF-8E79-4E34-B7C6-FA56E752C190}" destId="{3E5F5336-5849-43CA-B3C0-54761A3DD258}" srcOrd="1" destOrd="0" presId="urn:microsoft.com/office/officeart/2018/2/layout/IconVerticalSolidList"/>
    <dgm:cxn modelId="{E251D031-269D-4681-88FE-6BA514B15B8E}" type="presParOf" srcId="{3EB9CBDF-8E79-4E34-B7C6-FA56E752C190}" destId="{7289FA32-94A6-4CE7-BA7A-358B5DA1228E}" srcOrd="2" destOrd="0" presId="urn:microsoft.com/office/officeart/2018/2/layout/IconVerticalSolidList"/>
    <dgm:cxn modelId="{FB71EFAA-0033-4F32-97CE-FCDA0E0A515B}" type="presParOf" srcId="{3EB9CBDF-8E79-4E34-B7C6-FA56E752C190}" destId="{85491A69-570B-439F-9D96-E1C9529DEBBD}" srcOrd="3" destOrd="0" presId="urn:microsoft.com/office/officeart/2018/2/layout/IconVerticalSolidList"/>
    <dgm:cxn modelId="{ED93C2DF-54B3-4F16-96B5-634642C65D57}" type="presParOf" srcId="{034B682F-AC19-4F80-AB77-944B05DC3877}" destId="{16481DCC-B7B8-4A13-A30C-4EB96EA60DAB}" srcOrd="1" destOrd="0" presId="urn:microsoft.com/office/officeart/2018/2/layout/IconVerticalSolidList"/>
    <dgm:cxn modelId="{8375D17A-1EEE-4D5A-B9DD-D496BA2CAD6C}" type="presParOf" srcId="{034B682F-AC19-4F80-AB77-944B05DC3877}" destId="{D0702E02-8628-46B6-911D-F2DCA4A7D53B}" srcOrd="2" destOrd="0" presId="urn:microsoft.com/office/officeart/2018/2/layout/IconVerticalSolidList"/>
    <dgm:cxn modelId="{19AF7216-ED6D-4F56-B557-0BB78876D847}" type="presParOf" srcId="{D0702E02-8628-46B6-911D-F2DCA4A7D53B}" destId="{9173135C-58B8-4F20-BF6E-3E38CFF1D6AF}" srcOrd="0" destOrd="0" presId="urn:microsoft.com/office/officeart/2018/2/layout/IconVerticalSolidList"/>
    <dgm:cxn modelId="{A7AB9818-2411-48B0-9F9B-917B4B692772}" type="presParOf" srcId="{D0702E02-8628-46B6-911D-F2DCA4A7D53B}" destId="{F26AE1D9-AD90-4EAC-8D4B-4CE4616BB39B}" srcOrd="1" destOrd="0" presId="urn:microsoft.com/office/officeart/2018/2/layout/IconVerticalSolidList"/>
    <dgm:cxn modelId="{86AAA65B-7637-48F3-B52B-2E78E79DE78C}" type="presParOf" srcId="{D0702E02-8628-46B6-911D-F2DCA4A7D53B}" destId="{ABBB041D-C311-4B07-974F-C0D933CE9260}" srcOrd="2" destOrd="0" presId="urn:microsoft.com/office/officeart/2018/2/layout/IconVerticalSolidList"/>
    <dgm:cxn modelId="{C2844602-9E0C-447B-A574-F7745C9B79CC}" type="presParOf" srcId="{D0702E02-8628-46B6-911D-F2DCA4A7D53B}" destId="{01B939DE-777E-42DA-A895-1AB05759E15F}" srcOrd="3" destOrd="0" presId="urn:microsoft.com/office/officeart/2018/2/layout/IconVerticalSolidList"/>
    <dgm:cxn modelId="{BBA55892-C5D5-481B-94A5-801D709E0C8F}" type="presParOf" srcId="{034B682F-AC19-4F80-AB77-944B05DC3877}" destId="{77A8F9E4-4F45-4BD9-810E-1A6F449DA8AA}" srcOrd="3" destOrd="0" presId="urn:microsoft.com/office/officeart/2018/2/layout/IconVerticalSolidList"/>
    <dgm:cxn modelId="{49A5DD40-5163-4064-B588-391F39A1431C}" type="presParOf" srcId="{034B682F-AC19-4F80-AB77-944B05DC3877}" destId="{FB4E2E2F-4F8B-465F-A44D-A20DBD6DF58B}" srcOrd="4" destOrd="0" presId="urn:microsoft.com/office/officeart/2018/2/layout/IconVerticalSolidList"/>
    <dgm:cxn modelId="{B770167F-4B48-4AA2-A8B1-185E71E851F1}" type="presParOf" srcId="{FB4E2E2F-4F8B-465F-A44D-A20DBD6DF58B}" destId="{C15E4606-C21F-4266-B71F-000902200FAE}" srcOrd="0" destOrd="0" presId="urn:microsoft.com/office/officeart/2018/2/layout/IconVerticalSolidList"/>
    <dgm:cxn modelId="{5C9560A2-E9D3-4E23-93C8-CDC7EB6B7398}" type="presParOf" srcId="{FB4E2E2F-4F8B-465F-A44D-A20DBD6DF58B}" destId="{14933860-5D45-4587-B32C-0A30F21EF341}" srcOrd="1" destOrd="0" presId="urn:microsoft.com/office/officeart/2018/2/layout/IconVerticalSolidList"/>
    <dgm:cxn modelId="{3DA3636B-45EC-41F6-B89D-7653C258427A}" type="presParOf" srcId="{FB4E2E2F-4F8B-465F-A44D-A20DBD6DF58B}" destId="{EB015CCF-0363-4BE9-975E-8FE718D8CDA6}" srcOrd="2" destOrd="0" presId="urn:microsoft.com/office/officeart/2018/2/layout/IconVerticalSolidList"/>
    <dgm:cxn modelId="{95C9E46F-4866-4BC0-B468-83744B121AFF}" type="presParOf" srcId="{FB4E2E2F-4F8B-465F-A44D-A20DBD6DF58B}" destId="{E3123844-41E2-436B-AA54-41927A41A87E}" srcOrd="3" destOrd="0" presId="urn:microsoft.com/office/officeart/2018/2/layout/IconVerticalSolidList"/>
    <dgm:cxn modelId="{B724A36A-D748-47BB-9FF1-A91812BAD1A7}" type="presParOf" srcId="{034B682F-AC19-4F80-AB77-944B05DC3877}" destId="{316762C1-DE34-470F-8D0B-E48DD06D01F3}" srcOrd="5" destOrd="0" presId="urn:microsoft.com/office/officeart/2018/2/layout/IconVerticalSolidList"/>
    <dgm:cxn modelId="{FB2FC9D9-7542-430D-B6F2-7A9EA29CB6FF}" type="presParOf" srcId="{034B682F-AC19-4F80-AB77-944B05DC3877}" destId="{5539E97C-883D-43F3-813D-BB973C89AACB}" srcOrd="6" destOrd="0" presId="urn:microsoft.com/office/officeart/2018/2/layout/IconVerticalSolidList"/>
    <dgm:cxn modelId="{4E3BC2B3-88B2-40AA-ACFD-FC13AA1A5BF7}" type="presParOf" srcId="{5539E97C-883D-43F3-813D-BB973C89AACB}" destId="{3E1FFCA3-7E77-4B25-B097-70A13E20FA9F}" srcOrd="0" destOrd="0" presId="urn:microsoft.com/office/officeart/2018/2/layout/IconVerticalSolidList"/>
    <dgm:cxn modelId="{A03CCC33-1042-4DDB-90CD-94761E57BE8D}" type="presParOf" srcId="{5539E97C-883D-43F3-813D-BB973C89AACB}" destId="{745AC392-013A-4498-8A22-791FA35C1CDD}" srcOrd="1" destOrd="0" presId="urn:microsoft.com/office/officeart/2018/2/layout/IconVerticalSolidList"/>
    <dgm:cxn modelId="{B62F3060-A4D8-436C-892B-626B320FC333}" type="presParOf" srcId="{5539E97C-883D-43F3-813D-BB973C89AACB}" destId="{5B878A6E-8DEF-4F52-9266-A95D880785F6}" srcOrd="2" destOrd="0" presId="urn:microsoft.com/office/officeart/2018/2/layout/IconVerticalSolidList"/>
    <dgm:cxn modelId="{354179B2-2F72-4BC9-9115-F681F5BD90D4}" type="presParOf" srcId="{5539E97C-883D-43F3-813D-BB973C89AACB}" destId="{DB6F8F09-B1E9-4775-8F9D-7760322E2F63}" srcOrd="3" destOrd="0" presId="urn:microsoft.com/office/officeart/2018/2/layout/IconVerticalSolidList"/>
    <dgm:cxn modelId="{C640E670-F6F5-404E-B651-C19D21F80E1F}" type="presParOf" srcId="{034B682F-AC19-4F80-AB77-944B05DC3877}" destId="{0624CFCF-140E-474E-9241-270E0999566A}" srcOrd="7" destOrd="0" presId="urn:microsoft.com/office/officeart/2018/2/layout/IconVerticalSolidList"/>
    <dgm:cxn modelId="{808525BC-5096-401A-B76C-066DBBB2B8DA}" type="presParOf" srcId="{034B682F-AC19-4F80-AB77-944B05DC3877}" destId="{E9565674-1329-40DC-BC1F-4922BD1E444D}" srcOrd="8" destOrd="0" presId="urn:microsoft.com/office/officeart/2018/2/layout/IconVerticalSolidList"/>
    <dgm:cxn modelId="{CF1AE2C8-C103-47CF-8D1A-B023870B26A3}" type="presParOf" srcId="{E9565674-1329-40DC-BC1F-4922BD1E444D}" destId="{851CF414-A20E-4808-8D8B-1E894489A912}" srcOrd="0" destOrd="0" presId="urn:microsoft.com/office/officeart/2018/2/layout/IconVerticalSolidList"/>
    <dgm:cxn modelId="{0B8DC22B-2612-4C20-A1C7-C34B148C785A}" type="presParOf" srcId="{E9565674-1329-40DC-BC1F-4922BD1E444D}" destId="{DFB490DF-478F-4924-91CD-9DDF9D54B274}" srcOrd="1" destOrd="0" presId="urn:microsoft.com/office/officeart/2018/2/layout/IconVerticalSolidList"/>
    <dgm:cxn modelId="{1FDCFFD9-4F91-4623-9663-5ACF9483F2CC}" type="presParOf" srcId="{E9565674-1329-40DC-BC1F-4922BD1E444D}" destId="{CD07CC6A-030B-494D-AAC3-FFE012CD3130}" srcOrd="2" destOrd="0" presId="urn:microsoft.com/office/officeart/2018/2/layout/IconVerticalSolidList"/>
    <dgm:cxn modelId="{8EC5529F-C2ED-474B-B1D7-6938ACBFE5D8}" type="presParOf" srcId="{E9565674-1329-40DC-BC1F-4922BD1E444D}" destId="{A27C071B-8E19-4149-BBC0-2015BFBCE12B}"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64B8124-20B7-4751-97DA-81B3F7AD1DA9}" type="doc">
      <dgm:prSet loTypeId="urn:microsoft.com/office/officeart/2018/5/layout/IconCircleLabelList" loCatId="icon" qsTypeId="urn:microsoft.com/office/officeart/2005/8/quickstyle/simple1" qsCatId="simple" csTypeId="urn:microsoft.com/office/officeart/2005/8/colors/accent2_2" csCatId="accent2" phldr="1"/>
      <dgm:spPr/>
      <dgm:t>
        <a:bodyPr rtlCol="1"/>
        <a:lstStyle/>
        <a:p>
          <a:pPr rtl="1"/>
          <a:endParaRPr lang="en-US"/>
        </a:p>
      </dgm:t>
    </dgm:pt>
    <dgm:pt modelId="{FEA3EC10-5E27-4D53-8E63-D21487159587}">
      <dgm:prSet custT="1"/>
      <dgm:spPr/>
      <dgm:t>
        <a:bodyPr rtlCol="1"/>
        <a:lstStyle/>
        <a:p>
          <a:pPr algn="ctr" rtl="1">
            <a:lnSpc>
              <a:spcPct val="100000"/>
            </a:lnSpc>
            <a:spcAft>
              <a:spcPts val="0"/>
            </a:spcAft>
            <a:defRPr cap="all"/>
          </a:pPr>
          <a:r>
            <a:rPr lang="ar" sz="1800" b="1" cap="none" dirty="0">
              <a:latin typeface="Sakkal Majalla" panose="02000000000000000000" pitchFamily="2" charset="-78"/>
              <a:cs typeface="Sakkal Majalla" panose="02000000000000000000" pitchFamily="2" charset="-78"/>
            </a:rPr>
            <a:t>دوليًا،</a:t>
          </a:r>
          <a:r>
            <a:rPr lang="ar" sz="1800" dirty="0">
              <a:latin typeface="Sakkal Majalla" panose="02000000000000000000" pitchFamily="2" charset="-78"/>
              <a:cs typeface="Sakkal Majalla" panose="02000000000000000000" pitchFamily="2" charset="-78"/>
            </a:rPr>
            <a:t> </a:t>
          </a:r>
          <a:r>
            <a:rPr lang="ar" sz="1800" cap="none" dirty="0">
              <a:latin typeface="Sakkal Majalla" panose="02000000000000000000" pitchFamily="2" charset="-78"/>
              <a:cs typeface="Sakkal Majalla" panose="02000000000000000000" pitchFamily="2" charset="-78"/>
            </a:rPr>
            <a:t>على سبيل المثال </a:t>
          </a:r>
        </a:p>
        <a:p>
          <a:pPr algn="ctr" rtl="1">
            <a:lnSpc>
              <a:spcPct val="100000"/>
            </a:lnSpc>
            <a:spcAft>
              <a:spcPts val="0"/>
            </a:spcAft>
            <a:defRPr cap="all"/>
          </a:pPr>
          <a:r>
            <a:rPr lang="ar" sz="1800" cap="none" dirty="0">
              <a:latin typeface="Sakkal Majalla" panose="02000000000000000000" pitchFamily="2" charset="-78"/>
              <a:cs typeface="Sakkal Majalla" panose="02000000000000000000" pitchFamily="2" charset="-78"/>
            </a:rPr>
            <a:t>معهد أخلاقيات الأعمال (IBE) </a:t>
          </a:r>
        </a:p>
        <a:p>
          <a:pPr algn="ctr" rtl="1">
            <a:lnSpc>
              <a:spcPct val="100000"/>
            </a:lnSpc>
            <a:spcAft>
              <a:spcPts val="0"/>
            </a:spcAft>
            <a:defRPr cap="all"/>
          </a:pPr>
          <a:r>
            <a:rPr lang="ar" sz="1800" cap="none" dirty="0">
              <a:latin typeface="Sakkal Majalla" panose="02000000000000000000" pitchFamily="2" charset="-78"/>
              <a:cs typeface="Sakkal Majalla" panose="02000000000000000000" pitchFamily="2" charset="-78"/>
            </a:rPr>
            <a:t>فيرتريد إنترناشيونال</a:t>
          </a:r>
        </a:p>
        <a:p>
          <a:pPr algn="ctr" rtl="1">
            <a:lnSpc>
              <a:spcPct val="100000"/>
            </a:lnSpc>
            <a:spcAft>
              <a:spcPts val="0"/>
            </a:spcAft>
            <a:defRPr cap="all"/>
          </a:pPr>
          <a:r>
            <a:rPr lang="ar" sz="1800" cap="none" dirty="0">
              <a:latin typeface="Sakkal Majalla" panose="02000000000000000000" pitchFamily="2" charset="-78"/>
              <a:cs typeface="Sakkal Majalla" panose="02000000000000000000" pitchFamily="2" charset="-78"/>
            </a:rPr>
            <a:t>منظمة مناهضة القسوة الدولية</a:t>
          </a:r>
        </a:p>
        <a:p>
          <a:pPr algn="ctr" rtl="1">
            <a:lnSpc>
              <a:spcPct val="100000"/>
            </a:lnSpc>
            <a:spcAft>
              <a:spcPts val="0"/>
            </a:spcAft>
            <a:defRPr cap="all"/>
          </a:pPr>
          <a:r>
            <a:rPr lang="ar" sz="1800" b="0" i="0" u="none" cap="none" dirty="0">
              <a:latin typeface="Sakkal Majalla" panose="02000000000000000000" pitchFamily="2" charset="-78"/>
              <a:cs typeface="Sakkal Majalla" panose="02000000000000000000" pitchFamily="2" charset="-78"/>
            </a:rPr>
            <a:t>تحالف قيادة أخلاقيات العمل</a:t>
          </a:r>
          <a:r>
            <a:rPr lang="ar" sz="1800" b="0" i="0" u="none" dirty="0">
              <a:latin typeface="Sakkal Majalla" panose="02000000000000000000" pitchFamily="2" charset="-78"/>
              <a:cs typeface="Sakkal Majalla" panose="02000000000000000000" pitchFamily="2" charset="-78"/>
            </a:rPr>
            <a:t> (BELA)</a:t>
          </a:r>
          <a:endParaRPr lang="en-US" sz="1800" dirty="0">
            <a:latin typeface="Sakkal Majalla" panose="02000000000000000000" pitchFamily="2" charset="-78"/>
            <a:cs typeface="Sakkal Majalla" panose="02000000000000000000" pitchFamily="2" charset="-78"/>
          </a:endParaRPr>
        </a:p>
      </dgm:t>
    </dgm:pt>
    <dgm:pt modelId="{A3862F93-BFBF-4FE5-9ED0-FFDAC8A4309A}" type="parTrans" cxnId="{2AC2B684-32BA-49E7-BF9C-4B350E3E77B9}">
      <dgm:prSet/>
      <dgm:spPr/>
      <dgm:t>
        <a:bodyPr rtlCol="1"/>
        <a:lstStyle/>
        <a:p>
          <a:pPr rtl="1"/>
          <a:endParaRPr lang="en-US"/>
        </a:p>
      </dgm:t>
    </dgm:pt>
    <dgm:pt modelId="{5021A3C9-4DF3-4D73-95C2-0B2730529E2C}" type="sibTrans" cxnId="{2AC2B684-32BA-49E7-BF9C-4B350E3E77B9}">
      <dgm:prSet/>
      <dgm:spPr/>
      <dgm:t>
        <a:bodyPr rtlCol="1"/>
        <a:lstStyle/>
        <a:p>
          <a:pPr rtl="1"/>
          <a:endParaRPr lang="en-US"/>
        </a:p>
      </dgm:t>
    </dgm:pt>
    <dgm:pt modelId="{1F35360F-DFD0-4056-84C4-45785BA3E379}">
      <dgm:prSet custT="1"/>
      <dgm:spPr/>
      <dgm:t>
        <a:bodyPr rtlCol="1"/>
        <a:lstStyle/>
        <a:p>
          <a:pPr algn="ctr" rtl="1">
            <a:lnSpc>
              <a:spcPct val="100000"/>
            </a:lnSpc>
            <a:spcAft>
              <a:spcPts val="0"/>
            </a:spcAft>
            <a:defRPr cap="all"/>
          </a:pPr>
          <a:r>
            <a:rPr lang="ar" sz="1800" b="1" cap="none" dirty="0">
              <a:latin typeface="Sakkal Majalla" panose="02000000000000000000" pitchFamily="2" charset="-78"/>
              <a:cs typeface="Sakkal Majalla" panose="02000000000000000000" pitchFamily="2" charset="-78"/>
            </a:rPr>
            <a:t>وطنيًا،</a:t>
          </a:r>
          <a:r>
            <a:rPr lang="ar" sz="1800" dirty="0">
              <a:latin typeface="Sakkal Majalla" panose="02000000000000000000" pitchFamily="2" charset="-78"/>
              <a:cs typeface="Sakkal Majalla" panose="02000000000000000000" pitchFamily="2" charset="-78"/>
            </a:rPr>
            <a:t> </a:t>
          </a:r>
          <a:r>
            <a:rPr lang="ar" sz="1800" cap="none" dirty="0">
              <a:latin typeface="Sakkal Majalla" panose="02000000000000000000" pitchFamily="2" charset="-78"/>
              <a:cs typeface="Sakkal Majalla" panose="02000000000000000000" pitchFamily="2" charset="-78"/>
            </a:rPr>
            <a:t>على سبيل المثال </a:t>
          </a:r>
        </a:p>
        <a:p>
          <a:pPr algn="ctr" rtl="1">
            <a:lnSpc>
              <a:spcPct val="100000"/>
            </a:lnSpc>
            <a:spcAft>
              <a:spcPts val="0"/>
            </a:spcAft>
            <a:defRPr cap="all"/>
          </a:pPr>
          <a:r>
            <a:rPr lang="ar" sz="1800" b="0" i="0" u="none" cap="none" dirty="0">
              <a:latin typeface="Sakkal Majalla" panose="02000000000000000000" pitchFamily="2" charset="-78"/>
              <a:cs typeface="Sakkal Majalla" panose="02000000000000000000" pitchFamily="2" charset="-78"/>
            </a:rPr>
            <a:t>مؤسسة الشراء بمسؤولية </a:t>
          </a:r>
          <a:br>
            <a:rPr lang="en-US" sz="1800" b="0" i="0" u="none" cap="none" dirty="0">
              <a:latin typeface="Sakkal Majalla" panose="02000000000000000000" pitchFamily="2" charset="-78"/>
              <a:cs typeface="Sakkal Majalla" panose="02000000000000000000" pitchFamily="2" charset="-78"/>
            </a:rPr>
          </a:br>
          <a:r>
            <a:rPr lang="ar" sz="1800" b="0" i="0" u="none" cap="none" dirty="0">
              <a:latin typeface="Sakkal Majalla" panose="02000000000000000000" pitchFamily="2" charset="-78"/>
              <a:cs typeface="Sakkal Majalla" panose="02000000000000000000" pitchFamily="2" charset="-78"/>
            </a:rPr>
            <a:t>(باي رسبونسيلبي فاونديشن)</a:t>
          </a:r>
        </a:p>
        <a:p>
          <a:pPr algn="ctr" rtl="1">
            <a:lnSpc>
              <a:spcPct val="100000"/>
            </a:lnSpc>
            <a:spcAft>
              <a:spcPts val="0"/>
            </a:spcAft>
            <a:defRPr cap="all"/>
          </a:pPr>
          <a:r>
            <a:rPr lang="ar" sz="1800" b="0" i="0" u="none" cap="none" dirty="0">
              <a:latin typeface="Sakkal Majalla" panose="02000000000000000000" pitchFamily="2" charset="-78"/>
              <a:cs typeface="Sakkal Majalla" panose="02000000000000000000" pitchFamily="2" charset="-78"/>
            </a:rPr>
            <a:t>مركز البحوث ومعلومات المستهلك (CRIC)</a:t>
          </a:r>
        </a:p>
        <a:p>
          <a:pPr algn="ctr" rtl="1">
            <a:lnSpc>
              <a:spcPct val="100000"/>
            </a:lnSpc>
            <a:spcAft>
              <a:spcPts val="0"/>
            </a:spcAft>
            <a:defRPr cap="all"/>
          </a:pPr>
          <a:r>
            <a:rPr lang="ar" sz="1800" b="0" i="0" u="none" cap="none" dirty="0">
              <a:latin typeface="Sakkal Majalla" panose="02000000000000000000" pitchFamily="2" charset="-78"/>
              <a:cs typeface="Sakkal Majalla" panose="02000000000000000000" pitchFamily="2" charset="-78"/>
            </a:rPr>
            <a:t>المستثمرون في الأشخاص (IIP)</a:t>
          </a:r>
        </a:p>
        <a:p>
          <a:pPr algn="ctr" rtl="1">
            <a:lnSpc>
              <a:spcPct val="100000"/>
            </a:lnSpc>
            <a:spcAft>
              <a:spcPts val="0"/>
            </a:spcAft>
            <a:defRPr cap="all"/>
          </a:pPr>
          <a:r>
            <a:rPr lang="ar" sz="1800" b="0" i="0" u="none" cap="none" dirty="0">
              <a:latin typeface="Sakkal Majalla" panose="02000000000000000000" pitchFamily="2" charset="-78"/>
              <a:cs typeface="Sakkal Majalla" panose="02000000000000000000" pitchFamily="2" charset="-78"/>
            </a:rPr>
            <a:t>معهد أكاتو للاستهلاك الواعي</a:t>
          </a:r>
        </a:p>
        <a:p>
          <a:pPr algn="ctr" rtl="1">
            <a:lnSpc>
              <a:spcPct val="100000"/>
            </a:lnSpc>
            <a:spcAft>
              <a:spcPts val="0"/>
            </a:spcAft>
            <a:defRPr cap="all"/>
          </a:pPr>
          <a:r>
            <a:rPr lang="ar" sz="1800" cap="none" dirty="0">
              <a:latin typeface="Sakkal Majalla" panose="02000000000000000000" pitchFamily="2" charset="-78"/>
              <a:cs typeface="Sakkal Majalla" panose="02000000000000000000" pitchFamily="2" charset="-78"/>
            </a:rPr>
            <a:t>فوتسي 4 جود المملكة المتحدة</a:t>
          </a:r>
          <a:endParaRPr lang="en-GB" sz="1800" b="0" i="0" u="none" cap="none" dirty="0">
            <a:latin typeface="Sakkal Majalla" panose="02000000000000000000" pitchFamily="2" charset="-78"/>
            <a:cs typeface="Sakkal Majalla" panose="02000000000000000000" pitchFamily="2" charset="-78"/>
          </a:endParaRPr>
        </a:p>
        <a:p>
          <a:pPr algn="ctr" rtl="1">
            <a:lnSpc>
              <a:spcPct val="90000"/>
            </a:lnSpc>
            <a:spcAft>
              <a:spcPts val="0"/>
            </a:spcAft>
            <a:defRPr cap="all"/>
          </a:pPr>
          <a:endParaRPr lang="en-US" sz="1800" cap="none" dirty="0">
            <a:latin typeface="Sakkal Majalla" panose="02000000000000000000" pitchFamily="2" charset="-78"/>
            <a:cs typeface="Sakkal Majalla" panose="02000000000000000000" pitchFamily="2" charset="-78"/>
          </a:endParaRPr>
        </a:p>
      </dgm:t>
    </dgm:pt>
    <dgm:pt modelId="{F2FA741D-4729-481E-AA75-E20F4F52E5A3}" type="parTrans" cxnId="{2963265C-B272-4F36-BA3E-E77750A6CA83}">
      <dgm:prSet/>
      <dgm:spPr/>
      <dgm:t>
        <a:bodyPr rtlCol="1"/>
        <a:lstStyle/>
        <a:p>
          <a:pPr rtl="1"/>
          <a:endParaRPr lang="en-US"/>
        </a:p>
      </dgm:t>
    </dgm:pt>
    <dgm:pt modelId="{AFA3A8CB-5DBD-4D44-A1B2-E841BF5ED20F}" type="sibTrans" cxnId="{2963265C-B272-4F36-BA3E-E77750A6CA83}">
      <dgm:prSet/>
      <dgm:spPr/>
      <dgm:t>
        <a:bodyPr rtlCol="1"/>
        <a:lstStyle/>
        <a:p>
          <a:pPr rtl="1"/>
          <a:endParaRPr lang="en-US"/>
        </a:p>
      </dgm:t>
    </dgm:pt>
    <dgm:pt modelId="{18A2F3F9-104D-4966-8BED-F167C298D5DE}">
      <dgm:prSet custT="1"/>
      <dgm:spPr/>
      <dgm:t>
        <a:bodyPr rtlCol="1"/>
        <a:lstStyle/>
        <a:p>
          <a:pPr algn="ctr" rtl="1">
            <a:lnSpc>
              <a:spcPct val="100000"/>
            </a:lnSpc>
            <a:spcAft>
              <a:spcPts val="0"/>
            </a:spcAft>
            <a:defRPr cap="all"/>
          </a:pPr>
          <a:r>
            <a:rPr lang="ar" sz="1800" b="1" kern="1200" cap="none" dirty="0">
              <a:solidFill>
                <a:srgbClr val="000000">
                  <a:hueOff val="0"/>
                  <a:satOff val="0"/>
                  <a:lumOff val="0"/>
                  <a:alphaOff val="0"/>
                </a:srgbClr>
              </a:solidFill>
              <a:latin typeface="Sakkal Majalla" panose="02000000000000000000" pitchFamily="2" charset="-78"/>
              <a:ea typeface="+mn-ea"/>
              <a:cs typeface="Sakkal Majalla" panose="02000000000000000000" pitchFamily="2" charset="-78"/>
            </a:rPr>
            <a:t>الجمعيات والمعاهد المهنية</a:t>
          </a:r>
        </a:p>
        <a:p>
          <a:pPr algn="ctr" rtl="1">
            <a:lnSpc>
              <a:spcPct val="100000"/>
            </a:lnSpc>
            <a:spcAft>
              <a:spcPts val="0"/>
            </a:spcAft>
            <a:defRPr cap="all"/>
          </a:pPr>
          <a:r>
            <a:rPr lang="ar" sz="1800" b="1" kern="1200" cap="none" dirty="0">
              <a:solidFill>
                <a:srgbClr val="000000">
                  <a:hueOff val="0"/>
                  <a:satOff val="0"/>
                  <a:lumOff val="0"/>
                  <a:alphaOff val="0"/>
                </a:srgbClr>
              </a:solidFill>
              <a:latin typeface="Sakkal Majalla" panose="02000000000000000000" pitchFamily="2" charset="-78"/>
              <a:ea typeface="+mn-ea"/>
              <a:cs typeface="Sakkal Majalla" panose="02000000000000000000" pitchFamily="2" charset="-78"/>
            </a:rPr>
            <a:t>النقابات العمالية</a:t>
          </a:r>
          <a:endParaRPr lang="en-US" sz="1800" b="1" kern="1200" cap="none" dirty="0">
            <a:solidFill>
              <a:srgbClr val="000000">
                <a:hueOff val="0"/>
                <a:satOff val="0"/>
                <a:lumOff val="0"/>
                <a:alphaOff val="0"/>
              </a:srgbClr>
            </a:solidFill>
            <a:latin typeface="Sakkal Majalla" panose="02000000000000000000" pitchFamily="2" charset="-78"/>
            <a:ea typeface="+mn-ea"/>
            <a:cs typeface="Sakkal Majalla" panose="02000000000000000000" pitchFamily="2" charset="-78"/>
          </a:endParaRPr>
        </a:p>
      </dgm:t>
    </dgm:pt>
    <dgm:pt modelId="{DDCB1B8D-2E85-4F8D-AC9C-76FDAEB14DF6}" type="parTrans" cxnId="{A926283D-CADC-4DBF-8407-9CEE2986A5CE}">
      <dgm:prSet/>
      <dgm:spPr/>
      <dgm:t>
        <a:bodyPr rtlCol="1"/>
        <a:lstStyle/>
        <a:p>
          <a:pPr rtl="1"/>
          <a:endParaRPr lang="en-US"/>
        </a:p>
      </dgm:t>
    </dgm:pt>
    <dgm:pt modelId="{402B4F90-0335-4CAF-8576-5AFE83E2E6C8}" type="sibTrans" cxnId="{A926283D-CADC-4DBF-8407-9CEE2986A5CE}">
      <dgm:prSet/>
      <dgm:spPr/>
      <dgm:t>
        <a:bodyPr rtlCol="1"/>
        <a:lstStyle/>
        <a:p>
          <a:pPr rtl="1"/>
          <a:endParaRPr lang="en-US"/>
        </a:p>
      </dgm:t>
    </dgm:pt>
    <dgm:pt modelId="{07B97174-1512-4F62-A395-875D7705A25A}" type="pres">
      <dgm:prSet presAssocID="{164B8124-20B7-4751-97DA-81B3F7AD1DA9}" presName="root" presStyleCnt="0">
        <dgm:presLayoutVars>
          <dgm:dir val="rev"/>
          <dgm:resizeHandles val="exact"/>
        </dgm:presLayoutVars>
      </dgm:prSet>
      <dgm:spPr/>
    </dgm:pt>
    <dgm:pt modelId="{412815A0-847C-4E3D-8103-66521DA0C45B}" type="pres">
      <dgm:prSet presAssocID="{FEA3EC10-5E27-4D53-8E63-D21487159587}" presName="compNode" presStyleCnt="0"/>
      <dgm:spPr/>
    </dgm:pt>
    <dgm:pt modelId="{6A194421-DE37-46A2-B3FF-FBFE528E78E7}" type="pres">
      <dgm:prSet presAssocID="{FEA3EC10-5E27-4D53-8E63-D21487159587}" presName="iconBgRect" presStyleLbl="bgShp" presStyleIdx="0" presStyleCnt="3"/>
      <dgm:spPr/>
    </dgm:pt>
    <dgm:pt modelId="{01ABCE22-A95D-4A7D-AF7E-43F6630D958E}" type="pres">
      <dgm:prSet presAssocID="{FEA3EC10-5E27-4D53-8E63-D2148715958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arth Globe - Asia"/>
        </a:ext>
      </dgm:extLst>
    </dgm:pt>
    <dgm:pt modelId="{B99F37C8-988C-4421-B0E4-E23B8912C8FF}" type="pres">
      <dgm:prSet presAssocID="{FEA3EC10-5E27-4D53-8E63-D21487159587}" presName="spaceRect" presStyleCnt="0"/>
      <dgm:spPr/>
    </dgm:pt>
    <dgm:pt modelId="{E55B3BF0-976F-41FC-B70A-C3DE994A7CB4}" type="pres">
      <dgm:prSet presAssocID="{FEA3EC10-5E27-4D53-8E63-D21487159587}" presName="textRect" presStyleLbl="revTx" presStyleIdx="0" presStyleCnt="3">
        <dgm:presLayoutVars>
          <dgm:chMax val="1"/>
          <dgm:chPref val="1"/>
        </dgm:presLayoutVars>
      </dgm:prSet>
      <dgm:spPr/>
    </dgm:pt>
    <dgm:pt modelId="{1C163D2B-EC97-4EE3-8666-848E68D2ED43}" type="pres">
      <dgm:prSet presAssocID="{5021A3C9-4DF3-4D73-95C2-0B2730529E2C}" presName="sibTrans" presStyleCnt="0"/>
      <dgm:spPr/>
    </dgm:pt>
    <dgm:pt modelId="{9E4AB2F4-5058-4F4B-BE81-3B51515BA5BA}" type="pres">
      <dgm:prSet presAssocID="{1F35360F-DFD0-4056-84C4-45785BA3E379}" presName="compNode" presStyleCnt="0"/>
      <dgm:spPr/>
    </dgm:pt>
    <dgm:pt modelId="{93551BCA-B877-412F-A490-2C2EB9D27A4C}" type="pres">
      <dgm:prSet presAssocID="{1F35360F-DFD0-4056-84C4-45785BA3E379}" presName="iconBgRect" presStyleLbl="bgShp" presStyleIdx="1" presStyleCnt="3"/>
      <dgm:spPr/>
    </dgm:pt>
    <dgm:pt modelId="{6BFE384D-D32C-4FC0-A1E7-60186FA80A36}" type="pres">
      <dgm:prSet presAssocID="{1F35360F-DFD0-4056-84C4-45785BA3E379}"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arker"/>
        </a:ext>
      </dgm:extLst>
    </dgm:pt>
    <dgm:pt modelId="{26E95FEF-3CDA-43C3-959D-92EA61CE5EDD}" type="pres">
      <dgm:prSet presAssocID="{1F35360F-DFD0-4056-84C4-45785BA3E379}" presName="spaceRect" presStyleCnt="0"/>
      <dgm:spPr/>
    </dgm:pt>
    <dgm:pt modelId="{063634F4-A656-4540-89F2-D6A460281D2A}" type="pres">
      <dgm:prSet presAssocID="{1F35360F-DFD0-4056-84C4-45785BA3E379}" presName="textRect" presStyleLbl="revTx" presStyleIdx="1" presStyleCnt="3" custScaleX="118647" custScaleY="81579" custLinFactNeighborX="-87" custLinFactNeighborY="-13815">
        <dgm:presLayoutVars>
          <dgm:chMax val="1"/>
          <dgm:chPref val="1"/>
        </dgm:presLayoutVars>
      </dgm:prSet>
      <dgm:spPr/>
    </dgm:pt>
    <dgm:pt modelId="{67F89DAB-E06B-4822-87EB-5ADCA0BAF7CF}" type="pres">
      <dgm:prSet presAssocID="{AFA3A8CB-5DBD-4D44-A1B2-E841BF5ED20F}" presName="sibTrans" presStyleCnt="0"/>
      <dgm:spPr/>
    </dgm:pt>
    <dgm:pt modelId="{B92E2E12-A736-4A67-8CB7-FB1E2ED37D0E}" type="pres">
      <dgm:prSet presAssocID="{18A2F3F9-104D-4966-8BED-F167C298D5DE}" presName="compNode" presStyleCnt="0"/>
      <dgm:spPr/>
    </dgm:pt>
    <dgm:pt modelId="{591A0892-CC63-4587-9C2C-16D95953C1DB}" type="pres">
      <dgm:prSet presAssocID="{18A2F3F9-104D-4966-8BED-F167C298D5DE}" presName="iconBgRect" presStyleLbl="bgShp" presStyleIdx="2" presStyleCnt="3"/>
      <dgm:spPr/>
    </dgm:pt>
    <dgm:pt modelId="{72A8F7F8-E3AA-411F-BF56-3442670FD847}" type="pres">
      <dgm:prSet presAssocID="{18A2F3F9-104D-4966-8BED-F167C298D5D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andshake"/>
        </a:ext>
      </dgm:extLst>
    </dgm:pt>
    <dgm:pt modelId="{F0FCCD3B-B56F-4350-96B4-D44BC918D129}" type="pres">
      <dgm:prSet presAssocID="{18A2F3F9-104D-4966-8BED-F167C298D5DE}" presName="spaceRect" presStyleCnt="0"/>
      <dgm:spPr/>
    </dgm:pt>
    <dgm:pt modelId="{5DABB2B4-709B-4E5B-AC5F-9BC64085B800}" type="pres">
      <dgm:prSet presAssocID="{18A2F3F9-104D-4966-8BED-F167C298D5DE}" presName="textRect" presStyleLbl="revTx" presStyleIdx="2" presStyleCnt="3">
        <dgm:presLayoutVars>
          <dgm:chMax val="1"/>
          <dgm:chPref val="1"/>
        </dgm:presLayoutVars>
      </dgm:prSet>
      <dgm:spPr/>
    </dgm:pt>
  </dgm:ptLst>
  <dgm:cxnLst>
    <dgm:cxn modelId="{6DF8DF23-6B5F-4916-AB3A-9194C0DD64C4}" type="presOf" srcId="{1F35360F-DFD0-4056-84C4-45785BA3E379}" destId="{063634F4-A656-4540-89F2-D6A460281D2A}" srcOrd="0" destOrd="0" presId="urn:microsoft.com/office/officeart/2018/5/layout/IconCircleLabelList"/>
    <dgm:cxn modelId="{A926283D-CADC-4DBF-8407-9CEE2986A5CE}" srcId="{164B8124-20B7-4751-97DA-81B3F7AD1DA9}" destId="{18A2F3F9-104D-4966-8BED-F167C298D5DE}" srcOrd="2" destOrd="0" parTransId="{DDCB1B8D-2E85-4F8D-AC9C-76FDAEB14DF6}" sibTransId="{402B4F90-0335-4CAF-8576-5AFE83E2E6C8}"/>
    <dgm:cxn modelId="{2963265C-B272-4F36-BA3E-E77750A6CA83}" srcId="{164B8124-20B7-4751-97DA-81B3F7AD1DA9}" destId="{1F35360F-DFD0-4056-84C4-45785BA3E379}" srcOrd="1" destOrd="0" parTransId="{F2FA741D-4729-481E-AA75-E20F4F52E5A3}" sibTransId="{AFA3A8CB-5DBD-4D44-A1B2-E841BF5ED20F}"/>
    <dgm:cxn modelId="{2AC2B684-32BA-49E7-BF9C-4B350E3E77B9}" srcId="{164B8124-20B7-4751-97DA-81B3F7AD1DA9}" destId="{FEA3EC10-5E27-4D53-8E63-D21487159587}" srcOrd="0" destOrd="0" parTransId="{A3862F93-BFBF-4FE5-9ED0-FFDAC8A4309A}" sibTransId="{5021A3C9-4DF3-4D73-95C2-0B2730529E2C}"/>
    <dgm:cxn modelId="{B223DA9C-D6BB-4E80-80EC-F12E2F58D78E}" type="presOf" srcId="{18A2F3F9-104D-4966-8BED-F167C298D5DE}" destId="{5DABB2B4-709B-4E5B-AC5F-9BC64085B800}" srcOrd="0" destOrd="0" presId="urn:microsoft.com/office/officeart/2018/5/layout/IconCircleLabelList"/>
    <dgm:cxn modelId="{61BC93B9-79FC-4784-B7F0-B11176789997}" type="presOf" srcId="{FEA3EC10-5E27-4D53-8E63-D21487159587}" destId="{E55B3BF0-976F-41FC-B70A-C3DE994A7CB4}" srcOrd="0" destOrd="0" presId="urn:microsoft.com/office/officeart/2018/5/layout/IconCircleLabelList"/>
    <dgm:cxn modelId="{91F855CA-9564-4C68-9F0F-97559BB613D6}" type="presOf" srcId="{164B8124-20B7-4751-97DA-81B3F7AD1DA9}" destId="{07B97174-1512-4F62-A395-875D7705A25A}" srcOrd="0" destOrd="0" presId="urn:microsoft.com/office/officeart/2018/5/layout/IconCircleLabelList"/>
    <dgm:cxn modelId="{1E3BA3BE-BB15-4B4B-9D7E-89F9B8ED02ED}" type="presParOf" srcId="{07B97174-1512-4F62-A395-875D7705A25A}" destId="{412815A0-847C-4E3D-8103-66521DA0C45B}" srcOrd="0" destOrd="0" presId="urn:microsoft.com/office/officeart/2018/5/layout/IconCircleLabelList"/>
    <dgm:cxn modelId="{BF8C36AF-56CF-4914-838C-0A5FD2D69B25}" type="presParOf" srcId="{412815A0-847C-4E3D-8103-66521DA0C45B}" destId="{6A194421-DE37-46A2-B3FF-FBFE528E78E7}" srcOrd="0" destOrd="0" presId="urn:microsoft.com/office/officeart/2018/5/layout/IconCircleLabelList"/>
    <dgm:cxn modelId="{8B977727-94A7-4980-9A32-DBF923EC668B}" type="presParOf" srcId="{412815A0-847C-4E3D-8103-66521DA0C45B}" destId="{01ABCE22-A95D-4A7D-AF7E-43F6630D958E}" srcOrd="1" destOrd="0" presId="urn:microsoft.com/office/officeart/2018/5/layout/IconCircleLabelList"/>
    <dgm:cxn modelId="{10DC630C-8309-41A7-BB95-6D37D9A271E6}" type="presParOf" srcId="{412815A0-847C-4E3D-8103-66521DA0C45B}" destId="{B99F37C8-988C-4421-B0E4-E23B8912C8FF}" srcOrd="2" destOrd="0" presId="urn:microsoft.com/office/officeart/2018/5/layout/IconCircleLabelList"/>
    <dgm:cxn modelId="{BCA3D8B9-A62A-4C0C-94E2-9AE4C6C2DF87}" type="presParOf" srcId="{412815A0-847C-4E3D-8103-66521DA0C45B}" destId="{E55B3BF0-976F-41FC-B70A-C3DE994A7CB4}" srcOrd="3" destOrd="0" presId="urn:microsoft.com/office/officeart/2018/5/layout/IconCircleLabelList"/>
    <dgm:cxn modelId="{9B27D9C6-74FF-49F4-A9A1-2FF8BD4373CD}" type="presParOf" srcId="{07B97174-1512-4F62-A395-875D7705A25A}" destId="{1C163D2B-EC97-4EE3-8666-848E68D2ED43}" srcOrd="1" destOrd="0" presId="urn:microsoft.com/office/officeart/2018/5/layout/IconCircleLabelList"/>
    <dgm:cxn modelId="{2ECDF580-C8AF-4C2A-B2E3-011021850465}" type="presParOf" srcId="{07B97174-1512-4F62-A395-875D7705A25A}" destId="{9E4AB2F4-5058-4F4B-BE81-3B51515BA5BA}" srcOrd="2" destOrd="0" presId="urn:microsoft.com/office/officeart/2018/5/layout/IconCircleLabelList"/>
    <dgm:cxn modelId="{5B165C89-98AD-4EEA-AD05-CC0EE10F287F}" type="presParOf" srcId="{9E4AB2F4-5058-4F4B-BE81-3B51515BA5BA}" destId="{93551BCA-B877-412F-A490-2C2EB9D27A4C}" srcOrd="0" destOrd="0" presId="urn:microsoft.com/office/officeart/2018/5/layout/IconCircleLabelList"/>
    <dgm:cxn modelId="{31F193A3-96A8-4668-8A80-6921359310FE}" type="presParOf" srcId="{9E4AB2F4-5058-4F4B-BE81-3B51515BA5BA}" destId="{6BFE384D-D32C-4FC0-A1E7-60186FA80A36}" srcOrd="1" destOrd="0" presId="urn:microsoft.com/office/officeart/2018/5/layout/IconCircleLabelList"/>
    <dgm:cxn modelId="{484C6C9D-B136-46AE-A1E0-2839EFE06297}" type="presParOf" srcId="{9E4AB2F4-5058-4F4B-BE81-3B51515BA5BA}" destId="{26E95FEF-3CDA-43C3-959D-92EA61CE5EDD}" srcOrd="2" destOrd="0" presId="urn:microsoft.com/office/officeart/2018/5/layout/IconCircleLabelList"/>
    <dgm:cxn modelId="{88287C6F-E70F-4854-832C-546D69EDA0D9}" type="presParOf" srcId="{9E4AB2F4-5058-4F4B-BE81-3B51515BA5BA}" destId="{063634F4-A656-4540-89F2-D6A460281D2A}" srcOrd="3" destOrd="0" presId="urn:microsoft.com/office/officeart/2018/5/layout/IconCircleLabelList"/>
    <dgm:cxn modelId="{3F3066DE-9C6A-4CA5-B088-E804683E76CF}" type="presParOf" srcId="{07B97174-1512-4F62-A395-875D7705A25A}" destId="{67F89DAB-E06B-4822-87EB-5ADCA0BAF7CF}" srcOrd="3" destOrd="0" presId="urn:microsoft.com/office/officeart/2018/5/layout/IconCircleLabelList"/>
    <dgm:cxn modelId="{A72B2847-7408-4001-8D2F-BBC7F472E3C7}" type="presParOf" srcId="{07B97174-1512-4F62-A395-875D7705A25A}" destId="{B92E2E12-A736-4A67-8CB7-FB1E2ED37D0E}" srcOrd="4" destOrd="0" presId="urn:microsoft.com/office/officeart/2018/5/layout/IconCircleLabelList"/>
    <dgm:cxn modelId="{2FD2D5BD-3F66-4607-9B56-43606CAA1374}" type="presParOf" srcId="{B92E2E12-A736-4A67-8CB7-FB1E2ED37D0E}" destId="{591A0892-CC63-4587-9C2C-16D95953C1DB}" srcOrd="0" destOrd="0" presId="urn:microsoft.com/office/officeart/2018/5/layout/IconCircleLabelList"/>
    <dgm:cxn modelId="{2E03288E-A1EB-4348-82AC-BAB5E76059CE}" type="presParOf" srcId="{B92E2E12-A736-4A67-8CB7-FB1E2ED37D0E}" destId="{72A8F7F8-E3AA-411F-BF56-3442670FD847}" srcOrd="1" destOrd="0" presId="urn:microsoft.com/office/officeart/2018/5/layout/IconCircleLabelList"/>
    <dgm:cxn modelId="{E7A51111-F34A-45A7-BB4E-4E1520E68779}" type="presParOf" srcId="{B92E2E12-A736-4A67-8CB7-FB1E2ED37D0E}" destId="{F0FCCD3B-B56F-4350-96B4-D44BC918D129}" srcOrd="2" destOrd="0" presId="urn:microsoft.com/office/officeart/2018/5/layout/IconCircleLabelList"/>
    <dgm:cxn modelId="{2C5A8419-638D-424A-94DD-AFDFB2CE2BC5}" type="presParOf" srcId="{B92E2E12-A736-4A67-8CB7-FB1E2ED37D0E}" destId="{5DABB2B4-709B-4E5B-AC5F-9BC64085B800}" srcOrd="3" destOrd="0" presId="urn:microsoft.com/office/officeart/2018/5/layout/IconCircle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417D952-9A35-FE4C-9EBD-A756AF825C79}" type="doc">
      <dgm:prSet loTypeId="urn:microsoft.com/office/officeart/2005/8/layout/vList3" loCatId="list" qsTypeId="urn:microsoft.com/office/officeart/2005/8/quickstyle/simple1" qsCatId="simple" csTypeId="urn:microsoft.com/office/officeart/2005/8/colors/accent1_2" csCatId="accent1" phldr="1"/>
      <dgm:spPr/>
      <dgm:t>
        <a:bodyPr rtlCol="1"/>
        <a:lstStyle/>
        <a:p>
          <a:pPr rtl="1"/>
          <a:endParaRPr lang="en-GB"/>
        </a:p>
      </dgm:t>
    </dgm:pt>
    <dgm:pt modelId="{CC63C832-4341-7948-B947-C035602D47A9}">
      <dgm:prSet custT="1"/>
      <dgm:spPr/>
      <dgm:t>
        <a:bodyPr rtlCol="1"/>
        <a:lstStyle/>
        <a:p>
          <a:pPr rtl="1"/>
          <a:r>
            <a:rPr lang="ar" sz="1800" b="1" dirty="0">
              <a:solidFill>
                <a:schemeClr val="tx1"/>
              </a:solidFill>
              <a:latin typeface="Sakkal Majalla" panose="02000000000000000000" pitchFamily="2" charset="-78"/>
              <a:cs typeface="Sakkal Majalla" panose="02000000000000000000" pitchFamily="2" charset="-78"/>
            </a:rPr>
            <a:t>القيادة الأخلاقية</a:t>
          </a:r>
          <a:r>
            <a:rPr lang="ar" sz="1800" dirty="0">
              <a:solidFill>
                <a:schemeClr val="tx1"/>
              </a:solidFill>
              <a:latin typeface="Sakkal Majalla" panose="02000000000000000000" pitchFamily="2" charset="-78"/>
              <a:cs typeface="Sakkal Majalla" panose="02000000000000000000" pitchFamily="2" charset="-78"/>
            </a:rPr>
            <a:t> تنطبق على القرارات التي يتخذها كل شخص في عمله اليومي. على سبيل المثال، </a:t>
          </a:r>
          <a:br>
            <a:rPr lang="en-US" sz="1800" dirty="0">
              <a:solidFill>
                <a:schemeClr val="tx1"/>
              </a:solidFill>
              <a:latin typeface="Sakkal Majalla" panose="02000000000000000000" pitchFamily="2" charset="-78"/>
              <a:cs typeface="Sakkal Majalla" panose="02000000000000000000" pitchFamily="2" charset="-78"/>
            </a:rPr>
          </a:br>
          <a:r>
            <a:rPr lang="ar" sz="1800" dirty="0">
              <a:solidFill>
                <a:schemeClr val="tx1"/>
              </a:solidFill>
              <a:latin typeface="Sakkal Majalla" panose="02000000000000000000" pitchFamily="2" charset="-78"/>
              <a:cs typeface="Sakkal Majalla" panose="02000000000000000000" pitchFamily="2" charset="-78"/>
            </a:rPr>
            <a:t>يمثل قيام الموظف بحجب معلومات مهمة عن الإدارة عمدًا ارتكاب فعل غير أخلاقي.</a:t>
          </a:r>
        </a:p>
      </dgm:t>
    </dgm:pt>
    <dgm:pt modelId="{F405DE2C-7862-1E4A-8BE7-16E750D5E198}" type="parTrans" cxnId="{B0D049E4-0170-C448-B2B4-4CD9CAF30B62}">
      <dgm:prSet/>
      <dgm:spPr/>
      <dgm:t>
        <a:bodyPr rtlCol="1"/>
        <a:lstStyle/>
        <a:p>
          <a:pPr rtl="1"/>
          <a:endParaRPr lang="en-GB"/>
        </a:p>
      </dgm:t>
    </dgm:pt>
    <dgm:pt modelId="{52E59202-848B-7249-AD3E-82CF5072A174}" type="sibTrans" cxnId="{B0D049E4-0170-C448-B2B4-4CD9CAF30B62}">
      <dgm:prSet/>
      <dgm:spPr/>
      <dgm:t>
        <a:bodyPr rtlCol="1"/>
        <a:lstStyle/>
        <a:p>
          <a:pPr rtl="1"/>
          <a:endParaRPr lang="en-GB"/>
        </a:p>
      </dgm:t>
    </dgm:pt>
    <dgm:pt modelId="{2499E479-5F3D-0340-87F5-C45C6E52F979}">
      <dgm:prSet custT="1"/>
      <dgm:spPr/>
      <dgm:t>
        <a:bodyPr rtlCol="1"/>
        <a:lstStyle/>
        <a:p>
          <a:pPr rtl="1"/>
          <a:r>
            <a:rPr lang="ar" sz="1800" b="1" dirty="0">
              <a:solidFill>
                <a:schemeClr val="tx1"/>
              </a:solidFill>
              <a:latin typeface="Sakkal Majalla" panose="02000000000000000000" pitchFamily="2" charset="-78"/>
              <a:cs typeface="Sakkal Majalla" panose="02000000000000000000" pitchFamily="2" charset="-78"/>
            </a:rPr>
            <a:t>العلاقات الأخلاقية</a:t>
          </a:r>
          <a:r>
            <a:rPr lang="ar" sz="1800" dirty="0">
              <a:solidFill>
                <a:schemeClr val="tx1"/>
              </a:solidFill>
              <a:latin typeface="Sakkal Majalla" panose="02000000000000000000" pitchFamily="2" charset="-78"/>
              <a:cs typeface="Sakkal Majalla" panose="02000000000000000000" pitchFamily="2" charset="-78"/>
            </a:rPr>
            <a:t> تتضمن التواصل المفتوح والصادق وحل النزاعات باحترام. يعد الامتناع عن النميمة وعدم أخذ الفضل في عمل الآخرين أمثلة على السلوك الأخلاقي في مكان العمل. </a:t>
          </a:r>
        </a:p>
      </dgm:t>
    </dgm:pt>
    <dgm:pt modelId="{2AD85201-A267-E44C-BD65-28D6C0F1CB47}" type="parTrans" cxnId="{B54FD2E6-EB60-4148-8D10-693A4077F712}">
      <dgm:prSet/>
      <dgm:spPr/>
      <dgm:t>
        <a:bodyPr rtlCol="1"/>
        <a:lstStyle/>
        <a:p>
          <a:pPr rtl="1"/>
          <a:endParaRPr lang="en-GB"/>
        </a:p>
      </dgm:t>
    </dgm:pt>
    <dgm:pt modelId="{F2B4013C-5C00-0449-A536-A527A3F4DD61}" type="sibTrans" cxnId="{B54FD2E6-EB60-4148-8D10-693A4077F712}">
      <dgm:prSet/>
      <dgm:spPr/>
      <dgm:t>
        <a:bodyPr rtlCol="1"/>
        <a:lstStyle/>
        <a:p>
          <a:pPr rtl="1"/>
          <a:endParaRPr lang="en-GB"/>
        </a:p>
      </dgm:t>
    </dgm:pt>
    <dgm:pt modelId="{972265F8-7FF3-8D4B-B8DD-F4E4B89CC13D}">
      <dgm:prSet custT="1"/>
      <dgm:spPr/>
      <dgm:t>
        <a:bodyPr rtlCol="1"/>
        <a:lstStyle/>
        <a:p>
          <a:pPr rtl="1"/>
          <a:r>
            <a:rPr lang="ar" sz="1800" b="1" dirty="0">
              <a:solidFill>
                <a:schemeClr val="tx1"/>
              </a:solidFill>
              <a:latin typeface="Sakkal Majalla" panose="02000000000000000000" pitchFamily="2" charset="-78"/>
              <a:cs typeface="Sakkal Majalla" panose="02000000000000000000" pitchFamily="2" charset="-78"/>
            </a:rPr>
            <a:t>الضوابط الأخلاقية</a:t>
          </a:r>
          <a:r>
            <a:rPr lang="en-US" sz="1800" b="1" dirty="0">
              <a:solidFill>
                <a:schemeClr val="tx1"/>
              </a:solidFill>
              <a:latin typeface="Sakkal Majalla" panose="02000000000000000000" pitchFamily="2" charset="-78"/>
              <a:cs typeface="Sakkal Majalla" panose="02000000000000000000" pitchFamily="2" charset="-78"/>
            </a:rPr>
            <a:t> </a:t>
          </a:r>
          <a:r>
            <a:rPr lang="ar" sz="1800" dirty="0">
              <a:solidFill>
                <a:schemeClr val="tx1"/>
              </a:solidFill>
              <a:latin typeface="Sakkal Majalla" panose="02000000000000000000" pitchFamily="2" charset="-78"/>
              <a:cs typeface="Sakkal Majalla" panose="02000000000000000000" pitchFamily="2" charset="-78"/>
            </a:rPr>
            <a:t>تتضمن الامتثال للسياسات والإجراءات ومعايير السلامة التنظيمية .</a:t>
          </a:r>
        </a:p>
      </dgm:t>
    </dgm:pt>
    <dgm:pt modelId="{349AEC46-2688-3D44-9B5A-15D36D3B707A}" type="parTrans" cxnId="{B95F6DDE-195C-DF47-A4D3-A5C4517B177B}">
      <dgm:prSet/>
      <dgm:spPr/>
      <dgm:t>
        <a:bodyPr rtlCol="1"/>
        <a:lstStyle/>
        <a:p>
          <a:pPr rtl="1"/>
          <a:endParaRPr lang="en-GB"/>
        </a:p>
      </dgm:t>
    </dgm:pt>
    <dgm:pt modelId="{F8AD4CC9-42EB-9945-A636-386BCC8F6423}" type="sibTrans" cxnId="{B95F6DDE-195C-DF47-A4D3-A5C4517B177B}">
      <dgm:prSet/>
      <dgm:spPr/>
      <dgm:t>
        <a:bodyPr rtlCol="1"/>
        <a:lstStyle/>
        <a:p>
          <a:pPr rtl="1"/>
          <a:endParaRPr lang="en-GB"/>
        </a:p>
      </dgm:t>
    </dgm:pt>
    <dgm:pt modelId="{331218E6-92BD-2140-8AA7-0F223E0C5B95}" type="pres">
      <dgm:prSet presAssocID="{E417D952-9A35-FE4C-9EBD-A756AF825C79}" presName="linearFlow" presStyleCnt="0">
        <dgm:presLayoutVars>
          <dgm:dir val="rev"/>
          <dgm:resizeHandles val="exact"/>
        </dgm:presLayoutVars>
      </dgm:prSet>
      <dgm:spPr/>
    </dgm:pt>
    <dgm:pt modelId="{3F92491D-B1FA-894A-BB6E-6533956C0EDA}" type="pres">
      <dgm:prSet presAssocID="{CC63C832-4341-7948-B947-C035602D47A9}" presName="composite" presStyleCnt="0"/>
      <dgm:spPr/>
    </dgm:pt>
    <dgm:pt modelId="{DC6FB007-3E71-8A41-ACC1-ABE8606AF285}" type="pres">
      <dgm:prSet presAssocID="{CC63C832-4341-7948-B947-C035602D47A9}" presName="imgShp" presStyleLbl="fgImgPlace1" presStyleIdx="0" presStyleCnt="3" custFlipVert="1" custFlipHor="1" custScaleX="4865" custScaleY="9556" custLinFactNeighborX="92069" custLinFactNeighborY="501"/>
      <dgm:spPr>
        <a:noFill/>
      </dgm:spPr>
    </dgm:pt>
    <dgm:pt modelId="{88E63FF9-BA16-2C43-8F6C-8651BF0490DA}" type="pres">
      <dgm:prSet presAssocID="{CC63C832-4341-7948-B947-C035602D47A9}" presName="txShp" presStyleLbl="node1" presStyleIdx="0" presStyleCnt="3" custScaleX="150376" custLinFactNeighborX="3213" custLinFactNeighborY="4129">
        <dgm:presLayoutVars>
          <dgm:bulletEnabled val="1"/>
        </dgm:presLayoutVars>
      </dgm:prSet>
      <dgm:spPr/>
    </dgm:pt>
    <dgm:pt modelId="{7224085A-FA34-EC4E-BD64-126407020BE5}" type="pres">
      <dgm:prSet presAssocID="{52E59202-848B-7249-AD3E-82CF5072A174}" presName="spacing" presStyleCnt="0"/>
      <dgm:spPr/>
    </dgm:pt>
    <dgm:pt modelId="{D828E570-D77C-394F-A69F-D427C9EB0B36}" type="pres">
      <dgm:prSet presAssocID="{2499E479-5F3D-0340-87F5-C45C6E52F979}" presName="composite" presStyleCnt="0"/>
      <dgm:spPr/>
    </dgm:pt>
    <dgm:pt modelId="{E6C027E1-1F3F-714C-A905-E8FCCBDB42AF}" type="pres">
      <dgm:prSet presAssocID="{2499E479-5F3D-0340-87F5-C45C6E52F979}" presName="imgShp" presStyleLbl="fgImgPlace1" presStyleIdx="1" presStyleCnt="3" custScaleX="68553" custScaleY="68553" custLinFactY="30540" custLinFactNeighborX="-92485" custLinFactNeighborY="100000"/>
      <dgm:spPr/>
    </dgm:pt>
    <dgm:pt modelId="{4EAF1876-5497-484C-823C-2683B85C9A21}" type="pres">
      <dgm:prSet presAssocID="{2499E479-5F3D-0340-87F5-C45C6E52F979}" presName="txShp" presStyleLbl="node1" presStyleIdx="1" presStyleCnt="3" custScaleX="150376" custLinFactNeighborY="149">
        <dgm:presLayoutVars>
          <dgm:bulletEnabled val="1"/>
        </dgm:presLayoutVars>
      </dgm:prSet>
      <dgm:spPr/>
    </dgm:pt>
    <dgm:pt modelId="{49643EDA-C08B-0D49-9028-F3F02D2B76AA}" type="pres">
      <dgm:prSet presAssocID="{F2B4013C-5C00-0449-A536-A527A3F4DD61}" presName="spacing" presStyleCnt="0"/>
      <dgm:spPr/>
    </dgm:pt>
    <dgm:pt modelId="{FFD9C5A5-8F1E-F64B-9741-F3D54B484A9D}" type="pres">
      <dgm:prSet presAssocID="{972265F8-7FF3-8D4B-B8DD-F4E4B89CC13D}" presName="composite" presStyleCnt="0"/>
      <dgm:spPr/>
    </dgm:pt>
    <dgm:pt modelId="{C40DFBD1-8C93-2749-8E36-133B00F2F366}" type="pres">
      <dgm:prSet presAssocID="{972265F8-7FF3-8D4B-B8DD-F4E4B89CC13D}" presName="imgShp" presStyleLbl="fgImgPlace1" presStyleIdx="2" presStyleCnt="3" custAng="10800000" custFlipVert="1" custFlipHor="1" custScaleX="4865" custScaleY="7262" custLinFactX="1745" custLinFactY="-30102" custLinFactNeighborX="100000" custLinFactNeighborY="-100000"/>
      <dgm:spPr>
        <a:noFill/>
      </dgm:spPr>
    </dgm:pt>
    <dgm:pt modelId="{2FEAD473-5BDB-0242-B50D-4C9DD656B48E}" type="pres">
      <dgm:prSet presAssocID="{972265F8-7FF3-8D4B-B8DD-F4E4B89CC13D}" presName="txShp" presStyleLbl="node1" presStyleIdx="2" presStyleCnt="3" custScaleX="150376" custLinFactNeighborX="-4194" custLinFactNeighborY="689">
        <dgm:presLayoutVars>
          <dgm:bulletEnabled val="1"/>
        </dgm:presLayoutVars>
      </dgm:prSet>
      <dgm:spPr/>
    </dgm:pt>
  </dgm:ptLst>
  <dgm:cxnLst>
    <dgm:cxn modelId="{1240D50D-13AF-E74A-9FA3-B859EE3F9364}" type="presOf" srcId="{972265F8-7FF3-8D4B-B8DD-F4E4B89CC13D}" destId="{2FEAD473-5BDB-0242-B50D-4C9DD656B48E}" srcOrd="0" destOrd="0" presId="urn:microsoft.com/office/officeart/2005/8/layout/vList3"/>
    <dgm:cxn modelId="{0BB8CE65-0008-C74A-BEAC-3C9CCA64551E}" type="presOf" srcId="{2499E479-5F3D-0340-87F5-C45C6E52F979}" destId="{4EAF1876-5497-484C-823C-2683B85C9A21}" srcOrd="0" destOrd="0" presId="urn:microsoft.com/office/officeart/2005/8/layout/vList3"/>
    <dgm:cxn modelId="{C4C93A7F-383B-224C-8032-027D08B28640}" type="presOf" srcId="{E417D952-9A35-FE4C-9EBD-A756AF825C79}" destId="{331218E6-92BD-2140-8AA7-0F223E0C5B95}" srcOrd="0" destOrd="0" presId="urn:microsoft.com/office/officeart/2005/8/layout/vList3"/>
    <dgm:cxn modelId="{0DED6A99-7623-B847-8ECA-7D9BB2C5C43A}" type="presOf" srcId="{CC63C832-4341-7948-B947-C035602D47A9}" destId="{88E63FF9-BA16-2C43-8F6C-8651BF0490DA}" srcOrd="0" destOrd="0" presId="urn:microsoft.com/office/officeart/2005/8/layout/vList3"/>
    <dgm:cxn modelId="{B95F6DDE-195C-DF47-A4D3-A5C4517B177B}" srcId="{E417D952-9A35-FE4C-9EBD-A756AF825C79}" destId="{972265F8-7FF3-8D4B-B8DD-F4E4B89CC13D}" srcOrd="2" destOrd="0" parTransId="{349AEC46-2688-3D44-9B5A-15D36D3B707A}" sibTransId="{F8AD4CC9-42EB-9945-A636-386BCC8F6423}"/>
    <dgm:cxn modelId="{B0D049E4-0170-C448-B2B4-4CD9CAF30B62}" srcId="{E417D952-9A35-FE4C-9EBD-A756AF825C79}" destId="{CC63C832-4341-7948-B947-C035602D47A9}" srcOrd="0" destOrd="0" parTransId="{F405DE2C-7862-1E4A-8BE7-16E750D5E198}" sibTransId="{52E59202-848B-7249-AD3E-82CF5072A174}"/>
    <dgm:cxn modelId="{B54FD2E6-EB60-4148-8D10-693A4077F712}" srcId="{E417D952-9A35-FE4C-9EBD-A756AF825C79}" destId="{2499E479-5F3D-0340-87F5-C45C6E52F979}" srcOrd="1" destOrd="0" parTransId="{2AD85201-A267-E44C-BD65-28D6C0F1CB47}" sibTransId="{F2B4013C-5C00-0449-A536-A527A3F4DD61}"/>
    <dgm:cxn modelId="{1887FCCE-00CE-DD4B-BA57-6BDEA1BE491F}" type="presParOf" srcId="{331218E6-92BD-2140-8AA7-0F223E0C5B95}" destId="{3F92491D-B1FA-894A-BB6E-6533956C0EDA}" srcOrd="0" destOrd="0" presId="urn:microsoft.com/office/officeart/2005/8/layout/vList3"/>
    <dgm:cxn modelId="{E6B44F69-0406-8F4B-85A8-C529D7BE6B6E}" type="presParOf" srcId="{3F92491D-B1FA-894A-BB6E-6533956C0EDA}" destId="{DC6FB007-3E71-8A41-ACC1-ABE8606AF285}" srcOrd="0" destOrd="0" presId="urn:microsoft.com/office/officeart/2005/8/layout/vList3"/>
    <dgm:cxn modelId="{B6347574-2AD5-4146-96F7-622241A3CF8D}" type="presParOf" srcId="{3F92491D-B1FA-894A-BB6E-6533956C0EDA}" destId="{88E63FF9-BA16-2C43-8F6C-8651BF0490DA}" srcOrd="1" destOrd="0" presId="urn:microsoft.com/office/officeart/2005/8/layout/vList3"/>
    <dgm:cxn modelId="{FA2FD84B-8260-234D-9829-C69ABA0D2E7C}" type="presParOf" srcId="{331218E6-92BD-2140-8AA7-0F223E0C5B95}" destId="{7224085A-FA34-EC4E-BD64-126407020BE5}" srcOrd="1" destOrd="0" presId="urn:microsoft.com/office/officeart/2005/8/layout/vList3"/>
    <dgm:cxn modelId="{562CA279-40B0-FA48-89A7-C9A5B4263C8F}" type="presParOf" srcId="{331218E6-92BD-2140-8AA7-0F223E0C5B95}" destId="{D828E570-D77C-394F-A69F-D427C9EB0B36}" srcOrd="2" destOrd="0" presId="urn:microsoft.com/office/officeart/2005/8/layout/vList3"/>
    <dgm:cxn modelId="{2ECAD332-387F-5D47-A7FB-1C6CA8300ED2}" type="presParOf" srcId="{D828E570-D77C-394F-A69F-D427C9EB0B36}" destId="{E6C027E1-1F3F-714C-A905-E8FCCBDB42AF}" srcOrd="0" destOrd="0" presId="urn:microsoft.com/office/officeart/2005/8/layout/vList3"/>
    <dgm:cxn modelId="{504A340C-1A5B-F54C-BE0B-AABF53968FA5}" type="presParOf" srcId="{D828E570-D77C-394F-A69F-D427C9EB0B36}" destId="{4EAF1876-5497-484C-823C-2683B85C9A21}" srcOrd="1" destOrd="0" presId="urn:microsoft.com/office/officeart/2005/8/layout/vList3"/>
    <dgm:cxn modelId="{E25AF9D5-56C3-BB42-B8BF-29D78A5BDA29}" type="presParOf" srcId="{331218E6-92BD-2140-8AA7-0F223E0C5B95}" destId="{49643EDA-C08B-0D49-9028-F3F02D2B76AA}" srcOrd="3" destOrd="0" presId="urn:microsoft.com/office/officeart/2005/8/layout/vList3"/>
    <dgm:cxn modelId="{AC724010-127F-964E-B0C9-8DE79265B564}" type="presParOf" srcId="{331218E6-92BD-2140-8AA7-0F223E0C5B95}" destId="{FFD9C5A5-8F1E-F64B-9741-F3D54B484A9D}" srcOrd="4" destOrd="0" presId="urn:microsoft.com/office/officeart/2005/8/layout/vList3"/>
    <dgm:cxn modelId="{69801C25-E4CD-924B-B616-D7EBA999BAAE}" type="presParOf" srcId="{FFD9C5A5-8F1E-F64B-9741-F3D54B484A9D}" destId="{C40DFBD1-8C93-2749-8E36-133B00F2F366}" srcOrd="0" destOrd="0" presId="urn:microsoft.com/office/officeart/2005/8/layout/vList3"/>
    <dgm:cxn modelId="{5B4F7770-88C7-6A47-8196-B1C85DF098EB}" type="presParOf" srcId="{FFD9C5A5-8F1E-F64B-9741-F3D54B484A9D}" destId="{2FEAD473-5BDB-0242-B50D-4C9DD656B48E}" srcOrd="1" destOrd="0" presId="urn:microsoft.com/office/officeart/2005/8/layout/vList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86510B3-9B12-4156-B0B3-C2E7F7874981}" type="doc">
      <dgm:prSet loTypeId="urn:microsoft.com/office/officeart/2005/8/layout/vProcess5" loCatId="process" qsTypeId="urn:microsoft.com/office/officeart/2005/8/quickstyle/simple2" qsCatId="simple" csTypeId="urn:microsoft.com/office/officeart/2005/8/colors/accent1_2" csCatId="accent1" phldr="1"/>
      <dgm:spPr/>
      <dgm:t>
        <a:bodyPr rtlCol="1"/>
        <a:lstStyle/>
        <a:p>
          <a:pPr rtl="1"/>
          <a:endParaRPr lang="en-US"/>
        </a:p>
      </dgm:t>
    </dgm:pt>
    <dgm:pt modelId="{D7FDB309-CF40-4D2F-938E-A73B96AE52D4}">
      <dgm:prSet custT="1"/>
      <dgm:spPr/>
      <dgm:t>
        <a:bodyPr rtlCol="1"/>
        <a:lstStyle/>
        <a:p>
          <a:pPr algn="r" rtl="1"/>
          <a:r>
            <a:rPr lang="ar" sz="1900" b="1" dirty="0">
              <a:solidFill>
                <a:schemeClr val="tx1"/>
              </a:solidFill>
              <a:latin typeface="Sakkal Majalla" panose="02000000000000000000" pitchFamily="2" charset="-78"/>
              <a:cs typeface="Sakkal Majalla" panose="02000000000000000000" pitchFamily="2" charset="-78"/>
            </a:rPr>
            <a:t>ممارسات المكافآت والمبيعات</a:t>
          </a:r>
          <a:r>
            <a:rPr lang="ar" sz="1900" dirty="0">
              <a:solidFill>
                <a:schemeClr val="tx1"/>
              </a:solidFill>
              <a:latin typeface="Sakkal Majalla" panose="02000000000000000000" pitchFamily="2" charset="-78"/>
              <a:cs typeface="Sakkal Majalla" panose="02000000000000000000" pitchFamily="2" charset="-78"/>
            </a:rPr>
            <a:t> - تنطبق سياسات عدم التسامح مطلقًا تجاه دفع الرشاوى، وتطبق أنظمة لتجنب الفساد والاحتيال</a:t>
          </a:r>
          <a:endParaRPr lang="en-US" sz="1900" dirty="0">
            <a:solidFill>
              <a:schemeClr val="tx1"/>
            </a:solidFill>
            <a:latin typeface="Sakkal Majalla" panose="02000000000000000000" pitchFamily="2" charset="-78"/>
            <a:cs typeface="Sakkal Majalla" panose="02000000000000000000" pitchFamily="2" charset="-78"/>
          </a:endParaRPr>
        </a:p>
      </dgm:t>
    </dgm:pt>
    <dgm:pt modelId="{F7E0E0A9-A8E2-431E-A5C5-A496C48F65EA}" type="parTrans" cxnId="{4780BBC9-4F60-443E-BEF5-DCF9427DFD07}">
      <dgm:prSet/>
      <dgm:spPr/>
      <dgm:t>
        <a:bodyPr rtlCol="1"/>
        <a:lstStyle/>
        <a:p>
          <a:pPr rtl="1"/>
          <a:endParaRPr lang="en-US"/>
        </a:p>
      </dgm:t>
    </dgm:pt>
    <dgm:pt modelId="{B4B46363-90AE-4162-9E4C-30465C4ED5D5}" type="sibTrans" cxnId="{4780BBC9-4F60-443E-BEF5-DCF9427DFD07}">
      <dgm:prSet/>
      <dgm:spPr/>
      <dgm:t>
        <a:bodyPr rtlCol="1"/>
        <a:lstStyle/>
        <a:p>
          <a:pPr rtl="1"/>
          <a:endParaRPr lang="en-US"/>
        </a:p>
      </dgm:t>
    </dgm:pt>
    <dgm:pt modelId="{BB6BE5D8-68E0-46C4-8222-ED304795E59F}">
      <dgm:prSet custT="1"/>
      <dgm:spPr>
        <a:solidFill>
          <a:schemeClr val="accent6">
            <a:lumMod val="20000"/>
            <a:lumOff val="80000"/>
          </a:schemeClr>
        </a:solidFill>
      </dgm:spPr>
      <dgm:t>
        <a:bodyPr rtlCol="1"/>
        <a:lstStyle/>
        <a:p>
          <a:pPr algn="r" rtl="1"/>
          <a:r>
            <a:rPr lang="ar" sz="1900" b="1" dirty="0">
              <a:solidFill>
                <a:schemeClr val="tx1"/>
              </a:solidFill>
              <a:latin typeface="Sakkal Majalla" panose="02000000000000000000" pitchFamily="2" charset="-78"/>
              <a:cs typeface="Sakkal Majalla" panose="02000000000000000000" pitchFamily="2" charset="-78"/>
            </a:rPr>
            <a:t>التعامل مع السلوك غير الأخلاقي لزملاء العمل</a:t>
          </a:r>
          <a:r>
            <a:rPr lang="ar" sz="1900" dirty="0">
              <a:solidFill>
                <a:schemeClr val="tx1"/>
              </a:solidFill>
              <a:latin typeface="Sakkal Majalla" panose="02000000000000000000" pitchFamily="2" charset="-78"/>
              <a:cs typeface="Sakkal Majalla" panose="02000000000000000000" pitchFamily="2" charset="-78"/>
            </a:rPr>
            <a:t> - يحمي المبلغين عن المخالفات ويشجع ثقافة "الإبلاغ" في مكان العمل</a:t>
          </a:r>
          <a:endParaRPr lang="en-US" sz="1900" dirty="0">
            <a:solidFill>
              <a:schemeClr val="tx1"/>
            </a:solidFill>
            <a:latin typeface="Sakkal Majalla" panose="02000000000000000000" pitchFamily="2" charset="-78"/>
            <a:cs typeface="Sakkal Majalla" panose="02000000000000000000" pitchFamily="2" charset="-78"/>
          </a:endParaRPr>
        </a:p>
      </dgm:t>
    </dgm:pt>
    <dgm:pt modelId="{44153878-EF3A-49D2-A6DE-A93554D7CCBB}" type="parTrans" cxnId="{A3CF53E8-74B6-421B-9F34-0516FD697F58}">
      <dgm:prSet/>
      <dgm:spPr/>
      <dgm:t>
        <a:bodyPr rtlCol="1"/>
        <a:lstStyle/>
        <a:p>
          <a:pPr rtl="1"/>
          <a:endParaRPr lang="en-US"/>
        </a:p>
      </dgm:t>
    </dgm:pt>
    <dgm:pt modelId="{B0D540C2-44FD-46A6-942D-C75039EEE9DA}" type="sibTrans" cxnId="{A3CF53E8-74B6-421B-9F34-0516FD697F58}">
      <dgm:prSet/>
      <dgm:spPr/>
      <dgm:t>
        <a:bodyPr rtlCol="1"/>
        <a:lstStyle/>
        <a:p>
          <a:pPr rtl="1"/>
          <a:endParaRPr lang="en-US"/>
        </a:p>
      </dgm:t>
    </dgm:pt>
    <dgm:pt modelId="{B9B0097A-FB11-4FAF-936E-764FDFDD2EA3}">
      <dgm:prSet custT="1"/>
      <dgm:spPr/>
      <dgm:t>
        <a:bodyPr rtlCol="1"/>
        <a:lstStyle/>
        <a:p>
          <a:pPr algn="r" rtl="1"/>
          <a:r>
            <a:rPr lang="ar" sz="1900" b="1" dirty="0">
              <a:solidFill>
                <a:schemeClr val="tx1"/>
              </a:solidFill>
              <a:latin typeface="Sakkal Majalla" panose="02000000000000000000" pitchFamily="2" charset="-78"/>
              <a:cs typeface="Sakkal Majalla" panose="02000000000000000000" pitchFamily="2" charset="-78"/>
            </a:rPr>
            <a:t>الإدارة والإشراف على الآخرين</a:t>
          </a:r>
          <a:r>
            <a:rPr lang="ar" sz="1900" dirty="0">
              <a:solidFill>
                <a:schemeClr val="tx1"/>
              </a:solidFill>
              <a:latin typeface="Sakkal Majalla" panose="02000000000000000000" pitchFamily="2" charset="-78"/>
              <a:cs typeface="Sakkal Majalla" panose="02000000000000000000" pitchFamily="2" charset="-78"/>
            </a:rPr>
            <a:t> - تضمن إعلان الموظفين عن تضارب المصالح (مثل العمل مع أفراد الأسرة)</a:t>
          </a:r>
          <a:endParaRPr lang="en-US" sz="1900" dirty="0">
            <a:solidFill>
              <a:schemeClr val="tx1"/>
            </a:solidFill>
            <a:latin typeface="Sakkal Majalla" panose="02000000000000000000" pitchFamily="2" charset="-78"/>
            <a:cs typeface="Sakkal Majalla" panose="02000000000000000000" pitchFamily="2" charset="-78"/>
          </a:endParaRPr>
        </a:p>
      </dgm:t>
    </dgm:pt>
    <dgm:pt modelId="{E37027B6-E3E6-4B44-A924-B94C5D2A559E}" type="parTrans" cxnId="{568DCDA0-DBA3-4DFF-9077-4DA1741AA23F}">
      <dgm:prSet/>
      <dgm:spPr/>
      <dgm:t>
        <a:bodyPr rtlCol="1"/>
        <a:lstStyle/>
        <a:p>
          <a:pPr rtl="1"/>
          <a:endParaRPr lang="en-US"/>
        </a:p>
      </dgm:t>
    </dgm:pt>
    <dgm:pt modelId="{9926665C-63DB-49D2-B888-16BEA8E9DB34}" type="sibTrans" cxnId="{568DCDA0-DBA3-4DFF-9077-4DA1741AA23F}">
      <dgm:prSet/>
      <dgm:spPr/>
      <dgm:t>
        <a:bodyPr rtlCol="1"/>
        <a:lstStyle/>
        <a:p>
          <a:pPr rtl="1"/>
          <a:endParaRPr lang="en-US"/>
        </a:p>
      </dgm:t>
    </dgm:pt>
    <dgm:pt modelId="{AE108340-AAD4-5F4E-A8F1-8D52B0CEBBDA}" type="pres">
      <dgm:prSet presAssocID="{186510B3-9B12-4156-B0B3-C2E7F7874981}" presName="outerComposite" presStyleCnt="0">
        <dgm:presLayoutVars>
          <dgm:chMax val="5"/>
          <dgm:dir val="rev"/>
          <dgm:resizeHandles val="exact"/>
        </dgm:presLayoutVars>
      </dgm:prSet>
      <dgm:spPr/>
    </dgm:pt>
    <dgm:pt modelId="{234A58E9-5A4A-B444-9E05-087777DA2A5F}" type="pres">
      <dgm:prSet presAssocID="{186510B3-9B12-4156-B0B3-C2E7F7874981}" presName="dummyMaxCanvas" presStyleCnt="0">
        <dgm:presLayoutVars/>
      </dgm:prSet>
      <dgm:spPr/>
    </dgm:pt>
    <dgm:pt modelId="{FF3EEC49-618F-8341-811A-52EDD54E0310}" type="pres">
      <dgm:prSet presAssocID="{186510B3-9B12-4156-B0B3-C2E7F7874981}" presName="ThreeNodes_1" presStyleLbl="node1" presStyleIdx="0" presStyleCnt="3">
        <dgm:presLayoutVars>
          <dgm:bulletEnabled val="1"/>
        </dgm:presLayoutVars>
      </dgm:prSet>
      <dgm:spPr/>
    </dgm:pt>
    <dgm:pt modelId="{2D8433BE-E239-8F4E-B1F6-C12EAAB56292}" type="pres">
      <dgm:prSet presAssocID="{186510B3-9B12-4156-B0B3-C2E7F7874981}" presName="ThreeNodes_2" presStyleLbl="node1" presStyleIdx="1" presStyleCnt="3">
        <dgm:presLayoutVars>
          <dgm:bulletEnabled val="1"/>
        </dgm:presLayoutVars>
      </dgm:prSet>
      <dgm:spPr/>
    </dgm:pt>
    <dgm:pt modelId="{722F1F1E-5556-9047-91D5-12721F375074}" type="pres">
      <dgm:prSet presAssocID="{186510B3-9B12-4156-B0B3-C2E7F7874981}" presName="ThreeNodes_3" presStyleLbl="node1" presStyleIdx="2" presStyleCnt="3">
        <dgm:presLayoutVars>
          <dgm:bulletEnabled val="1"/>
        </dgm:presLayoutVars>
      </dgm:prSet>
      <dgm:spPr/>
    </dgm:pt>
    <dgm:pt modelId="{E836189D-DB83-D74E-8021-D91AA9A393F5}" type="pres">
      <dgm:prSet presAssocID="{186510B3-9B12-4156-B0B3-C2E7F7874981}" presName="ThreeConn_1-2" presStyleLbl="fgAccFollowNode1" presStyleIdx="0" presStyleCnt="2">
        <dgm:presLayoutVars>
          <dgm:bulletEnabled val="1"/>
        </dgm:presLayoutVars>
      </dgm:prSet>
      <dgm:spPr/>
    </dgm:pt>
    <dgm:pt modelId="{F40D3AB3-B310-0F49-9BD0-7D313B45819A}" type="pres">
      <dgm:prSet presAssocID="{186510B3-9B12-4156-B0B3-C2E7F7874981}" presName="ThreeConn_2-3" presStyleLbl="fgAccFollowNode1" presStyleIdx="1" presStyleCnt="2">
        <dgm:presLayoutVars>
          <dgm:bulletEnabled val="1"/>
        </dgm:presLayoutVars>
      </dgm:prSet>
      <dgm:spPr/>
    </dgm:pt>
    <dgm:pt modelId="{87547F79-10FC-F644-98CA-5DDA6ED3524C}" type="pres">
      <dgm:prSet presAssocID="{186510B3-9B12-4156-B0B3-C2E7F7874981}" presName="ThreeNodes_1_text" presStyleLbl="node1" presStyleIdx="2" presStyleCnt="3">
        <dgm:presLayoutVars>
          <dgm:bulletEnabled val="1"/>
        </dgm:presLayoutVars>
      </dgm:prSet>
      <dgm:spPr/>
    </dgm:pt>
    <dgm:pt modelId="{50C0F59C-E610-3448-B604-D00644CC5B69}" type="pres">
      <dgm:prSet presAssocID="{186510B3-9B12-4156-B0B3-C2E7F7874981}" presName="ThreeNodes_2_text" presStyleLbl="node1" presStyleIdx="2" presStyleCnt="3">
        <dgm:presLayoutVars>
          <dgm:bulletEnabled val="1"/>
        </dgm:presLayoutVars>
      </dgm:prSet>
      <dgm:spPr/>
    </dgm:pt>
    <dgm:pt modelId="{C676952E-1094-7D44-84F1-00CFD4604651}" type="pres">
      <dgm:prSet presAssocID="{186510B3-9B12-4156-B0B3-C2E7F7874981}" presName="ThreeNodes_3_text" presStyleLbl="node1" presStyleIdx="2" presStyleCnt="3">
        <dgm:presLayoutVars>
          <dgm:bulletEnabled val="1"/>
        </dgm:presLayoutVars>
      </dgm:prSet>
      <dgm:spPr/>
    </dgm:pt>
  </dgm:ptLst>
  <dgm:cxnLst>
    <dgm:cxn modelId="{9DA04E3A-36F9-1744-8806-0496A6A4FBDF}" type="presOf" srcId="{186510B3-9B12-4156-B0B3-C2E7F7874981}" destId="{AE108340-AAD4-5F4E-A8F1-8D52B0CEBBDA}" srcOrd="0" destOrd="0" presId="urn:microsoft.com/office/officeart/2005/8/layout/vProcess5"/>
    <dgm:cxn modelId="{8BF8D856-53CA-9F4A-B826-16E0D73D20CC}" type="presOf" srcId="{D7FDB309-CF40-4D2F-938E-A73B96AE52D4}" destId="{87547F79-10FC-F644-98CA-5DDA6ED3524C}" srcOrd="1" destOrd="0" presId="urn:microsoft.com/office/officeart/2005/8/layout/vProcess5"/>
    <dgm:cxn modelId="{DBD1B65A-3A64-384B-92E2-7D4141AC40CF}" type="presOf" srcId="{B9B0097A-FB11-4FAF-936E-764FDFDD2EA3}" destId="{C676952E-1094-7D44-84F1-00CFD4604651}" srcOrd="1" destOrd="0" presId="urn:microsoft.com/office/officeart/2005/8/layout/vProcess5"/>
    <dgm:cxn modelId="{8F504A8A-8A16-0B46-8DA9-2CF5EBA14679}" type="presOf" srcId="{B4B46363-90AE-4162-9E4C-30465C4ED5D5}" destId="{E836189D-DB83-D74E-8021-D91AA9A393F5}" srcOrd="0" destOrd="0" presId="urn:microsoft.com/office/officeart/2005/8/layout/vProcess5"/>
    <dgm:cxn modelId="{568DCDA0-DBA3-4DFF-9077-4DA1741AA23F}" srcId="{186510B3-9B12-4156-B0B3-C2E7F7874981}" destId="{B9B0097A-FB11-4FAF-936E-764FDFDD2EA3}" srcOrd="2" destOrd="0" parTransId="{E37027B6-E3E6-4B44-A924-B94C5D2A559E}" sibTransId="{9926665C-63DB-49D2-B888-16BEA8E9DB34}"/>
    <dgm:cxn modelId="{974FBEB3-1067-3240-88E5-FB2F3E03A4D7}" type="presOf" srcId="{BB6BE5D8-68E0-46C4-8222-ED304795E59F}" destId="{50C0F59C-E610-3448-B604-D00644CC5B69}" srcOrd="1" destOrd="0" presId="urn:microsoft.com/office/officeart/2005/8/layout/vProcess5"/>
    <dgm:cxn modelId="{B1ACFFBA-E11C-F04B-A4B2-7C833F0E8B55}" type="presOf" srcId="{D7FDB309-CF40-4D2F-938E-A73B96AE52D4}" destId="{FF3EEC49-618F-8341-811A-52EDD54E0310}" srcOrd="0" destOrd="0" presId="urn:microsoft.com/office/officeart/2005/8/layout/vProcess5"/>
    <dgm:cxn modelId="{225956C5-3F89-6E44-8F69-EE8E1154C2AE}" type="presOf" srcId="{B0D540C2-44FD-46A6-942D-C75039EEE9DA}" destId="{F40D3AB3-B310-0F49-9BD0-7D313B45819A}" srcOrd="0" destOrd="0" presId="urn:microsoft.com/office/officeart/2005/8/layout/vProcess5"/>
    <dgm:cxn modelId="{4780BBC9-4F60-443E-BEF5-DCF9427DFD07}" srcId="{186510B3-9B12-4156-B0B3-C2E7F7874981}" destId="{D7FDB309-CF40-4D2F-938E-A73B96AE52D4}" srcOrd="0" destOrd="0" parTransId="{F7E0E0A9-A8E2-431E-A5C5-A496C48F65EA}" sibTransId="{B4B46363-90AE-4162-9E4C-30465C4ED5D5}"/>
    <dgm:cxn modelId="{A3CF53E8-74B6-421B-9F34-0516FD697F58}" srcId="{186510B3-9B12-4156-B0B3-C2E7F7874981}" destId="{BB6BE5D8-68E0-46C4-8222-ED304795E59F}" srcOrd="1" destOrd="0" parTransId="{44153878-EF3A-49D2-A6DE-A93554D7CCBB}" sibTransId="{B0D540C2-44FD-46A6-942D-C75039EEE9DA}"/>
    <dgm:cxn modelId="{0215C1EA-CAC7-8744-9DE4-2D4AE1F3C468}" type="presOf" srcId="{B9B0097A-FB11-4FAF-936E-764FDFDD2EA3}" destId="{722F1F1E-5556-9047-91D5-12721F375074}" srcOrd="0" destOrd="0" presId="urn:microsoft.com/office/officeart/2005/8/layout/vProcess5"/>
    <dgm:cxn modelId="{46F929FD-4429-DC49-A48C-038CC51E6968}" type="presOf" srcId="{BB6BE5D8-68E0-46C4-8222-ED304795E59F}" destId="{2D8433BE-E239-8F4E-B1F6-C12EAAB56292}" srcOrd="0" destOrd="0" presId="urn:microsoft.com/office/officeart/2005/8/layout/vProcess5"/>
    <dgm:cxn modelId="{ADDDD808-B515-364D-8D31-D8F19E0B59B8}" type="presParOf" srcId="{AE108340-AAD4-5F4E-A8F1-8D52B0CEBBDA}" destId="{234A58E9-5A4A-B444-9E05-087777DA2A5F}" srcOrd="0" destOrd="0" presId="urn:microsoft.com/office/officeart/2005/8/layout/vProcess5"/>
    <dgm:cxn modelId="{6D5F4E7E-AF55-B64E-92F4-8C5429F30C13}" type="presParOf" srcId="{AE108340-AAD4-5F4E-A8F1-8D52B0CEBBDA}" destId="{FF3EEC49-618F-8341-811A-52EDD54E0310}" srcOrd="1" destOrd="0" presId="urn:microsoft.com/office/officeart/2005/8/layout/vProcess5"/>
    <dgm:cxn modelId="{E5C662AB-51C9-B44D-B619-6438B9F2DDCE}" type="presParOf" srcId="{AE108340-AAD4-5F4E-A8F1-8D52B0CEBBDA}" destId="{2D8433BE-E239-8F4E-B1F6-C12EAAB56292}" srcOrd="2" destOrd="0" presId="urn:microsoft.com/office/officeart/2005/8/layout/vProcess5"/>
    <dgm:cxn modelId="{18A01135-BF3A-0149-A919-198797905D39}" type="presParOf" srcId="{AE108340-AAD4-5F4E-A8F1-8D52B0CEBBDA}" destId="{722F1F1E-5556-9047-91D5-12721F375074}" srcOrd="3" destOrd="0" presId="urn:microsoft.com/office/officeart/2005/8/layout/vProcess5"/>
    <dgm:cxn modelId="{672ACA67-5FC7-BE42-BFA1-9470CBD9B214}" type="presParOf" srcId="{AE108340-AAD4-5F4E-A8F1-8D52B0CEBBDA}" destId="{E836189D-DB83-D74E-8021-D91AA9A393F5}" srcOrd="4" destOrd="0" presId="urn:microsoft.com/office/officeart/2005/8/layout/vProcess5"/>
    <dgm:cxn modelId="{5CE60F84-AB4D-5B42-BEC8-8F0A6C93BDDE}" type="presParOf" srcId="{AE108340-AAD4-5F4E-A8F1-8D52B0CEBBDA}" destId="{F40D3AB3-B310-0F49-9BD0-7D313B45819A}" srcOrd="5" destOrd="0" presId="urn:microsoft.com/office/officeart/2005/8/layout/vProcess5"/>
    <dgm:cxn modelId="{B3E4592F-9232-6141-AF07-44A0125B44B6}" type="presParOf" srcId="{AE108340-AAD4-5F4E-A8F1-8D52B0CEBBDA}" destId="{87547F79-10FC-F644-98CA-5DDA6ED3524C}" srcOrd="6" destOrd="0" presId="urn:microsoft.com/office/officeart/2005/8/layout/vProcess5"/>
    <dgm:cxn modelId="{1F7A70BD-BCB8-6849-A544-AA98EE4CAA1C}" type="presParOf" srcId="{AE108340-AAD4-5F4E-A8F1-8D52B0CEBBDA}" destId="{50C0F59C-E610-3448-B604-D00644CC5B69}" srcOrd="7" destOrd="0" presId="urn:microsoft.com/office/officeart/2005/8/layout/vProcess5"/>
    <dgm:cxn modelId="{62208407-16AB-A542-853A-7B37A6248A18}" type="presParOf" srcId="{AE108340-AAD4-5F4E-A8F1-8D52B0CEBBDA}" destId="{C676952E-1094-7D44-84F1-00CFD4604651}" srcOrd="8"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273F4FFB-BF9F-4EE8-B58E-FFED8E01943B}" type="doc">
      <dgm:prSet loTypeId="urn:microsoft.com/office/officeart/2018/2/layout/IconVerticalSolidList" loCatId="icon" qsTypeId="urn:microsoft.com/office/officeart/2005/8/quickstyle/simple1" qsCatId="simple" csTypeId="urn:microsoft.com/office/officeart/2005/8/colors/accent2_2" csCatId="accent2" phldr="1"/>
      <dgm:spPr/>
      <dgm:t>
        <a:bodyPr rtlCol="1"/>
        <a:lstStyle/>
        <a:p>
          <a:pPr rtl="1"/>
          <a:endParaRPr lang="en-US"/>
        </a:p>
      </dgm:t>
    </dgm:pt>
    <dgm:pt modelId="{5FE25653-A7BA-47FB-8073-2B4FA7940492}">
      <dgm:prSet custT="1"/>
      <dgm:spPr>
        <a:noFill/>
      </dgm:spPr>
      <dgm:t>
        <a:bodyPr rtlCol="1"/>
        <a:lstStyle/>
        <a:p>
          <a:pPr rtl="1">
            <a:lnSpc>
              <a:spcPct val="100000"/>
            </a:lnSpc>
          </a:pPr>
          <a:r>
            <a:rPr lang="ar" sz="2100" dirty="0">
              <a:latin typeface="Sakkal Majalla" panose="02000000000000000000" pitchFamily="2" charset="-78"/>
              <a:cs typeface="Sakkal Majalla" panose="02000000000000000000" pitchFamily="2" charset="-78"/>
            </a:rPr>
            <a:t>ب1 المسائل المتعلقة بالمسؤولية الاجتماعية للشركات وأثرها في أصحاب المصلحة </a:t>
          </a:r>
          <a:endParaRPr lang="en-US" sz="2100" dirty="0">
            <a:latin typeface="Sakkal Majalla" panose="02000000000000000000" pitchFamily="2" charset="-78"/>
            <a:cs typeface="Sakkal Majalla" panose="02000000000000000000" pitchFamily="2" charset="-78"/>
          </a:endParaRPr>
        </a:p>
      </dgm:t>
    </dgm:pt>
    <dgm:pt modelId="{2FF7EEA5-BA7F-4838-809B-A6AA6FFC522A}" type="parTrans" cxnId="{2A0C2303-6DF6-4B31-916D-18CE0E3115D3}">
      <dgm:prSet/>
      <dgm:spPr/>
      <dgm:t>
        <a:bodyPr rtlCol="1"/>
        <a:lstStyle/>
        <a:p>
          <a:pPr rtl="1"/>
          <a:endParaRPr lang="en-US"/>
        </a:p>
      </dgm:t>
    </dgm:pt>
    <dgm:pt modelId="{FD9ABB40-9682-4D97-B80C-F7F64D08F683}" type="sibTrans" cxnId="{2A0C2303-6DF6-4B31-916D-18CE0E3115D3}">
      <dgm:prSet/>
      <dgm:spPr/>
      <dgm:t>
        <a:bodyPr rtlCol="1"/>
        <a:lstStyle/>
        <a:p>
          <a:pPr rtl="1"/>
          <a:endParaRPr lang="en-US"/>
        </a:p>
      </dgm:t>
    </dgm:pt>
    <dgm:pt modelId="{CCCABDE4-D42F-4A79-80D9-607472E8A4AF}">
      <dgm:prSet custT="1"/>
      <dgm:spPr/>
      <dgm:t>
        <a:bodyPr rtlCol="1"/>
        <a:lstStyle/>
        <a:p>
          <a:pPr rtl="1">
            <a:lnSpc>
              <a:spcPct val="100000"/>
            </a:lnSpc>
          </a:pPr>
          <a:r>
            <a:rPr lang="ar" sz="2100" dirty="0">
              <a:latin typeface="Sakkal Majalla" panose="02000000000000000000" pitchFamily="2" charset="-78"/>
              <a:cs typeface="Sakkal Majalla" panose="02000000000000000000" pitchFamily="2" charset="-78"/>
            </a:rPr>
            <a:t>ب2 الاستدامة والخط السفلي الثلاثي </a:t>
          </a:r>
          <a:endParaRPr lang="en-US" sz="2100" dirty="0">
            <a:latin typeface="Sakkal Majalla" panose="02000000000000000000" pitchFamily="2" charset="-78"/>
            <a:cs typeface="Sakkal Majalla" panose="02000000000000000000" pitchFamily="2" charset="-78"/>
          </a:endParaRPr>
        </a:p>
      </dgm:t>
    </dgm:pt>
    <dgm:pt modelId="{EAAD90EE-0E21-4401-A75A-1643B5084443}" type="parTrans" cxnId="{1154BE59-1B58-418C-9504-EC0D688BA33C}">
      <dgm:prSet/>
      <dgm:spPr/>
      <dgm:t>
        <a:bodyPr rtlCol="1"/>
        <a:lstStyle/>
        <a:p>
          <a:pPr rtl="1"/>
          <a:endParaRPr lang="en-US"/>
        </a:p>
      </dgm:t>
    </dgm:pt>
    <dgm:pt modelId="{F2E7893A-50A6-440B-AD9A-267ED4D45C29}" type="sibTrans" cxnId="{1154BE59-1B58-418C-9504-EC0D688BA33C}">
      <dgm:prSet/>
      <dgm:spPr/>
      <dgm:t>
        <a:bodyPr rtlCol="1"/>
        <a:lstStyle/>
        <a:p>
          <a:pPr rtl="1"/>
          <a:endParaRPr lang="en-US"/>
        </a:p>
      </dgm:t>
    </dgm:pt>
    <dgm:pt modelId="{CD26852E-4EBB-497C-89F8-723E96217B92}">
      <dgm:prSet custT="1"/>
      <dgm:spPr>
        <a:noFill/>
      </dgm:spPr>
      <dgm:t>
        <a:bodyPr rtlCol="1"/>
        <a:lstStyle/>
        <a:p>
          <a:pPr rtl="1">
            <a:lnSpc>
              <a:spcPct val="100000"/>
            </a:lnSpc>
          </a:pPr>
          <a:r>
            <a:rPr lang="ar" sz="2100" dirty="0">
              <a:latin typeface="Sakkal Majalla" panose="02000000000000000000" pitchFamily="2" charset="-78"/>
              <a:cs typeface="Sakkal Majalla" panose="02000000000000000000" pitchFamily="2" charset="-78"/>
            </a:rPr>
            <a:t>ب3 تعزيز أخلاقيات العمل وسياسات المسؤولية الاجتماعية للشركات </a:t>
          </a:r>
          <a:endParaRPr lang="en-US" sz="2100" dirty="0">
            <a:latin typeface="Sakkal Majalla" panose="02000000000000000000" pitchFamily="2" charset="-78"/>
            <a:cs typeface="Sakkal Majalla" panose="02000000000000000000" pitchFamily="2" charset="-78"/>
          </a:endParaRPr>
        </a:p>
      </dgm:t>
    </dgm:pt>
    <dgm:pt modelId="{FF44BC0D-6132-4107-9BDB-91E2E0B05775}" type="parTrans" cxnId="{BC2540DE-653A-4042-BE5C-F0EE87DAF75D}">
      <dgm:prSet/>
      <dgm:spPr/>
      <dgm:t>
        <a:bodyPr rtlCol="1"/>
        <a:lstStyle/>
        <a:p>
          <a:pPr rtl="1"/>
          <a:endParaRPr lang="en-US"/>
        </a:p>
      </dgm:t>
    </dgm:pt>
    <dgm:pt modelId="{28DEC12D-D78E-456D-B314-F141468F4213}" type="sibTrans" cxnId="{BC2540DE-653A-4042-BE5C-F0EE87DAF75D}">
      <dgm:prSet/>
      <dgm:spPr/>
      <dgm:t>
        <a:bodyPr rtlCol="1"/>
        <a:lstStyle/>
        <a:p>
          <a:pPr rtl="1"/>
          <a:endParaRPr lang="en-US"/>
        </a:p>
      </dgm:t>
    </dgm:pt>
    <dgm:pt modelId="{52968F88-400B-174F-BDB6-BBF0DB8511A5}">
      <dgm:prSet custT="1"/>
      <dgm:spPr/>
      <dgm:t>
        <a:bodyPr rtlCol="1"/>
        <a:lstStyle/>
        <a:p>
          <a:pPr rtl="1">
            <a:lnSpc>
              <a:spcPct val="100000"/>
            </a:lnSpc>
          </a:pPr>
          <a:r>
            <a:rPr lang="ar" sz="2100" dirty="0">
              <a:latin typeface="Sakkal Majalla" panose="02000000000000000000" pitchFamily="2" charset="-78"/>
              <a:cs typeface="Sakkal Majalla" panose="02000000000000000000" pitchFamily="2" charset="-78"/>
            </a:rPr>
            <a:t>مجالات المحتوى الرئيسة</a:t>
          </a:r>
          <a:endParaRPr lang="en-US" sz="2100" dirty="0">
            <a:latin typeface="Sakkal Majalla" panose="02000000000000000000" pitchFamily="2" charset="-78"/>
            <a:cs typeface="Sakkal Majalla" panose="02000000000000000000" pitchFamily="2" charset="-78"/>
          </a:endParaRPr>
        </a:p>
      </dgm:t>
    </dgm:pt>
    <dgm:pt modelId="{7ADB110D-0D55-5546-922D-F3A6F954F482}" type="parTrans" cxnId="{91BC1A53-D125-8B49-98FE-F1D2120E33F7}">
      <dgm:prSet/>
      <dgm:spPr/>
      <dgm:t>
        <a:bodyPr rtlCol="1"/>
        <a:lstStyle/>
        <a:p>
          <a:pPr rtl="1"/>
          <a:endParaRPr lang="en-GB"/>
        </a:p>
      </dgm:t>
    </dgm:pt>
    <dgm:pt modelId="{57F561BD-EB30-5F4A-AF80-6D264356F11C}" type="sibTrans" cxnId="{91BC1A53-D125-8B49-98FE-F1D2120E33F7}">
      <dgm:prSet/>
      <dgm:spPr/>
      <dgm:t>
        <a:bodyPr rtlCol="1"/>
        <a:lstStyle/>
        <a:p>
          <a:pPr rtl="1"/>
          <a:endParaRPr lang="en-GB"/>
        </a:p>
      </dgm:t>
    </dgm:pt>
    <dgm:pt modelId="{863AB74E-3625-45B1-8EEF-82074F2886A5}" type="pres">
      <dgm:prSet presAssocID="{273F4FFB-BF9F-4EE8-B58E-FFED8E01943B}" presName="root" presStyleCnt="0">
        <dgm:presLayoutVars>
          <dgm:dir/>
          <dgm:resizeHandles val="exact"/>
        </dgm:presLayoutVars>
      </dgm:prSet>
      <dgm:spPr/>
    </dgm:pt>
    <dgm:pt modelId="{DBA91AB4-0F8C-4E02-A259-591E230C10CE}" type="pres">
      <dgm:prSet presAssocID="{52968F88-400B-174F-BDB6-BBF0DB8511A5}" presName="compNode" presStyleCnt="0"/>
      <dgm:spPr/>
    </dgm:pt>
    <dgm:pt modelId="{D9198611-7235-4BB4-BB31-D216AABCC317}" type="pres">
      <dgm:prSet presAssocID="{52968F88-400B-174F-BDB6-BBF0DB8511A5}" presName="bgRect" presStyleLbl="bgShp" presStyleIdx="0" presStyleCnt="4"/>
      <dgm:spPr/>
    </dgm:pt>
    <dgm:pt modelId="{E2776590-B244-4374-8BBB-C0658B713B0F}" type="pres">
      <dgm:prSet presAssocID="{52968F88-400B-174F-BDB6-BBF0DB8511A5}" presName="iconRect" presStyleLbl="node1" presStyleIdx="0" presStyleCnt="4" custLinFactX="375238" custLinFactNeighborX="400000"/>
      <dgm:spPr>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D4F50E5B-51DC-46C4-B36B-184882E0313F}" type="pres">
      <dgm:prSet presAssocID="{52968F88-400B-174F-BDB6-BBF0DB8511A5}" presName="spaceRect" presStyleCnt="0"/>
      <dgm:spPr/>
    </dgm:pt>
    <dgm:pt modelId="{33EEE30D-ABB2-471B-872D-A85FEFC192CD}" type="pres">
      <dgm:prSet presAssocID="{52968F88-400B-174F-BDB6-BBF0DB8511A5}" presName="parTx" presStyleLbl="revTx" presStyleIdx="0" presStyleCnt="4" custScaleX="69343" custLinFactNeighborX="-3832">
        <dgm:presLayoutVars>
          <dgm:chMax val="0"/>
          <dgm:chPref val="0"/>
        </dgm:presLayoutVars>
      </dgm:prSet>
      <dgm:spPr/>
    </dgm:pt>
    <dgm:pt modelId="{68E1EC49-CCBB-4CA9-9876-8B6D2D3C9943}" type="pres">
      <dgm:prSet presAssocID="{57F561BD-EB30-5F4A-AF80-6D264356F11C}" presName="sibTrans" presStyleCnt="0"/>
      <dgm:spPr/>
    </dgm:pt>
    <dgm:pt modelId="{49459B3E-5676-4676-8856-8E627AB3FB07}" type="pres">
      <dgm:prSet presAssocID="{5FE25653-A7BA-47FB-8073-2B4FA7940492}" presName="compNode" presStyleCnt="0"/>
      <dgm:spPr/>
    </dgm:pt>
    <dgm:pt modelId="{CFBCFFB1-6659-4D2F-B414-B2122CCC09F7}" type="pres">
      <dgm:prSet presAssocID="{5FE25653-A7BA-47FB-8073-2B4FA7940492}" presName="bgRect" presStyleLbl="bgShp" presStyleIdx="1" presStyleCnt="4"/>
      <dgm:spPr>
        <a:solidFill>
          <a:schemeClr val="accent5"/>
        </a:solidFill>
      </dgm:spPr>
    </dgm:pt>
    <dgm:pt modelId="{E4205DB3-070F-4243-94BB-88B6A8D354CE}" type="pres">
      <dgm:prSet presAssocID="{5FE25653-A7BA-47FB-8073-2B4FA7940492}" presName="iconRect" presStyleLbl="node1" presStyleIdx="1" presStyleCnt="4" custLinFactX="375238" custLinFactNeighborX="400000"/>
      <dgm:spPr>
        <a:blipFill>
          <a:blip xmlns:r="http://schemas.openxmlformats.org/officeDocument/2006/relationships"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roup"/>
        </a:ext>
      </dgm:extLst>
    </dgm:pt>
    <dgm:pt modelId="{8B2FF412-4138-4381-900E-74C0FA3A2EB7}" type="pres">
      <dgm:prSet presAssocID="{5FE25653-A7BA-47FB-8073-2B4FA7940492}" presName="spaceRect" presStyleCnt="0"/>
      <dgm:spPr/>
    </dgm:pt>
    <dgm:pt modelId="{7262A4DF-EEB9-409B-BC1D-1F45D0A27FDC}" type="pres">
      <dgm:prSet presAssocID="{5FE25653-A7BA-47FB-8073-2B4FA7940492}" presName="parTx" presStyleLbl="revTx" presStyleIdx="1" presStyleCnt="4" custLinFactNeighborX="-19082">
        <dgm:presLayoutVars>
          <dgm:chMax val="0"/>
          <dgm:chPref val="0"/>
        </dgm:presLayoutVars>
      </dgm:prSet>
      <dgm:spPr/>
    </dgm:pt>
    <dgm:pt modelId="{46069B57-539B-486A-8A71-7E2ED541BEDA}" type="pres">
      <dgm:prSet presAssocID="{FD9ABB40-9682-4D97-B80C-F7F64D08F683}" presName="sibTrans" presStyleCnt="0"/>
      <dgm:spPr/>
    </dgm:pt>
    <dgm:pt modelId="{23EDF490-3A71-456F-8C5A-5A1A29AFF28C}" type="pres">
      <dgm:prSet presAssocID="{CCCABDE4-D42F-4A79-80D9-607472E8A4AF}" presName="compNode" presStyleCnt="0"/>
      <dgm:spPr/>
    </dgm:pt>
    <dgm:pt modelId="{2797CF68-E5BF-41A3-ABCF-8E79F0896476}" type="pres">
      <dgm:prSet presAssocID="{CCCABDE4-D42F-4A79-80D9-607472E8A4AF}" presName="bgRect" presStyleLbl="bgShp" presStyleIdx="2" presStyleCnt="4"/>
      <dgm:spPr/>
    </dgm:pt>
    <dgm:pt modelId="{53052375-894A-423B-8CC9-89FA86F3D286}" type="pres">
      <dgm:prSet presAssocID="{CCCABDE4-D42F-4A79-80D9-607472E8A4AF}" presName="iconRect" presStyleLbl="node1" presStyleIdx="2" presStyleCnt="4" custLinFactX="375238" custLinFactNeighborX="400000"/>
      <dgm:spPr>
        <a:blipFill>
          <a:blip xmlns:r="http://schemas.openxmlformats.org/officeDocument/2006/relationships"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andshake"/>
        </a:ext>
      </dgm:extLst>
    </dgm:pt>
    <dgm:pt modelId="{097FB52C-EEAE-4FA8-86A6-1EEB37BFEDC3}" type="pres">
      <dgm:prSet presAssocID="{CCCABDE4-D42F-4A79-80D9-607472E8A4AF}" presName="spaceRect" presStyleCnt="0"/>
      <dgm:spPr/>
    </dgm:pt>
    <dgm:pt modelId="{854AA2ED-FFEE-4717-8F97-F43CEB41CECA}" type="pres">
      <dgm:prSet presAssocID="{CCCABDE4-D42F-4A79-80D9-607472E8A4AF}" presName="parTx" presStyleLbl="revTx" presStyleIdx="2" presStyleCnt="4" custLinFactNeighborX="-19082">
        <dgm:presLayoutVars>
          <dgm:chMax val="0"/>
          <dgm:chPref val="0"/>
        </dgm:presLayoutVars>
      </dgm:prSet>
      <dgm:spPr/>
    </dgm:pt>
    <dgm:pt modelId="{0FBCAA1F-70F1-4022-93AF-CE309AE3ECC8}" type="pres">
      <dgm:prSet presAssocID="{F2E7893A-50A6-440B-AD9A-267ED4D45C29}" presName="sibTrans" presStyleCnt="0"/>
      <dgm:spPr/>
    </dgm:pt>
    <dgm:pt modelId="{80E4D51A-FB6A-458D-814F-6CC896718D7E}" type="pres">
      <dgm:prSet presAssocID="{CD26852E-4EBB-497C-89F8-723E96217B92}" presName="compNode" presStyleCnt="0"/>
      <dgm:spPr/>
    </dgm:pt>
    <dgm:pt modelId="{0BFC4098-5425-48FD-8E37-E242E35A3BCB}" type="pres">
      <dgm:prSet presAssocID="{CD26852E-4EBB-497C-89F8-723E96217B92}" presName="bgRect" presStyleLbl="bgShp" presStyleIdx="3" presStyleCnt="4"/>
      <dgm:spPr>
        <a:solidFill>
          <a:schemeClr val="accent5"/>
        </a:solidFill>
      </dgm:spPr>
    </dgm:pt>
    <dgm:pt modelId="{24C9D4ED-2D45-4B9C-8D00-603202D7F3FD}" type="pres">
      <dgm:prSet presAssocID="{CD26852E-4EBB-497C-89F8-723E96217B92}" presName="iconRect" presStyleLbl="node1" presStyleIdx="3" presStyleCnt="4" custLinFactX="375238" custLinFactNeighborX="400000"/>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Deciduous tree with solid fill"/>
        </a:ext>
      </dgm:extLst>
    </dgm:pt>
    <dgm:pt modelId="{49CFF793-5132-4A3A-BE52-83E8CBEAD9BF}" type="pres">
      <dgm:prSet presAssocID="{CD26852E-4EBB-497C-89F8-723E96217B92}" presName="spaceRect" presStyleCnt="0"/>
      <dgm:spPr/>
    </dgm:pt>
    <dgm:pt modelId="{B9FC458E-3A3B-4B77-A979-EBA8032DD335}" type="pres">
      <dgm:prSet presAssocID="{CD26852E-4EBB-497C-89F8-723E96217B92}" presName="parTx" presStyleLbl="revTx" presStyleIdx="3" presStyleCnt="4" custLinFactNeighborX="-19082">
        <dgm:presLayoutVars>
          <dgm:chMax val="0"/>
          <dgm:chPref val="0"/>
        </dgm:presLayoutVars>
      </dgm:prSet>
      <dgm:spPr/>
    </dgm:pt>
  </dgm:ptLst>
  <dgm:cxnLst>
    <dgm:cxn modelId="{2A0C2303-6DF6-4B31-916D-18CE0E3115D3}" srcId="{273F4FFB-BF9F-4EE8-B58E-FFED8E01943B}" destId="{5FE25653-A7BA-47FB-8073-2B4FA7940492}" srcOrd="1" destOrd="0" parTransId="{2FF7EEA5-BA7F-4838-809B-A6AA6FFC522A}" sibTransId="{FD9ABB40-9682-4D97-B80C-F7F64D08F683}"/>
    <dgm:cxn modelId="{BCCD8A38-88D4-DF47-9E26-DC3BF613AF4E}" type="presOf" srcId="{52968F88-400B-174F-BDB6-BBF0DB8511A5}" destId="{33EEE30D-ABB2-471B-872D-A85FEFC192CD}" srcOrd="0" destOrd="0" presId="urn:microsoft.com/office/officeart/2018/2/layout/IconVerticalSolidList"/>
    <dgm:cxn modelId="{91BC1A53-D125-8B49-98FE-F1D2120E33F7}" srcId="{273F4FFB-BF9F-4EE8-B58E-FFED8E01943B}" destId="{52968F88-400B-174F-BDB6-BBF0DB8511A5}" srcOrd="0" destOrd="0" parTransId="{7ADB110D-0D55-5546-922D-F3A6F954F482}" sibTransId="{57F561BD-EB30-5F4A-AF80-6D264356F11C}"/>
    <dgm:cxn modelId="{1154BE59-1B58-418C-9504-EC0D688BA33C}" srcId="{273F4FFB-BF9F-4EE8-B58E-FFED8E01943B}" destId="{CCCABDE4-D42F-4A79-80D9-607472E8A4AF}" srcOrd="2" destOrd="0" parTransId="{EAAD90EE-0E21-4401-A75A-1643B5084443}" sibTransId="{F2E7893A-50A6-440B-AD9A-267ED4D45C29}"/>
    <dgm:cxn modelId="{39A06588-161C-2E4E-BA4F-48E34227CEC5}" type="presOf" srcId="{CCCABDE4-D42F-4A79-80D9-607472E8A4AF}" destId="{854AA2ED-FFEE-4717-8F97-F43CEB41CECA}" srcOrd="0" destOrd="0" presId="urn:microsoft.com/office/officeart/2018/2/layout/IconVerticalSolidList"/>
    <dgm:cxn modelId="{6ADADCB9-6218-C54C-8EE6-DFB45CC10C47}" type="presOf" srcId="{273F4FFB-BF9F-4EE8-B58E-FFED8E01943B}" destId="{863AB74E-3625-45B1-8EEF-82074F2886A5}" srcOrd="0" destOrd="0" presId="urn:microsoft.com/office/officeart/2018/2/layout/IconVerticalSolidList"/>
    <dgm:cxn modelId="{BC2540DE-653A-4042-BE5C-F0EE87DAF75D}" srcId="{273F4FFB-BF9F-4EE8-B58E-FFED8E01943B}" destId="{CD26852E-4EBB-497C-89F8-723E96217B92}" srcOrd="3" destOrd="0" parTransId="{FF44BC0D-6132-4107-9BDB-91E2E0B05775}" sibTransId="{28DEC12D-D78E-456D-B314-F141468F4213}"/>
    <dgm:cxn modelId="{120737EF-FC43-714D-9573-78221E3A0965}" type="presOf" srcId="{CD26852E-4EBB-497C-89F8-723E96217B92}" destId="{B9FC458E-3A3B-4B77-A979-EBA8032DD335}" srcOrd="0" destOrd="0" presId="urn:microsoft.com/office/officeart/2018/2/layout/IconVerticalSolidList"/>
    <dgm:cxn modelId="{D02F91F2-4EB5-D841-8294-20EC321709E7}" type="presOf" srcId="{5FE25653-A7BA-47FB-8073-2B4FA7940492}" destId="{7262A4DF-EEB9-409B-BC1D-1F45D0A27FDC}" srcOrd="0" destOrd="0" presId="urn:microsoft.com/office/officeart/2018/2/layout/IconVerticalSolidList"/>
    <dgm:cxn modelId="{CDFF1C99-170E-6048-B43E-E419E890FA59}" type="presParOf" srcId="{863AB74E-3625-45B1-8EEF-82074F2886A5}" destId="{DBA91AB4-0F8C-4E02-A259-591E230C10CE}" srcOrd="0" destOrd="0" presId="urn:microsoft.com/office/officeart/2018/2/layout/IconVerticalSolidList"/>
    <dgm:cxn modelId="{76D4E39F-B1A6-DA49-A0FE-1E247E89A80D}" type="presParOf" srcId="{DBA91AB4-0F8C-4E02-A259-591E230C10CE}" destId="{D9198611-7235-4BB4-BB31-D216AABCC317}" srcOrd="0" destOrd="0" presId="urn:microsoft.com/office/officeart/2018/2/layout/IconVerticalSolidList"/>
    <dgm:cxn modelId="{A97109A0-EDCF-8D48-B356-91204481D6B1}" type="presParOf" srcId="{DBA91AB4-0F8C-4E02-A259-591E230C10CE}" destId="{E2776590-B244-4374-8BBB-C0658B713B0F}" srcOrd="1" destOrd="0" presId="urn:microsoft.com/office/officeart/2018/2/layout/IconVerticalSolidList"/>
    <dgm:cxn modelId="{B0CDB994-EBD6-1646-9E0B-EC642784ABFF}" type="presParOf" srcId="{DBA91AB4-0F8C-4E02-A259-591E230C10CE}" destId="{D4F50E5B-51DC-46C4-B36B-184882E0313F}" srcOrd="2" destOrd="0" presId="urn:microsoft.com/office/officeart/2018/2/layout/IconVerticalSolidList"/>
    <dgm:cxn modelId="{2B9C9D85-1143-E54D-A0F8-4CBC3CDAEE00}" type="presParOf" srcId="{DBA91AB4-0F8C-4E02-A259-591E230C10CE}" destId="{33EEE30D-ABB2-471B-872D-A85FEFC192CD}" srcOrd="3" destOrd="0" presId="urn:microsoft.com/office/officeart/2018/2/layout/IconVerticalSolidList"/>
    <dgm:cxn modelId="{6F8D95CA-EB15-CA4F-B65A-32B42D1EE37A}" type="presParOf" srcId="{863AB74E-3625-45B1-8EEF-82074F2886A5}" destId="{68E1EC49-CCBB-4CA9-9876-8B6D2D3C9943}" srcOrd="1" destOrd="0" presId="urn:microsoft.com/office/officeart/2018/2/layout/IconVerticalSolidList"/>
    <dgm:cxn modelId="{9CE936D1-E24F-D643-8ADB-6F6139BD888E}" type="presParOf" srcId="{863AB74E-3625-45B1-8EEF-82074F2886A5}" destId="{49459B3E-5676-4676-8856-8E627AB3FB07}" srcOrd="2" destOrd="0" presId="urn:microsoft.com/office/officeart/2018/2/layout/IconVerticalSolidList"/>
    <dgm:cxn modelId="{08A3C282-5B89-9F44-8F82-46A3AB76C8BB}" type="presParOf" srcId="{49459B3E-5676-4676-8856-8E627AB3FB07}" destId="{CFBCFFB1-6659-4D2F-B414-B2122CCC09F7}" srcOrd="0" destOrd="0" presId="urn:microsoft.com/office/officeart/2018/2/layout/IconVerticalSolidList"/>
    <dgm:cxn modelId="{9F85E871-36AF-6C48-85A4-1F22948B4ADC}" type="presParOf" srcId="{49459B3E-5676-4676-8856-8E627AB3FB07}" destId="{E4205DB3-070F-4243-94BB-88B6A8D354CE}" srcOrd="1" destOrd="0" presId="urn:microsoft.com/office/officeart/2018/2/layout/IconVerticalSolidList"/>
    <dgm:cxn modelId="{5D200912-D726-F94A-851F-EB26BDC10213}" type="presParOf" srcId="{49459B3E-5676-4676-8856-8E627AB3FB07}" destId="{8B2FF412-4138-4381-900E-74C0FA3A2EB7}" srcOrd="2" destOrd="0" presId="urn:microsoft.com/office/officeart/2018/2/layout/IconVerticalSolidList"/>
    <dgm:cxn modelId="{35B00E79-93CE-444B-B463-B53E3C44D509}" type="presParOf" srcId="{49459B3E-5676-4676-8856-8E627AB3FB07}" destId="{7262A4DF-EEB9-409B-BC1D-1F45D0A27FDC}" srcOrd="3" destOrd="0" presId="urn:microsoft.com/office/officeart/2018/2/layout/IconVerticalSolidList"/>
    <dgm:cxn modelId="{C347EBDB-FAF8-8C40-A499-42DDD2C1BFEE}" type="presParOf" srcId="{863AB74E-3625-45B1-8EEF-82074F2886A5}" destId="{46069B57-539B-486A-8A71-7E2ED541BEDA}" srcOrd="3" destOrd="0" presId="urn:microsoft.com/office/officeart/2018/2/layout/IconVerticalSolidList"/>
    <dgm:cxn modelId="{A328B44A-C928-8445-96C1-38C0B8C4C6A9}" type="presParOf" srcId="{863AB74E-3625-45B1-8EEF-82074F2886A5}" destId="{23EDF490-3A71-456F-8C5A-5A1A29AFF28C}" srcOrd="4" destOrd="0" presId="urn:microsoft.com/office/officeart/2018/2/layout/IconVerticalSolidList"/>
    <dgm:cxn modelId="{B3AF0508-B93E-CE48-A443-E4C3AE614934}" type="presParOf" srcId="{23EDF490-3A71-456F-8C5A-5A1A29AFF28C}" destId="{2797CF68-E5BF-41A3-ABCF-8E79F0896476}" srcOrd="0" destOrd="0" presId="urn:microsoft.com/office/officeart/2018/2/layout/IconVerticalSolidList"/>
    <dgm:cxn modelId="{C5B1FED2-68D3-5946-8100-9382EAE3EA20}" type="presParOf" srcId="{23EDF490-3A71-456F-8C5A-5A1A29AFF28C}" destId="{53052375-894A-423B-8CC9-89FA86F3D286}" srcOrd="1" destOrd="0" presId="urn:microsoft.com/office/officeart/2018/2/layout/IconVerticalSolidList"/>
    <dgm:cxn modelId="{FE176165-E2F8-2F4A-86D7-091F787C496A}" type="presParOf" srcId="{23EDF490-3A71-456F-8C5A-5A1A29AFF28C}" destId="{097FB52C-EEAE-4FA8-86A6-1EEB37BFEDC3}" srcOrd="2" destOrd="0" presId="urn:microsoft.com/office/officeart/2018/2/layout/IconVerticalSolidList"/>
    <dgm:cxn modelId="{7CB52128-92A3-C748-B47D-229265C94B61}" type="presParOf" srcId="{23EDF490-3A71-456F-8C5A-5A1A29AFF28C}" destId="{854AA2ED-FFEE-4717-8F97-F43CEB41CECA}" srcOrd="3" destOrd="0" presId="urn:microsoft.com/office/officeart/2018/2/layout/IconVerticalSolidList"/>
    <dgm:cxn modelId="{047DFA75-5220-1447-BC15-C9D68CD0F332}" type="presParOf" srcId="{863AB74E-3625-45B1-8EEF-82074F2886A5}" destId="{0FBCAA1F-70F1-4022-93AF-CE309AE3ECC8}" srcOrd="5" destOrd="0" presId="urn:microsoft.com/office/officeart/2018/2/layout/IconVerticalSolidList"/>
    <dgm:cxn modelId="{1E379D6B-2A10-3A4A-8CD6-1828D4110097}" type="presParOf" srcId="{863AB74E-3625-45B1-8EEF-82074F2886A5}" destId="{80E4D51A-FB6A-458D-814F-6CC896718D7E}" srcOrd="6" destOrd="0" presId="urn:microsoft.com/office/officeart/2018/2/layout/IconVerticalSolidList"/>
    <dgm:cxn modelId="{2070E885-84E5-DA45-AAAC-952508B1E0DC}" type="presParOf" srcId="{80E4D51A-FB6A-458D-814F-6CC896718D7E}" destId="{0BFC4098-5425-48FD-8E37-E242E35A3BCB}" srcOrd="0" destOrd="0" presId="urn:microsoft.com/office/officeart/2018/2/layout/IconVerticalSolidList"/>
    <dgm:cxn modelId="{3CC3E2FD-3CCB-F346-8D77-5AED7A01A7D2}" type="presParOf" srcId="{80E4D51A-FB6A-458D-814F-6CC896718D7E}" destId="{24C9D4ED-2D45-4B9C-8D00-603202D7F3FD}" srcOrd="1" destOrd="0" presId="urn:microsoft.com/office/officeart/2018/2/layout/IconVerticalSolidList"/>
    <dgm:cxn modelId="{4F11F969-462A-D144-A4D7-2093F1C289D8}" type="presParOf" srcId="{80E4D51A-FB6A-458D-814F-6CC896718D7E}" destId="{49CFF793-5132-4A3A-BE52-83E8CBEAD9BF}" srcOrd="2" destOrd="0" presId="urn:microsoft.com/office/officeart/2018/2/layout/IconVerticalSolidList"/>
    <dgm:cxn modelId="{29A42C41-00AE-3A48-8DEF-6D831A3FA423}" type="presParOf" srcId="{80E4D51A-FB6A-458D-814F-6CC896718D7E}" destId="{B9FC458E-3A3B-4B77-A979-EBA8032DD335}"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CB756677-AD93-4F48-ACF8-E86C6CD34446}" type="doc">
      <dgm:prSet loTypeId="urn:microsoft.com/office/officeart/2005/8/layout/vList2" loCatId="list" qsTypeId="urn:microsoft.com/office/officeart/2005/8/quickstyle/simple1" qsCatId="simple" csTypeId="urn:microsoft.com/office/officeart/2005/8/colors/accent2_2" csCatId="accent2" phldr="1"/>
      <dgm:spPr/>
      <dgm:t>
        <a:bodyPr rtlCol="1"/>
        <a:lstStyle/>
        <a:p>
          <a:pPr rtl="1"/>
          <a:endParaRPr lang="en-US"/>
        </a:p>
      </dgm:t>
    </dgm:pt>
    <dgm:pt modelId="{593F33E9-CFAE-403D-B2E3-4B7E051C398E}">
      <dgm:prSet custT="1"/>
      <dgm:spPr>
        <a:solidFill>
          <a:schemeClr val="accent2">
            <a:lumMod val="20000"/>
            <a:lumOff val="80000"/>
          </a:schemeClr>
        </a:solidFill>
      </dgm:spPr>
      <dgm:t>
        <a:bodyPr rtlCol="1"/>
        <a:lstStyle/>
        <a:p>
          <a:pPr rtl="1"/>
          <a:r>
            <a:rPr lang="ar" sz="2200" dirty="0">
              <a:solidFill>
                <a:schemeClr val="accent4"/>
              </a:solidFill>
              <a:latin typeface="Sakkal Majalla" panose="02000000000000000000" pitchFamily="2" charset="-78"/>
              <a:cs typeface="Sakkal Majalla" panose="02000000000000000000" pitchFamily="2" charset="-78"/>
            </a:rPr>
            <a:t>توفر ملصقات غذائية دقيقة لمن يعانون الحساسية والاحتياجات الغذائية</a:t>
          </a:r>
          <a:endParaRPr lang="en-US" sz="2200" dirty="0">
            <a:solidFill>
              <a:schemeClr val="accent4"/>
            </a:solidFill>
            <a:latin typeface="Sakkal Majalla" panose="02000000000000000000" pitchFamily="2" charset="-78"/>
            <a:cs typeface="Sakkal Majalla" panose="02000000000000000000" pitchFamily="2" charset="-78"/>
          </a:endParaRPr>
        </a:p>
      </dgm:t>
    </dgm:pt>
    <dgm:pt modelId="{D94B8CAB-EDF3-484E-B2BA-5B16B966AC9C}" type="parTrans" cxnId="{4A7F3272-6D95-4B2B-AE1B-D0CD96F0954B}">
      <dgm:prSet/>
      <dgm:spPr/>
      <dgm:t>
        <a:bodyPr rtlCol="1"/>
        <a:lstStyle/>
        <a:p>
          <a:pPr rtl="1"/>
          <a:endParaRPr lang="en-US" sz="2000">
            <a:latin typeface="Arial" panose="020B0604020202020204" pitchFamily="34" charset="0"/>
            <a:cs typeface="Arial" panose="020B0604020202020204" pitchFamily="34" charset="0"/>
          </a:endParaRPr>
        </a:p>
      </dgm:t>
    </dgm:pt>
    <dgm:pt modelId="{BA4F35C6-DD0D-45D5-A267-63A82EA43196}" type="sibTrans" cxnId="{4A7F3272-6D95-4B2B-AE1B-D0CD96F0954B}">
      <dgm:prSet/>
      <dgm:spPr/>
      <dgm:t>
        <a:bodyPr rtlCol="1"/>
        <a:lstStyle/>
        <a:p>
          <a:pPr rtl="1"/>
          <a:endParaRPr lang="en-US" sz="2000">
            <a:latin typeface="Arial" panose="020B0604020202020204" pitchFamily="34" charset="0"/>
            <a:cs typeface="Arial" panose="020B0604020202020204" pitchFamily="34" charset="0"/>
          </a:endParaRPr>
        </a:p>
      </dgm:t>
    </dgm:pt>
    <dgm:pt modelId="{947464A9-547C-46FE-A486-F5F3A169C665}">
      <dgm:prSet custT="1"/>
      <dgm:spPr>
        <a:solidFill>
          <a:schemeClr val="accent5"/>
        </a:solidFill>
      </dgm:spPr>
      <dgm:t>
        <a:bodyPr rtlCol="1"/>
        <a:lstStyle/>
        <a:p>
          <a:pPr rtl="1"/>
          <a:r>
            <a:rPr lang="ar" sz="2200" dirty="0">
              <a:solidFill>
                <a:schemeClr val="accent4"/>
              </a:solidFill>
              <a:latin typeface="Sakkal Majalla" panose="02000000000000000000" pitchFamily="2" charset="-78"/>
              <a:cs typeface="Sakkal Majalla" panose="02000000000000000000" pitchFamily="2" charset="-78"/>
            </a:rPr>
            <a:t>تبين بوضوح القيمة الغذائية للطعام، بما في ذلك مستويات السكر والملح والدهون.</a:t>
          </a:r>
          <a:endParaRPr lang="en-US" sz="2200" dirty="0">
            <a:solidFill>
              <a:schemeClr val="accent4"/>
            </a:solidFill>
            <a:latin typeface="Sakkal Majalla" panose="02000000000000000000" pitchFamily="2" charset="-78"/>
            <a:cs typeface="Sakkal Majalla" panose="02000000000000000000" pitchFamily="2" charset="-78"/>
          </a:endParaRPr>
        </a:p>
      </dgm:t>
    </dgm:pt>
    <dgm:pt modelId="{14AADE21-A238-466A-A465-F4275C405D6D}" type="parTrans" cxnId="{AFCE0548-B5D5-4ACA-9851-2969325DB103}">
      <dgm:prSet/>
      <dgm:spPr/>
      <dgm:t>
        <a:bodyPr rtlCol="1"/>
        <a:lstStyle/>
        <a:p>
          <a:pPr rtl="1"/>
          <a:endParaRPr lang="en-US" sz="2000">
            <a:latin typeface="Arial" panose="020B0604020202020204" pitchFamily="34" charset="0"/>
            <a:cs typeface="Arial" panose="020B0604020202020204" pitchFamily="34" charset="0"/>
          </a:endParaRPr>
        </a:p>
      </dgm:t>
    </dgm:pt>
    <dgm:pt modelId="{58792BA1-EDE4-44B4-9A02-33B1B9456825}" type="sibTrans" cxnId="{AFCE0548-B5D5-4ACA-9851-2969325DB103}">
      <dgm:prSet/>
      <dgm:spPr/>
      <dgm:t>
        <a:bodyPr rtlCol="1"/>
        <a:lstStyle/>
        <a:p>
          <a:pPr rtl="1"/>
          <a:endParaRPr lang="en-US" sz="2000">
            <a:latin typeface="Arial" panose="020B0604020202020204" pitchFamily="34" charset="0"/>
            <a:cs typeface="Arial" panose="020B0604020202020204" pitchFamily="34" charset="0"/>
          </a:endParaRPr>
        </a:p>
      </dgm:t>
    </dgm:pt>
    <dgm:pt modelId="{D5B050D5-F260-430A-8902-A5B83EB09B79}">
      <dgm:prSet custT="1"/>
      <dgm:spPr>
        <a:solidFill>
          <a:schemeClr val="accent5"/>
        </a:solidFill>
      </dgm:spPr>
      <dgm:t>
        <a:bodyPr rtlCol="1"/>
        <a:lstStyle/>
        <a:p>
          <a:pPr rtl="1"/>
          <a:r>
            <a:rPr lang="ar" sz="2200" dirty="0">
              <a:solidFill>
                <a:schemeClr val="accent4"/>
              </a:solidFill>
              <a:latin typeface="Sakkal Majalla" panose="02000000000000000000" pitchFamily="2" charset="-78"/>
              <a:cs typeface="Sakkal Majalla" panose="02000000000000000000" pitchFamily="2" charset="-78"/>
            </a:rPr>
            <a:t>تتأكد من سلامة منتجاتها وتغليفها لضمان عدم حدوث أي ضرر أو إصابات للمستهلكين.</a:t>
          </a:r>
          <a:endParaRPr lang="en-US" sz="2200" dirty="0">
            <a:solidFill>
              <a:schemeClr val="accent4"/>
            </a:solidFill>
            <a:latin typeface="Sakkal Majalla" panose="02000000000000000000" pitchFamily="2" charset="-78"/>
            <a:cs typeface="Sakkal Majalla" panose="02000000000000000000" pitchFamily="2" charset="-78"/>
          </a:endParaRPr>
        </a:p>
      </dgm:t>
    </dgm:pt>
    <dgm:pt modelId="{1616C8F1-D197-4EC3-9F6D-DD09A3A36EDD}" type="parTrans" cxnId="{4380D9D8-623B-4F91-9465-4287B9229010}">
      <dgm:prSet/>
      <dgm:spPr/>
      <dgm:t>
        <a:bodyPr rtlCol="1"/>
        <a:lstStyle/>
        <a:p>
          <a:pPr rtl="1"/>
          <a:endParaRPr lang="en-US" sz="2000">
            <a:latin typeface="Arial" panose="020B0604020202020204" pitchFamily="34" charset="0"/>
            <a:cs typeface="Arial" panose="020B0604020202020204" pitchFamily="34" charset="0"/>
          </a:endParaRPr>
        </a:p>
      </dgm:t>
    </dgm:pt>
    <dgm:pt modelId="{EC8BB00E-BCBE-4AFB-8232-DC2891D67B6A}" type="sibTrans" cxnId="{4380D9D8-623B-4F91-9465-4287B9229010}">
      <dgm:prSet/>
      <dgm:spPr/>
      <dgm:t>
        <a:bodyPr rtlCol="1"/>
        <a:lstStyle/>
        <a:p>
          <a:pPr rtl="1"/>
          <a:endParaRPr lang="en-US" sz="2000">
            <a:latin typeface="Arial" panose="020B0604020202020204" pitchFamily="34" charset="0"/>
            <a:cs typeface="Arial" panose="020B0604020202020204" pitchFamily="34" charset="0"/>
          </a:endParaRPr>
        </a:p>
      </dgm:t>
    </dgm:pt>
    <dgm:pt modelId="{B1E486F3-09AC-F943-8728-AEE56356DD1D}" type="pres">
      <dgm:prSet presAssocID="{CB756677-AD93-4F48-ACF8-E86C6CD34446}" presName="linear" presStyleCnt="0">
        <dgm:presLayoutVars>
          <dgm:animLvl val="lvl"/>
          <dgm:resizeHandles val="exact"/>
        </dgm:presLayoutVars>
      </dgm:prSet>
      <dgm:spPr/>
    </dgm:pt>
    <dgm:pt modelId="{22F2D8F1-0B3C-654A-BA37-11705357934E}" type="pres">
      <dgm:prSet presAssocID="{D5B050D5-F260-430A-8902-A5B83EB09B79}" presName="parentText" presStyleLbl="node1" presStyleIdx="0" presStyleCnt="3" custLinFactNeighborX="1443" custLinFactNeighborY="2096">
        <dgm:presLayoutVars>
          <dgm:chMax val="0"/>
          <dgm:bulletEnabled val="1"/>
        </dgm:presLayoutVars>
      </dgm:prSet>
      <dgm:spPr/>
    </dgm:pt>
    <dgm:pt modelId="{1351BDA4-FAA4-644A-80C1-81C5E7A657A3}" type="pres">
      <dgm:prSet presAssocID="{EC8BB00E-BCBE-4AFB-8232-DC2891D67B6A}" presName="spacer" presStyleCnt="0"/>
      <dgm:spPr/>
    </dgm:pt>
    <dgm:pt modelId="{ACB5AA7C-06C7-DB46-909A-1E175C5B762C}" type="pres">
      <dgm:prSet presAssocID="{593F33E9-CFAE-403D-B2E3-4B7E051C398E}" presName="parentText" presStyleLbl="node1" presStyleIdx="1" presStyleCnt="3" custScaleY="99321" custLinFactNeighborY="126">
        <dgm:presLayoutVars>
          <dgm:chMax val="0"/>
          <dgm:bulletEnabled val="1"/>
        </dgm:presLayoutVars>
      </dgm:prSet>
      <dgm:spPr/>
    </dgm:pt>
    <dgm:pt modelId="{E454F6BB-B354-394A-9528-147840D5BAB6}" type="pres">
      <dgm:prSet presAssocID="{BA4F35C6-DD0D-45D5-A267-63A82EA43196}" presName="spacer" presStyleCnt="0"/>
      <dgm:spPr/>
    </dgm:pt>
    <dgm:pt modelId="{21D33D2A-5518-C542-88BB-50B11B3AB644}" type="pres">
      <dgm:prSet presAssocID="{947464A9-547C-46FE-A486-F5F3A169C665}" presName="parentText" presStyleLbl="node1" presStyleIdx="2" presStyleCnt="3" custLinFactY="21896" custLinFactNeighborX="-175" custLinFactNeighborY="100000">
        <dgm:presLayoutVars>
          <dgm:chMax val="0"/>
          <dgm:bulletEnabled val="1"/>
        </dgm:presLayoutVars>
      </dgm:prSet>
      <dgm:spPr/>
    </dgm:pt>
  </dgm:ptLst>
  <dgm:cxnLst>
    <dgm:cxn modelId="{5E080120-4A5F-CC4B-B15C-8FA0A9D74FEB}" type="presOf" srcId="{947464A9-547C-46FE-A486-F5F3A169C665}" destId="{21D33D2A-5518-C542-88BB-50B11B3AB644}" srcOrd="0" destOrd="0" presId="urn:microsoft.com/office/officeart/2005/8/layout/vList2"/>
    <dgm:cxn modelId="{DDF8932B-9D05-BF4B-8C13-BF4CFB2CB9DF}" type="presOf" srcId="{D5B050D5-F260-430A-8902-A5B83EB09B79}" destId="{22F2D8F1-0B3C-654A-BA37-11705357934E}" srcOrd="0" destOrd="0" presId="urn:microsoft.com/office/officeart/2005/8/layout/vList2"/>
    <dgm:cxn modelId="{AFCE0548-B5D5-4ACA-9851-2969325DB103}" srcId="{CB756677-AD93-4F48-ACF8-E86C6CD34446}" destId="{947464A9-547C-46FE-A486-F5F3A169C665}" srcOrd="2" destOrd="0" parTransId="{14AADE21-A238-466A-A465-F4275C405D6D}" sibTransId="{58792BA1-EDE4-44B4-9A02-33B1B9456825}"/>
    <dgm:cxn modelId="{4A7F3272-6D95-4B2B-AE1B-D0CD96F0954B}" srcId="{CB756677-AD93-4F48-ACF8-E86C6CD34446}" destId="{593F33E9-CFAE-403D-B2E3-4B7E051C398E}" srcOrd="1" destOrd="0" parTransId="{D94B8CAB-EDF3-484E-B2BA-5B16B966AC9C}" sibTransId="{BA4F35C6-DD0D-45D5-A267-63A82EA43196}"/>
    <dgm:cxn modelId="{9A6C1CC6-D80E-E947-A90B-33187B532FA9}" type="presOf" srcId="{593F33E9-CFAE-403D-B2E3-4B7E051C398E}" destId="{ACB5AA7C-06C7-DB46-909A-1E175C5B762C}" srcOrd="0" destOrd="0" presId="urn:microsoft.com/office/officeart/2005/8/layout/vList2"/>
    <dgm:cxn modelId="{7D807FCF-10CA-B744-82B0-52A69CBF3732}" type="presOf" srcId="{CB756677-AD93-4F48-ACF8-E86C6CD34446}" destId="{B1E486F3-09AC-F943-8728-AEE56356DD1D}" srcOrd="0" destOrd="0" presId="urn:microsoft.com/office/officeart/2005/8/layout/vList2"/>
    <dgm:cxn modelId="{4380D9D8-623B-4F91-9465-4287B9229010}" srcId="{CB756677-AD93-4F48-ACF8-E86C6CD34446}" destId="{D5B050D5-F260-430A-8902-A5B83EB09B79}" srcOrd="0" destOrd="0" parTransId="{1616C8F1-D197-4EC3-9F6D-DD09A3A36EDD}" sibTransId="{EC8BB00E-BCBE-4AFB-8232-DC2891D67B6A}"/>
    <dgm:cxn modelId="{C60C7FC0-3335-304C-A851-703579A82498}" type="presParOf" srcId="{B1E486F3-09AC-F943-8728-AEE56356DD1D}" destId="{22F2D8F1-0B3C-654A-BA37-11705357934E}" srcOrd="0" destOrd="0" presId="urn:microsoft.com/office/officeart/2005/8/layout/vList2"/>
    <dgm:cxn modelId="{AD57CDB5-565D-874C-B3F1-D03C65D7087B}" type="presParOf" srcId="{B1E486F3-09AC-F943-8728-AEE56356DD1D}" destId="{1351BDA4-FAA4-644A-80C1-81C5E7A657A3}" srcOrd="1" destOrd="0" presId="urn:microsoft.com/office/officeart/2005/8/layout/vList2"/>
    <dgm:cxn modelId="{0EE64252-F7B8-C54E-AE9C-1EB332398A4D}" type="presParOf" srcId="{B1E486F3-09AC-F943-8728-AEE56356DD1D}" destId="{ACB5AA7C-06C7-DB46-909A-1E175C5B762C}" srcOrd="2" destOrd="0" presId="urn:microsoft.com/office/officeart/2005/8/layout/vList2"/>
    <dgm:cxn modelId="{F04DCBEC-AE63-B148-AE50-AC6DC64A7E39}" type="presParOf" srcId="{B1E486F3-09AC-F943-8728-AEE56356DD1D}" destId="{E454F6BB-B354-394A-9528-147840D5BAB6}" srcOrd="3" destOrd="0" presId="urn:microsoft.com/office/officeart/2005/8/layout/vList2"/>
    <dgm:cxn modelId="{5C305390-C583-A843-A703-32D6F86F17A1}" type="presParOf" srcId="{B1E486F3-09AC-F943-8728-AEE56356DD1D}" destId="{21D33D2A-5518-C542-88BB-50B11B3AB644}" srcOrd="4"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273F4FFB-BF9F-4EE8-B58E-FFED8E01943B}" type="doc">
      <dgm:prSet loTypeId="urn:microsoft.com/office/officeart/2018/2/layout/IconVerticalSolidList" loCatId="icon" qsTypeId="urn:microsoft.com/office/officeart/2005/8/quickstyle/simple1" qsCatId="simple" csTypeId="urn:microsoft.com/office/officeart/2005/8/colors/accent2_2" csCatId="accent2" phldr="1"/>
      <dgm:spPr/>
      <dgm:t>
        <a:bodyPr rtlCol="1"/>
        <a:lstStyle/>
        <a:p>
          <a:pPr rtl="1"/>
          <a:endParaRPr lang="en-US"/>
        </a:p>
      </dgm:t>
    </dgm:pt>
    <dgm:pt modelId="{5FE25653-A7BA-47FB-8073-2B4FA7940492}">
      <dgm:prSet custT="1"/>
      <dgm:spPr>
        <a:solidFill>
          <a:schemeClr val="accent5"/>
        </a:solidFill>
      </dgm:spPr>
      <dgm:t>
        <a:bodyPr rtlCol="1"/>
        <a:lstStyle/>
        <a:p>
          <a:pPr rtl="1">
            <a:lnSpc>
              <a:spcPct val="100000"/>
            </a:lnSpc>
          </a:pPr>
          <a:r>
            <a:rPr lang="ar" sz="1700" dirty="0">
              <a:latin typeface="Sakkal Majalla" panose="02000000000000000000" pitchFamily="2" charset="-78"/>
              <a:cs typeface="Sakkal Majalla" panose="02000000000000000000" pitchFamily="2" charset="-78"/>
            </a:rPr>
            <a:t>ج1 تعزيز صورة المسؤولية الاجتماعية للشركات لإحدى المؤسسات التجارية</a:t>
          </a:r>
          <a:endParaRPr lang="en-US" sz="1700" dirty="0">
            <a:latin typeface="Sakkal Majalla" panose="02000000000000000000" pitchFamily="2" charset="-78"/>
            <a:cs typeface="Sakkal Majalla" panose="02000000000000000000" pitchFamily="2" charset="-78"/>
          </a:endParaRPr>
        </a:p>
      </dgm:t>
    </dgm:pt>
    <dgm:pt modelId="{2FF7EEA5-BA7F-4838-809B-A6AA6FFC522A}" type="parTrans" cxnId="{2A0C2303-6DF6-4B31-916D-18CE0E3115D3}">
      <dgm:prSet/>
      <dgm:spPr/>
      <dgm:t>
        <a:bodyPr rtlCol="1"/>
        <a:lstStyle/>
        <a:p>
          <a:pPr rtl="1"/>
          <a:endParaRPr lang="en-US"/>
        </a:p>
      </dgm:t>
    </dgm:pt>
    <dgm:pt modelId="{FD9ABB40-9682-4D97-B80C-F7F64D08F683}" type="sibTrans" cxnId="{2A0C2303-6DF6-4B31-916D-18CE0E3115D3}">
      <dgm:prSet/>
      <dgm:spPr/>
      <dgm:t>
        <a:bodyPr rtlCol="1"/>
        <a:lstStyle/>
        <a:p>
          <a:pPr rtl="1"/>
          <a:endParaRPr lang="en-US"/>
        </a:p>
      </dgm:t>
    </dgm:pt>
    <dgm:pt modelId="{CCCABDE4-D42F-4A79-80D9-607472E8A4AF}">
      <dgm:prSet custT="1"/>
      <dgm:spPr/>
      <dgm:t>
        <a:bodyPr rtlCol="1"/>
        <a:lstStyle/>
        <a:p>
          <a:pPr rtl="1">
            <a:lnSpc>
              <a:spcPct val="100000"/>
            </a:lnSpc>
          </a:pPr>
          <a:r>
            <a:rPr lang="ar" sz="1700" dirty="0">
              <a:latin typeface="Sakkal Majalla" panose="02000000000000000000" pitchFamily="2" charset="-78"/>
              <a:cs typeface="Sakkal Majalla" panose="02000000000000000000" pitchFamily="2" charset="-78"/>
            </a:rPr>
            <a:t>ج2 الاستجابات التنظيمية لمعالجة المسائل الأخلاقية ومسائل المسؤولية الاجتماعية للشركات </a:t>
          </a:r>
          <a:endParaRPr lang="en-US" sz="1700" dirty="0">
            <a:latin typeface="Sakkal Majalla" panose="02000000000000000000" pitchFamily="2" charset="-78"/>
            <a:cs typeface="Sakkal Majalla" panose="02000000000000000000" pitchFamily="2" charset="-78"/>
          </a:endParaRPr>
        </a:p>
      </dgm:t>
    </dgm:pt>
    <dgm:pt modelId="{EAAD90EE-0E21-4401-A75A-1643B5084443}" type="parTrans" cxnId="{1154BE59-1B58-418C-9504-EC0D688BA33C}">
      <dgm:prSet/>
      <dgm:spPr/>
      <dgm:t>
        <a:bodyPr rtlCol="1"/>
        <a:lstStyle/>
        <a:p>
          <a:pPr rtl="1"/>
          <a:endParaRPr lang="en-US"/>
        </a:p>
      </dgm:t>
    </dgm:pt>
    <dgm:pt modelId="{F2E7893A-50A6-440B-AD9A-267ED4D45C29}" type="sibTrans" cxnId="{1154BE59-1B58-418C-9504-EC0D688BA33C}">
      <dgm:prSet/>
      <dgm:spPr/>
      <dgm:t>
        <a:bodyPr rtlCol="1"/>
        <a:lstStyle/>
        <a:p>
          <a:pPr rtl="1"/>
          <a:endParaRPr lang="en-US"/>
        </a:p>
      </dgm:t>
    </dgm:pt>
    <dgm:pt modelId="{CD26852E-4EBB-497C-89F8-723E96217B92}">
      <dgm:prSet custT="1"/>
      <dgm:spPr/>
      <dgm:t>
        <a:bodyPr rtlCol="1"/>
        <a:lstStyle/>
        <a:p>
          <a:pPr rtl="1">
            <a:lnSpc>
              <a:spcPct val="100000"/>
            </a:lnSpc>
          </a:pPr>
          <a:r>
            <a:rPr lang="ar" sz="1700" dirty="0">
              <a:latin typeface="Sakkal Majalla" panose="02000000000000000000" pitchFamily="2" charset="-78"/>
              <a:cs typeface="Sakkal Majalla" panose="02000000000000000000" pitchFamily="2" charset="-78"/>
            </a:rPr>
            <a:t>ج3 مراجعة ممارسات الأعمال في ما يتعلق بالقدرة على استعادة العمل بعد الأعطال</a:t>
          </a:r>
          <a:endParaRPr lang="en-US" sz="1700" dirty="0">
            <a:latin typeface="Sakkal Majalla" panose="02000000000000000000" pitchFamily="2" charset="-78"/>
            <a:cs typeface="Sakkal Majalla" panose="02000000000000000000" pitchFamily="2" charset="-78"/>
          </a:endParaRPr>
        </a:p>
      </dgm:t>
    </dgm:pt>
    <dgm:pt modelId="{FF44BC0D-6132-4107-9BDB-91E2E0B05775}" type="parTrans" cxnId="{BC2540DE-653A-4042-BE5C-F0EE87DAF75D}">
      <dgm:prSet/>
      <dgm:spPr/>
      <dgm:t>
        <a:bodyPr rtlCol="1"/>
        <a:lstStyle/>
        <a:p>
          <a:pPr rtl="1"/>
          <a:endParaRPr lang="en-US"/>
        </a:p>
      </dgm:t>
    </dgm:pt>
    <dgm:pt modelId="{28DEC12D-D78E-456D-B314-F141468F4213}" type="sibTrans" cxnId="{BC2540DE-653A-4042-BE5C-F0EE87DAF75D}">
      <dgm:prSet/>
      <dgm:spPr/>
      <dgm:t>
        <a:bodyPr rtlCol="1"/>
        <a:lstStyle/>
        <a:p>
          <a:pPr rtl="1"/>
          <a:endParaRPr lang="en-US"/>
        </a:p>
      </dgm:t>
    </dgm:pt>
    <dgm:pt modelId="{B3E40236-01E4-E849-886D-0AAA9274A51D}">
      <dgm:prSet custT="1"/>
      <dgm:spPr/>
      <dgm:t>
        <a:bodyPr rtlCol="1"/>
        <a:lstStyle/>
        <a:p>
          <a:pPr rtl="1">
            <a:lnSpc>
              <a:spcPct val="100000"/>
            </a:lnSpc>
          </a:pPr>
          <a:r>
            <a:rPr lang="ar" sz="1700" dirty="0">
              <a:latin typeface="Sakkal Majalla" panose="02000000000000000000" pitchFamily="2" charset="-78"/>
              <a:cs typeface="Sakkal Majalla" panose="02000000000000000000" pitchFamily="2" charset="-78"/>
            </a:rPr>
            <a:t>مجالات المحتوى الرئيسة</a:t>
          </a:r>
          <a:endParaRPr lang="en-US" sz="1700" dirty="0">
            <a:latin typeface="Sakkal Majalla" panose="02000000000000000000" pitchFamily="2" charset="-78"/>
            <a:cs typeface="Sakkal Majalla" panose="02000000000000000000" pitchFamily="2" charset="-78"/>
          </a:endParaRPr>
        </a:p>
      </dgm:t>
    </dgm:pt>
    <dgm:pt modelId="{ABB73F2F-33A7-554E-92CF-F3D4CA5C1C45}" type="parTrans" cxnId="{DD1C6DEB-2A23-0046-ADBB-59533B98F33A}">
      <dgm:prSet/>
      <dgm:spPr/>
      <dgm:t>
        <a:bodyPr rtlCol="1"/>
        <a:lstStyle/>
        <a:p>
          <a:pPr rtl="1"/>
          <a:endParaRPr lang="en-GB"/>
        </a:p>
      </dgm:t>
    </dgm:pt>
    <dgm:pt modelId="{E441F681-B033-394A-A6F3-016D54FD861B}" type="sibTrans" cxnId="{DD1C6DEB-2A23-0046-ADBB-59533B98F33A}">
      <dgm:prSet/>
      <dgm:spPr/>
      <dgm:t>
        <a:bodyPr rtlCol="1"/>
        <a:lstStyle/>
        <a:p>
          <a:pPr rtl="1"/>
          <a:endParaRPr lang="en-GB"/>
        </a:p>
      </dgm:t>
    </dgm:pt>
    <dgm:pt modelId="{57E0B8B7-80A4-4D6D-AA7F-342AE6F49DE4}" type="pres">
      <dgm:prSet presAssocID="{273F4FFB-BF9F-4EE8-B58E-FFED8E01943B}" presName="root" presStyleCnt="0">
        <dgm:presLayoutVars>
          <dgm:dir/>
          <dgm:resizeHandles val="exact"/>
        </dgm:presLayoutVars>
      </dgm:prSet>
      <dgm:spPr/>
    </dgm:pt>
    <dgm:pt modelId="{0DAD184A-5A4E-45BA-947B-1282D1947127}" type="pres">
      <dgm:prSet presAssocID="{B3E40236-01E4-E849-886D-0AAA9274A51D}" presName="compNode" presStyleCnt="0"/>
      <dgm:spPr/>
    </dgm:pt>
    <dgm:pt modelId="{EA82447C-A09F-49E0-BA7C-D19BFE7F5D21}" type="pres">
      <dgm:prSet presAssocID="{B3E40236-01E4-E849-886D-0AAA9274A51D}" presName="bgRect" presStyleLbl="bgShp" presStyleIdx="0" presStyleCnt="4"/>
      <dgm:spPr/>
    </dgm:pt>
    <dgm:pt modelId="{F069BA0E-6BC5-4F4F-97B0-334046D80796}" type="pres">
      <dgm:prSet presAssocID="{B3E40236-01E4-E849-886D-0AAA9274A51D}" presName="iconRect" presStyleLbl="node1" presStyleIdx="0" presStyleCnt="4" custLinFactX="300000" custLinFactNeighborX="385629"/>
      <dgm:spPr>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ick"/>
        </a:ext>
      </dgm:extLst>
    </dgm:pt>
    <dgm:pt modelId="{105A0D9E-76C3-4CF5-845C-B37F39DF362F}" type="pres">
      <dgm:prSet presAssocID="{B3E40236-01E4-E849-886D-0AAA9274A51D}" presName="spaceRect" presStyleCnt="0"/>
      <dgm:spPr/>
    </dgm:pt>
    <dgm:pt modelId="{B2B3E7C3-08CF-4500-8A6C-75773C10FE98}" type="pres">
      <dgm:prSet presAssocID="{B3E40236-01E4-E849-886D-0AAA9274A51D}" presName="parTx" presStyleLbl="revTx" presStyleIdx="0" presStyleCnt="4" custLinFactNeighborX="-27975">
        <dgm:presLayoutVars>
          <dgm:chMax val="0"/>
          <dgm:chPref val="0"/>
        </dgm:presLayoutVars>
      </dgm:prSet>
      <dgm:spPr/>
    </dgm:pt>
    <dgm:pt modelId="{5D3B68A3-5B22-264B-90EB-A9F0AA75BAF2}" type="pres">
      <dgm:prSet presAssocID="{E441F681-B033-394A-A6F3-016D54FD861B}" presName="sibTrans" presStyleCnt="0"/>
      <dgm:spPr/>
    </dgm:pt>
    <dgm:pt modelId="{CC11F0ED-D27D-44E4-BF32-E769F6BC76A0}" type="pres">
      <dgm:prSet presAssocID="{5FE25653-A7BA-47FB-8073-2B4FA7940492}" presName="compNode" presStyleCnt="0"/>
      <dgm:spPr/>
    </dgm:pt>
    <dgm:pt modelId="{1C5A6EAA-054D-4B3D-8248-253F928DB802}" type="pres">
      <dgm:prSet presAssocID="{5FE25653-A7BA-47FB-8073-2B4FA7940492}" presName="bgRect" presStyleLbl="bgShp" presStyleIdx="1" presStyleCnt="4"/>
      <dgm:spPr>
        <a:solidFill>
          <a:schemeClr val="accent5"/>
        </a:solidFill>
      </dgm:spPr>
    </dgm:pt>
    <dgm:pt modelId="{BCD9EDF0-E4D8-45BD-B17D-243ED28F6FB1}" type="pres">
      <dgm:prSet presAssocID="{5FE25653-A7BA-47FB-8073-2B4FA7940492}" presName="iconRect" presStyleLbl="node1" presStyleIdx="1" presStyleCnt="4" custLinFactX="300000" custLinFactNeighborX="385629"/>
      <dgm:spPr>
        <a:blipFill>
          <a:blip xmlns:r="http://schemas.openxmlformats.org/officeDocument/2006/relationships"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andshake"/>
        </a:ext>
      </dgm:extLst>
    </dgm:pt>
    <dgm:pt modelId="{AAAAAFA4-13EE-4B2A-85DB-3F03E0647516}" type="pres">
      <dgm:prSet presAssocID="{5FE25653-A7BA-47FB-8073-2B4FA7940492}" presName="spaceRect" presStyleCnt="0"/>
      <dgm:spPr/>
    </dgm:pt>
    <dgm:pt modelId="{E8E2BA44-AFD4-473F-ABD8-0CEFF642A732}" type="pres">
      <dgm:prSet presAssocID="{5FE25653-A7BA-47FB-8073-2B4FA7940492}" presName="parTx" presStyleLbl="revTx" presStyleIdx="1" presStyleCnt="4" custLinFactNeighborX="-27975">
        <dgm:presLayoutVars>
          <dgm:chMax val="0"/>
          <dgm:chPref val="0"/>
        </dgm:presLayoutVars>
      </dgm:prSet>
      <dgm:spPr/>
    </dgm:pt>
    <dgm:pt modelId="{5EB71706-488A-4777-BF7B-C29B8CFF2D79}" type="pres">
      <dgm:prSet presAssocID="{FD9ABB40-9682-4D97-B80C-F7F64D08F683}" presName="sibTrans" presStyleCnt="0"/>
      <dgm:spPr/>
    </dgm:pt>
    <dgm:pt modelId="{A26B6FFB-AEB3-4E2B-BF07-7AE4E4FD6391}" type="pres">
      <dgm:prSet presAssocID="{CCCABDE4-D42F-4A79-80D9-607472E8A4AF}" presName="compNode" presStyleCnt="0"/>
      <dgm:spPr/>
    </dgm:pt>
    <dgm:pt modelId="{6227D517-992E-4D07-A0F0-B1790FAA652B}" type="pres">
      <dgm:prSet presAssocID="{CCCABDE4-D42F-4A79-80D9-607472E8A4AF}" presName="bgRect" presStyleLbl="bgShp" presStyleIdx="2" presStyleCnt="4"/>
      <dgm:spPr/>
    </dgm:pt>
    <dgm:pt modelId="{6CD55DE2-2B80-44D0-BBBE-117A6457671C}" type="pres">
      <dgm:prSet presAssocID="{CCCABDE4-D42F-4A79-80D9-607472E8A4AF}" presName="iconRect" presStyleLbl="node1" presStyleIdx="2" presStyleCnt="4" custLinFactX="300000" custLinFactNeighborX="385629"/>
      <dgm:spPr>
        <a:blipFill>
          <a:blip xmlns:r="http://schemas.openxmlformats.org/officeDocument/2006/relationships"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cales of Justice"/>
        </a:ext>
      </dgm:extLst>
    </dgm:pt>
    <dgm:pt modelId="{641F3F23-BD18-4ADE-9390-A9E6A40B0169}" type="pres">
      <dgm:prSet presAssocID="{CCCABDE4-D42F-4A79-80D9-607472E8A4AF}" presName="spaceRect" presStyleCnt="0"/>
      <dgm:spPr/>
    </dgm:pt>
    <dgm:pt modelId="{853A16D4-5485-4EB9-899D-2E179D971C7F}" type="pres">
      <dgm:prSet presAssocID="{CCCABDE4-D42F-4A79-80D9-607472E8A4AF}" presName="parTx" presStyleLbl="revTx" presStyleIdx="2" presStyleCnt="4" custLinFactNeighborX="-27975">
        <dgm:presLayoutVars>
          <dgm:chMax val="0"/>
          <dgm:chPref val="0"/>
        </dgm:presLayoutVars>
      </dgm:prSet>
      <dgm:spPr/>
    </dgm:pt>
    <dgm:pt modelId="{C6444E11-8150-4DB9-9652-44798132BD97}" type="pres">
      <dgm:prSet presAssocID="{F2E7893A-50A6-440B-AD9A-267ED4D45C29}" presName="sibTrans" presStyleCnt="0"/>
      <dgm:spPr/>
    </dgm:pt>
    <dgm:pt modelId="{ABC0C39B-BB5A-4260-9F3B-3F588E34920B}" type="pres">
      <dgm:prSet presAssocID="{CD26852E-4EBB-497C-89F8-723E96217B92}" presName="compNode" presStyleCnt="0"/>
      <dgm:spPr/>
    </dgm:pt>
    <dgm:pt modelId="{3781B64D-BC11-491A-B751-2B59376B54BF}" type="pres">
      <dgm:prSet presAssocID="{CD26852E-4EBB-497C-89F8-723E96217B92}" presName="bgRect" presStyleLbl="bgShp" presStyleIdx="3" presStyleCnt="4"/>
      <dgm:spPr>
        <a:solidFill>
          <a:schemeClr val="accent5"/>
        </a:solidFill>
      </dgm:spPr>
    </dgm:pt>
    <dgm:pt modelId="{E111C25C-D7EE-4CC1-BA7F-E3E6B058CAB1}" type="pres">
      <dgm:prSet presAssocID="{CD26852E-4EBB-497C-89F8-723E96217B92}" presName="iconRect" presStyleLbl="node1" presStyleIdx="3" presStyleCnt="4" custLinFactX="300000" custLinFactNeighborX="385629"/>
      <dgm:spPr>
        <a:blipFill>
          <a:blip xmlns:r="http://schemas.openxmlformats.org/officeDocument/2006/relationships"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eeting"/>
        </a:ext>
      </dgm:extLst>
    </dgm:pt>
    <dgm:pt modelId="{0BB76497-7760-467D-A90F-F260E499DF87}" type="pres">
      <dgm:prSet presAssocID="{CD26852E-4EBB-497C-89F8-723E96217B92}" presName="spaceRect" presStyleCnt="0"/>
      <dgm:spPr/>
    </dgm:pt>
    <dgm:pt modelId="{A9C9025B-3B46-4590-9B5B-9D17A40C7730}" type="pres">
      <dgm:prSet presAssocID="{CD26852E-4EBB-497C-89F8-723E96217B92}" presName="parTx" presStyleLbl="revTx" presStyleIdx="3" presStyleCnt="4" custLinFactNeighborX="-27975">
        <dgm:presLayoutVars>
          <dgm:chMax val="0"/>
          <dgm:chPref val="0"/>
        </dgm:presLayoutVars>
      </dgm:prSet>
      <dgm:spPr/>
    </dgm:pt>
  </dgm:ptLst>
  <dgm:cxnLst>
    <dgm:cxn modelId="{37130502-34D2-ED47-B49A-A25C975C5734}" type="presOf" srcId="{CD26852E-4EBB-497C-89F8-723E96217B92}" destId="{A9C9025B-3B46-4590-9B5B-9D17A40C7730}" srcOrd="0" destOrd="0" presId="urn:microsoft.com/office/officeart/2018/2/layout/IconVerticalSolidList"/>
    <dgm:cxn modelId="{2A0C2303-6DF6-4B31-916D-18CE0E3115D3}" srcId="{273F4FFB-BF9F-4EE8-B58E-FFED8E01943B}" destId="{5FE25653-A7BA-47FB-8073-2B4FA7940492}" srcOrd="1" destOrd="0" parTransId="{2FF7EEA5-BA7F-4838-809B-A6AA6FFC522A}" sibTransId="{FD9ABB40-9682-4D97-B80C-F7F64D08F683}"/>
    <dgm:cxn modelId="{5D57443C-53FD-714A-8C65-EF1B285B4EC0}" type="presOf" srcId="{273F4FFB-BF9F-4EE8-B58E-FFED8E01943B}" destId="{57E0B8B7-80A4-4D6D-AA7F-342AE6F49DE4}" srcOrd="0" destOrd="0" presId="urn:microsoft.com/office/officeart/2018/2/layout/IconVerticalSolidList"/>
    <dgm:cxn modelId="{DC7B8857-98DF-624E-A1AF-1895FBDD1916}" type="presOf" srcId="{5FE25653-A7BA-47FB-8073-2B4FA7940492}" destId="{E8E2BA44-AFD4-473F-ABD8-0CEFF642A732}" srcOrd="0" destOrd="0" presId="urn:microsoft.com/office/officeart/2018/2/layout/IconVerticalSolidList"/>
    <dgm:cxn modelId="{1154BE59-1B58-418C-9504-EC0D688BA33C}" srcId="{273F4FFB-BF9F-4EE8-B58E-FFED8E01943B}" destId="{CCCABDE4-D42F-4A79-80D9-607472E8A4AF}" srcOrd="2" destOrd="0" parTransId="{EAAD90EE-0E21-4401-A75A-1643B5084443}" sibTransId="{F2E7893A-50A6-440B-AD9A-267ED4D45C29}"/>
    <dgm:cxn modelId="{3CB507A5-5966-3343-B546-0A34556AB381}" type="presOf" srcId="{CCCABDE4-D42F-4A79-80D9-607472E8A4AF}" destId="{853A16D4-5485-4EB9-899D-2E179D971C7F}" srcOrd="0" destOrd="0" presId="urn:microsoft.com/office/officeart/2018/2/layout/IconVerticalSolidList"/>
    <dgm:cxn modelId="{BC2540DE-653A-4042-BE5C-F0EE87DAF75D}" srcId="{273F4FFB-BF9F-4EE8-B58E-FFED8E01943B}" destId="{CD26852E-4EBB-497C-89F8-723E96217B92}" srcOrd="3" destOrd="0" parTransId="{FF44BC0D-6132-4107-9BDB-91E2E0B05775}" sibTransId="{28DEC12D-D78E-456D-B314-F141468F4213}"/>
    <dgm:cxn modelId="{DD1C6DEB-2A23-0046-ADBB-59533B98F33A}" srcId="{273F4FFB-BF9F-4EE8-B58E-FFED8E01943B}" destId="{B3E40236-01E4-E849-886D-0AAA9274A51D}" srcOrd="0" destOrd="0" parTransId="{ABB73F2F-33A7-554E-92CF-F3D4CA5C1C45}" sibTransId="{E441F681-B033-394A-A6F3-016D54FD861B}"/>
    <dgm:cxn modelId="{D47906FD-0969-4B4E-BBAF-1108BE96F49E}" type="presOf" srcId="{B3E40236-01E4-E849-886D-0AAA9274A51D}" destId="{B2B3E7C3-08CF-4500-8A6C-75773C10FE98}" srcOrd="0" destOrd="0" presId="urn:microsoft.com/office/officeart/2018/2/layout/IconVerticalSolidList"/>
    <dgm:cxn modelId="{09254415-E612-2D44-9247-858FE908BCB0}" type="presParOf" srcId="{57E0B8B7-80A4-4D6D-AA7F-342AE6F49DE4}" destId="{0DAD184A-5A4E-45BA-947B-1282D1947127}" srcOrd="0" destOrd="0" presId="urn:microsoft.com/office/officeart/2018/2/layout/IconVerticalSolidList"/>
    <dgm:cxn modelId="{BF60F0EB-371F-694C-B955-3904BB3A6AFE}" type="presParOf" srcId="{0DAD184A-5A4E-45BA-947B-1282D1947127}" destId="{EA82447C-A09F-49E0-BA7C-D19BFE7F5D21}" srcOrd="0" destOrd="0" presId="urn:microsoft.com/office/officeart/2018/2/layout/IconVerticalSolidList"/>
    <dgm:cxn modelId="{5E73464C-F013-6E4D-99D4-2C87F0DC7C2C}" type="presParOf" srcId="{0DAD184A-5A4E-45BA-947B-1282D1947127}" destId="{F069BA0E-6BC5-4F4F-97B0-334046D80796}" srcOrd="1" destOrd="0" presId="urn:microsoft.com/office/officeart/2018/2/layout/IconVerticalSolidList"/>
    <dgm:cxn modelId="{E1510EFF-AD62-3848-A3CB-A58F4872F40B}" type="presParOf" srcId="{0DAD184A-5A4E-45BA-947B-1282D1947127}" destId="{105A0D9E-76C3-4CF5-845C-B37F39DF362F}" srcOrd="2" destOrd="0" presId="urn:microsoft.com/office/officeart/2018/2/layout/IconVerticalSolidList"/>
    <dgm:cxn modelId="{710F23D1-4C51-9248-8FDE-6928918C52F5}" type="presParOf" srcId="{0DAD184A-5A4E-45BA-947B-1282D1947127}" destId="{B2B3E7C3-08CF-4500-8A6C-75773C10FE98}" srcOrd="3" destOrd="0" presId="urn:microsoft.com/office/officeart/2018/2/layout/IconVerticalSolidList"/>
    <dgm:cxn modelId="{4CF778A0-4131-984A-9EE6-8C46A60C9F2F}" type="presParOf" srcId="{57E0B8B7-80A4-4D6D-AA7F-342AE6F49DE4}" destId="{5D3B68A3-5B22-264B-90EB-A9F0AA75BAF2}" srcOrd="1" destOrd="0" presId="urn:microsoft.com/office/officeart/2018/2/layout/IconVerticalSolidList"/>
    <dgm:cxn modelId="{4A475ACD-9563-C842-8649-C1A16E158501}" type="presParOf" srcId="{57E0B8B7-80A4-4D6D-AA7F-342AE6F49DE4}" destId="{CC11F0ED-D27D-44E4-BF32-E769F6BC76A0}" srcOrd="2" destOrd="0" presId="urn:microsoft.com/office/officeart/2018/2/layout/IconVerticalSolidList"/>
    <dgm:cxn modelId="{C946A1EF-05C5-FD42-955D-C12E9ACB8143}" type="presParOf" srcId="{CC11F0ED-D27D-44E4-BF32-E769F6BC76A0}" destId="{1C5A6EAA-054D-4B3D-8248-253F928DB802}" srcOrd="0" destOrd="0" presId="urn:microsoft.com/office/officeart/2018/2/layout/IconVerticalSolidList"/>
    <dgm:cxn modelId="{EDCA6AD4-7CE5-D048-9207-EEEC8210F24C}" type="presParOf" srcId="{CC11F0ED-D27D-44E4-BF32-E769F6BC76A0}" destId="{BCD9EDF0-E4D8-45BD-B17D-243ED28F6FB1}" srcOrd="1" destOrd="0" presId="urn:microsoft.com/office/officeart/2018/2/layout/IconVerticalSolidList"/>
    <dgm:cxn modelId="{D6F6A6FE-7992-AE49-B81E-32D6D8B5BDAB}" type="presParOf" srcId="{CC11F0ED-D27D-44E4-BF32-E769F6BC76A0}" destId="{AAAAAFA4-13EE-4B2A-85DB-3F03E0647516}" srcOrd="2" destOrd="0" presId="urn:microsoft.com/office/officeart/2018/2/layout/IconVerticalSolidList"/>
    <dgm:cxn modelId="{7F139D26-E86C-A441-A1E7-9C09D615FAFF}" type="presParOf" srcId="{CC11F0ED-D27D-44E4-BF32-E769F6BC76A0}" destId="{E8E2BA44-AFD4-473F-ABD8-0CEFF642A732}" srcOrd="3" destOrd="0" presId="urn:microsoft.com/office/officeart/2018/2/layout/IconVerticalSolidList"/>
    <dgm:cxn modelId="{A332B893-44E6-5346-8775-3CA83EAA42B4}" type="presParOf" srcId="{57E0B8B7-80A4-4D6D-AA7F-342AE6F49DE4}" destId="{5EB71706-488A-4777-BF7B-C29B8CFF2D79}" srcOrd="3" destOrd="0" presId="urn:microsoft.com/office/officeart/2018/2/layout/IconVerticalSolidList"/>
    <dgm:cxn modelId="{15872844-E354-B045-91DF-7B81A2BC572D}" type="presParOf" srcId="{57E0B8B7-80A4-4D6D-AA7F-342AE6F49DE4}" destId="{A26B6FFB-AEB3-4E2B-BF07-7AE4E4FD6391}" srcOrd="4" destOrd="0" presId="urn:microsoft.com/office/officeart/2018/2/layout/IconVerticalSolidList"/>
    <dgm:cxn modelId="{E77680DE-C554-0444-A5F8-44C2E2B2A13F}" type="presParOf" srcId="{A26B6FFB-AEB3-4E2B-BF07-7AE4E4FD6391}" destId="{6227D517-992E-4D07-A0F0-B1790FAA652B}" srcOrd="0" destOrd="0" presId="urn:microsoft.com/office/officeart/2018/2/layout/IconVerticalSolidList"/>
    <dgm:cxn modelId="{AD6A2168-0546-A44C-A11B-356015B63E3E}" type="presParOf" srcId="{A26B6FFB-AEB3-4E2B-BF07-7AE4E4FD6391}" destId="{6CD55DE2-2B80-44D0-BBBE-117A6457671C}" srcOrd="1" destOrd="0" presId="urn:microsoft.com/office/officeart/2018/2/layout/IconVerticalSolidList"/>
    <dgm:cxn modelId="{B58BB095-CF44-8A46-B935-13900658FD4F}" type="presParOf" srcId="{A26B6FFB-AEB3-4E2B-BF07-7AE4E4FD6391}" destId="{641F3F23-BD18-4ADE-9390-A9E6A40B0169}" srcOrd="2" destOrd="0" presId="urn:microsoft.com/office/officeart/2018/2/layout/IconVerticalSolidList"/>
    <dgm:cxn modelId="{1E900670-3FC9-1541-BF32-BD8CCD287512}" type="presParOf" srcId="{A26B6FFB-AEB3-4E2B-BF07-7AE4E4FD6391}" destId="{853A16D4-5485-4EB9-899D-2E179D971C7F}" srcOrd="3" destOrd="0" presId="urn:microsoft.com/office/officeart/2018/2/layout/IconVerticalSolidList"/>
    <dgm:cxn modelId="{89E2FDA9-05B0-F74A-ACFE-D1AF420ED313}" type="presParOf" srcId="{57E0B8B7-80A4-4D6D-AA7F-342AE6F49DE4}" destId="{C6444E11-8150-4DB9-9652-44798132BD97}" srcOrd="5" destOrd="0" presId="urn:microsoft.com/office/officeart/2018/2/layout/IconVerticalSolidList"/>
    <dgm:cxn modelId="{AE560FDF-5132-FA48-A4DE-E2E8C7AEE340}" type="presParOf" srcId="{57E0B8B7-80A4-4D6D-AA7F-342AE6F49DE4}" destId="{ABC0C39B-BB5A-4260-9F3B-3F588E34920B}" srcOrd="6" destOrd="0" presId="urn:microsoft.com/office/officeart/2018/2/layout/IconVerticalSolidList"/>
    <dgm:cxn modelId="{0D9D77F6-9DBF-414C-821C-2392FE262F9F}" type="presParOf" srcId="{ABC0C39B-BB5A-4260-9F3B-3F588E34920B}" destId="{3781B64D-BC11-491A-B751-2B59376B54BF}" srcOrd="0" destOrd="0" presId="urn:microsoft.com/office/officeart/2018/2/layout/IconVerticalSolidList"/>
    <dgm:cxn modelId="{42CB365F-C5B2-6342-80EB-4D21175FCBEE}" type="presParOf" srcId="{ABC0C39B-BB5A-4260-9F3B-3F588E34920B}" destId="{E111C25C-D7EE-4CC1-BA7F-E3E6B058CAB1}" srcOrd="1" destOrd="0" presId="urn:microsoft.com/office/officeart/2018/2/layout/IconVerticalSolidList"/>
    <dgm:cxn modelId="{CF331B95-59EF-7D41-B17C-C3353237D9DB}" type="presParOf" srcId="{ABC0C39B-BB5A-4260-9F3B-3F588E34920B}" destId="{0BB76497-7760-467D-A90F-F260E499DF87}" srcOrd="2" destOrd="0" presId="urn:microsoft.com/office/officeart/2018/2/layout/IconVerticalSolidList"/>
    <dgm:cxn modelId="{EFFD8ED8-D839-4C4E-9507-56805F3A53FF}" type="presParOf" srcId="{ABC0C39B-BB5A-4260-9F3B-3F588E34920B}" destId="{A9C9025B-3B46-4590-9B5B-9D17A40C7730}"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F9973B-5D49-8A42-BAC4-EF82E5721969}">
      <dsp:nvSpPr>
        <dsp:cNvPr id="0" name=""/>
        <dsp:cNvSpPr/>
      </dsp:nvSpPr>
      <dsp:spPr>
        <a:xfrm>
          <a:off x="985872" y="17060"/>
          <a:ext cx="5411041" cy="1196557"/>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76200" rIns="527649" bIns="76200" numCol="1" spcCol="1270" rtlCol="1" anchor="ctr" anchorCtr="0">
          <a:noAutofit/>
        </a:bodyPr>
        <a:lstStyle/>
        <a:p>
          <a:pPr marL="0" lvl="0" indent="0" algn="ctr" defTabSz="889000" rtl="1">
            <a:lnSpc>
              <a:spcPct val="90000"/>
            </a:lnSpc>
            <a:spcBef>
              <a:spcPct val="0"/>
            </a:spcBef>
            <a:spcAft>
              <a:spcPct val="35000"/>
            </a:spcAft>
            <a:buNone/>
          </a:pPr>
          <a:r>
            <a:rPr lang="ar" sz="2000" b="0" kern="1200" dirty="0">
              <a:solidFill>
                <a:schemeClr val="tx1"/>
              </a:solidFill>
              <a:latin typeface="Sakkal Majalla" panose="02000000000000000000" pitchFamily="2" charset="-78"/>
              <a:cs typeface="Sakkal Majalla" panose="02000000000000000000" pitchFamily="2" charset="-78"/>
            </a:rPr>
            <a:t>يتم تقييم هذه الوحدة باستخدام ملخصي الواجبات التي قدمها معلمك</a:t>
          </a:r>
          <a:endParaRPr lang="en-GB" sz="2000" b="0" kern="1200" dirty="0">
            <a:latin typeface="Sakkal Majalla" panose="02000000000000000000" pitchFamily="2" charset="-78"/>
            <a:cs typeface="Sakkal Majalla" panose="02000000000000000000" pitchFamily="2" charset="-78"/>
          </a:endParaRPr>
        </a:p>
      </dsp:txBody>
      <dsp:txXfrm>
        <a:off x="985872" y="17060"/>
        <a:ext cx="5111902" cy="1196557"/>
      </dsp:txXfrm>
    </dsp:sp>
    <dsp:sp modelId="{07466073-534A-6D46-8ADE-679263BC913B}">
      <dsp:nvSpPr>
        <dsp:cNvPr id="0" name=""/>
        <dsp:cNvSpPr/>
      </dsp:nvSpPr>
      <dsp:spPr>
        <a:xfrm>
          <a:off x="6480720" y="0"/>
          <a:ext cx="1196557" cy="1196557"/>
        </a:xfrm>
        <a:prstGeom prst="rect">
          <a:avLst/>
        </a:prstGeom>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5FB1FB1-11BF-224B-AB57-8205C1A8E483}">
      <dsp:nvSpPr>
        <dsp:cNvPr id="0" name=""/>
        <dsp:cNvSpPr/>
      </dsp:nvSpPr>
      <dsp:spPr>
        <a:xfrm>
          <a:off x="1063791" y="1555376"/>
          <a:ext cx="5411041" cy="1196557"/>
        </a:xfrm>
        <a:prstGeom prst="homePlate">
          <a:avLst/>
        </a:prstGeom>
        <a:solidFill>
          <a:schemeClr val="accent6">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76200" rIns="527649" bIns="76200" numCol="1" spcCol="1270" rtlCol="1" anchor="ctr" anchorCtr="0">
          <a:noAutofit/>
        </a:bodyPr>
        <a:lstStyle/>
        <a:p>
          <a:pPr marL="0" lvl="0" indent="0" algn="ctr" defTabSz="889000" rtl="1">
            <a:lnSpc>
              <a:spcPct val="90000"/>
            </a:lnSpc>
            <a:spcBef>
              <a:spcPct val="0"/>
            </a:spcBef>
            <a:spcAft>
              <a:spcPct val="35000"/>
            </a:spcAft>
            <a:buNone/>
          </a:pPr>
          <a:r>
            <a:rPr lang="ar" sz="2000" kern="1200" dirty="0">
              <a:solidFill>
                <a:schemeClr val="tx1"/>
              </a:solidFill>
              <a:latin typeface="Sakkal Majalla" panose="02000000000000000000" pitchFamily="2" charset="-78"/>
              <a:cs typeface="Sakkal Majalla" panose="02000000000000000000" pitchFamily="2" charset="-78"/>
            </a:rPr>
            <a:t>ستبحث في العديد من المؤسسات المختلفة، وجمع الأدلة </a:t>
          </a:r>
          <a:br>
            <a:rPr lang="en-US" sz="2000" kern="1200" dirty="0">
              <a:solidFill>
                <a:schemeClr val="tx1"/>
              </a:solidFill>
              <a:latin typeface="Sakkal Majalla" panose="02000000000000000000" pitchFamily="2" charset="-78"/>
              <a:cs typeface="Sakkal Majalla" panose="02000000000000000000" pitchFamily="2" charset="-78"/>
            </a:rPr>
          </a:br>
          <a:r>
            <a:rPr lang="ar" sz="2000" kern="1200" dirty="0">
              <a:solidFill>
                <a:schemeClr val="tx1"/>
              </a:solidFill>
              <a:latin typeface="Sakkal Majalla" panose="02000000000000000000" pitchFamily="2" charset="-78"/>
              <a:cs typeface="Sakkal Majalla" panose="02000000000000000000" pitchFamily="2" charset="-78"/>
            </a:rPr>
            <a:t>والإبلاغ عن النتائج التي توصلت إليها </a:t>
          </a:r>
          <a:endParaRPr lang="en-GB" sz="2000" kern="1200" dirty="0">
            <a:solidFill>
              <a:srgbClr val="000000"/>
            </a:solidFill>
            <a:latin typeface="Sakkal Majalla" panose="02000000000000000000" pitchFamily="2" charset="-78"/>
            <a:ea typeface="+mn-ea"/>
            <a:cs typeface="Sakkal Majalla" panose="02000000000000000000" pitchFamily="2" charset="-78"/>
          </a:endParaRPr>
        </a:p>
      </dsp:txBody>
      <dsp:txXfrm>
        <a:off x="1063791" y="1555376"/>
        <a:ext cx="5111902" cy="1196557"/>
      </dsp:txXfrm>
    </dsp:sp>
    <dsp:sp modelId="{F0BB6657-F43C-A140-B1F2-D744ED259593}">
      <dsp:nvSpPr>
        <dsp:cNvPr id="0" name=""/>
        <dsp:cNvSpPr/>
      </dsp:nvSpPr>
      <dsp:spPr>
        <a:xfrm>
          <a:off x="6480720" y="1571003"/>
          <a:ext cx="1196557" cy="1196557"/>
        </a:xfrm>
        <a:prstGeom prst="ellipse">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EC2EE03-B08C-7540-BB3E-0E43195B2D99}">
      <dsp:nvSpPr>
        <dsp:cNvPr id="0" name=""/>
        <dsp:cNvSpPr/>
      </dsp:nvSpPr>
      <dsp:spPr>
        <a:xfrm>
          <a:off x="1063791" y="3109115"/>
          <a:ext cx="5411041" cy="1196557"/>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76200" rIns="527649" bIns="76200" numCol="1" spcCol="1270" rtlCol="1" anchor="ctr" anchorCtr="0">
          <a:noAutofit/>
        </a:bodyPr>
        <a:lstStyle/>
        <a:p>
          <a:pPr marL="0" lvl="0" indent="0" algn="ctr" defTabSz="889000" rtl="1">
            <a:lnSpc>
              <a:spcPct val="90000"/>
            </a:lnSpc>
            <a:spcBef>
              <a:spcPct val="0"/>
            </a:spcBef>
            <a:spcAft>
              <a:spcPct val="35000"/>
            </a:spcAft>
            <a:buNone/>
          </a:pPr>
          <a:r>
            <a:rPr lang="ar" sz="2000" kern="1200" dirty="0">
              <a:solidFill>
                <a:schemeClr val="tx1"/>
              </a:solidFill>
              <a:latin typeface="Sakkal Majalla" panose="02000000000000000000" pitchFamily="2" charset="-78"/>
              <a:cs typeface="Sakkal Majalla" panose="02000000000000000000" pitchFamily="2" charset="-78"/>
            </a:rPr>
            <a:t>ستخضع للتقييم الداخلي على يد معلمك</a:t>
          </a:r>
        </a:p>
      </dsp:txBody>
      <dsp:txXfrm>
        <a:off x="1063791" y="3109115"/>
        <a:ext cx="5111902" cy="1196557"/>
      </dsp:txXfrm>
    </dsp:sp>
    <dsp:sp modelId="{EAAD1AC9-DE04-3442-A4F4-1538E3E85E1E}">
      <dsp:nvSpPr>
        <dsp:cNvPr id="0" name=""/>
        <dsp:cNvSpPr/>
      </dsp:nvSpPr>
      <dsp:spPr>
        <a:xfrm>
          <a:off x="6552729" y="3110753"/>
          <a:ext cx="1196557" cy="1196557"/>
        </a:xfrm>
        <a:prstGeom prst="ellipse">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59F91B-A412-4046-9AE9-167787D1DE0B}">
      <dsp:nvSpPr>
        <dsp:cNvPr id="0" name=""/>
        <dsp:cNvSpPr/>
      </dsp:nvSpPr>
      <dsp:spPr>
        <a:xfrm>
          <a:off x="0" y="473"/>
          <a:ext cx="8207375" cy="110785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189B75D-60E8-4A38-AC23-0DC503925009}">
      <dsp:nvSpPr>
        <dsp:cNvPr id="0" name=""/>
        <dsp:cNvSpPr/>
      </dsp:nvSpPr>
      <dsp:spPr>
        <a:xfrm>
          <a:off x="7344051" y="249740"/>
          <a:ext cx="609319" cy="609319"/>
        </a:xfrm>
        <a:prstGeom prst="rect">
          <a:avLst/>
        </a:prstGeom>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A239B92-C7E8-4937-BA2F-63BBE1282096}">
      <dsp:nvSpPr>
        <dsp:cNvPr id="0" name=""/>
        <dsp:cNvSpPr/>
      </dsp:nvSpPr>
      <dsp:spPr>
        <a:xfrm>
          <a:off x="215252" y="473"/>
          <a:ext cx="6927803" cy="11078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248" tIns="117248" rIns="117248" bIns="117248" numCol="1" spcCol="1270" rtlCol="1" anchor="ctr" anchorCtr="0">
          <a:noAutofit/>
        </a:bodyPr>
        <a:lstStyle/>
        <a:p>
          <a:pPr marL="0" lvl="0" indent="0" algn="r" defTabSz="977900" rtl="1">
            <a:lnSpc>
              <a:spcPct val="100000"/>
            </a:lnSpc>
            <a:spcBef>
              <a:spcPct val="0"/>
            </a:spcBef>
            <a:spcAft>
              <a:spcPct val="35000"/>
            </a:spcAft>
            <a:buNone/>
          </a:pPr>
          <a:r>
            <a:rPr lang="ar" sz="2200" b="1" kern="1200" dirty="0">
              <a:latin typeface="Sakkal Majalla" panose="02000000000000000000" pitchFamily="2" charset="-78"/>
              <a:cs typeface="Sakkal Majalla" panose="02000000000000000000" pitchFamily="2" charset="-78"/>
            </a:rPr>
            <a:t>أ: </a:t>
          </a:r>
          <a:r>
            <a:rPr lang="ar" sz="2200" kern="1200" dirty="0">
              <a:latin typeface="Sakkal Majalla" panose="02000000000000000000" pitchFamily="2" charset="-78"/>
              <a:cs typeface="Sakkal Majalla" panose="02000000000000000000" pitchFamily="2" charset="-78"/>
            </a:rPr>
            <a:t>فهم كيفية تطبيق السلوك الأخلاقي في سياق الأعمال </a:t>
          </a:r>
          <a:endParaRPr lang="en-US" sz="2200" kern="1200" dirty="0">
            <a:latin typeface="Sakkal Majalla" panose="02000000000000000000" pitchFamily="2" charset="-78"/>
            <a:cs typeface="Sakkal Majalla" panose="02000000000000000000" pitchFamily="2" charset="-78"/>
          </a:endParaRPr>
        </a:p>
      </dsp:txBody>
      <dsp:txXfrm>
        <a:off x="215252" y="473"/>
        <a:ext cx="6927803" cy="1107854"/>
      </dsp:txXfrm>
    </dsp:sp>
    <dsp:sp modelId="{F43D942C-5076-405B-826A-BC7DA2026AC7}">
      <dsp:nvSpPr>
        <dsp:cNvPr id="0" name=""/>
        <dsp:cNvSpPr/>
      </dsp:nvSpPr>
      <dsp:spPr>
        <a:xfrm>
          <a:off x="0" y="1385290"/>
          <a:ext cx="8207375" cy="1107854"/>
        </a:xfrm>
        <a:prstGeom prst="roundRect">
          <a:avLst>
            <a:gd name="adj" fmla="val 10000"/>
          </a:avLst>
        </a:prstGeom>
        <a:solidFill>
          <a:schemeClr val="accent5"/>
        </a:solidFill>
        <a:ln>
          <a:noFill/>
        </a:ln>
        <a:effectLst/>
      </dsp:spPr>
      <dsp:style>
        <a:lnRef idx="0">
          <a:scrgbClr r="0" g="0" b="0"/>
        </a:lnRef>
        <a:fillRef idx="1">
          <a:scrgbClr r="0" g="0" b="0"/>
        </a:fillRef>
        <a:effectRef idx="0">
          <a:scrgbClr r="0" g="0" b="0"/>
        </a:effectRef>
        <a:fontRef idx="minor"/>
      </dsp:style>
    </dsp:sp>
    <dsp:sp modelId="{8ED43BA3-C6FA-40D0-98FE-78504CE20FC3}">
      <dsp:nvSpPr>
        <dsp:cNvPr id="0" name=""/>
        <dsp:cNvSpPr/>
      </dsp:nvSpPr>
      <dsp:spPr>
        <a:xfrm>
          <a:off x="7344051" y="1634558"/>
          <a:ext cx="609319" cy="609319"/>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2A8200A-96B4-428C-8E55-83C8FFDC1FB3}">
      <dsp:nvSpPr>
        <dsp:cNvPr id="0" name=""/>
        <dsp:cNvSpPr/>
      </dsp:nvSpPr>
      <dsp:spPr>
        <a:xfrm>
          <a:off x="272199" y="1385290"/>
          <a:ext cx="6927803" cy="1107854"/>
        </a:xfrm>
        <a:prstGeom prst="rect">
          <a:avLst/>
        </a:prstGeom>
        <a:solidFill>
          <a:schemeClr val="accent5"/>
        </a:solidFill>
        <a:ln>
          <a:noFill/>
        </a:ln>
        <a:effectLst/>
      </dsp:spPr>
      <dsp:style>
        <a:lnRef idx="0">
          <a:scrgbClr r="0" g="0" b="0"/>
        </a:lnRef>
        <a:fillRef idx="0">
          <a:scrgbClr r="0" g="0" b="0"/>
        </a:fillRef>
        <a:effectRef idx="0">
          <a:scrgbClr r="0" g="0" b="0"/>
        </a:effectRef>
        <a:fontRef idx="minor"/>
      </dsp:style>
      <dsp:txBody>
        <a:bodyPr spcFirstLastPara="0" vert="horz" wrap="square" lIns="117248" tIns="117248" rIns="117248" bIns="117248" numCol="1" spcCol="1270" rtlCol="1" anchor="ctr" anchorCtr="0">
          <a:noAutofit/>
        </a:bodyPr>
        <a:lstStyle/>
        <a:p>
          <a:pPr marL="0" lvl="0" indent="0" algn="r" defTabSz="977900" rtl="1">
            <a:lnSpc>
              <a:spcPct val="100000"/>
            </a:lnSpc>
            <a:spcBef>
              <a:spcPct val="0"/>
            </a:spcBef>
            <a:spcAft>
              <a:spcPct val="35000"/>
            </a:spcAft>
            <a:buNone/>
          </a:pPr>
          <a:r>
            <a:rPr lang="ar" sz="2200" b="1" kern="1200" dirty="0">
              <a:latin typeface="Sakkal Majalla" panose="02000000000000000000" pitchFamily="2" charset="-78"/>
              <a:cs typeface="Sakkal Majalla" panose="02000000000000000000" pitchFamily="2" charset="-78"/>
            </a:rPr>
            <a:t>ب: </a:t>
          </a:r>
          <a:r>
            <a:rPr lang="ar" sz="2200" kern="1200" dirty="0">
              <a:latin typeface="Sakkal Majalla" panose="02000000000000000000" pitchFamily="2" charset="-78"/>
              <a:cs typeface="Sakkal Majalla" panose="02000000000000000000" pitchFamily="2" charset="-78"/>
            </a:rPr>
            <a:t>فهم كيفية تطبيق المسؤولية الاجتماعية للشركات في سياق الأعمال </a:t>
          </a:r>
          <a:endParaRPr lang="en-US" sz="2200" kern="1200" dirty="0">
            <a:latin typeface="Sakkal Majalla" panose="02000000000000000000" pitchFamily="2" charset="-78"/>
            <a:cs typeface="Sakkal Majalla" panose="02000000000000000000" pitchFamily="2" charset="-78"/>
          </a:endParaRPr>
        </a:p>
      </dsp:txBody>
      <dsp:txXfrm>
        <a:off x="272199" y="1385290"/>
        <a:ext cx="6927803" cy="1107854"/>
      </dsp:txXfrm>
    </dsp:sp>
    <dsp:sp modelId="{875D741C-CAD9-4AF6-B4FA-DE20C2DFD952}">
      <dsp:nvSpPr>
        <dsp:cNvPr id="0" name=""/>
        <dsp:cNvSpPr/>
      </dsp:nvSpPr>
      <dsp:spPr>
        <a:xfrm>
          <a:off x="0" y="2770108"/>
          <a:ext cx="8207375" cy="110785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48AB56E-E0E6-4724-B224-7DF8D29317AC}">
      <dsp:nvSpPr>
        <dsp:cNvPr id="0" name=""/>
        <dsp:cNvSpPr/>
      </dsp:nvSpPr>
      <dsp:spPr>
        <a:xfrm>
          <a:off x="7344051" y="3019375"/>
          <a:ext cx="609319" cy="609319"/>
        </a:xfrm>
        <a:prstGeom prst="rect">
          <a:avLst/>
        </a:prstGeom>
        <a:blipFill>
          <a:blip xmlns:r="http://schemas.openxmlformats.org/officeDocument/2006/relationships"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7D209A1-A39C-4A34-A67B-7F58F8B67DCB}">
      <dsp:nvSpPr>
        <dsp:cNvPr id="0" name=""/>
        <dsp:cNvSpPr/>
      </dsp:nvSpPr>
      <dsp:spPr>
        <a:xfrm>
          <a:off x="287232" y="2770108"/>
          <a:ext cx="6927803" cy="11078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248" tIns="117248" rIns="117248" bIns="117248" numCol="1" spcCol="1270" rtlCol="1" anchor="ctr" anchorCtr="0">
          <a:noAutofit/>
        </a:bodyPr>
        <a:lstStyle/>
        <a:p>
          <a:pPr marL="0" lvl="0" indent="0" algn="r" defTabSz="977900" rtl="1">
            <a:lnSpc>
              <a:spcPct val="100000"/>
            </a:lnSpc>
            <a:spcBef>
              <a:spcPct val="0"/>
            </a:spcBef>
            <a:spcAft>
              <a:spcPct val="35000"/>
            </a:spcAft>
            <a:buNone/>
          </a:pPr>
          <a:r>
            <a:rPr lang="ar" sz="2200" b="1" kern="1200" dirty="0">
              <a:latin typeface="Sakkal Majalla" panose="02000000000000000000" pitchFamily="2" charset="-78"/>
              <a:cs typeface="Sakkal Majalla" panose="02000000000000000000" pitchFamily="2" charset="-78"/>
            </a:rPr>
            <a:t>ج: </a:t>
          </a:r>
          <a:r>
            <a:rPr lang="ar" sz="2200" kern="1200" dirty="0">
              <a:latin typeface="Sakkal Majalla" panose="02000000000000000000" pitchFamily="2" charset="-78"/>
              <a:cs typeface="Sakkal Majalla" panose="02000000000000000000" pitchFamily="2" charset="-78"/>
            </a:rPr>
            <a:t>التحقيق في تأثير قضايا المسؤولية الاجتماعية والأخلاقية للشركات في ممارسات الأعمال. </a:t>
          </a:r>
          <a:endParaRPr lang="en-US" sz="2200" kern="1200" dirty="0">
            <a:latin typeface="Sakkal Majalla" panose="02000000000000000000" pitchFamily="2" charset="-78"/>
            <a:cs typeface="Sakkal Majalla" panose="02000000000000000000" pitchFamily="2" charset="-78"/>
          </a:endParaRPr>
        </a:p>
      </dsp:txBody>
      <dsp:txXfrm>
        <a:off x="287232" y="2770108"/>
        <a:ext cx="6927803" cy="110785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C6443E-F6CB-4E39-B8B4-8735A3F35C81}">
      <dsp:nvSpPr>
        <dsp:cNvPr id="0" name=""/>
        <dsp:cNvSpPr/>
      </dsp:nvSpPr>
      <dsp:spPr>
        <a:xfrm>
          <a:off x="0" y="3537"/>
          <a:ext cx="4597350" cy="7535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E01E3D-6D85-4BA8-8D47-D67B5A12AA05}">
      <dsp:nvSpPr>
        <dsp:cNvPr id="0" name=""/>
        <dsp:cNvSpPr/>
      </dsp:nvSpPr>
      <dsp:spPr>
        <a:xfrm>
          <a:off x="3966879" y="173083"/>
          <a:ext cx="414445" cy="414445"/>
        </a:xfrm>
        <a:prstGeom prst="rect">
          <a:avLst/>
        </a:prstGeom>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964A834-0AE3-40C9-B5C8-75BE27C4EBF8}">
      <dsp:nvSpPr>
        <dsp:cNvPr id="0" name=""/>
        <dsp:cNvSpPr/>
      </dsp:nvSpPr>
      <dsp:spPr>
        <a:xfrm>
          <a:off x="132870" y="3537"/>
          <a:ext cx="3727014" cy="753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749" tIns="79749" rIns="79749" bIns="79749" numCol="1" spcCol="1270" rtlCol="1" anchor="ctr" anchorCtr="0">
          <a:noAutofit/>
        </a:bodyPr>
        <a:lstStyle/>
        <a:p>
          <a:pPr marL="0" lvl="0" indent="0" algn="r" defTabSz="889000" rtl="1">
            <a:lnSpc>
              <a:spcPct val="100000"/>
            </a:lnSpc>
            <a:spcBef>
              <a:spcPct val="0"/>
            </a:spcBef>
            <a:spcAft>
              <a:spcPct val="35000"/>
            </a:spcAft>
            <a:buNone/>
          </a:pPr>
          <a:r>
            <a:rPr lang="ar" sz="2000" b="1" kern="1200" dirty="0">
              <a:latin typeface="Sakkal Majalla" panose="02000000000000000000" pitchFamily="2" charset="-78"/>
              <a:cs typeface="Sakkal Majalla" panose="02000000000000000000" pitchFamily="2" charset="-78"/>
            </a:rPr>
            <a:t>مجالات المحتوى الرئيسة</a:t>
          </a:r>
        </a:p>
      </dsp:txBody>
      <dsp:txXfrm>
        <a:off x="132870" y="3537"/>
        <a:ext cx="3727014" cy="753536"/>
      </dsp:txXfrm>
    </dsp:sp>
    <dsp:sp modelId="{CF774ABA-3244-4408-901F-6CCE877A456B}">
      <dsp:nvSpPr>
        <dsp:cNvPr id="0" name=""/>
        <dsp:cNvSpPr/>
      </dsp:nvSpPr>
      <dsp:spPr>
        <a:xfrm>
          <a:off x="0" y="945458"/>
          <a:ext cx="4597350" cy="753536"/>
        </a:xfrm>
        <a:prstGeom prst="roundRect">
          <a:avLst>
            <a:gd name="adj" fmla="val 10000"/>
          </a:avLst>
        </a:prstGeom>
        <a:solidFill>
          <a:schemeClr val="accent5"/>
        </a:solidFill>
        <a:ln>
          <a:noFill/>
        </a:ln>
        <a:effectLst/>
      </dsp:spPr>
      <dsp:style>
        <a:lnRef idx="0">
          <a:scrgbClr r="0" g="0" b="0"/>
        </a:lnRef>
        <a:fillRef idx="1">
          <a:scrgbClr r="0" g="0" b="0"/>
        </a:fillRef>
        <a:effectRef idx="0">
          <a:scrgbClr r="0" g="0" b="0"/>
        </a:effectRef>
        <a:fontRef idx="minor"/>
      </dsp:style>
    </dsp:sp>
    <dsp:sp modelId="{407EE78B-D7B9-41CD-B540-6B48BF9CD5D7}">
      <dsp:nvSpPr>
        <dsp:cNvPr id="0" name=""/>
        <dsp:cNvSpPr/>
      </dsp:nvSpPr>
      <dsp:spPr>
        <a:xfrm>
          <a:off x="3966879" y="1115004"/>
          <a:ext cx="414445" cy="414445"/>
        </a:xfrm>
        <a:prstGeom prst="rect">
          <a:avLst/>
        </a:prstGeom>
        <a:blipFill>
          <a:blip xmlns:r="http://schemas.openxmlformats.org/officeDocument/2006/relationships"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3BE2D37-BA8E-4389-9AA8-5F0BF3C22FB2}">
      <dsp:nvSpPr>
        <dsp:cNvPr id="0" name=""/>
        <dsp:cNvSpPr/>
      </dsp:nvSpPr>
      <dsp:spPr>
        <a:xfrm>
          <a:off x="132870" y="945458"/>
          <a:ext cx="3727014" cy="753536"/>
        </a:xfrm>
        <a:prstGeom prst="rect">
          <a:avLst/>
        </a:prstGeom>
        <a:solidFill>
          <a:schemeClr val="accent5"/>
        </a:solidFill>
        <a:ln>
          <a:noFill/>
        </a:ln>
        <a:effectLst/>
      </dsp:spPr>
      <dsp:style>
        <a:lnRef idx="0">
          <a:scrgbClr r="0" g="0" b="0"/>
        </a:lnRef>
        <a:fillRef idx="0">
          <a:scrgbClr r="0" g="0" b="0"/>
        </a:fillRef>
        <a:effectRef idx="0">
          <a:scrgbClr r="0" g="0" b="0"/>
        </a:effectRef>
        <a:fontRef idx="minor"/>
      </dsp:style>
      <dsp:txBody>
        <a:bodyPr spcFirstLastPara="0" vert="horz" wrap="square" lIns="79749" tIns="79749" rIns="79749" bIns="79749" numCol="1" spcCol="1270" rtlCol="1" anchor="ctr" anchorCtr="0">
          <a:noAutofit/>
        </a:bodyPr>
        <a:lstStyle/>
        <a:p>
          <a:pPr marL="0" lvl="0" indent="0" algn="r" defTabSz="889000" rtl="1">
            <a:lnSpc>
              <a:spcPct val="100000"/>
            </a:lnSpc>
            <a:spcBef>
              <a:spcPct val="0"/>
            </a:spcBef>
            <a:spcAft>
              <a:spcPct val="35000"/>
            </a:spcAft>
            <a:buNone/>
          </a:pPr>
          <a:r>
            <a:rPr lang="ar" sz="2000" kern="1200" dirty="0">
              <a:latin typeface="Sakkal Majalla" panose="02000000000000000000" pitchFamily="2" charset="-78"/>
              <a:cs typeface="Sakkal Majalla" panose="02000000000000000000" pitchFamily="2" charset="-78"/>
            </a:rPr>
            <a:t>أ1 سمات أخلاقيات العمل </a:t>
          </a:r>
          <a:endParaRPr lang="en-US" sz="2000" kern="1200" dirty="0">
            <a:latin typeface="Sakkal Majalla" panose="02000000000000000000" pitchFamily="2" charset="-78"/>
            <a:cs typeface="Sakkal Majalla" panose="02000000000000000000" pitchFamily="2" charset="-78"/>
          </a:endParaRPr>
        </a:p>
      </dsp:txBody>
      <dsp:txXfrm>
        <a:off x="132870" y="945458"/>
        <a:ext cx="3727014" cy="753536"/>
      </dsp:txXfrm>
    </dsp:sp>
    <dsp:sp modelId="{3DCFFCF7-9656-439F-BBA1-13F8CDCDF580}">
      <dsp:nvSpPr>
        <dsp:cNvPr id="0" name=""/>
        <dsp:cNvSpPr/>
      </dsp:nvSpPr>
      <dsp:spPr>
        <a:xfrm>
          <a:off x="0" y="1887380"/>
          <a:ext cx="4597350" cy="7535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F9FDF15-0AA0-473D-88E0-CE97E32171A0}">
      <dsp:nvSpPr>
        <dsp:cNvPr id="0" name=""/>
        <dsp:cNvSpPr/>
      </dsp:nvSpPr>
      <dsp:spPr>
        <a:xfrm>
          <a:off x="3966879" y="2056925"/>
          <a:ext cx="414445" cy="414445"/>
        </a:xfrm>
        <a:prstGeom prst="rect">
          <a:avLst/>
        </a:prstGeom>
        <a:blipFill>
          <a:blip xmlns:r="http://schemas.openxmlformats.org/officeDocument/2006/relationships"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E9A5E81-88A1-48A0-AFE5-8C2E829447C6}">
      <dsp:nvSpPr>
        <dsp:cNvPr id="0" name=""/>
        <dsp:cNvSpPr/>
      </dsp:nvSpPr>
      <dsp:spPr>
        <a:xfrm>
          <a:off x="132870" y="1887380"/>
          <a:ext cx="3727014" cy="753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749" tIns="79749" rIns="79749" bIns="79749" numCol="1" spcCol="1270" rtlCol="1" anchor="ctr" anchorCtr="0">
          <a:noAutofit/>
        </a:bodyPr>
        <a:lstStyle/>
        <a:p>
          <a:pPr marL="0" lvl="0" indent="0" algn="r" defTabSz="889000" rtl="1">
            <a:lnSpc>
              <a:spcPct val="100000"/>
            </a:lnSpc>
            <a:spcBef>
              <a:spcPct val="0"/>
            </a:spcBef>
            <a:spcAft>
              <a:spcPct val="35000"/>
            </a:spcAft>
            <a:buNone/>
          </a:pPr>
          <a:r>
            <a:rPr lang="ar" sz="2000" kern="1200" spc="-50" baseline="0" dirty="0">
              <a:latin typeface="Sakkal Majalla" panose="02000000000000000000" pitchFamily="2" charset="-78"/>
              <a:cs typeface="Sakkal Majalla" panose="02000000000000000000" pitchFamily="2" charset="-78"/>
            </a:rPr>
            <a:t>أ2 قواعد الممارسة الخاصة بالقطاع والممارسات المهنية </a:t>
          </a:r>
          <a:endParaRPr lang="en-US" sz="2000" kern="1200" spc="-50" baseline="0" dirty="0">
            <a:latin typeface="Sakkal Majalla" panose="02000000000000000000" pitchFamily="2" charset="-78"/>
            <a:cs typeface="Sakkal Majalla" panose="02000000000000000000" pitchFamily="2" charset="-78"/>
          </a:endParaRPr>
        </a:p>
      </dsp:txBody>
      <dsp:txXfrm>
        <a:off x="132870" y="1887380"/>
        <a:ext cx="3727014" cy="753536"/>
      </dsp:txXfrm>
    </dsp:sp>
    <dsp:sp modelId="{693E8EA8-B382-4DB9-9693-CC4A83C66864}">
      <dsp:nvSpPr>
        <dsp:cNvPr id="0" name=""/>
        <dsp:cNvSpPr/>
      </dsp:nvSpPr>
      <dsp:spPr>
        <a:xfrm>
          <a:off x="0" y="2829301"/>
          <a:ext cx="4597350" cy="753536"/>
        </a:xfrm>
        <a:prstGeom prst="roundRect">
          <a:avLst>
            <a:gd name="adj" fmla="val 10000"/>
          </a:avLst>
        </a:prstGeom>
        <a:solidFill>
          <a:schemeClr val="accent5"/>
        </a:solidFill>
        <a:ln>
          <a:noFill/>
        </a:ln>
        <a:effectLst/>
      </dsp:spPr>
      <dsp:style>
        <a:lnRef idx="0">
          <a:scrgbClr r="0" g="0" b="0"/>
        </a:lnRef>
        <a:fillRef idx="1">
          <a:scrgbClr r="0" g="0" b="0"/>
        </a:fillRef>
        <a:effectRef idx="0">
          <a:scrgbClr r="0" g="0" b="0"/>
        </a:effectRef>
        <a:fontRef idx="minor"/>
      </dsp:style>
    </dsp:sp>
    <dsp:sp modelId="{A1B2B1EA-5208-4C5B-8E7E-A2F7BA9F4A94}">
      <dsp:nvSpPr>
        <dsp:cNvPr id="0" name=""/>
        <dsp:cNvSpPr/>
      </dsp:nvSpPr>
      <dsp:spPr>
        <a:xfrm>
          <a:off x="3966879" y="2998846"/>
          <a:ext cx="414445" cy="414445"/>
        </a:xfrm>
        <a:prstGeom prst="rect">
          <a:avLst/>
        </a:prstGeom>
        <a:blipFill>
          <a:blip xmlns:r="http://schemas.openxmlformats.org/officeDocument/2006/relationships"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4864B26-DA10-455E-A602-20A0CE7D3A9C}">
      <dsp:nvSpPr>
        <dsp:cNvPr id="0" name=""/>
        <dsp:cNvSpPr/>
      </dsp:nvSpPr>
      <dsp:spPr>
        <a:xfrm>
          <a:off x="132870" y="2829301"/>
          <a:ext cx="3727014" cy="753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749" tIns="79749" rIns="79749" bIns="79749" numCol="1" spcCol="1270" rtlCol="1" anchor="ctr" anchorCtr="0">
          <a:noAutofit/>
        </a:bodyPr>
        <a:lstStyle/>
        <a:p>
          <a:pPr marL="0" lvl="0" indent="0" algn="r" defTabSz="889000" rtl="1">
            <a:lnSpc>
              <a:spcPct val="100000"/>
            </a:lnSpc>
            <a:spcBef>
              <a:spcPct val="0"/>
            </a:spcBef>
            <a:spcAft>
              <a:spcPct val="35000"/>
            </a:spcAft>
            <a:buNone/>
          </a:pPr>
          <a:r>
            <a:rPr lang="ar" sz="2000" kern="1200" dirty="0">
              <a:latin typeface="Sakkal Majalla" panose="02000000000000000000" pitchFamily="2" charset="-78"/>
              <a:cs typeface="Sakkal Majalla" panose="02000000000000000000" pitchFamily="2" charset="-78"/>
            </a:rPr>
            <a:t>أ3 تطبيق القيم الأخلاقية على ممارسات الأعمال </a:t>
          </a:r>
          <a:endParaRPr lang="en-US" sz="2000" kern="1200" dirty="0">
            <a:latin typeface="Sakkal Majalla" panose="02000000000000000000" pitchFamily="2" charset="-78"/>
            <a:cs typeface="Sakkal Majalla" panose="02000000000000000000" pitchFamily="2" charset="-78"/>
          </a:endParaRPr>
        </a:p>
      </dsp:txBody>
      <dsp:txXfrm>
        <a:off x="132870" y="2829301"/>
        <a:ext cx="3727014" cy="753536"/>
      </dsp:txXfrm>
    </dsp:sp>
    <dsp:sp modelId="{7485C9CC-136B-45CA-ACEC-BE5C9D4E4E72}">
      <dsp:nvSpPr>
        <dsp:cNvPr id="0" name=""/>
        <dsp:cNvSpPr/>
      </dsp:nvSpPr>
      <dsp:spPr>
        <a:xfrm>
          <a:off x="0" y="3771222"/>
          <a:ext cx="4597350" cy="7535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78D4626-1FAF-4B13-B316-6DBFB5221A01}">
      <dsp:nvSpPr>
        <dsp:cNvPr id="0" name=""/>
        <dsp:cNvSpPr/>
      </dsp:nvSpPr>
      <dsp:spPr>
        <a:xfrm>
          <a:off x="3966879" y="3940768"/>
          <a:ext cx="414445" cy="414445"/>
        </a:xfrm>
        <a:prstGeom prst="rect">
          <a:avLst/>
        </a:prstGeom>
        <a:blipFill>
          <a:blip xmlns:r="http://schemas.openxmlformats.org/officeDocument/2006/relationships"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158C3DF-B0EA-4041-98EC-46489D1E8C1D}">
      <dsp:nvSpPr>
        <dsp:cNvPr id="0" name=""/>
        <dsp:cNvSpPr/>
      </dsp:nvSpPr>
      <dsp:spPr>
        <a:xfrm>
          <a:off x="132870" y="3771222"/>
          <a:ext cx="3727014" cy="753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749" tIns="79749" rIns="79749" bIns="79749" numCol="1" spcCol="1270" rtlCol="1" anchor="ctr" anchorCtr="0">
          <a:noAutofit/>
        </a:bodyPr>
        <a:lstStyle/>
        <a:p>
          <a:pPr marL="0" lvl="0" indent="0" algn="r" defTabSz="889000" rtl="1">
            <a:lnSpc>
              <a:spcPct val="100000"/>
            </a:lnSpc>
            <a:spcBef>
              <a:spcPct val="0"/>
            </a:spcBef>
            <a:spcAft>
              <a:spcPct val="35000"/>
            </a:spcAft>
            <a:buNone/>
          </a:pPr>
          <a:r>
            <a:rPr lang="ar" sz="2000" kern="1200" dirty="0">
              <a:latin typeface="Sakkal Majalla" panose="02000000000000000000" pitchFamily="2" charset="-78"/>
              <a:cs typeface="Sakkal Majalla" panose="02000000000000000000" pitchFamily="2" charset="-78"/>
            </a:rPr>
            <a:t>أ3 أخلاقيات العمل والأفراد </a:t>
          </a:r>
          <a:endParaRPr lang="en-US" sz="2000" kern="1200" dirty="0">
            <a:latin typeface="Sakkal Majalla" panose="02000000000000000000" pitchFamily="2" charset="-78"/>
            <a:cs typeface="Sakkal Majalla" panose="02000000000000000000" pitchFamily="2" charset="-78"/>
          </a:endParaRPr>
        </a:p>
      </dsp:txBody>
      <dsp:txXfrm>
        <a:off x="132870" y="3771222"/>
        <a:ext cx="3727014" cy="75353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7E3CFD-45E3-D648-BF0D-568D4B412F8B}">
      <dsp:nvSpPr>
        <dsp:cNvPr id="0" name=""/>
        <dsp:cNvSpPr/>
      </dsp:nvSpPr>
      <dsp:spPr>
        <a:xfrm rot="10800000" flipH="1">
          <a:off x="415041" y="145445"/>
          <a:ext cx="7156163" cy="1094483"/>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2637" tIns="68580" rIns="457200" bIns="68580" numCol="1" spcCol="1270" rtlCol="1" anchor="ctr" anchorCtr="0">
          <a:noAutofit/>
        </a:bodyPr>
        <a:lstStyle/>
        <a:p>
          <a:pPr marL="0" lvl="0" indent="0" algn="r" defTabSz="800100" rtl="1">
            <a:lnSpc>
              <a:spcPct val="90000"/>
            </a:lnSpc>
            <a:spcBef>
              <a:spcPct val="0"/>
            </a:spcBef>
            <a:spcAft>
              <a:spcPct val="35000"/>
            </a:spcAft>
            <a:buNone/>
          </a:pPr>
          <a:r>
            <a:rPr lang="ar" sz="1800" b="1" kern="1200" dirty="0">
              <a:solidFill>
                <a:schemeClr val="tx1"/>
              </a:solidFill>
              <a:latin typeface="Sakkal Majalla" panose="02000000000000000000" pitchFamily="2" charset="-78"/>
              <a:cs typeface="Sakkal Majalla" panose="02000000000000000000" pitchFamily="2" charset="-78"/>
            </a:rPr>
            <a:t>عوامل الحوكمة</a:t>
          </a:r>
          <a:r>
            <a:rPr lang="ar" sz="1800" kern="1200" dirty="0">
              <a:solidFill>
                <a:schemeClr val="tx1"/>
              </a:solidFill>
              <a:latin typeface="Sakkal Majalla" panose="02000000000000000000" pitchFamily="2" charset="-78"/>
              <a:cs typeface="Sakkal Majalla" panose="02000000000000000000" pitchFamily="2" charset="-78"/>
            </a:rPr>
            <a:t> تُلزم المؤسسات بممارسة الأعمال بشكلٍ أخلاقي وأمين، والامتثال للقوانين واللوائح.</a:t>
          </a:r>
        </a:p>
      </dsp:txBody>
      <dsp:txXfrm rot="10800000">
        <a:off x="415041" y="145445"/>
        <a:ext cx="6882542" cy="1094483"/>
      </dsp:txXfrm>
    </dsp:sp>
    <dsp:sp modelId="{548673CF-5C8E-514D-8B2F-E18B9308AC25}">
      <dsp:nvSpPr>
        <dsp:cNvPr id="0" name=""/>
        <dsp:cNvSpPr/>
      </dsp:nvSpPr>
      <dsp:spPr>
        <a:xfrm>
          <a:off x="7195086" y="181443"/>
          <a:ext cx="1094483" cy="1094483"/>
        </a:xfrm>
        <a:prstGeom prst="ellipse">
          <a:avLst/>
        </a:prstGeom>
        <a:solidFill>
          <a:schemeClr val="accent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1796291-CE57-0E49-909E-A179B658CC25}">
      <dsp:nvSpPr>
        <dsp:cNvPr id="0" name=""/>
        <dsp:cNvSpPr/>
      </dsp:nvSpPr>
      <dsp:spPr>
        <a:xfrm rot="10800000" flipH="1">
          <a:off x="370380" y="1512168"/>
          <a:ext cx="7406485" cy="1601393"/>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2637" tIns="68580" rIns="548640" bIns="68580" numCol="1" spcCol="1270" rtlCol="1" anchor="ctr" anchorCtr="0">
          <a:noAutofit/>
        </a:bodyPr>
        <a:lstStyle/>
        <a:p>
          <a:pPr marL="0" lvl="0" indent="0" algn="r" defTabSz="800100" rtl="1">
            <a:lnSpc>
              <a:spcPct val="90000"/>
            </a:lnSpc>
            <a:spcBef>
              <a:spcPct val="0"/>
            </a:spcBef>
            <a:spcAft>
              <a:spcPct val="35000"/>
            </a:spcAft>
            <a:buNone/>
          </a:pPr>
          <a:r>
            <a:rPr lang="ar" sz="1800" kern="1200" spc="-40" dirty="0">
              <a:solidFill>
                <a:schemeClr val="tx1"/>
              </a:solidFill>
              <a:latin typeface="Sakkal Majalla" panose="02000000000000000000" pitchFamily="2" charset="-78"/>
              <a:cs typeface="Sakkal Majalla" panose="02000000000000000000" pitchFamily="2" charset="-78"/>
            </a:rPr>
            <a:t>يجب أن تكون من </a:t>
          </a:r>
          <a:r>
            <a:rPr lang="ar" sz="1800" b="1" kern="1200" spc="-40" dirty="0">
              <a:solidFill>
                <a:schemeClr val="tx1"/>
              </a:solidFill>
              <a:latin typeface="Sakkal Majalla" panose="02000000000000000000" pitchFamily="2" charset="-78"/>
              <a:cs typeface="Sakkal Majalla" panose="02000000000000000000" pitchFamily="2" charset="-78"/>
            </a:rPr>
            <a:t>دافعي الضرائب المسؤولين</a:t>
          </a:r>
          <a:r>
            <a:rPr lang="ar" sz="1800" kern="1200" spc="-40" dirty="0">
              <a:solidFill>
                <a:schemeClr val="tx1"/>
              </a:solidFill>
              <a:latin typeface="Sakkal Majalla" panose="02000000000000000000" pitchFamily="2" charset="-78"/>
              <a:cs typeface="Sakkal Majalla" panose="02000000000000000000" pitchFamily="2" charset="-78"/>
            </a:rPr>
            <a:t>. ستلتزم بالآتي:</a:t>
          </a:r>
        </a:p>
        <a:p>
          <a:pPr marL="0" lvl="0" indent="0" algn="r" defTabSz="800100" rtl="1">
            <a:lnSpc>
              <a:spcPct val="90000"/>
            </a:lnSpc>
            <a:spcBef>
              <a:spcPct val="0"/>
            </a:spcBef>
            <a:spcAft>
              <a:spcPct val="35000"/>
            </a:spcAft>
            <a:buNone/>
          </a:pPr>
          <a:r>
            <a:rPr lang="ar" sz="1800" kern="1200" spc="-40" baseline="0" dirty="0">
              <a:solidFill>
                <a:schemeClr val="tx1"/>
              </a:solidFill>
              <a:latin typeface="Sakkal Majalla" panose="02000000000000000000" pitchFamily="2" charset="-78"/>
              <a:cs typeface="Sakkal Majalla" panose="02000000000000000000" pitchFamily="2" charset="-78"/>
            </a:rPr>
            <a:t>o ضمان دفع مبلغ الضريبة الصحيح على الفور وفقًا لقوانين الضرائب المطبقة في البلدان التي تعمل فيها</a:t>
          </a:r>
        </a:p>
        <a:p>
          <a:pPr marL="0" lvl="0" indent="0" algn="r" defTabSz="800100" rtl="1">
            <a:lnSpc>
              <a:spcPct val="90000"/>
            </a:lnSpc>
            <a:spcBef>
              <a:spcPct val="0"/>
            </a:spcBef>
            <a:spcAft>
              <a:spcPct val="35000"/>
            </a:spcAft>
            <a:buNone/>
          </a:pPr>
          <a:r>
            <a:rPr lang="ar" sz="1800" kern="1200" spc="-40" dirty="0">
              <a:solidFill>
                <a:schemeClr val="tx1"/>
              </a:solidFill>
              <a:latin typeface="Sakkal Majalla" panose="02000000000000000000" pitchFamily="2" charset="-78"/>
              <a:cs typeface="Sakkal Majalla" panose="02000000000000000000" pitchFamily="2" charset="-78"/>
            </a:rPr>
            <a:t>o تضمن أن تكون تعاملاتها مع السلطات الضريبية مفتوحة وشفافة.</a:t>
          </a:r>
        </a:p>
      </dsp:txBody>
      <dsp:txXfrm rot="10800000">
        <a:off x="370380" y="1512168"/>
        <a:ext cx="7006137" cy="1601393"/>
      </dsp:txXfrm>
    </dsp:sp>
    <dsp:sp modelId="{6E404C98-7179-594A-AC0D-3106EAB6498E}">
      <dsp:nvSpPr>
        <dsp:cNvPr id="0" name=""/>
        <dsp:cNvSpPr/>
      </dsp:nvSpPr>
      <dsp:spPr>
        <a:xfrm>
          <a:off x="7163028" y="1676400"/>
          <a:ext cx="1094483" cy="1094483"/>
        </a:xfrm>
        <a:prstGeom prst="ellipse">
          <a:avLst/>
        </a:prstGeom>
        <a:solidFill>
          <a:schemeClr val="accent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754AB08-D98F-2348-879F-3076591CD833}">
      <dsp:nvSpPr>
        <dsp:cNvPr id="0" name=""/>
        <dsp:cNvSpPr/>
      </dsp:nvSpPr>
      <dsp:spPr>
        <a:xfrm rot="10800000" flipH="1">
          <a:off x="456945" y="3305191"/>
          <a:ext cx="7148334" cy="1094483"/>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2637" tIns="68580" rIns="548640" bIns="68580" numCol="1" spcCol="1270" rtlCol="1" anchor="ctr" anchorCtr="0">
          <a:noAutofit/>
        </a:bodyPr>
        <a:lstStyle/>
        <a:p>
          <a:pPr marL="0" lvl="0" indent="0" algn="r" defTabSz="800100" rtl="1">
            <a:lnSpc>
              <a:spcPct val="90000"/>
            </a:lnSpc>
            <a:spcBef>
              <a:spcPct val="0"/>
            </a:spcBef>
            <a:spcAft>
              <a:spcPct val="35000"/>
            </a:spcAft>
            <a:buNone/>
          </a:pPr>
          <a:r>
            <a:rPr lang="ar" sz="1800" kern="1200" dirty="0">
              <a:solidFill>
                <a:schemeClr val="tx1"/>
              </a:solidFill>
              <a:latin typeface="Sakkal Majalla" panose="02000000000000000000" pitchFamily="2" charset="-78"/>
              <a:cs typeface="Sakkal Majalla" panose="02000000000000000000" pitchFamily="2" charset="-78"/>
            </a:rPr>
            <a:t>ستطبق إستراتيجيات لضمان استخدام </a:t>
          </a:r>
          <a:r>
            <a:rPr lang="ar" sz="1800" b="1" kern="1200" dirty="0">
              <a:solidFill>
                <a:schemeClr val="tx1"/>
              </a:solidFill>
              <a:latin typeface="Sakkal Majalla" panose="02000000000000000000" pitchFamily="2" charset="-78"/>
              <a:cs typeface="Sakkal Majalla" panose="02000000000000000000" pitchFamily="2" charset="-78"/>
            </a:rPr>
            <a:t>الإعانات</a:t>
          </a:r>
          <a:r>
            <a:rPr lang="ar" sz="1800" kern="1200" dirty="0">
              <a:solidFill>
                <a:schemeClr val="tx1"/>
              </a:solidFill>
              <a:latin typeface="Sakkal Majalla" panose="02000000000000000000" pitchFamily="2" charset="-78"/>
              <a:cs typeface="Sakkal Majalla" panose="02000000000000000000" pitchFamily="2" charset="-78"/>
            </a:rPr>
            <a:t> </a:t>
          </a:r>
          <a:r>
            <a:rPr lang="en" sz="1800" b="1" kern="1200" dirty="0">
              <a:solidFill>
                <a:schemeClr val="tx1"/>
              </a:solidFill>
              <a:latin typeface="Sakkal Majalla" panose="02000000000000000000" pitchFamily="2" charset="-78"/>
              <a:cs typeface="Sakkal Majalla" panose="02000000000000000000" pitchFamily="2" charset="-78"/>
            </a:rPr>
            <a:t>الحكومية </a:t>
          </a:r>
          <a:r>
            <a:rPr lang="ar" sz="1800" kern="1200" dirty="0">
              <a:solidFill>
                <a:schemeClr val="tx1"/>
              </a:solidFill>
              <a:latin typeface="Sakkal Majalla" panose="02000000000000000000" pitchFamily="2" charset="-78"/>
              <a:cs typeface="Sakkal Majalla" panose="02000000000000000000" pitchFamily="2" charset="-78"/>
            </a:rPr>
            <a:t>الممنوحة للمؤسسة بالطريقة الصحيحة.</a:t>
          </a:r>
        </a:p>
      </dsp:txBody>
      <dsp:txXfrm rot="10800000">
        <a:off x="456945" y="3305191"/>
        <a:ext cx="6874713" cy="1094483"/>
      </dsp:txXfrm>
    </dsp:sp>
    <dsp:sp modelId="{3B3391EB-259A-6B42-AFDE-A53241F8F10E}">
      <dsp:nvSpPr>
        <dsp:cNvPr id="0" name=""/>
        <dsp:cNvSpPr/>
      </dsp:nvSpPr>
      <dsp:spPr>
        <a:xfrm>
          <a:off x="7196780" y="3287975"/>
          <a:ext cx="1094483" cy="1094483"/>
        </a:xfrm>
        <a:prstGeom prst="ellipse">
          <a:avLst/>
        </a:prstGeom>
        <a:solidFill>
          <a:schemeClr val="accent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E600EB-D31F-4F4C-883B-E705D9C1417A}">
      <dsp:nvSpPr>
        <dsp:cNvPr id="0" name=""/>
        <dsp:cNvSpPr/>
      </dsp:nvSpPr>
      <dsp:spPr>
        <a:xfrm>
          <a:off x="1810544" y="0"/>
          <a:ext cx="4608512" cy="4608512"/>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299952E-001C-0E46-B483-5CB5700F19A9}">
      <dsp:nvSpPr>
        <dsp:cNvPr id="0" name=""/>
        <dsp:cNvSpPr/>
      </dsp:nvSpPr>
      <dsp:spPr>
        <a:xfrm>
          <a:off x="5784202" y="1440155"/>
          <a:ext cx="2445397" cy="1432661"/>
        </a:xfrm>
        <a:prstGeom prst="roundRect">
          <a:avLst/>
        </a:prstGeom>
        <a:solidFill>
          <a:schemeClr val="accent6">
            <a:lumMod val="20000"/>
            <a:lumOff val="8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rtlCol="1" anchor="ctr" anchorCtr="0">
          <a:noAutofit/>
        </a:bodyPr>
        <a:lstStyle/>
        <a:p>
          <a:pPr marL="0" lvl="0" indent="0" algn="ctr" defTabSz="800100" rtl="1">
            <a:lnSpc>
              <a:spcPct val="90000"/>
            </a:lnSpc>
            <a:spcBef>
              <a:spcPct val="0"/>
            </a:spcBef>
            <a:spcAft>
              <a:spcPct val="35000"/>
            </a:spcAft>
            <a:buNone/>
          </a:pPr>
          <a:r>
            <a:rPr lang="ar" sz="1800" kern="1200" dirty="0">
              <a:solidFill>
                <a:schemeClr val="accent6"/>
              </a:solidFill>
              <a:latin typeface="Sakkal Majalla" panose="02000000000000000000" pitchFamily="2" charset="-78"/>
              <a:cs typeface="Sakkal Majalla" panose="02000000000000000000" pitchFamily="2" charset="-78"/>
            </a:rPr>
            <a:t>بعض المدونات </a:t>
          </a:r>
          <a:r>
            <a:rPr lang="ar" sz="1800" b="1" kern="1200" dirty="0">
              <a:solidFill>
                <a:schemeClr val="accent6"/>
              </a:solidFill>
              <a:latin typeface="Sakkal Majalla" panose="02000000000000000000" pitchFamily="2" charset="-78"/>
              <a:cs typeface="Sakkal Majalla" panose="02000000000000000000" pitchFamily="2" charset="-78"/>
            </a:rPr>
            <a:t>إلزامية</a:t>
          </a:r>
          <a:r>
            <a:rPr lang="ar" sz="1800" kern="1200" dirty="0">
              <a:solidFill>
                <a:schemeClr val="accent6"/>
              </a:solidFill>
              <a:latin typeface="Sakkal Majalla" panose="02000000000000000000" pitchFamily="2" charset="-78"/>
              <a:cs typeface="Sakkal Majalla" panose="02000000000000000000" pitchFamily="2" charset="-78"/>
            </a:rPr>
            <a:t> - يجب على القطاع اتباعها</a:t>
          </a:r>
          <a:endParaRPr lang="en-US" sz="1800" kern="1200" dirty="0">
            <a:solidFill>
              <a:schemeClr val="accent6"/>
            </a:solidFill>
            <a:latin typeface="Sakkal Majalla" panose="02000000000000000000" pitchFamily="2" charset="-78"/>
            <a:cs typeface="Sakkal Majalla" panose="02000000000000000000" pitchFamily="2" charset="-78"/>
          </a:endParaRPr>
        </a:p>
      </dsp:txBody>
      <dsp:txXfrm>
        <a:off x="5854139" y="1510092"/>
        <a:ext cx="2305523" cy="1292787"/>
      </dsp:txXfrm>
    </dsp:sp>
    <dsp:sp modelId="{AACB2EFD-D1BB-2C41-9300-20FB94669B54}">
      <dsp:nvSpPr>
        <dsp:cNvPr id="0" name=""/>
        <dsp:cNvSpPr/>
      </dsp:nvSpPr>
      <dsp:spPr>
        <a:xfrm>
          <a:off x="1" y="1440155"/>
          <a:ext cx="2286334" cy="1457392"/>
        </a:xfrm>
        <a:prstGeom prst="roundRect">
          <a:avLst/>
        </a:prstGeom>
        <a:solidFill>
          <a:schemeClr val="accent5">
            <a:lumMod val="9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rtlCol="1" anchor="ctr" anchorCtr="0">
          <a:noAutofit/>
        </a:bodyPr>
        <a:lstStyle/>
        <a:p>
          <a:pPr marL="0" lvl="0" indent="0" algn="ctr" defTabSz="800100" rtl="1">
            <a:lnSpc>
              <a:spcPct val="90000"/>
            </a:lnSpc>
            <a:spcBef>
              <a:spcPct val="0"/>
            </a:spcBef>
            <a:spcAft>
              <a:spcPct val="35000"/>
            </a:spcAft>
            <a:buNone/>
          </a:pPr>
          <a:r>
            <a:rPr lang="ar" sz="1800" kern="1200" dirty="0">
              <a:solidFill>
                <a:schemeClr val="accent6"/>
              </a:solidFill>
              <a:latin typeface="Sakkal Majalla" panose="02000000000000000000" pitchFamily="2" charset="-78"/>
              <a:cs typeface="Sakkal Majalla" panose="02000000000000000000" pitchFamily="2" charset="-78"/>
            </a:rPr>
            <a:t>بعض المدونات </a:t>
          </a:r>
          <a:r>
            <a:rPr lang="ar" sz="1800" b="1" kern="1200" dirty="0">
              <a:solidFill>
                <a:schemeClr val="accent6"/>
              </a:solidFill>
              <a:latin typeface="Sakkal Majalla" panose="02000000000000000000" pitchFamily="2" charset="-78"/>
              <a:cs typeface="Sakkal Majalla" panose="02000000000000000000" pitchFamily="2" charset="-78"/>
            </a:rPr>
            <a:t>طوعية</a:t>
          </a:r>
          <a:r>
            <a:rPr lang="ar" sz="1800" kern="1200" dirty="0">
              <a:solidFill>
                <a:schemeClr val="accent6"/>
              </a:solidFill>
              <a:latin typeface="Sakkal Majalla" panose="02000000000000000000" pitchFamily="2" charset="-78"/>
              <a:cs typeface="Sakkal Majalla" panose="02000000000000000000" pitchFamily="2" charset="-78"/>
            </a:rPr>
            <a:t> - تنطبق فقط على الذين قاموا بالتسجيل</a:t>
          </a:r>
          <a:endParaRPr lang="en-US" sz="1800" kern="1200" dirty="0">
            <a:solidFill>
              <a:schemeClr val="accent6"/>
            </a:solidFill>
            <a:latin typeface="Sakkal Majalla" panose="02000000000000000000" pitchFamily="2" charset="-78"/>
            <a:cs typeface="Sakkal Majalla" panose="02000000000000000000" pitchFamily="2" charset="-78"/>
          </a:endParaRPr>
        </a:p>
      </dsp:txBody>
      <dsp:txXfrm>
        <a:off x="71145" y="1511299"/>
        <a:ext cx="2144046" cy="1315104"/>
      </dsp:txXfrm>
    </dsp:sp>
    <dsp:sp modelId="{4A0631E5-E82B-6F4B-9039-F342B45E0331}">
      <dsp:nvSpPr>
        <dsp:cNvPr id="0" name=""/>
        <dsp:cNvSpPr/>
      </dsp:nvSpPr>
      <dsp:spPr>
        <a:xfrm>
          <a:off x="3216137" y="2811192"/>
          <a:ext cx="1797319" cy="1797319"/>
        </a:xfrm>
        <a:prstGeom prst="roundRect">
          <a:avLst/>
        </a:prstGeom>
        <a:gradFill rotWithShape="0">
          <a:gsLst>
            <a:gs pos="0">
              <a:schemeClr val="accent6">
                <a:lumMod val="20000"/>
                <a:lumOff val="80000"/>
              </a:schemeClr>
            </a:gs>
            <a:gs pos="86000">
              <a:schemeClr val="accent5"/>
            </a:gs>
            <a:gs pos="100000">
              <a:schemeClr val="accent5"/>
            </a:gs>
          </a:gsLst>
          <a:lin ang="2700000" scaled="1"/>
        </a:gra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rtlCol="1" anchor="ctr" anchorCtr="0">
          <a:noAutofit/>
        </a:bodyPr>
        <a:lstStyle/>
        <a:p>
          <a:pPr marL="0" lvl="0" indent="0" algn="ctr" defTabSz="800100" rtl="1">
            <a:lnSpc>
              <a:spcPct val="90000"/>
            </a:lnSpc>
            <a:spcBef>
              <a:spcPct val="0"/>
            </a:spcBef>
            <a:spcAft>
              <a:spcPct val="35000"/>
            </a:spcAft>
            <a:buNone/>
          </a:pPr>
          <a:r>
            <a:rPr lang="ar" sz="1800" b="1" kern="1200" dirty="0">
              <a:solidFill>
                <a:schemeClr val="tx1"/>
              </a:solidFill>
              <a:latin typeface="Sakkal Majalla" panose="02000000000000000000" pitchFamily="2" charset="-78"/>
              <a:cs typeface="Sakkal Majalla" panose="02000000000000000000" pitchFamily="2" charset="-78"/>
            </a:rPr>
            <a:t>العقوبات </a:t>
          </a:r>
          <a:r>
            <a:rPr lang="ar" sz="1800" kern="1200" dirty="0">
              <a:solidFill>
                <a:schemeClr val="tx1"/>
              </a:solidFill>
              <a:latin typeface="Sakkal Majalla" panose="02000000000000000000" pitchFamily="2" charset="-78"/>
              <a:cs typeface="Sakkal Majalla" panose="02000000000000000000" pitchFamily="2" charset="-78"/>
            </a:rPr>
            <a:t> هي غرامات تُفرض لمخالفة أي قاعدة متبعة </a:t>
          </a:r>
          <a:endParaRPr lang="en-US" sz="1800" kern="1200" dirty="0">
            <a:solidFill>
              <a:schemeClr val="tx1"/>
            </a:solidFill>
            <a:latin typeface="Sakkal Majalla" panose="02000000000000000000" pitchFamily="2" charset="-78"/>
            <a:cs typeface="Sakkal Majalla" panose="02000000000000000000" pitchFamily="2" charset="-78"/>
          </a:endParaRPr>
        </a:p>
      </dsp:txBody>
      <dsp:txXfrm>
        <a:off x="3303875" y="2898930"/>
        <a:ext cx="1621843" cy="1621843"/>
      </dsp:txXfrm>
    </dsp:sp>
    <dsp:sp modelId="{8BBF022B-9D98-8245-9261-52C879C78A31}">
      <dsp:nvSpPr>
        <dsp:cNvPr id="0" name=""/>
        <dsp:cNvSpPr/>
      </dsp:nvSpPr>
      <dsp:spPr>
        <a:xfrm>
          <a:off x="2800971" y="0"/>
          <a:ext cx="2627663" cy="2463424"/>
        </a:xfrm>
        <a:prstGeom prst="ellipse">
          <a:avLst/>
        </a:prstGeom>
        <a:solidFill>
          <a:schemeClr val="bg2">
            <a:lumMod val="20000"/>
            <a:lumOff val="80000"/>
          </a:schemeClr>
        </a:solidFill>
        <a:ln w="38100" cap="flat" cmpd="sng" algn="ctr">
          <a:solidFill>
            <a:schemeClr val="accent5">
              <a:lumMod val="9000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rtlCol="1" anchor="ctr" anchorCtr="0">
          <a:noAutofit/>
        </a:bodyPr>
        <a:lstStyle/>
        <a:p>
          <a:pPr marL="0" lvl="0" indent="0" algn="ctr" defTabSz="800100" rtl="1">
            <a:lnSpc>
              <a:spcPct val="90000"/>
            </a:lnSpc>
            <a:spcBef>
              <a:spcPct val="0"/>
            </a:spcBef>
            <a:spcAft>
              <a:spcPct val="35000"/>
            </a:spcAft>
            <a:buNone/>
          </a:pPr>
          <a:r>
            <a:rPr lang="ar" sz="1800" b="1" kern="1200" dirty="0">
              <a:solidFill>
                <a:schemeClr val="accent6"/>
              </a:solidFill>
              <a:latin typeface="Sakkal Majalla" panose="02000000000000000000" pitchFamily="2" charset="-78"/>
              <a:cs typeface="Sakkal Majalla" panose="02000000000000000000" pitchFamily="2" charset="-78"/>
            </a:rPr>
            <a:t>توفر قواعد الممارسة الخاصة بالقطاع مجموعة من القواعد أو المعايير الدنيا</a:t>
          </a:r>
        </a:p>
      </dsp:txBody>
      <dsp:txXfrm>
        <a:off x="3185783" y="360760"/>
        <a:ext cx="1858039" cy="174190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AB4F2B-1BF6-4F84-8646-A3F068B562FE}">
      <dsp:nvSpPr>
        <dsp:cNvPr id="0" name=""/>
        <dsp:cNvSpPr/>
      </dsp:nvSpPr>
      <dsp:spPr>
        <a:xfrm>
          <a:off x="0" y="3825"/>
          <a:ext cx="8207375" cy="814815"/>
        </a:xfrm>
        <a:prstGeom prst="roundRect">
          <a:avLst>
            <a:gd name="adj" fmla="val 10000"/>
          </a:avLst>
        </a:prstGeom>
        <a:solidFill>
          <a:schemeClr val="bg2">
            <a:lumMod val="20000"/>
            <a:lumOff val="80000"/>
          </a:schemeClr>
        </a:solidFill>
        <a:ln>
          <a:noFill/>
        </a:ln>
        <a:effectLst/>
      </dsp:spPr>
      <dsp:style>
        <a:lnRef idx="0">
          <a:scrgbClr r="0" g="0" b="0"/>
        </a:lnRef>
        <a:fillRef idx="1">
          <a:scrgbClr r="0" g="0" b="0"/>
        </a:fillRef>
        <a:effectRef idx="0">
          <a:scrgbClr r="0" g="0" b="0"/>
        </a:effectRef>
        <a:fontRef idx="minor"/>
      </dsp:style>
    </dsp:sp>
    <dsp:sp modelId="{3E5F5336-5849-43CA-B3C0-54761A3DD258}">
      <dsp:nvSpPr>
        <dsp:cNvPr id="0" name=""/>
        <dsp:cNvSpPr/>
      </dsp:nvSpPr>
      <dsp:spPr>
        <a:xfrm>
          <a:off x="7520035" y="187158"/>
          <a:ext cx="448148" cy="448148"/>
        </a:xfrm>
        <a:prstGeom prst="rect">
          <a:avLst/>
        </a:prstGeom>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5491A69-570B-439F-9D96-E1C9529DEBBD}">
      <dsp:nvSpPr>
        <dsp:cNvPr id="0" name=""/>
        <dsp:cNvSpPr/>
      </dsp:nvSpPr>
      <dsp:spPr>
        <a:xfrm>
          <a:off x="1061949" y="3825"/>
          <a:ext cx="6258141" cy="8148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235" tIns="86235" rIns="86235" bIns="86235" numCol="1" spcCol="1270" rtlCol="1" anchor="ctr" anchorCtr="0">
          <a:noAutofit/>
        </a:bodyPr>
        <a:lstStyle/>
        <a:p>
          <a:pPr marL="0" lvl="0" indent="0" algn="r" defTabSz="800100" rtl="1">
            <a:lnSpc>
              <a:spcPct val="100000"/>
            </a:lnSpc>
            <a:spcBef>
              <a:spcPct val="0"/>
            </a:spcBef>
            <a:spcAft>
              <a:spcPct val="35000"/>
            </a:spcAft>
            <a:buNone/>
          </a:pPr>
          <a:r>
            <a:rPr lang="ar" sz="1800" kern="1200" dirty="0">
              <a:latin typeface="Sakkal Majalla" panose="02000000000000000000" pitchFamily="2" charset="-78"/>
              <a:cs typeface="Sakkal Majalla" panose="02000000000000000000" pitchFamily="2" charset="-78"/>
            </a:rPr>
            <a:t>تحدد </a:t>
          </a:r>
          <a:r>
            <a:rPr lang="ar" sz="1800" b="1" kern="1200" dirty="0">
              <a:latin typeface="Sakkal Majalla" panose="02000000000000000000" pitchFamily="2" charset="-78"/>
              <a:cs typeface="Sakkal Majalla" panose="02000000000000000000" pitchFamily="2" charset="-78"/>
            </a:rPr>
            <a:t>مدونات الممارسة الخاصة بالقطاع</a:t>
          </a:r>
          <a:r>
            <a:rPr lang="ar" sz="1800" kern="1200" dirty="0">
              <a:latin typeface="Sakkal Majalla" panose="02000000000000000000" pitchFamily="2" charset="-78"/>
              <a:cs typeface="Sakkal Majalla" panose="02000000000000000000" pitchFamily="2" charset="-78"/>
            </a:rPr>
            <a:t> مجموعة محددة من معايير السلوك. </a:t>
          </a:r>
          <a:endParaRPr lang="en-US" sz="1800" kern="1200" dirty="0">
            <a:latin typeface="Sakkal Majalla" panose="02000000000000000000" pitchFamily="2" charset="-78"/>
            <a:cs typeface="Sakkal Majalla" panose="02000000000000000000" pitchFamily="2" charset="-78"/>
          </a:endParaRPr>
        </a:p>
      </dsp:txBody>
      <dsp:txXfrm>
        <a:off x="1061949" y="3825"/>
        <a:ext cx="6258141" cy="814815"/>
      </dsp:txXfrm>
    </dsp:sp>
    <dsp:sp modelId="{9173135C-58B8-4F20-BF6E-3E38CFF1D6AF}">
      <dsp:nvSpPr>
        <dsp:cNvPr id="0" name=""/>
        <dsp:cNvSpPr/>
      </dsp:nvSpPr>
      <dsp:spPr>
        <a:xfrm>
          <a:off x="0" y="1022344"/>
          <a:ext cx="8207375" cy="81481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26AE1D9-AD90-4EAC-8D4B-4CE4616BB39B}">
      <dsp:nvSpPr>
        <dsp:cNvPr id="0" name=""/>
        <dsp:cNvSpPr/>
      </dsp:nvSpPr>
      <dsp:spPr>
        <a:xfrm>
          <a:off x="7520035" y="1205678"/>
          <a:ext cx="448148" cy="448148"/>
        </a:xfrm>
        <a:prstGeom prst="rect">
          <a:avLst/>
        </a:prstGeom>
        <a:blipFill>
          <a:blip xmlns:r="http://schemas.openxmlformats.org/officeDocument/2006/relationships"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1B939DE-777E-42DA-A895-1AB05759E15F}">
      <dsp:nvSpPr>
        <dsp:cNvPr id="0" name=""/>
        <dsp:cNvSpPr/>
      </dsp:nvSpPr>
      <dsp:spPr>
        <a:xfrm>
          <a:off x="1445317" y="1022344"/>
          <a:ext cx="5874773" cy="8148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235" tIns="86235" rIns="86235" bIns="86235" numCol="1" spcCol="1270" rtlCol="1" anchor="ctr" anchorCtr="0">
          <a:noAutofit/>
        </a:bodyPr>
        <a:lstStyle/>
        <a:p>
          <a:pPr marL="0" lvl="0" indent="0" algn="r" defTabSz="800100" rtl="1">
            <a:lnSpc>
              <a:spcPct val="100000"/>
            </a:lnSpc>
            <a:spcBef>
              <a:spcPct val="0"/>
            </a:spcBef>
            <a:spcAft>
              <a:spcPct val="35000"/>
            </a:spcAft>
            <a:buNone/>
          </a:pPr>
          <a:r>
            <a:rPr lang="ar" sz="1800" kern="1200" dirty="0">
              <a:latin typeface="Sakkal Majalla" panose="02000000000000000000" pitchFamily="2" charset="-78"/>
              <a:cs typeface="Sakkal Majalla" panose="02000000000000000000" pitchFamily="2" charset="-78"/>
            </a:rPr>
            <a:t>تهدف</a:t>
          </a:r>
          <a:r>
            <a:rPr lang="ar" sz="1800" b="1" kern="1200" dirty="0">
              <a:latin typeface="Sakkal Majalla" panose="02000000000000000000" pitchFamily="2" charset="-78"/>
              <a:cs typeface="Sakkal Majalla" panose="02000000000000000000" pitchFamily="2" charset="-78"/>
            </a:rPr>
            <a:t> القواعد الإلزامية </a:t>
          </a:r>
          <a:r>
            <a:rPr lang="ar" sz="1800" kern="1200" dirty="0">
              <a:latin typeface="Sakkal Majalla" panose="02000000000000000000" pitchFamily="2" charset="-78"/>
              <a:cs typeface="Sakkal Majalla" panose="02000000000000000000" pitchFamily="2" charset="-78"/>
            </a:rPr>
            <a:t>إلى تطوير وترسيخ الثقة داخل السوق وخلق بيئة مناسبة لنجاح الأسواق العادلة والشفافة</a:t>
          </a:r>
          <a:endParaRPr lang="en-US" sz="1800" kern="1200" dirty="0">
            <a:latin typeface="Sakkal Majalla" panose="02000000000000000000" pitchFamily="2" charset="-78"/>
            <a:cs typeface="Sakkal Majalla" panose="02000000000000000000" pitchFamily="2" charset="-78"/>
          </a:endParaRPr>
        </a:p>
      </dsp:txBody>
      <dsp:txXfrm>
        <a:off x="1445317" y="1022344"/>
        <a:ext cx="5874773" cy="814815"/>
      </dsp:txXfrm>
    </dsp:sp>
    <dsp:sp modelId="{C15E4606-C21F-4266-B71F-000902200FAE}">
      <dsp:nvSpPr>
        <dsp:cNvPr id="0" name=""/>
        <dsp:cNvSpPr/>
      </dsp:nvSpPr>
      <dsp:spPr>
        <a:xfrm>
          <a:off x="0" y="2040864"/>
          <a:ext cx="8207375" cy="814815"/>
        </a:xfrm>
        <a:prstGeom prst="roundRect">
          <a:avLst>
            <a:gd name="adj" fmla="val 10000"/>
          </a:avLst>
        </a:prstGeom>
        <a:solidFill>
          <a:schemeClr val="accent6">
            <a:lumMod val="20000"/>
            <a:lumOff val="80000"/>
          </a:schemeClr>
        </a:solidFill>
        <a:ln>
          <a:noFill/>
        </a:ln>
        <a:effectLst/>
      </dsp:spPr>
      <dsp:style>
        <a:lnRef idx="0">
          <a:scrgbClr r="0" g="0" b="0"/>
        </a:lnRef>
        <a:fillRef idx="1">
          <a:scrgbClr r="0" g="0" b="0"/>
        </a:fillRef>
        <a:effectRef idx="0">
          <a:scrgbClr r="0" g="0" b="0"/>
        </a:effectRef>
        <a:fontRef idx="minor"/>
      </dsp:style>
    </dsp:sp>
    <dsp:sp modelId="{14933860-5D45-4587-B32C-0A30F21EF341}">
      <dsp:nvSpPr>
        <dsp:cNvPr id="0" name=""/>
        <dsp:cNvSpPr/>
      </dsp:nvSpPr>
      <dsp:spPr>
        <a:xfrm>
          <a:off x="7520035" y="2224197"/>
          <a:ext cx="448148" cy="448148"/>
        </a:xfrm>
        <a:prstGeom prst="rect">
          <a:avLst/>
        </a:prstGeom>
        <a:blipFill>
          <a:blip xmlns:r="http://schemas.openxmlformats.org/officeDocument/2006/relationships"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3123844-41E2-436B-AA54-41927A41A87E}">
      <dsp:nvSpPr>
        <dsp:cNvPr id="0" name=""/>
        <dsp:cNvSpPr/>
      </dsp:nvSpPr>
      <dsp:spPr>
        <a:xfrm>
          <a:off x="1062785" y="2040864"/>
          <a:ext cx="6257342" cy="8148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235" tIns="86235" rIns="86235" bIns="86235" numCol="1" spcCol="1270" rtlCol="1" anchor="ctr" anchorCtr="0">
          <a:noAutofit/>
        </a:bodyPr>
        <a:lstStyle/>
        <a:p>
          <a:pPr marL="0" lvl="0" indent="0" algn="r" defTabSz="800100" rtl="1">
            <a:lnSpc>
              <a:spcPct val="100000"/>
            </a:lnSpc>
            <a:spcBef>
              <a:spcPct val="0"/>
            </a:spcBef>
            <a:spcAft>
              <a:spcPct val="35000"/>
            </a:spcAft>
            <a:buNone/>
          </a:pPr>
          <a:r>
            <a:rPr lang="ar" sz="1800" kern="1200" dirty="0">
              <a:latin typeface="Sakkal Majalla" panose="02000000000000000000" pitchFamily="2" charset="-78"/>
              <a:cs typeface="Sakkal Majalla" panose="02000000000000000000" pitchFamily="2" charset="-78"/>
            </a:rPr>
            <a:t>على سبيل المثال، ستعطي مدونة الممارسة الخاصة بقانون الغذاء تعليمات يجب على السلطات المحلية اتباعها عند تطبيق قانون الغذاء</a:t>
          </a:r>
          <a:endParaRPr lang="en-US" sz="1800" kern="1200" dirty="0">
            <a:latin typeface="Sakkal Majalla" panose="02000000000000000000" pitchFamily="2" charset="-78"/>
            <a:cs typeface="Sakkal Majalla" panose="02000000000000000000" pitchFamily="2" charset="-78"/>
          </a:endParaRPr>
        </a:p>
      </dsp:txBody>
      <dsp:txXfrm>
        <a:off x="1062785" y="2040864"/>
        <a:ext cx="6257342" cy="814815"/>
      </dsp:txXfrm>
    </dsp:sp>
    <dsp:sp modelId="{3E1FFCA3-7E77-4B25-B097-70A13E20FA9F}">
      <dsp:nvSpPr>
        <dsp:cNvPr id="0" name=""/>
        <dsp:cNvSpPr/>
      </dsp:nvSpPr>
      <dsp:spPr>
        <a:xfrm>
          <a:off x="0" y="3059383"/>
          <a:ext cx="8207375" cy="814815"/>
        </a:xfrm>
        <a:prstGeom prst="roundRect">
          <a:avLst>
            <a:gd name="adj" fmla="val 10000"/>
          </a:avLst>
        </a:prstGeom>
        <a:solidFill>
          <a:schemeClr val="accent5">
            <a:lumMod val="90000"/>
          </a:schemeClr>
        </a:solidFill>
        <a:ln>
          <a:noFill/>
        </a:ln>
        <a:effectLst/>
      </dsp:spPr>
      <dsp:style>
        <a:lnRef idx="0">
          <a:scrgbClr r="0" g="0" b="0"/>
        </a:lnRef>
        <a:fillRef idx="1">
          <a:scrgbClr r="0" g="0" b="0"/>
        </a:fillRef>
        <a:effectRef idx="0">
          <a:scrgbClr r="0" g="0" b="0"/>
        </a:effectRef>
        <a:fontRef idx="minor"/>
      </dsp:style>
    </dsp:sp>
    <dsp:sp modelId="{745AC392-013A-4498-8A22-791FA35C1CDD}">
      <dsp:nvSpPr>
        <dsp:cNvPr id="0" name=""/>
        <dsp:cNvSpPr/>
      </dsp:nvSpPr>
      <dsp:spPr>
        <a:xfrm>
          <a:off x="7520035" y="3242717"/>
          <a:ext cx="448148" cy="448148"/>
        </a:xfrm>
        <a:prstGeom prst="rect">
          <a:avLst/>
        </a:prstGeom>
        <a:blipFill>
          <a:blip xmlns:r="http://schemas.openxmlformats.org/officeDocument/2006/relationships"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B6F8F09-B1E9-4775-8F9D-7760322E2F63}">
      <dsp:nvSpPr>
        <dsp:cNvPr id="0" name=""/>
        <dsp:cNvSpPr/>
      </dsp:nvSpPr>
      <dsp:spPr>
        <a:xfrm>
          <a:off x="695403" y="3059383"/>
          <a:ext cx="6594787" cy="8148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235" tIns="86235" rIns="86235" bIns="86235" numCol="1" spcCol="1270" rtlCol="1" anchor="ctr" anchorCtr="0">
          <a:noAutofit/>
        </a:bodyPr>
        <a:lstStyle/>
        <a:p>
          <a:pPr marL="0" lvl="0" indent="0" algn="r" defTabSz="800100" rtl="1">
            <a:lnSpc>
              <a:spcPct val="100000"/>
            </a:lnSpc>
            <a:spcBef>
              <a:spcPct val="0"/>
            </a:spcBef>
            <a:spcAft>
              <a:spcPct val="35000"/>
            </a:spcAft>
            <a:buNone/>
          </a:pPr>
          <a:r>
            <a:rPr lang="ar" sz="1800" kern="1200" dirty="0">
              <a:latin typeface="Sakkal Majalla" panose="02000000000000000000" pitchFamily="2" charset="-78"/>
              <a:cs typeface="Sakkal Majalla" panose="02000000000000000000" pitchFamily="2" charset="-78"/>
            </a:rPr>
            <a:t>تهدف </a:t>
          </a:r>
          <a:r>
            <a:rPr lang="ar" sz="1800" b="1" kern="1200" dirty="0">
              <a:latin typeface="Sakkal Majalla" panose="02000000000000000000" pitchFamily="2" charset="-78"/>
              <a:cs typeface="Sakkal Majalla" panose="02000000000000000000" pitchFamily="2" charset="-78"/>
            </a:rPr>
            <a:t>المدونات الطوعية</a:t>
          </a:r>
          <a:r>
            <a:rPr lang="ar" sz="1800" kern="1200" dirty="0">
              <a:latin typeface="Sakkal Majalla" panose="02000000000000000000" pitchFamily="2" charset="-78"/>
              <a:cs typeface="Sakkal Majalla" panose="02000000000000000000" pitchFamily="2" charset="-78"/>
            </a:rPr>
            <a:t> إلى مساعدة أعضاء القطاع على تحسين ممارسات الأعمال والوفاء بالتزاماتها التنظيمية. </a:t>
          </a:r>
          <a:endParaRPr lang="en-US" sz="1800" kern="1200" dirty="0">
            <a:latin typeface="Sakkal Majalla" panose="02000000000000000000" pitchFamily="2" charset="-78"/>
            <a:cs typeface="Sakkal Majalla" panose="02000000000000000000" pitchFamily="2" charset="-78"/>
          </a:endParaRPr>
        </a:p>
      </dsp:txBody>
      <dsp:txXfrm>
        <a:off x="695403" y="3059383"/>
        <a:ext cx="6594787" cy="814815"/>
      </dsp:txXfrm>
    </dsp:sp>
    <dsp:sp modelId="{851CF414-A20E-4808-8D8B-1E894489A912}">
      <dsp:nvSpPr>
        <dsp:cNvPr id="0" name=""/>
        <dsp:cNvSpPr/>
      </dsp:nvSpPr>
      <dsp:spPr>
        <a:xfrm>
          <a:off x="0" y="4077903"/>
          <a:ext cx="8207375" cy="814815"/>
        </a:xfrm>
        <a:prstGeom prst="roundRect">
          <a:avLst>
            <a:gd name="adj" fmla="val 10000"/>
          </a:avLst>
        </a:prstGeom>
        <a:solidFill>
          <a:schemeClr val="accent5"/>
        </a:solidFill>
        <a:ln>
          <a:noFill/>
        </a:ln>
        <a:effectLst/>
      </dsp:spPr>
      <dsp:style>
        <a:lnRef idx="0">
          <a:scrgbClr r="0" g="0" b="0"/>
        </a:lnRef>
        <a:fillRef idx="1">
          <a:scrgbClr r="0" g="0" b="0"/>
        </a:fillRef>
        <a:effectRef idx="0">
          <a:scrgbClr r="0" g="0" b="0"/>
        </a:effectRef>
        <a:fontRef idx="minor"/>
      </dsp:style>
    </dsp:sp>
    <dsp:sp modelId="{DFB490DF-478F-4924-91CD-9DDF9D54B274}">
      <dsp:nvSpPr>
        <dsp:cNvPr id="0" name=""/>
        <dsp:cNvSpPr/>
      </dsp:nvSpPr>
      <dsp:spPr>
        <a:xfrm>
          <a:off x="7520035" y="4261236"/>
          <a:ext cx="448148" cy="448148"/>
        </a:xfrm>
        <a:prstGeom prst="rect">
          <a:avLst/>
        </a:prstGeom>
        <a:blipFill>
          <a:blip xmlns:r="http://schemas.openxmlformats.org/officeDocument/2006/relationships"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27C071B-8E19-4149-BBC0-2015BFBCE12B}">
      <dsp:nvSpPr>
        <dsp:cNvPr id="0" name=""/>
        <dsp:cNvSpPr/>
      </dsp:nvSpPr>
      <dsp:spPr>
        <a:xfrm>
          <a:off x="918768" y="4077903"/>
          <a:ext cx="6401359" cy="8148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235" tIns="86235" rIns="86235" bIns="86235" numCol="1" spcCol="1270" rtlCol="1" anchor="ctr" anchorCtr="0">
          <a:noAutofit/>
        </a:bodyPr>
        <a:lstStyle/>
        <a:p>
          <a:pPr marL="0" lvl="0" indent="0" algn="r" defTabSz="800100" rtl="1">
            <a:lnSpc>
              <a:spcPct val="100000"/>
            </a:lnSpc>
            <a:spcBef>
              <a:spcPct val="0"/>
            </a:spcBef>
            <a:spcAft>
              <a:spcPct val="35000"/>
            </a:spcAft>
            <a:buNone/>
          </a:pPr>
          <a:r>
            <a:rPr lang="ar" sz="1800" kern="1200" dirty="0">
              <a:latin typeface="Sakkal Majalla" panose="02000000000000000000" pitchFamily="2" charset="-78"/>
              <a:cs typeface="Sakkal Majalla" panose="02000000000000000000" pitchFamily="2" charset="-78"/>
            </a:rPr>
            <a:t>على سبيل المثال، ستحكم مدونة الممارسة المصرفية البنوك وتعاملاتها مع العملاء الأفراد أو الشركات الصغيرة، بما في ذلك العملاء المحتملين وضامنيهم</a:t>
          </a:r>
          <a:endParaRPr lang="en-US" sz="1800" kern="1200" dirty="0">
            <a:latin typeface="Sakkal Majalla" panose="02000000000000000000" pitchFamily="2" charset="-78"/>
            <a:cs typeface="Sakkal Majalla" panose="02000000000000000000" pitchFamily="2" charset="-78"/>
          </a:endParaRPr>
        </a:p>
      </dsp:txBody>
      <dsp:txXfrm>
        <a:off x="918768" y="4077903"/>
        <a:ext cx="6401359" cy="81481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194421-DE37-46A2-B3FF-FBFE528E78E7}">
      <dsp:nvSpPr>
        <dsp:cNvPr id="0" name=""/>
        <dsp:cNvSpPr/>
      </dsp:nvSpPr>
      <dsp:spPr>
        <a:xfrm>
          <a:off x="6325148" y="618848"/>
          <a:ext cx="1406812" cy="1406812"/>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1ABCE22-A95D-4A7D-AF7E-43F6630D958E}">
      <dsp:nvSpPr>
        <dsp:cNvPr id="0" name=""/>
        <dsp:cNvSpPr/>
      </dsp:nvSpPr>
      <dsp:spPr>
        <a:xfrm>
          <a:off x="6624960" y="918661"/>
          <a:ext cx="807187" cy="807187"/>
        </a:xfrm>
        <a:prstGeom prst="rect">
          <a:avLst/>
        </a:prstGeom>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55B3BF0-976F-41FC-B70A-C3DE994A7CB4}">
      <dsp:nvSpPr>
        <dsp:cNvPr id="0" name=""/>
        <dsp:cNvSpPr/>
      </dsp:nvSpPr>
      <dsp:spPr>
        <a:xfrm>
          <a:off x="5875429" y="2463848"/>
          <a:ext cx="2306250" cy="17418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1" anchor="t" anchorCtr="0">
          <a:noAutofit/>
        </a:bodyPr>
        <a:lstStyle/>
        <a:p>
          <a:pPr marL="0" lvl="0" indent="0" algn="ctr" defTabSz="800100" rtl="1">
            <a:lnSpc>
              <a:spcPct val="100000"/>
            </a:lnSpc>
            <a:spcBef>
              <a:spcPct val="0"/>
            </a:spcBef>
            <a:spcAft>
              <a:spcPts val="0"/>
            </a:spcAft>
            <a:buNone/>
            <a:defRPr cap="all"/>
          </a:pPr>
          <a:r>
            <a:rPr lang="ar" sz="1800" b="1" kern="1200" cap="none" dirty="0">
              <a:latin typeface="Sakkal Majalla" panose="02000000000000000000" pitchFamily="2" charset="-78"/>
              <a:cs typeface="Sakkal Majalla" panose="02000000000000000000" pitchFamily="2" charset="-78"/>
            </a:rPr>
            <a:t>دوليًا،</a:t>
          </a:r>
          <a:r>
            <a:rPr lang="ar" sz="1800" kern="1200" dirty="0">
              <a:latin typeface="Sakkal Majalla" panose="02000000000000000000" pitchFamily="2" charset="-78"/>
              <a:cs typeface="Sakkal Majalla" panose="02000000000000000000" pitchFamily="2" charset="-78"/>
            </a:rPr>
            <a:t> </a:t>
          </a:r>
          <a:r>
            <a:rPr lang="ar" sz="1800" kern="1200" cap="none" dirty="0">
              <a:latin typeface="Sakkal Majalla" panose="02000000000000000000" pitchFamily="2" charset="-78"/>
              <a:cs typeface="Sakkal Majalla" panose="02000000000000000000" pitchFamily="2" charset="-78"/>
            </a:rPr>
            <a:t>على سبيل المثال </a:t>
          </a:r>
        </a:p>
        <a:p>
          <a:pPr marL="0" lvl="0" indent="0" algn="ctr" defTabSz="800100" rtl="1">
            <a:lnSpc>
              <a:spcPct val="100000"/>
            </a:lnSpc>
            <a:spcBef>
              <a:spcPct val="0"/>
            </a:spcBef>
            <a:spcAft>
              <a:spcPts val="0"/>
            </a:spcAft>
            <a:buNone/>
            <a:defRPr cap="all"/>
          </a:pPr>
          <a:r>
            <a:rPr lang="ar" sz="1800" kern="1200" cap="none" dirty="0">
              <a:latin typeface="Sakkal Majalla" panose="02000000000000000000" pitchFamily="2" charset="-78"/>
              <a:cs typeface="Sakkal Majalla" panose="02000000000000000000" pitchFamily="2" charset="-78"/>
            </a:rPr>
            <a:t>معهد أخلاقيات الأعمال (IBE) </a:t>
          </a:r>
        </a:p>
        <a:p>
          <a:pPr marL="0" lvl="0" indent="0" algn="ctr" defTabSz="800100" rtl="1">
            <a:lnSpc>
              <a:spcPct val="100000"/>
            </a:lnSpc>
            <a:spcBef>
              <a:spcPct val="0"/>
            </a:spcBef>
            <a:spcAft>
              <a:spcPts val="0"/>
            </a:spcAft>
            <a:buNone/>
            <a:defRPr cap="all"/>
          </a:pPr>
          <a:r>
            <a:rPr lang="ar" sz="1800" kern="1200" cap="none" dirty="0">
              <a:latin typeface="Sakkal Majalla" panose="02000000000000000000" pitchFamily="2" charset="-78"/>
              <a:cs typeface="Sakkal Majalla" panose="02000000000000000000" pitchFamily="2" charset="-78"/>
            </a:rPr>
            <a:t>فيرتريد إنترناشيونال</a:t>
          </a:r>
        </a:p>
        <a:p>
          <a:pPr marL="0" lvl="0" indent="0" algn="ctr" defTabSz="800100" rtl="1">
            <a:lnSpc>
              <a:spcPct val="100000"/>
            </a:lnSpc>
            <a:spcBef>
              <a:spcPct val="0"/>
            </a:spcBef>
            <a:spcAft>
              <a:spcPts val="0"/>
            </a:spcAft>
            <a:buNone/>
            <a:defRPr cap="all"/>
          </a:pPr>
          <a:r>
            <a:rPr lang="ar" sz="1800" kern="1200" cap="none" dirty="0">
              <a:latin typeface="Sakkal Majalla" panose="02000000000000000000" pitchFamily="2" charset="-78"/>
              <a:cs typeface="Sakkal Majalla" panose="02000000000000000000" pitchFamily="2" charset="-78"/>
            </a:rPr>
            <a:t>منظمة مناهضة القسوة الدولية</a:t>
          </a:r>
        </a:p>
        <a:p>
          <a:pPr marL="0" lvl="0" indent="0" algn="ctr" defTabSz="800100" rtl="1">
            <a:lnSpc>
              <a:spcPct val="100000"/>
            </a:lnSpc>
            <a:spcBef>
              <a:spcPct val="0"/>
            </a:spcBef>
            <a:spcAft>
              <a:spcPts val="0"/>
            </a:spcAft>
            <a:buNone/>
            <a:defRPr cap="all"/>
          </a:pPr>
          <a:r>
            <a:rPr lang="ar" sz="1800" b="0" i="0" u="none" kern="1200" cap="none" dirty="0">
              <a:latin typeface="Sakkal Majalla" panose="02000000000000000000" pitchFamily="2" charset="-78"/>
              <a:cs typeface="Sakkal Majalla" panose="02000000000000000000" pitchFamily="2" charset="-78"/>
            </a:rPr>
            <a:t>تحالف قيادة أخلاقيات العمل</a:t>
          </a:r>
          <a:r>
            <a:rPr lang="ar" sz="1800" b="0" i="0" u="none" kern="1200" dirty="0">
              <a:latin typeface="Sakkal Majalla" panose="02000000000000000000" pitchFamily="2" charset="-78"/>
              <a:cs typeface="Sakkal Majalla" panose="02000000000000000000" pitchFamily="2" charset="-78"/>
            </a:rPr>
            <a:t> (BELA)</a:t>
          </a:r>
          <a:endParaRPr lang="en-US" sz="1800" kern="1200" dirty="0">
            <a:latin typeface="Sakkal Majalla" panose="02000000000000000000" pitchFamily="2" charset="-78"/>
            <a:cs typeface="Sakkal Majalla" panose="02000000000000000000" pitchFamily="2" charset="-78"/>
          </a:endParaRPr>
        </a:p>
      </dsp:txBody>
      <dsp:txXfrm>
        <a:off x="5875429" y="2463848"/>
        <a:ext cx="2306250" cy="1741838"/>
      </dsp:txXfrm>
    </dsp:sp>
    <dsp:sp modelId="{93551BCA-B877-412F-A490-2C2EB9D27A4C}">
      <dsp:nvSpPr>
        <dsp:cNvPr id="0" name=""/>
        <dsp:cNvSpPr/>
      </dsp:nvSpPr>
      <dsp:spPr>
        <a:xfrm>
          <a:off x="3400281" y="699064"/>
          <a:ext cx="1406812" cy="1406812"/>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BFE384D-D32C-4FC0-A1E7-60186FA80A36}">
      <dsp:nvSpPr>
        <dsp:cNvPr id="0" name=""/>
        <dsp:cNvSpPr/>
      </dsp:nvSpPr>
      <dsp:spPr>
        <a:xfrm>
          <a:off x="3700093" y="998877"/>
          <a:ext cx="807187" cy="807187"/>
        </a:xfrm>
        <a:prstGeom prst="rect">
          <a:avLst/>
        </a:prstGeom>
        <a:blipFill>
          <a:blip xmlns:r="http://schemas.openxmlformats.org/officeDocument/2006/relationships"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63634F4-A656-4540-89F2-D6A460281D2A}">
      <dsp:nvSpPr>
        <dsp:cNvPr id="0" name=""/>
        <dsp:cNvSpPr/>
      </dsp:nvSpPr>
      <dsp:spPr>
        <a:xfrm>
          <a:off x="2733532" y="2463862"/>
          <a:ext cx="2736296" cy="1420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1" anchor="t" anchorCtr="0">
          <a:noAutofit/>
        </a:bodyPr>
        <a:lstStyle/>
        <a:p>
          <a:pPr marL="0" lvl="0" indent="0" algn="ctr" defTabSz="800100" rtl="1">
            <a:lnSpc>
              <a:spcPct val="100000"/>
            </a:lnSpc>
            <a:spcBef>
              <a:spcPct val="0"/>
            </a:spcBef>
            <a:spcAft>
              <a:spcPts val="0"/>
            </a:spcAft>
            <a:buNone/>
            <a:defRPr cap="all"/>
          </a:pPr>
          <a:r>
            <a:rPr lang="ar" sz="1800" b="1" kern="1200" cap="none" dirty="0">
              <a:latin typeface="Sakkal Majalla" panose="02000000000000000000" pitchFamily="2" charset="-78"/>
              <a:cs typeface="Sakkal Majalla" panose="02000000000000000000" pitchFamily="2" charset="-78"/>
            </a:rPr>
            <a:t>وطنيًا،</a:t>
          </a:r>
          <a:r>
            <a:rPr lang="ar" sz="1800" kern="1200" dirty="0">
              <a:latin typeface="Sakkal Majalla" panose="02000000000000000000" pitchFamily="2" charset="-78"/>
              <a:cs typeface="Sakkal Majalla" panose="02000000000000000000" pitchFamily="2" charset="-78"/>
            </a:rPr>
            <a:t> </a:t>
          </a:r>
          <a:r>
            <a:rPr lang="ar" sz="1800" kern="1200" cap="none" dirty="0">
              <a:latin typeface="Sakkal Majalla" panose="02000000000000000000" pitchFamily="2" charset="-78"/>
              <a:cs typeface="Sakkal Majalla" panose="02000000000000000000" pitchFamily="2" charset="-78"/>
            </a:rPr>
            <a:t>على سبيل المثال </a:t>
          </a:r>
        </a:p>
        <a:p>
          <a:pPr marL="0" lvl="0" indent="0" algn="ctr" defTabSz="800100" rtl="1">
            <a:lnSpc>
              <a:spcPct val="100000"/>
            </a:lnSpc>
            <a:spcBef>
              <a:spcPct val="0"/>
            </a:spcBef>
            <a:spcAft>
              <a:spcPts val="0"/>
            </a:spcAft>
            <a:buNone/>
            <a:defRPr cap="all"/>
          </a:pPr>
          <a:r>
            <a:rPr lang="ar" sz="1800" b="0" i="0" u="none" kern="1200" cap="none" dirty="0">
              <a:latin typeface="Sakkal Majalla" panose="02000000000000000000" pitchFamily="2" charset="-78"/>
              <a:cs typeface="Sakkal Majalla" panose="02000000000000000000" pitchFamily="2" charset="-78"/>
            </a:rPr>
            <a:t>مؤسسة الشراء بمسؤولية </a:t>
          </a:r>
          <a:br>
            <a:rPr lang="en-US" sz="1800" b="0" i="0" u="none" kern="1200" cap="none" dirty="0">
              <a:latin typeface="Sakkal Majalla" panose="02000000000000000000" pitchFamily="2" charset="-78"/>
              <a:cs typeface="Sakkal Majalla" panose="02000000000000000000" pitchFamily="2" charset="-78"/>
            </a:rPr>
          </a:br>
          <a:r>
            <a:rPr lang="ar" sz="1800" b="0" i="0" u="none" kern="1200" cap="none" dirty="0">
              <a:latin typeface="Sakkal Majalla" panose="02000000000000000000" pitchFamily="2" charset="-78"/>
              <a:cs typeface="Sakkal Majalla" panose="02000000000000000000" pitchFamily="2" charset="-78"/>
            </a:rPr>
            <a:t>(باي رسبونسيلبي فاونديشن)</a:t>
          </a:r>
        </a:p>
        <a:p>
          <a:pPr marL="0" lvl="0" indent="0" algn="ctr" defTabSz="800100" rtl="1">
            <a:lnSpc>
              <a:spcPct val="100000"/>
            </a:lnSpc>
            <a:spcBef>
              <a:spcPct val="0"/>
            </a:spcBef>
            <a:spcAft>
              <a:spcPts val="0"/>
            </a:spcAft>
            <a:buNone/>
            <a:defRPr cap="all"/>
          </a:pPr>
          <a:r>
            <a:rPr lang="ar" sz="1800" b="0" i="0" u="none" kern="1200" cap="none" dirty="0">
              <a:latin typeface="Sakkal Majalla" panose="02000000000000000000" pitchFamily="2" charset="-78"/>
              <a:cs typeface="Sakkal Majalla" panose="02000000000000000000" pitchFamily="2" charset="-78"/>
            </a:rPr>
            <a:t>مركز البحوث ومعلومات المستهلك (CRIC)</a:t>
          </a:r>
        </a:p>
        <a:p>
          <a:pPr marL="0" lvl="0" indent="0" algn="ctr" defTabSz="800100" rtl="1">
            <a:lnSpc>
              <a:spcPct val="100000"/>
            </a:lnSpc>
            <a:spcBef>
              <a:spcPct val="0"/>
            </a:spcBef>
            <a:spcAft>
              <a:spcPts val="0"/>
            </a:spcAft>
            <a:buNone/>
            <a:defRPr cap="all"/>
          </a:pPr>
          <a:r>
            <a:rPr lang="ar" sz="1800" b="0" i="0" u="none" kern="1200" cap="none" dirty="0">
              <a:latin typeface="Sakkal Majalla" panose="02000000000000000000" pitchFamily="2" charset="-78"/>
              <a:cs typeface="Sakkal Majalla" panose="02000000000000000000" pitchFamily="2" charset="-78"/>
            </a:rPr>
            <a:t>المستثمرون في الأشخاص (IIP)</a:t>
          </a:r>
        </a:p>
        <a:p>
          <a:pPr marL="0" lvl="0" indent="0" algn="ctr" defTabSz="800100" rtl="1">
            <a:lnSpc>
              <a:spcPct val="100000"/>
            </a:lnSpc>
            <a:spcBef>
              <a:spcPct val="0"/>
            </a:spcBef>
            <a:spcAft>
              <a:spcPts val="0"/>
            </a:spcAft>
            <a:buNone/>
            <a:defRPr cap="all"/>
          </a:pPr>
          <a:r>
            <a:rPr lang="ar" sz="1800" b="0" i="0" u="none" kern="1200" cap="none" dirty="0">
              <a:latin typeface="Sakkal Majalla" panose="02000000000000000000" pitchFamily="2" charset="-78"/>
              <a:cs typeface="Sakkal Majalla" panose="02000000000000000000" pitchFamily="2" charset="-78"/>
            </a:rPr>
            <a:t>معهد أكاتو للاستهلاك الواعي</a:t>
          </a:r>
        </a:p>
        <a:p>
          <a:pPr marL="0" lvl="0" indent="0" algn="ctr" defTabSz="800100" rtl="1">
            <a:lnSpc>
              <a:spcPct val="100000"/>
            </a:lnSpc>
            <a:spcBef>
              <a:spcPct val="0"/>
            </a:spcBef>
            <a:spcAft>
              <a:spcPts val="0"/>
            </a:spcAft>
            <a:buNone/>
            <a:defRPr cap="all"/>
          </a:pPr>
          <a:r>
            <a:rPr lang="ar" sz="1800" kern="1200" cap="none" dirty="0">
              <a:latin typeface="Sakkal Majalla" panose="02000000000000000000" pitchFamily="2" charset="-78"/>
              <a:cs typeface="Sakkal Majalla" panose="02000000000000000000" pitchFamily="2" charset="-78"/>
            </a:rPr>
            <a:t>فوتسي 4 جود المملكة المتحدة</a:t>
          </a:r>
          <a:endParaRPr lang="en-GB" sz="1800" b="0" i="0" u="none" kern="1200" cap="none" dirty="0">
            <a:latin typeface="Sakkal Majalla" panose="02000000000000000000" pitchFamily="2" charset="-78"/>
            <a:cs typeface="Sakkal Majalla" panose="02000000000000000000" pitchFamily="2" charset="-78"/>
          </a:endParaRPr>
        </a:p>
        <a:p>
          <a:pPr marL="0" lvl="0" indent="0" algn="ctr" defTabSz="800100" rtl="1">
            <a:lnSpc>
              <a:spcPct val="90000"/>
            </a:lnSpc>
            <a:spcBef>
              <a:spcPct val="0"/>
            </a:spcBef>
            <a:spcAft>
              <a:spcPts val="0"/>
            </a:spcAft>
            <a:buNone/>
            <a:defRPr cap="all"/>
          </a:pPr>
          <a:endParaRPr lang="en-US" sz="1800" kern="1200" cap="none" dirty="0">
            <a:latin typeface="Sakkal Majalla" panose="02000000000000000000" pitchFamily="2" charset="-78"/>
            <a:cs typeface="Sakkal Majalla" panose="02000000000000000000" pitchFamily="2" charset="-78"/>
          </a:endParaRPr>
        </a:p>
      </dsp:txBody>
      <dsp:txXfrm>
        <a:off x="2733532" y="2463862"/>
        <a:ext cx="2736296" cy="1420974"/>
      </dsp:txXfrm>
    </dsp:sp>
    <dsp:sp modelId="{591A0892-CC63-4587-9C2C-16D95953C1DB}">
      <dsp:nvSpPr>
        <dsp:cNvPr id="0" name=""/>
        <dsp:cNvSpPr/>
      </dsp:nvSpPr>
      <dsp:spPr>
        <a:xfrm>
          <a:off x="475414" y="618848"/>
          <a:ext cx="1406812" cy="1406812"/>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2A8F7F8-E3AA-411F-BF56-3442670FD847}">
      <dsp:nvSpPr>
        <dsp:cNvPr id="0" name=""/>
        <dsp:cNvSpPr/>
      </dsp:nvSpPr>
      <dsp:spPr>
        <a:xfrm>
          <a:off x="775226" y="918661"/>
          <a:ext cx="807187" cy="807187"/>
        </a:xfrm>
        <a:prstGeom prst="rect">
          <a:avLst/>
        </a:prstGeom>
        <a:blipFill>
          <a:blip xmlns:r="http://schemas.openxmlformats.org/officeDocument/2006/relationships"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DABB2B4-709B-4E5B-AC5F-9BC64085B800}">
      <dsp:nvSpPr>
        <dsp:cNvPr id="0" name=""/>
        <dsp:cNvSpPr/>
      </dsp:nvSpPr>
      <dsp:spPr>
        <a:xfrm>
          <a:off x="25695" y="2463848"/>
          <a:ext cx="2306250" cy="17418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1" anchor="t" anchorCtr="0">
          <a:noAutofit/>
        </a:bodyPr>
        <a:lstStyle/>
        <a:p>
          <a:pPr marL="0" lvl="0" indent="0" algn="ctr" defTabSz="800100" rtl="1">
            <a:lnSpc>
              <a:spcPct val="100000"/>
            </a:lnSpc>
            <a:spcBef>
              <a:spcPct val="0"/>
            </a:spcBef>
            <a:spcAft>
              <a:spcPts val="0"/>
            </a:spcAft>
            <a:buNone/>
            <a:defRPr cap="all"/>
          </a:pPr>
          <a:r>
            <a:rPr lang="ar" sz="1800" b="1" kern="1200" cap="none" dirty="0">
              <a:solidFill>
                <a:srgbClr val="000000">
                  <a:hueOff val="0"/>
                  <a:satOff val="0"/>
                  <a:lumOff val="0"/>
                  <a:alphaOff val="0"/>
                </a:srgbClr>
              </a:solidFill>
              <a:latin typeface="Sakkal Majalla" panose="02000000000000000000" pitchFamily="2" charset="-78"/>
              <a:ea typeface="+mn-ea"/>
              <a:cs typeface="Sakkal Majalla" panose="02000000000000000000" pitchFamily="2" charset="-78"/>
            </a:rPr>
            <a:t>الجمعيات والمعاهد المهنية</a:t>
          </a:r>
        </a:p>
        <a:p>
          <a:pPr marL="0" lvl="0" indent="0" algn="ctr" defTabSz="800100" rtl="1">
            <a:lnSpc>
              <a:spcPct val="100000"/>
            </a:lnSpc>
            <a:spcBef>
              <a:spcPct val="0"/>
            </a:spcBef>
            <a:spcAft>
              <a:spcPts val="0"/>
            </a:spcAft>
            <a:buNone/>
            <a:defRPr cap="all"/>
          </a:pPr>
          <a:r>
            <a:rPr lang="ar" sz="1800" b="1" kern="1200" cap="none" dirty="0">
              <a:solidFill>
                <a:srgbClr val="000000">
                  <a:hueOff val="0"/>
                  <a:satOff val="0"/>
                  <a:lumOff val="0"/>
                  <a:alphaOff val="0"/>
                </a:srgbClr>
              </a:solidFill>
              <a:latin typeface="Sakkal Majalla" panose="02000000000000000000" pitchFamily="2" charset="-78"/>
              <a:ea typeface="+mn-ea"/>
              <a:cs typeface="Sakkal Majalla" panose="02000000000000000000" pitchFamily="2" charset="-78"/>
            </a:rPr>
            <a:t>النقابات العمالية</a:t>
          </a:r>
          <a:endParaRPr lang="en-US" sz="1800" b="1" kern="1200" cap="none" dirty="0">
            <a:solidFill>
              <a:srgbClr val="000000">
                <a:hueOff val="0"/>
                <a:satOff val="0"/>
                <a:lumOff val="0"/>
                <a:alphaOff val="0"/>
              </a:srgbClr>
            </a:solidFill>
            <a:latin typeface="Sakkal Majalla" panose="02000000000000000000" pitchFamily="2" charset="-78"/>
            <a:ea typeface="+mn-ea"/>
            <a:cs typeface="Sakkal Majalla" panose="02000000000000000000" pitchFamily="2" charset="-78"/>
          </a:endParaRPr>
        </a:p>
      </dsp:txBody>
      <dsp:txXfrm>
        <a:off x="25695" y="2463848"/>
        <a:ext cx="2306250" cy="174183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E63FF9-BA16-2C43-8F6C-8651BF0490DA}">
      <dsp:nvSpPr>
        <dsp:cNvPr id="0" name=""/>
        <dsp:cNvSpPr/>
      </dsp:nvSpPr>
      <dsp:spPr>
        <a:xfrm>
          <a:off x="-1" y="40156"/>
          <a:ext cx="8424938" cy="939865"/>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68580" rIns="414455" bIns="68580" numCol="1" spcCol="1270" rtlCol="1" anchor="ctr" anchorCtr="0">
          <a:noAutofit/>
        </a:bodyPr>
        <a:lstStyle/>
        <a:p>
          <a:pPr marL="0" lvl="0" indent="0" algn="ctr" defTabSz="800100" rtl="1">
            <a:lnSpc>
              <a:spcPct val="90000"/>
            </a:lnSpc>
            <a:spcBef>
              <a:spcPct val="0"/>
            </a:spcBef>
            <a:spcAft>
              <a:spcPct val="35000"/>
            </a:spcAft>
            <a:buNone/>
          </a:pPr>
          <a:r>
            <a:rPr lang="ar" sz="1800" b="1" kern="1200" dirty="0">
              <a:solidFill>
                <a:schemeClr val="tx1"/>
              </a:solidFill>
              <a:latin typeface="Sakkal Majalla" panose="02000000000000000000" pitchFamily="2" charset="-78"/>
              <a:cs typeface="Sakkal Majalla" panose="02000000000000000000" pitchFamily="2" charset="-78"/>
            </a:rPr>
            <a:t>القيادة الأخلاقية</a:t>
          </a:r>
          <a:r>
            <a:rPr lang="ar" sz="1800" kern="1200" dirty="0">
              <a:solidFill>
                <a:schemeClr val="tx1"/>
              </a:solidFill>
              <a:latin typeface="Sakkal Majalla" panose="02000000000000000000" pitchFamily="2" charset="-78"/>
              <a:cs typeface="Sakkal Majalla" panose="02000000000000000000" pitchFamily="2" charset="-78"/>
            </a:rPr>
            <a:t> تنطبق على القرارات التي يتخذها كل شخص في عمله اليومي. على سبيل المثال، </a:t>
          </a:r>
          <a:br>
            <a:rPr lang="en-US" sz="1800" kern="1200" dirty="0">
              <a:solidFill>
                <a:schemeClr val="tx1"/>
              </a:solidFill>
              <a:latin typeface="Sakkal Majalla" panose="02000000000000000000" pitchFamily="2" charset="-78"/>
              <a:cs typeface="Sakkal Majalla" panose="02000000000000000000" pitchFamily="2" charset="-78"/>
            </a:rPr>
          </a:br>
          <a:r>
            <a:rPr lang="ar" sz="1800" kern="1200" dirty="0">
              <a:solidFill>
                <a:schemeClr val="tx1"/>
              </a:solidFill>
              <a:latin typeface="Sakkal Majalla" panose="02000000000000000000" pitchFamily="2" charset="-78"/>
              <a:cs typeface="Sakkal Majalla" panose="02000000000000000000" pitchFamily="2" charset="-78"/>
            </a:rPr>
            <a:t>يمثل قيام الموظف بحجب معلومات مهمة عن الإدارة عمدًا ارتكاب فعل غير أخلاقي.</a:t>
          </a:r>
        </a:p>
      </dsp:txBody>
      <dsp:txXfrm>
        <a:off x="-1" y="40156"/>
        <a:ext cx="8189972" cy="939865"/>
      </dsp:txXfrm>
    </dsp:sp>
    <dsp:sp modelId="{DC6FB007-3E71-8A41-ACC1-ABE8606AF285}">
      <dsp:nvSpPr>
        <dsp:cNvPr id="0" name=""/>
        <dsp:cNvSpPr/>
      </dsp:nvSpPr>
      <dsp:spPr>
        <a:xfrm flipH="1" flipV="1">
          <a:off x="7856221" y="431083"/>
          <a:ext cx="45724" cy="89813"/>
        </a:xfrm>
        <a:prstGeom prst="ellipse">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EAF1876-5497-484C-823C-2683B85C9A21}">
      <dsp:nvSpPr>
        <dsp:cNvPr id="0" name=""/>
        <dsp:cNvSpPr/>
      </dsp:nvSpPr>
      <dsp:spPr>
        <a:xfrm>
          <a:off x="-1" y="1223172"/>
          <a:ext cx="8424938" cy="939865"/>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68580" rIns="414455" bIns="68580" numCol="1" spcCol="1270" rtlCol="1" anchor="ctr" anchorCtr="0">
          <a:noAutofit/>
        </a:bodyPr>
        <a:lstStyle/>
        <a:p>
          <a:pPr marL="0" lvl="0" indent="0" algn="ctr" defTabSz="800100" rtl="1">
            <a:lnSpc>
              <a:spcPct val="90000"/>
            </a:lnSpc>
            <a:spcBef>
              <a:spcPct val="0"/>
            </a:spcBef>
            <a:spcAft>
              <a:spcPct val="35000"/>
            </a:spcAft>
            <a:buNone/>
          </a:pPr>
          <a:r>
            <a:rPr lang="ar" sz="1800" b="1" kern="1200" dirty="0">
              <a:solidFill>
                <a:schemeClr val="tx1"/>
              </a:solidFill>
              <a:latin typeface="Sakkal Majalla" panose="02000000000000000000" pitchFamily="2" charset="-78"/>
              <a:cs typeface="Sakkal Majalla" panose="02000000000000000000" pitchFamily="2" charset="-78"/>
            </a:rPr>
            <a:t>العلاقات الأخلاقية</a:t>
          </a:r>
          <a:r>
            <a:rPr lang="ar" sz="1800" kern="1200" dirty="0">
              <a:solidFill>
                <a:schemeClr val="tx1"/>
              </a:solidFill>
              <a:latin typeface="Sakkal Majalla" panose="02000000000000000000" pitchFamily="2" charset="-78"/>
              <a:cs typeface="Sakkal Majalla" panose="02000000000000000000" pitchFamily="2" charset="-78"/>
            </a:rPr>
            <a:t> تتضمن التواصل المفتوح والصادق وحل النزاعات باحترام. يعد الامتناع عن النميمة وعدم أخذ الفضل في عمل الآخرين أمثلة على السلوك الأخلاقي في مكان العمل. </a:t>
          </a:r>
        </a:p>
      </dsp:txBody>
      <dsp:txXfrm>
        <a:off x="-1" y="1223172"/>
        <a:ext cx="8189972" cy="939865"/>
      </dsp:txXfrm>
    </dsp:sp>
    <dsp:sp modelId="{E6C027E1-1F3F-714C-A905-E8FCCBDB42AF}">
      <dsp:nvSpPr>
        <dsp:cNvPr id="0" name=""/>
        <dsp:cNvSpPr/>
      </dsp:nvSpPr>
      <dsp:spPr>
        <a:xfrm>
          <a:off x="5822370" y="2596452"/>
          <a:ext cx="644306" cy="644306"/>
        </a:xfrm>
        <a:prstGeom prst="ellipse">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FEAD473-5BDB-0242-B50D-4C9DD656B48E}">
      <dsp:nvSpPr>
        <dsp:cNvPr id="0" name=""/>
        <dsp:cNvSpPr/>
      </dsp:nvSpPr>
      <dsp:spPr>
        <a:xfrm>
          <a:off x="-1" y="2443543"/>
          <a:ext cx="8424938" cy="939865"/>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68580" rIns="414455" bIns="68580" numCol="1" spcCol="1270" rtlCol="1" anchor="ctr" anchorCtr="0">
          <a:noAutofit/>
        </a:bodyPr>
        <a:lstStyle/>
        <a:p>
          <a:pPr marL="0" lvl="0" indent="0" algn="ctr" defTabSz="800100" rtl="1">
            <a:lnSpc>
              <a:spcPct val="90000"/>
            </a:lnSpc>
            <a:spcBef>
              <a:spcPct val="0"/>
            </a:spcBef>
            <a:spcAft>
              <a:spcPct val="35000"/>
            </a:spcAft>
            <a:buNone/>
          </a:pPr>
          <a:r>
            <a:rPr lang="ar" sz="1800" b="1" kern="1200" dirty="0">
              <a:solidFill>
                <a:schemeClr val="tx1"/>
              </a:solidFill>
              <a:latin typeface="Sakkal Majalla" panose="02000000000000000000" pitchFamily="2" charset="-78"/>
              <a:cs typeface="Sakkal Majalla" panose="02000000000000000000" pitchFamily="2" charset="-78"/>
            </a:rPr>
            <a:t>الضوابط الأخلاقية</a:t>
          </a:r>
          <a:r>
            <a:rPr lang="en-US" sz="1800" b="1" kern="1200" dirty="0">
              <a:solidFill>
                <a:schemeClr val="tx1"/>
              </a:solidFill>
              <a:latin typeface="Sakkal Majalla" panose="02000000000000000000" pitchFamily="2" charset="-78"/>
              <a:cs typeface="Sakkal Majalla" panose="02000000000000000000" pitchFamily="2" charset="-78"/>
            </a:rPr>
            <a:t> </a:t>
          </a:r>
          <a:r>
            <a:rPr lang="ar" sz="1800" kern="1200" dirty="0">
              <a:solidFill>
                <a:schemeClr val="tx1"/>
              </a:solidFill>
              <a:latin typeface="Sakkal Majalla" panose="02000000000000000000" pitchFamily="2" charset="-78"/>
              <a:cs typeface="Sakkal Majalla" panose="02000000000000000000" pitchFamily="2" charset="-78"/>
            </a:rPr>
            <a:t>تتضمن الامتثال للسياسات والإجراءات ومعايير السلامة التنظيمية .</a:t>
          </a:r>
        </a:p>
      </dsp:txBody>
      <dsp:txXfrm>
        <a:off x="-1" y="2443543"/>
        <a:ext cx="8189972" cy="939865"/>
      </dsp:txXfrm>
    </dsp:sp>
    <dsp:sp modelId="{C40DFBD1-8C93-2749-8E36-133B00F2F366}">
      <dsp:nvSpPr>
        <dsp:cNvPr id="0" name=""/>
        <dsp:cNvSpPr/>
      </dsp:nvSpPr>
      <dsp:spPr>
        <a:xfrm rot="10800000" flipH="1" flipV="1">
          <a:off x="7947162" y="1655216"/>
          <a:ext cx="45724" cy="68253"/>
        </a:xfrm>
        <a:prstGeom prst="ellipse">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3EEC49-618F-8341-811A-52EDD54E0310}">
      <dsp:nvSpPr>
        <dsp:cNvPr id="0" name=""/>
        <dsp:cNvSpPr/>
      </dsp:nvSpPr>
      <dsp:spPr>
        <a:xfrm>
          <a:off x="1231106" y="0"/>
          <a:ext cx="6976268" cy="1163530"/>
        </a:xfrm>
        <a:prstGeom prst="roundRect">
          <a:avLst>
            <a:gd name="adj" fmla="val 100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2390" tIns="72390" rIns="72390" bIns="72390" numCol="1" spcCol="1270" rtlCol="1" anchor="ctr" anchorCtr="0">
          <a:noAutofit/>
        </a:bodyPr>
        <a:lstStyle/>
        <a:p>
          <a:pPr marL="0" lvl="0" indent="0" algn="r" defTabSz="844550" rtl="1">
            <a:lnSpc>
              <a:spcPct val="90000"/>
            </a:lnSpc>
            <a:spcBef>
              <a:spcPct val="0"/>
            </a:spcBef>
            <a:spcAft>
              <a:spcPct val="35000"/>
            </a:spcAft>
            <a:buNone/>
          </a:pPr>
          <a:r>
            <a:rPr lang="ar" sz="1900" b="1" kern="1200" dirty="0">
              <a:solidFill>
                <a:schemeClr val="tx1"/>
              </a:solidFill>
              <a:latin typeface="Sakkal Majalla" panose="02000000000000000000" pitchFamily="2" charset="-78"/>
              <a:cs typeface="Sakkal Majalla" panose="02000000000000000000" pitchFamily="2" charset="-78"/>
            </a:rPr>
            <a:t>ممارسات المكافآت والمبيعات</a:t>
          </a:r>
          <a:r>
            <a:rPr lang="ar" sz="1900" kern="1200" dirty="0">
              <a:solidFill>
                <a:schemeClr val="tx1"/>
              </a:solidFill>
              <a:latin typeface="Sakkal Majalla" panose="02000000000000000000" pitchFamily="2" charset="-78"/>
              <a:cs typeface="Sakkal Majalla" panose="02000000000000000000" pitchFamily="2" charset="-78"/>
            </a:rPr>
            <a:t> - تنطبق سياسات عدم التسامح مطلقًا تجاه دفع الرشاوى، وتطبق أنظمة لتجنب الفساد والاحتيال</a:t>
          </a:r>
          <a:endParaRPr lang="en-US" sz="1900" kern="1200" dirty="0">
            <a:solidFill>
              <a:schemeClr val="tx1"/>
            </a:solidFill>
            <a:latin typeface="Sakkal Majalla" panose="02000000000000000000" pitchFamily="2" charset="-78"/>
            <a:cs typeface="Sakkal Majalla" panose="02000000000000000000" pitchFamily="2" charset="-78"/>
          </a:endParaRPr>
        </a:p>
      </dsp:txBody>
      <dsp:txXfrm>
        <a:off x="2437442" y="34079"/>
        <a:ext cx="5735853" cy="1095372"/>
      </dsp:txXfrm>
    </dsp:sp>
    <dsp:sp modelId="{2D8433BE-E239-8F4E-B1F6-C12EAAB56292}">
      <dsp:nvSpPr>
        <dsp:cNvPr id="0" name=""/>
        <dsp:cNvSpPr/>
      </dsp:nvSpPr>
      <dsp:spPr>
        <a:xfrm>
          <a:off x="615553" y="1357452"/>
          <a:ext cx="6976268" cy="1163530"/>
        </a:xfrm>
        <a:prstGeom prst="roundRect">
          <a:avLst>
            <a:gd name="adj" fmla="val 10000"/>
          </a:avLst>
        </a:prstGeom>
        <a:solidFill>
          <a:schemeClr val="accent6">
            <a:lumMod val="20000"/>
            <a:lumOff val="8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2390" tIns="72390" rIns="72390" bIns="72390" numCol="1" spcCol="1270" rtlCol="1" anchor="ctr" anchorCtr="0">
          <a:noAutofit/>
        </a:bodyPr>
        <a:lstStyle/>
        <a:p>
          <a:pPr marL="0" lvl="0" indent="0" algn="r" defTabSz="844550" rtl="1">
            <a:lnSpc>
              <a:spcPct val="90000"/>
            </a:lnSpc>
            <a:spcBef>
              <a:spcPct val="0"/>
            </a:spcBef>
            <a:spcAft>
              <a:spcPct val="35000"/>
            </a:spcAft>
            <a:buNone/>
          </a:pPr>
          <a:r>
            <a:rPr lang="ar" sz="1900" b="1" kern="1200" dirty="0">
              <a:solidFill>
                <a:schemeClr val="tx1"/>
              </a:solidFill>
              <a:latin typeface="Sakkal Majalla" panose="02000000000000000000" pitchFamily="2" charset="-78"/>
              <a:cs typeface="Sakkal Majalla" panose="02000000000000000000" pitchFamily="2" charset="-78"/>
            </a:rPr>
            <a:t>التعامل مع السلوك غير الأخلاقي لزملاء العمل</a:t>
          </a:r>
          <a:r>
            <a:rPr lang="ar" sz="1900" kern="1200" dirty="0">
              <a:solidFill>
                <a:schemeClr val="tx1"/>
              </a:solidFill>
              <a:latin typeface="Sakkal Majalla" panose="02000000000000000000" pitchFamily="2" charset="-78"/>
              <a:cs typeface="Sakkal Majalla" panose="02000000000000000000" pitchFamily="2" charset="-78"/>
            </a:rPr>
            <a:t> - يحمي المبلغين عن المخالفات ويشجع ثقافة "الإبلاغ" في مكان العمل</a:t>
          </a:r>
          <a:endParaRPr lang="en-US" sz="1900" kern="1200" dirty="0">
            <a:solidFill>
              <a:schemeClr val="tx1"/>
            </a:solidFill>
            <a:latin typeface="Sakkal Majalla" panose="02000000000000000000" pitchFamily="2" charset="-78"/>
            <a:cs typeface="Sakkal Majalla" panose="02000000000000000000" pitchFamily="2" charset="-78"/>
          </a:endParaRPr>
        </a:p>
      </dsp:txBody>
      <dsp:txXfrm>
        <a:off x="2021480" y="1391531"/>
        <a:ext cx="5536262" cy="1095372"/>
      </dsp:txXfrm>
    </dsp:sp>
    <dsp:sp modelId="{722F1F1E-5556-9047-91D5-12721F375074}">
      <dsp:nvSpPr>
        <dsp:cNvPr id="0" name=""/>
        <dsp:cNvSpPr/>
      </dsp:nvSpPr>
      <dsp:spPr>
        <a:xfrm>
          <a:off x="0" y="2714905"/>
          <a:ext cx="6976268" cy="1163530"/>
        </a:xfrm>
        <a:prstGeom prst="roundRect">
          <a:avLst>
            <a:gd name="adj" fmla="val 100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2390" tIns="72390" rIns="72390" bIns="72390" numCol="1" spcCol="1270" rtlCol="1" anchor="ctr" anchorCtr="0">
          <a:noAutofit/>
        </a:bodyPr>
        <a:lstStyle/>
        <a:p>
          <a:pPr marL="0" lvl="0" indent="0" algn="r" defTabSz="844550" rtl="1">
            <a:lnSpc>
              <a:spcPct val="90000"/>
            </a:lnSpc>
            <a:spcBef>
              <a:spcPct val="0"/>
            </a:spcBef>
            <a:spcAft>
              <a:spcPct val="35000"/>
            </a:spcAft>
            <a:buNone/>
          </a:pPr>
          <a:r>
            <a:rPr lang="ar" sz="1900" b="1" kern="1200" dirty="0">
              <a:solidFill>
                <a:schemeClr val="tx1"/>
              </a:solidFill>
              <a:latin typeface="Sakkal Majalla" panose="02000000000000000000" pitchFamily="2" charset="-78"/>
              <a:cs typeface="Sakkal Majalla" panose="02000000000000000000" pitchFamily="2" charset="-78"/>
            </a:rPr>
            <a:t>الإدارة والإشراف على الآخرين</a:t>
          </a:r>
          <a:r>
            <a:rPr lang="ar" sz="1900" kern="1200" dirty="0">
              <a:solidFill>
                <a:schemeClr val="tx1"/>
              </a:solidFill>
              <a:latin typeface="Sakkal Majalla" panose="02000000000000000000" pitchFamily="2" charset="-78"/>
              <a:cs typeface="Sakkal Majalla" panose="02000000000000000000" pitchFamily="2" charset="-78"/>
            </a:rPr>
            <a:t> - تضمن إعلان الموظفين عن تضارب المصالح (مثل العمل مع أفراد الأسرة)</a:t>
          </a:r>
          <a:endParaRPr lang="en-US" sz="1900" kern="1200" dirty="0">
            <a:solidFill>
              <a:schemeClr val="tx1"/>
            </a:solidFill>
            <a:latin typeface="Sakkal Majalla" panose="02000000000000000000" pitchFamily="2" charset="-78"/>
            <a:cs typeface="Sakkal Majalla" panose="02000000000000000000" pitchFamily="2" charset="-78"/>
          </a:endParaRPr>
        </a:p>
      </dsp:txBody>
      <dsp:txXfrm>
        <a:off x="1405927" y="2748984"/>
        <a:ext cx="5536262" cy="1095372"/>
      </dsp:txXfrm>
    </dsp:sp>
    <dsp:sp modelId="{E836189D-DB83-D74E-8021-D91AA9A393F5}">
      <dsp:nvSpPr>
        <dsp:cNvPr id="0" name=""/>
        <dsp:cNvSpPr/>
      </dsp:nvSpPr>
      <dsp:spPr>
        <a:xfrm>
          <a:off x="1231106" y="882344"/>
          <a:ext cx="756295" cy="756295"/>
        </a:xfrm>
        <a:prstGeom prst="downArrow">
          <a:avLst>
            <a:gd name="adj1" fmla="val 55000"/>
            <a:gd name="adj2" fmla="val 45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3180" tIns="43180" rIns="43180" bIns="43180" numCol="1" spcCol="1270" rtlCol="1" anchor="ctr" anchorCtr="0">
          <a:noAutofit/>
        </a:bodyPr>
        <a:lstStyle/>
        <a:p>
          <a:pPr marL="0" lvl="0" indent="0" algn="ctr" defTabSz="1511300" rtl="1">
            <a:lnSpc>
              <a:spcPct val="90000"/>
            </a:lnSpc>
            <a:spcBef>
              <a:spcPct val="0"/>
            </a:spcBef>
            <a:spcAft>
              <a:spcPct val="35000"/>
            </a:spcAft>
            <a:buNone/>
          </a:pPr>
          <a:endParaRPr lang="en-US" sz="3400" kern="1200"/>
        </a:p>
      </dsp:txBody>
      <dsp:txXfrm>
        <a:off x="1401272" y="882344"/>
        <a:ext cx="415963" cy="569112"/>
      </dsp:txXfrm>
    </dsp:sp>
    <dsp:sp modelId="{F40D3AB3-B310-0F49-9BD0-7D313B45819A}">
      <dsp:nvSpPr>
        <dsp:cNvPr id="0" name=""/>
        <dsp:cNvSpPr/>
      </dsp:nvSpPr>
      <dsp:spPr>
        <a:xfrm>
          <a:off x="615553" y="2232039"/>
          <a:ext cx="756295" cy="756295"/>
        </a:xfrm>
        <a:prstGeom prst="downArrow">
          <a:avLst>
            <a:gd name="adj1" fmla="val 55000"/>
            <a:gd name="adj2" fmla="val 45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3180" tIns="43180" rIns="43180" bIns="43180" numCol="1" spcCol="1270" rtlCol="1" anchor="ctr" anchorCtr="0">
          <a:noAutofit/>
        </a:bodyPr>
        <a:lstStyle/>
        <a:p>
          <a:pPr marL="0" lvl="0" indent="0" algn="ctr" defTabSz="1511300" rtl="1">
            <a:lnSpc>
              <a:spcPct val="90000"/>
            </a:lnSpc>
            <a:spcBef>
              <a:spcPct val="0"/>
            </a:spcBef>
            <a:spcAft>
              <a:spcPct val="35000"/>
            </a:spcAft>
            <a:buNone/>
          </a:pPr>
          <a:endParaRPr lang="en-US" sz="3400" kern="1200"/>
        </a:p>
      </dsp:txBody>
      <dsp:txXfrm>
        <a:off x="785719" y="2232039"/>
        <a:ext cx="415963" cy="569112"/>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198611-7235-4BB4-BB31-D216AABCC317}">
      <dsp:nvSpPr>
        <dsp:cNvPr id="0" name=""/>
        <dsp:cNvSpPr/>
      </dsp:nvSpPr>
      <dsp:spPr>
        <a:xfrm>
          <a:off x="0" y="2145"/>
          <a:ext cx="4762872" cy="88788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2776590-B244-4374-8BBB-C0658B713B0F}">
      <dsp:nvSpPr>
        <dsp:cNvPr id="0" name=""/>
        <dsp:cNvSpPr/>
      </dsp:nvSpPr>
      <dsp:spPr>
        <a:xfrm>
          <a:off x="4058039" y="201918"/>
          <a:ext cx="488811" cy="488334"/>
        </a:xfrm>
        <a:prstGeom prst="rect">
          <a:avLst/>
        </a:prstGeom>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3EEE30D-ABB2-471B-872D-A85FEFC192CD}">
      <dsp:nvSpPr>
        <dsp:cNvPr id="0" name=""/>
        <dsp:cNvSpPr/>
      </dsp:nvSpPr>
      <dsp:spPr>
        <a:xfrm>
          <a:off x="1420956" y="2145"/>
          <a:ext cx="2382366" cy="8887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4059" tIns="94059" rIns="94059" bIns="94059" numCol="1" spcCol="1270" rtlCol="1" anchor="ctr" anchorCtr="0">
          <a:noAutofit/>
        </a:bodyPr>
        <a:lstStyle/>
        <a:p>
          <a:pPr marL="0" lvl="0" indent="0" algn="r" defTabSz="933450" rtl="1">
            <a:lnSpc>
              <a:spcPct val="100000"/>
            </a:lnSpc>
            <a:spcBef>
              <a:spcPct val="0"/>
            </a:spcBef>
            <a:spcAft>
              <a:spcPct val="35000"/>
            </a:spcAft>
            <a:buNone/>
          </a:pPr>
          <a:r>
            <a:rPr lang="ar" sz="2100" kern="1200" dirty="0">
              <a:latin typeface="Sakkal Majalla" panose="02000000000000000000" pitchFamily="2" charset="-78"/>
              <a:cs typeface="Sakkal Majalla" panose="02000000000000000000" pitchFamily="2" charset="-78"/>
            </a:rPr>
            <a:t>مجالات المحتوى الرئيسة</a:t>
          </a:r>
          <a:endParaRPr lang="en-US" sz="2100" kern="1200" dirty="0">
            <a:latin typeface="Sakkal Majalla" panose="02000000000000000000" pitchFamily="2" charset="-78"/>
            <a:cs typeface="Sakkal Majalla" panose="02000000000000000000" pitchFamily="2" charset="-78"/>
          </a:endParaRPr>
        </a:p>
      </dsp:txBody>
      <dsp:txXfrm>
        <a:off x="1420956" y="2145"/>
        <a:ext cx="2382366" cy="888748"/>
      </dsp:txXfrm>
    </dsp:sp>
    <dsp:sp modelId="{CFBCFFB1-6659-4D2F-B414-B2122CCC09F7}">
      <dsp:nvSpPr>
        <dsp:cNvPr id="0" name=""/>
        <dsp:cNvSpPr/>
      </dsp:nvSpPr>
      <dsp:spPr>
        <a:xfrm>
          <a:off x="0" y="1083056"/>
          <a:ext cx="4762872" cy="887880"/>
        </a:xfrm>
        <a:prstGeom prst="roundRect">
          <a:avLst>
            <a:gd name="adj" fmla="val 10000"/>
          </a:avLst>
        </a:prstGeom>
        <a:solidFill>
          <a:schemeClr val="accent5"/>
        </a:solidFill>
        <a:ln>
          <a:noFill/>
        </a:ln>
        <a:effectLst/>
      </dsp:spPr>
      <dsp:style>
        <a:lnRef idx="0">
          <a:scrgbClr r="0" g="0" b="0"/>
        </a:lnRef>
        <a:fillRef idx="1">
          <a:scrgbClr r="0" g="0" b="0"/>
        </a:fillRef>
        <a:effectRef idx="0">
          <a:scrgbClr r="0" g="0" b="0"/>
        </a:effectRef>
        <a:fontRef idx="minor"/>
      </dsp:style>
    </dsp:sp>
    <dsp:sp modelId="{E4205DB3-070F-4243-94BB-88B6A8D354CE}">
      <dsp:nvSpPr>
        <dsp:cNvPr id="0" name=""/>
        <dsp:cNvSpPr/>
      </dsp:nvSpPr>
      <dsp:spPr>
        <a:xfrm>
          <a:off x="4058039" y="1282829"/>
          <a:ext cx="488811" cy="488334"/>
        </a:xfrm>
        <a:prstGeom prst="rect">
          <a:avLst/>
        </a:prstGeom>
        <a:blipFill>
          <a:blip xmlns:r="http://schemas.openxmlformats.org/officeDocument/2006/relationships"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262A4DF-EEB9-409B-BC1D-1F45D0A27FDC}">
      <dsp:nvSpPr>
        <dsp:cNvPr id="0" name=""/>
        <dsp:cNvSpPr/>
      </dsp:nvSpPr>
      <dsp:spPr>
        <a:xfrm>
          <a:off x="370393" y="1083056"/>
          <a:ext cx="3435626" cy="8887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4059" tIns="94059" rIns="94059" bIns="94059" numCol="1" spcCol="1270" rtlCol="1" anchor="ctr" anchorCtr="0">
          <a:noAutofit/>
        </a:bodyPr>
        <a:lstStyle/>
        <a:p>
          <a:pPr marL="0" lvl="0" indent="0" algn="r" defTabSz="933450" rtl="1">
            <a:lnSpc>
              <a:spcPct val="100000"/>
            </a:lnSpc>
            <a:spcBef>
              <a:spcPct val="0"/>
            </a:spcBef>
            <a:spcAft>
              <a:spcPct val="35000"/>
            </a:spcAft>
            <a:buNone/>
          </a:pPr>
          <a:r>
            <a:rPr lang="ar" sz="2100" kern="1200" dirty="0">
              <a:latin typeface="Sakkal Majalla" panose="02000000000000000000" pitchFamily="2" charset="-78"/>
              <a:cs typeface="Sakkal Majalla" panose="02000000000000000000" pitchFamily="2" charset="-78"/>
            </a:rPr>
            <a:t>ب1 المسائل المتعلقة بالمسؤولية الاجتماعية للشركات وأثرها في أصحاب المصلحة </a:t>
          </a:r>
          <a:endParaRPr lang="en-US" sz="2100" kern="1200" dirty="0">
            <a:latin typeface="Sakkal Majalla" panose="02000000000000000000" pitchFamily="2" charset="-78"/>
            <a:cs typeface="Sakkal Majalla" panose="02000000000000000000" pitchFamily="2" charset="-78"/>
          </a:endParaRPr>
        </a:p>
      </dsp:txBody>
      <dsp:txXfrm>
        <a:off x="370393" y="1083056"/>
        <a:ext cx="3435626" cy="888748"/>
      </dsp:txXfrm>
    </dsp:sp>
    <dsp:sp modelId="{2797CF68-E5BF-41A3-ABCF-8E79F0896476}">
      <dsp:nvSpPr>
        <dsp:cNvPr id="0" name=""/>
        <dsp:cNvSpPr/>
      </dsp:nvSpPr>
      <dsp:spPr>
        <a:xfrm>
          <a:off x="0" y="2163966"/>
          <a:ext cx="4762872" cy="88788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3052375-894A-423B-8CC9-89FA86F3D286}">
      <dsp:nvSpPr>
        <dsp:cNvPr id="0" name=""/>
        <dsp:cNvSpPr/>
      </dsp:nvSpPr>
      <dsp:spPr>
        <a:xfrm>
          <a:off x="4058039" y="2363740"/>
          <a:ext cx="488811" cy="488334"/>
        </a:xfrm>
        <a:prstGeom prst="rect">
          <a:avLst/>
        </a:prstGeom>
        <a:blipFill>
          <a:blip xmlns:r="http://schemas.openxmlformats.org/officeDocument/2006/relationships"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54AA2ED-FFEE-4717-8F97-F43CEB41CECA}">
      <dsp:nvSpPr>
        <dsp:cNvPr id="0" name=""/>
        <dsp:cNvSpPr/>
      </dsp:nvSpPr>
      <dsp:spPr>
        <a:xfrm>
          <a:off x="370393" y="2163966"/>
          <a:ext cx="3435626" cy="8887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4059" tIns="94059" rIns="94059" bIns="94059" numCol="1" spcCol="1270" rtlCol="1" anchor="ctr" anchorCtr="0">
          <a:noAutofit/>
        </a:bodyPr>
        <a:lstStyle/>
        <a:p>
          <a:pPr marL="0" lvl="0" indent="0" algn="r" defTabSz="933450" rtl="1">
            <a:lnSpc>
              <a:spcPct val="100000"/>
            </a:lnSpc>
            <a:spcBef>
              <a:spcPct val="0"/>
            </a:spcBef>
            <a:spcAft>
              <a:spcPct val="35000"/>
            </a:spcAft>
            <a:buNone/>
          </a:pPr>
          <a:r>
            <a:rPr lang="ar" sz="2100" kern="1200" dirty="0">
              <a:latin typeface="Sakkal Majalla" panose="02000000000000000000" pitchFamily="2" charset="-78"/>
              <a:cs typeface="Sakkal Majalla" panose="02000000000000000000" pitchFamily="2" charset="-78"/>
            </a:rPr>
            <a:t>ب2 الاستدامة والخط السفلي الثلاثي </a:t>
          </a:r>
          <a:endParaRPr lang="en-US" sz="2100" kern="1200" dirty="0">
            <a:latin typeface="Sakkal Majalla" panose="02000000000000000000" pitchFamily="2" charset="-78"/>
            <a:cs typeface="Sakkal Majalla" panose="02000000000000000000" pitchFamily="2" charset="-78"/>
          </a:endParaRPr>
        </a:p>
      </dsp:txBody>
      <dsp:txXfrm>
        <a:off x="370393" y="2163966"/>
        <a:ext cx="3435626" cy="888748"/>
      </dsp:txXfrm>
    </dsp:sp>
    <dsp:sp modelId="{0BFC4098-5425-48FD-8E37-E242E35A3BCB}">
      <dsp:nvSpPr>
        <dsp:cNvPr id="0" name=""/>
        <dsp:cNvSpPr/>
      </dsp:nvSpPr>
      <dsp:spPr>
        <a:xfrm>
          <a:off x="0" y="3244877"/>
          <a:ext cx="4762872" cy="887880"/>
        </a:xfrm>
        <a:prstGeom prst="roundRect">
          <a:avLst>
            <a:gd name="adj" fmla="val 10000"/>
          </a:avLst>
        </a:prstGeom>
        <a:solidFill>
          <a:schemeClr val="accent5"/>
        </a:solidFill>
        <a:ln>
          <a:noFill/>
        </a:ln>
        <a:effectLst/>
      </dsp:spPr>
      <dsp:style>
        <a:lnRef idx="0">
          <a:scrgbClr r="0" g="0" b="0"/>
        </a:lnRef>
        <a:fillRef idx="1">
          <a:scrgbClr r="0" g="0" b="0"/>
        </a:fillRef>
        <a:effectRef idx="0">
          <a:scrgbClr r="0" g="0" b="0"/>
        </a:effectRef>
        <a:fontRef idx="minor"/>
      </dsp:style>
    </dsp:sp>
    <dsp:sp modelId="{24C9D4ED-2D45-4B9C-8D00-603202D7F3FD}">
      <dsp:nvSpPr>
        <dsp:cNvPr id="0" name=""/>
        <dsp:cNvSpPr/>
      </dsp:nvSpPr>
      <dsp:spPr>
        <a:xfrm>
          <a:off x="4058039" y="3444650"/>
          <a:ext cx="488811" cy="488334"/>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9FC458E-3A3B-4B77-A979-EBA8032DD335}">
      <dsp:nvSpPr>
        <dsp:cNvPr id="0" name=""/>
        <dsp:cNvSpPr/>
      </dsp:nvSpPr>
      <dsp:spPr>
        <a:xfrm>
          <a:off x="370393" y="3244877"/>
          <a:ext cx="3435626" cy="8887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4059" tIns="94059" rIns="94059" bIns="94059" numCol="1" spcCol="1270" rtlCol="1" anchor="ctr" anchorCtr="0">
          <a:noAutofit/>
        </a:bodyPr>
        <a:lstStyle/>
        <a:p>
          <a:pPr marL="0" lvl="0" indent="0" algn="r" defTabSz="933450" rtl="1">
            <a:lnSpc>
              <a:spcPct val="100000"/>
            </a:lnSpc>
            <a:spcBef>
              <a:spcPct val="0"/>
            </a:spcBef>
            <a:spcAft>
              <a:spcPct val="35000"/>
            </a:spcAft>
            <a:buNone/>
          </a:pPr>
          <a:r>
            <a:rPr lang="ar" sz="2100" kern="1200" dirty="0">
              <a:latin typeface="Sakkal Majalla" panose="02000000000000000000" pitchFamily="2" charset="-78"/>
              <a:cs typeface="Sakkal Majalla" panose="02000000000000000000" pitchFamily="2" charset="-78"/>
            </a:rPr>
            <a:t>ب3 تعزيز أخلاقيات العمل وسياسات المسؤولية الاجتماعية للشركات </a:t>
          </a:r>
          <a:endParaRPr lang="en-US" sz="2100" kern="1200" dirty="0">
            <a:latin typeface="Sakkal Majalla" panose="02000000000000000000" pitchFamily="2" charset="-78"/>
            <a:cs typeface="Sakkal Majalla" panose="02000000000000000000" pitchFamily="2" charset="-78"/>
          </a:endParaRPr>
        </a:p>
      </dsp:txBody>
      <dsp:txXfrm>
        <a:off x="370393" y="3244877"/>
        <a:ext cx="3435626" cy="888748"/>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F2D8F1-0B3C-654A-BA37-11705357934E}">
      <dsp:nvSpPr>
        <dsp:cNvPr id="0" name=""/>
        <dsp:cNvSpPr/>
      </dsp:nvSpPr>
      <dsp:spPr>
        <a:xfrm>
          <a:off x="0" y="25092"/>
          <a:ext cx="5111751" cy="1104480"/>
        </a:xfrm>
        <a:prstGeom prst="roundRect">
          <a:avLst/>
        </a:prstGeom>
        <a:solidFill>
          <a:schemeClr val="accent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rtlCol="1" anchor="ctr" anchorCtr="0">
          <a:noAutofit/>
        </a:bodyPr>
        <a:lstStyle/>
        <a:p>
          <a:pPr marL="0" lvl="0" indent="0" algn="r" defTabSz="977900" rtl="1">
            <a:lnSpc>
              <a:spcPct val="90000"/>
            </a:lnSpc>
            <a:spcBef>
              <a:spcPct val="0"/>
            </a:spcBef>
            <a:spcAft>
              <a:spcPct val="35000"/>
            </a:spcAft>
            <a:buNone/>
          </a:pPr>
          <a:r>
            <a:rPr lang="ar" sz="2200" kern="1200" dirty="0">
              <a:solidFill>
                <a:schemeClr val="accent4"/>
              </a:solidFill>
              <a:latin typeface="Sakkal Majalla" panose="02000000000000000000" pitchFamily="2" charset="-78"/>
              <a:cs typeface="Sakkal Majalla" panose="02000000000000000000" pitchFamily="2" charset="-78"/>
            </a:rPr>
            <a:t>تتأكد من سلامة منتجاتها وتغليفها لضمان عدم حدوث أي ضرر أو إصابات للمستهلكين.</a:t>
          </a:r>
          <a:endParaRPr lang="en-US" sz="2200" kern="1200" dirty="0">
            <a:solidFill>
              <a:schemeClr val="accent4"/>
            </a:solidFill>
            <a:latin typeface="Sakkal Majalla" panose="02000000000000000000" pitchFamily="2" charset="-78"/>
            <a:cs typeface="Sakkal Majalla" panose="02000000000000000000" pitchFamily="2" charset="-78"/>
          </a:endParaRPr>
        </a:p>
      </dsp:txBody>
      <dsp:txXfrm>
        <a:off x="53916" y="79008"/>
        <a:ext cx="5003919" cy="996648"/>
      </dsp:txXfrm>
    </dsp:sp>
    <dsp:sp modelId="{ACB5AA7C-06C7-DB46-909A-1E175C5B762C}">
      <dsp:nvSpPr>
        <dsp:cNvPr id="0" name=""/>
        <dsp:cNvSpPr/>
      </dsp:nvSpPr>
      <dsp:spPr>
        <a:xfrm>
          <a:off x="0" y="1296144"/>
          <a:ext cx="5111751" cy="1096980"/>
        </a:xfrm>
        <a:prstGeom prst="roundRect">
          <a:avLst/>
        </a:prstGeom>
        <a:solidFill>
          <a:schemeClr val="accent2">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rtlCol="1" anchor="ctr" anchorCtr="0">
          <a:noAutofit/>
        </a:bodyPr>
        <a:lstStyle/>
        <a:p>
          <a:pPr marL="0" lvl="0" indent="0" algn="r" defTabSz="977900" rtl="1">
            <a:lnSpc>
              <a:spcPct val="90000"/>
            </a:lnSpc>
            <a:spcBef>
              <a:spcPct val="0"/>
            </a:spcBef>
            <a:spcAft>
              <a:spcPct val="35000"/>
            </a:spcAft>
            <a:buNone/>
          </a:pPr>
          <a:r>
            <a:rPr lang="ar" sz="2200" kern="1200" dirty="0">
              <a:solidFill>
                <a:schemeClr val="accent4"/>
              </a:solidFill>
              <a:latin typeface="Sakkal Majalla" panose="02000000000000000000" pitchFamily="2" charset="-78"/>
              <a:cs typeface="Sakkal Majalla" panose="02000000000000000000" pitchFamily="2" charset="-78"/>
            </a:rPr>
            <a:t>توفر ملصقات غذائية دقيقة لمن يعانون الحساسية والاحتياجات الغذائية</a:t>
          </a:r>
          <a:endParaRPr lang="en-US" sz="2200" kern="1200" dirty="0">
            <a:solidFill>
              <a:schemeClr val="accent4"/>
            </a:solidFill>
            <a:latin typeface="Sakkal Majalla" panose="02000000000000000000" pitchFamily="2" charset="-78"/>
            <a:cs typeface="Sakkal Majalla" panose="02000000000000000000" pitchFamily="2" charset="-78"/>
          </a:endParaRPr>
        </a:p>
      </dsp:txBody>
      <dsp:txXfrm>
        <a:off x="53550" y="1349694"/>
        <a:ext cx="5004651" cy="989880"/>
      </dsp:txXfrm>
    </dsp:sp>
    <dsp:sp modelId="{21D33D2A-5518-C542-88BB-50B11B3AB644}">
      <dsp:nvSpPr>
        <dsp:cNvPr id="0" name=""/>
        <dsp:cNvSpPr/>
      </dsp:nvSpPr>
      <dsp:spPr>
        <a:xfrm>
          <a:off x="0" y="2584361"/>
          <a:ext cx="5111751" cy="1104480"/>
        </a:xfrm>
        <a:prstGeom prst="roundRect">
          <a:avLst/>
        </a:prstGeom>
        <a:solidFill>
          <a:schemeClr val="accent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rtlCol="1" anchor="ctr" anchorCtr="0">
          <a:noAutofit/>
        </a:bodyPr>
        <a:lstStyle/>
        <a:p>
          <a:pPr marL="0" lvl="0" indent="0" algn="r" defTabSz="977900" rtl="1">
            <a:lnSpc>
              <a:spcPct val="90000"/>
            </a:lnSpc>
            <a:spcBef>
              <a:spcPct val="0"/>
            </a:spcBef>
            <a:spcAft>
              <a:spcPct val="35000"/>
            </a:spcAft>
            <a:buNone/>
          </a:pPr>
          <a:r>
            <a:rPr lang="ar" sz="2200" kern="1200" dirty="0">
              <a:solidFill>
                <a:schemeClr val="accent4"/>
              </a:solidFill>
              <a:latin typeface="Sakkal Majalla" panose="02000000000000000000" pitchFamily="2" charset="-78"/>
              <a:cs typeface="Sakkal Majalla" panose="02000000000000000000" pitchFamily="2" charset="-78"/>
            </a:rPr>
            <a:t>تبين بوضوح القيمة الغذائية للطعام، بما في ذلك مستويات السكر والملح والدهون.</a:t>
          </a:r>
          <a:endParaRPr lang="en-US" sz="2200" kern="1200" dirty="0">
            <a:solidFill>
              <a:schemeClr val="accent4"/>
            </a:solidFill>
            <a:latin typeface="Sakkal Majalla" panose="02000000000000000000" pitchFamily="2" charset="-78"/>
            <a:cs typeface="Sakkal Majalla" panose="02000000000000000000" pitchFamily="2" charset="-78"/>
          </a:endParaRPr>
        </a:p>
      </dsp:txBody>
      <dsp:txXfrm>
        <a:off x="53916" y="2638277"/>
        <a:ext cx="5003919" cy="996648"/>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82447C-A09F-49E0-BA7C-D19BFE7F5D21}">
      <dsp:nvSpPr>
        <dsp:cNvPr id="0" name=""/>
        <dsp:cNvSpPr/>
      </dsp:nvSpPr>
      <dsp:spPr>
        <a:xfrm>
          <a:off x="0" y="1853"/>
          <a:ext cx="4669358" cy="93943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69BA0E-6BC5-4F4F-97B0-334046D80796}">
      <dsp:nvSpPr>
        <dsp:cNvPr id="0" name=""/>
        <dsp:cNvSpPr/>
      </dsp:nvSpPr>
      <dsp:spPr>
        <a:xfrm>
          <a:off x="3826770" y="213227"/>
          <a:ext cx="516691" cy="516691"/>
        </a:xfrm>
        <a:prstGeom prst="rect">
          <a:avLst/>
        </a:prstGeom>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2B3E7C3-08CF-4500-8A6C-75773C10FE98}">
      <dsp:nvSpPr>
        <dsp:cNvPr id="0" name=""/>
        <dsp:cNvSpPr/>
      </dsp:nvSpPr>
      <dsp:spPr>
        <a:xfrm>
          <a:off x="82343" y="1853"/>
          <a:ext cx="3584304" cy="9394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424" tIns="99424" rIns="99424" bIns="99424" numCol="1" spcCol="1270" rtlCol="1" anchor="ctr" anchorCtr="0">
          <a:noAutofit/>
        </a:bodyPr>
        <a:lstStyle/>
        <a:p>
          <a:pPr marL="0" lvl="0" indent="0" algn="r" defTabSz="755650" rtl="1">
            <a:lnSpc>
              <a:spcPct val="100000"/>
            </a:lnSpc>
            <a:spcBef>
              <a:spcPct val="0"/>
            </a:spcBef>
            <a:spcAft>
              <a:spcPct val="35000"/>
            </a:spcAft>
            <a:buNone/>
          </a:pPr>
          <a:r>
            <a:rPr lang="ar" sz="1700" kern="1200" dirty="0">
              <a:latin typeface="Sakkal Majalla" panose="02000000000000000000" pitchFamily="2" charset="-78"/>
              <a:cs typeface="Sakkal Majalla" panose="02000000000000000000" pitchFamily="2" charset="-78"/>
            </a:rPr>
            <a:t>مجالات المحتوى الرئيسة</a:t>
          </a:r>
          <a:endParaRPr lang="en-US" sz="1700" kern="1200" dirty="0">
            <a:latin typeface="Sakkal Majalla" panose="02000000000000000000" pitchFamily="2" charset="-78"/>
            <a:cs typeface="Sakkal Majalla" panose="02000000000000000000" pitchFamily="2" charset="-78"/>
          </a:endParaRPr>
        </a:p>
      </dsp:txBody>
      <dsp:txXfrm>
        <a:off x="82343" y="1853"/>
        <a:ext cx="3584304" cy="939439"/>
      </dsp:txXfrm>
    </dsp:sp>
    <dsp:sp modelId="{1C5A6EAA-054D-4B3D-8248-253F928DB802}">
      <dsp:nvSpPr>
        <dsp:cNvPr id="0" name=""/>
        <dsp:cNvSpPr/>
      </dsp:nvSpPr>
      <dsp:spPr>
        <a:xfrm>
          <a:off x="0" y="1176153"/>
          <a:ext cx="4669358" cy="939439"/>
        </a:xfrm>
        <a:prstGeom prst="roundRect">
          <a:avLst>
            <a:gd name="adj" fmla="val 10000"/>
          </a:avLst>
        </a:prstGeom>
        <a:solidFill>
          <a:schemeClr val="accent5"/>
        </a:solidFill>
        <a:ln>
          <a:noFill/>
        </a:ln>
        <a:effectLst/>
      </dsp:spPr>
      <dsp:style>
        <a:lnRef idx="0">
          <a:scrgbClr r="0" g="0" b="0"/>
        </a:lnRef>
        <a:fillRef idx="1">
          <a:scrgbClr r="0" g="0" b="0"/>
        </a:fillRef>
        <a:effectRef idx="0">
          <a:scrgbClr r="0" g="0" b="0"/>
        </a:effectRef>
        <a:fontRef idx="minor"/>
      </dsp:style>
    </dsp:sp>
    <dsp:sp modelId="{BCD9EDF0-E4D8-45BD-B17D-243ED28F6FB1}">
      <dsp:nvSpPr>
        <dsp:cNvPr id="0" name=""/>
        <dsp:cNvSpPr/>
      </dsp:nvSpPr>
      <dsp:spPr>
        <a:xfrm>
          <a:off x="3826770" y="1387527"/>
          <a:ext cx="516691" cy="516691"/>
        </a:xfrm>
        <a:prstGeom prst="rect">
          <a:avLst/>
        </a:prstGeom>
        <a:blipFill>
          <a:blip xmlns:r="http://schemas.openxmlformats.org/officeDocument/2006/relationships"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8E2BA44-AFD4-473F-ABD8-0CEFF642A732}">
      <dsp:nvSpPr>
        <dsp:cNvPr id="0" name=""/>
        <dsp:cNvSpPr/>
      </dsp:nvSpPr>
      <dsp:spPr>
        <a:xfrm>
          <a:off x="82343" y="1176153"/>
          <a:ext cx="3584304" cy="939439"/>
        </a:xfrm>
        <a:prstGeom prst="rect">
          <a:avLst/>
        </a:prstGeom>
        <a:solidFill>
          <a:schemeClr val="accent5"/>
        </a:solidFill>
        <a:ln>
          <a:noFill/>
        </a:ln>
        <a:effectLst/>
      </dsp:spPr>
      <dsp:style>
        <a:lnRef idx="0">
          <a:scrgbClr r="0" g="0" b="0"/>
        </a:lnRef>
        <a:fillRef idx="0">
          <a:scrgbClr r="0" g="0" b="0"/>
        </a:fillRef>
        <a:effectRef idx="0">
          <a:scrgbClr r="0" g="0" b="0"/>
        </a:effectRef>
        <a:fontRef idx="minor"/>
      </dsp:style>
      <dsp:txBody>
        <a:bodyPr spcFirstLastPara="0" vert="horz" wrap="square" lIns="99424" tIns="99424" rIns="99424" bIns="99424" numCol="1" spcCol="1270" rtlCol="1" anchor="ctr" anchorCtr="0">
          <a:noAutofit/>
        </a:bodyPr>
        <a:lstStyle/>
        <a:p>
          <a:pPr marL="0" lvl="0" indent="0" algn="r" defTabSz="755650" rtl="1">
            <a:lnSpc>
              <a:spcPct val="100000"/>
            </a:lnSpc>
            <a:spcBef>
              <a:spcPct val="0"/>
            </a:spcBef>
            <a:spcAft>
              <a:spcPct val="35000"/>
            </a:spcAft>
            <a:buNone/>
          </a:pPr>
          <a:r>
            <a:rPr lang="ar" sz="1700" kern="1200" dirty="0">
              <a:latin typeface="Sakkal Majalla" panose="02000000000000000000" pitchFamily="2" charset="-78"/>
              <a:cs typeface="Sakkal Majalla" panose="02000000000000000000" pitchFamily="2" charset="-78"/>
            </a:rPr>
            <a:t>ج1 تعزيز صورة المسؤولية الاجتماعية للشركات لإحدى المؤسسات التجارية</a:t>
          </a:r>
          <a:endParaRPr lang="en-US" sz="1700" kern="1200" dirty="0">
            <a:latin typeface="Sakkal Majalla" panose="02000000000000000000" pitchFamily="2" charset="-78"/>
            <a:cs typeface="Sakkal Majalla" panose="02000000000000000000" pitchFamily="2" charset="-78"/>
          </a:endParaRPr>
        </a:p>
      </dsp:txBody>
      <dsp:txXfrm>
        <a:off x="82343" y="1176153"/>
        <a:ext cx="3584304" cy="939439"/>
      </dsp:txXfrm>
    </dsp:sp>
    <dsp:sp modelId="{6227D517-992E-4D07-A0F0-B1790FAA652B}">
      <dsp:nvSpPr>
        <dsp:cNvPr id="0" name=""/>
        <dsp:cNvSpPr/>
      </dsp:nvSpPr>
      <dsp:spPr>
        <a:xfrm>
          <a:off x="0" y="2350453"/>
          <a:ext cx="4669358" cy="93943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CD55DE2-2B80-44D0-BBBE-117A6457671C}">
      <dsp:nvSpPr>
        <dsp:cNvPr id="0" name=""/>
        <dsp:cNvSpPr/>
      </dsp:nvSpPr>
      <dsp:spPr>
        <a:xfrm>
          <a:off x="3826770" y="2561827"/>
          <a:ext cx="516691" cy="516691"/>
        </a:xfrm>
        <a:prstGeom prst="rect">
          <a:avLst/>
        </a:prstGeom>
        <a:blipFill>
          <a:blip xmlns:r="http://schemas.openxmlformats.org/officeDocument/2006/relationships"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53A16D4-5485-4EB9-899D-2E179D971C7F}">
      <dsp:nvSpPr>
        <dsp:cNvPr id="0" name=""/>
        <dsp:cNvSpPr/>
      </dsp:nvSpPr>
      <dsp:spPr>
        <a:xfrm>
          <a:off x="82343" y="2350453"/>
          <a:ext cx="3584304" cy="9394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424" tIns="99424" rIns="99424" bIns="99424" numCol="1" spcCol="1270" rtlCol="1" anchor="ctr" anchorCtr="0">
          <a:noAutofit/>
        </a:bodyPr>
        <a:lstStyle/>
        <a:p>
          <a:pPr marL="0" lvl="0" indent="0" algn="r" defTabSz="755650" rtl="1">
            <a:lnSpc>
              <a:spcPct val="100000"/>
            </a:lnSpc>
            <a:spcBef>
              <a:spcPct val="0"/>
            </a:spcBef>
            <a:spcAft>
              <a:spcPct val="35000"/>
            </a:spcAft>
            <a:buNone/>
          </a:pPr>
          <a:r>
            <a:rPr lang="ar" sz="1700" kern="1200" dirty="0">
              <a:latin typeface="Sakkal Majalla" panose="02000000000000000000" pitchFamily="2" charset="-78"/>
              <a:cs typeface="Sakkal Majalla" panose="02000000000000000000" pitchFamily="2" charset="-78"/>
            </a:rPr>
            <a:t>ج2 الاستجابات التنظيمية لمعالجة المسائل الأخلاقية ومسائل المسؤولية الاجتماعية للشركات </a:t>
          </a:r>
          <a:endParaRPr lang="en-US" sz="1700" kern="1200" dirty="0">
            <a:latin typeface="Sakkal Majalla" panose="02000000000000000000" pitchFamily="2" charset="-78"/>
            <a:cs typeface="Sakkal Majalla" panose="02000000000000000000" pitchFamily="2" charset="-78"/>
          </a:endParaRPr>
        </a:p>
      </dsp:txBody>
      <dsp:txXfrm>
        <a:off x="82343" y="2350453"/>
        <a:ext cx="3584304" cy="939439"/>
      </dsp:txXfrm>
    </dsp:sp>
    <dsp:sp modelId="{3781B64D-BC11-491A-B751-2B59376B54BF}">
      <dsp:nvSpPr>
        <dsp:cNvPr id="0" name=""/>
        <dsp:cNvSpPr/>
      </dsp:nvSpPr>
      <dsp:spPr>
        <a:xfrm>
          <a:off x="0" y="3524753"/>
          <a:ext cx="4669358" cy="939439"/>
        </a:xfrm>
        <a:prstGeom prst="roundRect">
          <a:avLst>
            <a:gd name="adj" fmla="val 10000"/>
          </a:avLst>
        </a:prstGeom>
        <a:solidFill>
          <a:schemeClr val="accent5"/>
        </a:solidFill>
        <a:ln>
          <a:noFill/>
        </a:ln>
        <a:effectLst/>
      </dsp:spPr>
      <dsp:style>
        <a:lnRef idx="0">
          <a:scrgbClr r="0" g="0" b="0"/>
        </a:lnRef>
        <a:fillRef idx="1">
          <a:scrgbClr r="0" g="0" b="0"/>
        </a:fillRef>
        <a:effectRef idx="0">
          <a:scrgbClr r="0" g="0" b="0"/>
        </a:effectRef>
        <a:fontRef idx="minor"/>
      </dsp:style>
    </dsp:sp>
    <dsp:sp modelId="{E111C25C-D7EE-4CC1-BA7F-E3E6B058CAB1}">
      <dsp:nvSpPr>
        <dsp:cNvPr id="0" name=""/>
        <dsp:cNvSpPr/>
      </dsp:nvSpPr>
      <dsp:spPr>
        <a:xfrm>
          <a:off x="3826770" y="3736127"/>
          <a:ext cx="516691" cy="516691"/>
        </a:xfrm>
        <a:prstGeom prst="rect">
          <a:avLst/>
        </a:prstGeom>
        <a:blipFill>
          <a:blip xmlns:r="http://schemas.openxmlformats.org/officeDocument/2006/relationships"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9C9025B-3B46-4590-9B5B-9D17A40C7730}">
      <dsp:nvSpPr>
        <dsp:cNvPr id="0" name=""/>
        <dsp:cNvSpPr/>
      </dsp:nvSpPr>
      <dsp:spPr>
        <a:xfrm>
          <a:off x="82343" y="3524753"/>
          <a:ext cx="3584304" cy="9394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424" tIns="99424" rIns="99424" bIns="99424" numCol="1" spcCol="1270" rtlCol="1" anchor="ctr" anchorCtr="0">
          <a:noAutofit/>
        </a:bodyPr>
        <a:lstStyle/>
        <a:p>
          <a:pPr marL="0" lvl="0" indent="0" algn="r" defTabSz="755650" rtl="1">
            <a:lnSpc>
              <a:spcPct val="100000"/>
            </a:lnSpc>
            <a:spcBef>
              <a:spcPct val="0"/>
            </a:spcBef>
            <a:spcAft>
              <a:spcPct val="35000"/>
            </a:spcAft>
            <a:buNone/>
          </a:pPr>
          <a:r>
            <a:rPr lang="ar" sz="1700" kern="1200" dirty="0">
              <a:latin typeface="Sakkal Majalla" panose="02000000000000000000" pitchFamily="2" charset="-78"/>
              <a:cs typeface="Sakkal Majalla" panose="02000000000000000000" pitchFamily="2" charset="-78"/>
            </a:rPr>
            <a:t>ج3 مراجعة ممارسات الأعمال في ما يتعلق بالقدرة على استعادة العمل بعد الأعطال</a:t>
          </a:r>
          <a:endParaRPr lang="en-US" sz="1700" kern="1200" dirty="0">
            <a:latin typeface="Sakkal Majalla" panose="02000000000000000000" pitchFamily="2" charset="-78"/>
            <a:cs typeface="Sakkal Majalla" panose="02000000000000000000" pitchFamily="2" charset="-78"/>
          </a:endParaRPr>
        </a:p>
      </dsp:txBody>
      <dsp:txXfrm>
        <a:off x="82343" y="3524753"/>
        <a:ext cx="3584304" cy="939439"/>
      </dsp:txXfrm>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gn="r" rtl="1">
          <a:lnSpc>
            <a:spcPct val="100000"/>
          </a:lnSpc>
        </a:lvl1pPr>
        <a:lvl2pPr algn="r" rtl="1">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gn="r" rtl="1">
          <a:lnSpc>
            <a:spcPct val="100000"/>
          </a:lnSpc>
        </a:lvl1pPr>
        <a:lvl2pPr algn="r" rtl="1">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gn="r" rtl="1">
          <a:lnSpc>
            <a:spcPct val="100000"/>
          </a:lnSpc>
        </a:lvl1pPr>
        <a:lvl2pPr algn="r" rtl="1">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gn="r" rtl="1">
          <a:lnSpc>
            <a:spcPct val="100000"/>
          </a:lnSpc>
          <a:defRPr cap="all"/>
        </a:lvl1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1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gn="r" rtl="1">
          <a:lnSpc>
            <a:spcPct val="100000"/>
          </a:lnSpc>
        </a:lvl1pPr>
        <a:lvl2pPr algn="r" rtl="1">
          <a:lnSpc>
            <a:spcPct val="100000"/>
          </a:lnSpc>
        </a:lvl2pPr>
      </dgm1612:lstStyle>
    </a:ext>
  </dgm:extLst>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gn="r" rtl="1">
          <a:lnSpc>
            <a:spcPct val="100000"/>
          </a:lnSpc>
        </a:lvl1pPr>
        <a:lvl2pPr algn="r" rtl="1">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3AB728B-EDDE-A6C5-D196-B3077ECC974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4099" name="Rectangle 3">
            <a:extLst>
              <a:ext uri="{FF2B5EF4-FFF2-40B4-BE49-F238E27FC236}">
                <a16:creationId xmlns:a16="http://schemas.microsoft.com/office/drawing/2014/main" id="{C1A56322-4069-E1FA-88E7-034F66FE7B8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27652" name="Rectangle 4">
            <a:extLst>
              <a:ext uri="{FF2B5EF4-FFF2-40B4-BE49-F238E27FC236}">
                <a16:creationId xmlns:a16="http://schemas.microsoft.com/office/drawing/2014/main" id="{C5D99386-CD4E-9616-9887-3542DB3323E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535B185-CC76-5645-CC21-C267467C34E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p>
            <a:pPr lvl="0" rtl="1"/>
            <a:r>
              <a:rPr lang="ar" noProof="0" dirty="0"/>
              <a:t>Click to edit Master text styles</a:t>
            </a:r>
          </a:p>
          <a:p>
            <a:pPr lvl="1" rtl="1"/>
            <a:r>
              <a:rPr lang="ar" noProof="0" dirty="0"/>
              <a:t>Second level</a:t>
            </a:r>
          </a:p>
          <a:p>
            <a:pPr lvl="2" rtl="1"/>
            <a:r>
              <a:rPr lang="ar" noProof="0" dirty="0"/>
              <a:t>Third level</a:t>
            </a:r>
          </a:p>
          <a:p>
            <a:pPr lvl="3" rtl="1"/>
            <a:r>
              <a:rPr lang="ar" noProof="0" dirty="0"/>
              <a:t>Fourth level</a:t>
            </a:r>
          </a:p>
          <a:p>
            <a:pPr lvl="4" rtl="1"/>
            <a:r>
              <a:rPr lang="ar" noProof="0" dirty="0"/>
              <a:t>Fifth level</a:t>
            </a:r>
          </a:p>
        </p:txBody>
      </p:sp>
      <p:sp>
        <p:nvSpPr>
          <p:cNvPr id="4102" name="Rectangle 6">
            <a:extLst>
              <a:ext uri="{FF2B5EF4-FFF2-40B4-BE49-F238E27FC236}">
                <a16:creationId xmlns:a16="http://schemas.microsoft.com/office/drawing/2014/main" id="{C151C7C9-7DD8-CB43-3488-140DE9ADA70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4103" name="Rectangle 7">
            <a:extLst>
              <a:ext uri="{FF2B5EF4-FFF2-40B4-BE49-F238E27FC236}">
                <a16:creationId xmlns:a16="http://schemas.microsoft.com/office/drawing/2014/main" id="{0EA804D7-B145-B6C4-EAF9-FBA810DF658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fld id="{4D3E6F70-5D4D-4B7F-8590-7D87CFB0B671}" type="slidenum">
              <a:rPr lang="en-GB" altLang="en-US" smtClean="0"/>
              <a:pPr>
                <a:defRPr/>
              </a:pPr>
              <a:t>‹#›</a:t>
            </a:fld>
            <a:endParaRPr lang="en-GB" altLang="en-US" dirty="0"/>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1pPr>
    <a:lvl2pPr marL="4572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2pPr>
    <a:lvl3pPr marL="9144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3pPr>
    <a:lvl4pPr marL="13716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4pPr>
    <a:lvl5pPr marL="18288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endParaRPr lang="ar" b="1" i="0" u="none" strike="noStrike" dirty="0">
              <a:effectLst/>
            </a:endParaRPr>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latin typeface="Sakkal Majalla" panose="02000000000000000000" pitchFamily="2" charset="-78"/>
                <a:cs typeface="Sakkal Majalla" panose="02000000000000000000" pitchFamily="2" charset="-78"/>
              </a:rPr>
              <a:pPr/>
              <a:t>1</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a:p>
            <a:pPr rtl="1"/>
            <a:endParaRPr lang="en-GB" altLang="en-US" dirty="0"/>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2</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CF29C-60F7-E1F0-AE41-5D88545712CE}"/>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51B65633-FCED-66C9-3BA4-DE4A782C6F9F}"/>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DF231252-95A1-4000-F22A-64821FD97F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endParaRPr lang="en-GB" b="1" i="0" u="none" strike="noStrike" dirty="0">
              <a:effectLst/>
            </a:endParaRPr>
          </a:p>
        </p:txBody>
      </p:sp>
      <p:sp>
        <p:nvSpPr>
          <p:cNvPr id="31747" name="Slide Number Placeholder 3">
            <a:extLst>
              <a:ext uri="{FF2B5EF4-FFF2-40B4-BE49-F238E27FC236}">
                <a16:creationId xmlns:a16="http://schemas.microsoft.com/office/drawing/2014/main" id="{6550F044-16E4-EA92-AF18-35300F7D36C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9685392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067531E3-7725-4BFC-6978-A4907F202606}"/>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77188842-F5EB-8E4E-C61A-E4F41BF1A3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3795" name="Slide Number Placeholder 3">
            <a:extLst>
              <a:ext uri="{FF2B5EF4-FFF2-40B4-BE49-F238E27FC236}">
                <a16:creationId xmlns:a16="http://schemas.microsoft.com/office/drawing/2014/main" id="{415CA19B-7BA9-BBB0-E62C-1C0DA5306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96034ED-D7F7-483D-8544-ED89FE784A02}" type="slidenum">
              <a:rPr lang="en-GB" altLang="en-US" smtClean="0">
                <a:latin typeface="Sakkal Majalla" panose="02000000000000000000" pitchFamily="2" charset="-78"/>
                <a:cs typeface="Sakkal Majalla" panose="02000000000000000000" pitchFamily="2" charset="-78"/>
              </a:rPr>
              <a:pPr/>
              <a:t>4</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830FD-DF59-6A36-6524-2FDA30237A7E}"/>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E3672729-1D74-AB1C-7B17-9D8C80EAC90E}"/>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DF7681C9-3662-8EB3-E82B-ED0F5390E8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B40B842A-CE0A-1EB2-9632-7FB7E847A32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8774472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6</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67CD6-41EC-CD62-5F9C-D87C2623C55B}"/>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C3216F0E-EAFC-A4AB-4224-6C7547F70B09}"/>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023268F1-BF6C-9D7E-A7B1-97BACA523C9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1747" name="Slide Number Placeholder 3">
            <a:extLst>
              <a:ext uri="{FF2B5EF4-FFF2-40B4-BE49-F238E27FC236}">
                <a16:creationId xmlns:a16="http://schemas.microsoft.com/office/drawing/2014/main" id="{00C0A613-8B34-488B-0B38-20F74FAF447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767931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E296E-15F0-4604-8DB5-483E821B9703}"/>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4FC75089-F676-A62D-B2E0-5FAAF261F9ED}"/>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F7E701AD-E6B8-E3E5-7C36-B3A8458F01F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endParaRPr lang="ar" b="1" i="0" u="none" strike="noStrike" dirty="0">
              <a:effectLst/>
            </a:endParaRPr>
          </a:p>
        </p:txBody>
      </p:sp>
      <p:sp>
        <p:nvSpPr>
          <p:cNvPr id="31747" name="Slide Number Placeholder 3">
            <a:extLst>
              <a:ext uri="{FF2B5EF4-FFF2-40B4-BE49-F238E27FC236}">
                <a16:creationId xmlns:a16="http://schemas.microsoft.com/office/drawing/2014/main" id="{1E41F670-B10A-85FF-5136-5CF5B817BD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3892312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33B21-F6F5-3956-A8AD-AF8CDBEC976B}"/>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2C964E1E-1A14-0E28-23C0-DAFFB32B9A8C}"/>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1ED8722D-B049-3267-00B3-55CB5DBAA04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a:p>
            <a:pPr rtl="1"/>
            <a:endParaRPr lang="en-GB" altLang="en-US" dirty="0"/>
          </a:p>
        </p:txBody>
      </p:sp>
      <p:sp>
        <p:nvSpPr>
          <p:cNvPr id="31747" name="Slide Number Placeholder 3">
            <a:extLst>
              <a:ext uri="{FF2B5EF4-FFF2-40B4-BE49-F238E27FC236}">
                <a16:creationId xmlns:a16="http://schemas.microsoft.com/office/drawing/2014/main" id="{47D67002-344D-64A1-149F-0BB53B0A87C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3198442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7B71-1666-964A-EC0C-54D1773BA01B}"/>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D21EE0BD-B582-7F1F-64F2-0BEF1A69E50F}"/>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71A2AB05-53A5-6608-ABBA-0D2983D5A0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a:p>
            <a:pPr rtl="1"/>
            <a:endParaRPr lang="en-GB" altLang="en-US" dirty="0"/>
          </a:p>
        </p:txBody>
      </p:sp>
      <p:sp>
        <p:nvSpPr>
          <p:cNvPr id="31747" name="Slide Number Placeholder 3">
            <a:extLst>
              <a:ext uri="{FF2B5EF4-FFF2-40B4-BE49-F238E27FC236}">
                <a16:creationId xmlns:a16="http://schemas.microsoft.com/office/drawing/2014/main" id="{704E9ADB-C5E0-8ED6-A5BE-54D1BD61A91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10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2660262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1F664-1028-3446-3EE5-EAA661CF9F2F}"/>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6979303E-7767-039D-5330-7F5056D3D11F}"/>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596171FE-AEEB-F790-8038-966D8F0A2C7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a:p>
            <a:pPr rtl="1"/>
            <a:endParaRPr lang="en-GB" altLang="en-US" dirty="0"/>
          </a:p>
        </p:txBody>
      </p:sp>
      <p:sp>
        <p:nvSpPr>
          <p:cNvPr id="31747" name="Slide Number Placeholder 3">
            <a:extLst>
              <a:ext uri="{FF2B5EF4-FFF2-40B4-BE49-F238E27FC236}">
                <a16:creationId xmlns:a16="http://schemas.microsoft.com/office/drawing/2014/main" id="{FDA16743-1091-0362-BEC2-D80B5EBBDB3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11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9663825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9467C-7D2A-6ADA-0F75-E926323F42AC}"/>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B46CF70C-7F9E-6BD6-C500-0563CDB5C55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FE6D77C8-D359-0D14-ADE6-80A04194AA9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a:p>
            <a:pPr rtl="1"/>
            <a:endParaRPr lang="en-GB" altLang="en-US" dirty="0"/>
          </a:p>
        </p:txBody>
      </p:sp>
      <p:sp>
        <p:nvSpPr>
          <p:cNvPr id="31747" name="Slide Number Placeholder 3">
            <a:extLst>
              <a:ext uri="{FF2B5EF4-FFF2-40B4-BE49-F238E27FC236}">
                <a16:creationId xmlns:a16="http://schemas.microsoft.com/office/drawing/2014/main" id="{F888F142-0EA9-DEA3-9766-F4FADC3F44D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12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8975119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CEDDB-E06A-F9DE-11D8-E40B60F615C9}"/>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45952F55-E4CD-0939-FD82-007A9B93DC35}"/>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E8FE2725-E375-F73E-4DC4-45F9E667C45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1747" name="Slide Number Placeholder 3">
            <a:extLst>
              <a:ext uri="{FF2B5EF4-FFF2-40B4-BE49-F238E27FC236}">
                <a16:creationId xmlns:a16="http://schemas.microsoft.com/office/drawing/2014/main" id="{A588C194-1A80-6B85-9C1A-870BC1683D9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13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3838184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6FD1C-7E42-9E57-A095-7AA5C1B2C63F}"/>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B6C199AB-DB64-1C33-CD05-C2BE89DC9974}"/>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4033E0C0-9174-A78B-5A3A-45E4893DB7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a:p>
            <a:pPr rtl="1"/>
            <a:endParaRPr lang="en-GB" altLang="en-US" dirty="0"/>
          </a:p>
        </p:txBody>
      </p:sp>
      <p:sp>
        <p:nvSpPr>
          <p:cNvPr id="31747" name="Slide Number Placeholder 3">
            <a:extLst>
              <a:ext uri="{FF2B5EF4-FFF2-40B4-BE49-F238E27FC236}">
                <a16:creationId xmlns:a16="http://schemas.microsoft.com/office/drawing/2014/main" id="{1188C9D6-B38B-187A-73F5-80BF7BE12E6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14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3939949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2F36C-AAF6-53D0-9B63-1D7DFFCE430D}"/>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25DD7993-14B8-001F-389F-91AD124ADFB7}"/>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4EAEF2DC-D9AB-F270-C0D5-E4B86CB2874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a:p>
            <a:pPr rtl="1"/>
            <a:endParaRPr lang="en-GB" altLang="en-US" dirty="0"/>
          </a:p>
        </p:txBody>
      </p:sp>
      <p:sp>
        <p:nvSpPr>
          <p:cNvPr id="31747" name="Slide Number Placeholder 3">
            <a:extLst>
              <a:ext uri="{FF2B5EF4-FFF2-40B4-BE49-F238E27FC236}">
                <a16:creationId xmlns:a16="http://schemas.microsoft.com/office/drawing/2014/main" id="{CC1167FE-9201-F9F6-FDEF-3C0E557BCB8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15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7045446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17DE0-E6FF-7C13-58CB-459B23899722}"/>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AE26F5E3-2024-2858-DEDC-7A7D49D309DE}"/>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413613DB-1E38-DE9D-7CC5-01F56F4414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dirty="0"/>
              <a:t>AL1319985</a:t>
            </a:r>
          </a:p>
          <a:p>
            <a:pPr rtl="1"/>
            <a:endParaRPr lang="en-GB" altLang="en-US" dirty="0"/>
          </a:p>
        </p:txBody>
      </p:sp>
      <p:sp>
        <p:nvSpPr>
          <p:cNvPr id="31747" name="Slide Number Placeholder 3">
            <a:extLst>
              <a:ext uri="{FF2B5EF4-FFF2-40B4-BE49-F238E27FC236}">
                <a16:creationId xmlns:a16="http://schemas.microsoft.com/office/drawing/2014/main" id="{6600A4DE-7549-769B-EB4E-3C4838C066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16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7154726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F5C66-AEFA-385F-6785-4C3B6F151150}"/>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1CB8BF2A-F933-979A-0F51-362DD541E25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EF4E3CBD-C6C7-2292-E3F8-14D91F5415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dirty="0"/>
              <a:t> </a:t>
            </a:r>
          </a:p>
          <a:p>
            <a:pPr rtl="1"/>
            <a:endParaRPr lang="en-GB" altLang="en-US" dirty="0"/>
          </a:p>
        </p:txBody>
      </p:sp>
      <p:sp>
        <p:nvSpPr>
          <p:cNvPr id="31747" name="Slide Number Placeholder 3">
            <a:extLst>
              <a:ext uri="{FF2B5EF4-FFF2-40B4-BE49-F238E27FC236}">
                <a16:creationId xmlns:a16="http://schemas.microsoft.com/office/drawing/2014/main" id="{FBD4C730-9248-FE42-7385-2855C1D795C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17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9117891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0222544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3179099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ar"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8841029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D964A-7319-9B88-3A8E-B21D0CDDE5C7}"/>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D736A6D8-D4E6-2A40-D4C8-5308E1387851}"/>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751DD077-9FC5-11B1-A14A-049290E80CF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a:p>
            <a:pPr rtl="1"/>
            <a:endParaRPr lang="en-GB" altLang="en-US" dirty="0"/>
          </a:p>
        </p:txBody>
      </p:sp>
      <p:sp>
        <p:nvSpPr>
          <p:cNvPr id="31747" name="Slide Number Placeholder 3">
            <a:extLst>
              <a:ext uri="{FF2B5EF4-FFF2-40B4-BE49-F238E27FC236}">
                <a16:creationId xmlns:a16="http://schemas.microsoft.com/office/drawing/2014/main" id="{285D1242-3358-07E9-24F9-CCC4DB43B53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21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3808715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68B3B-405C-5307-D866-AC815D083281}"/>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1B39C39E-4D35-AE2B-D967-4E65457C523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57D83DFC-B66F-BA7F-63BD-D0DF36AB9AB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a:p>
            <a:pPr rtl="1"/>
            <a:endParaRPr lang="en-GB" altLang="en-US" dirty="0"/>
          </a:p>
          <a:p>
            <a:pPr rtl="1"/>
            <a:endParaRPr lang="en-GB" altLang="en-US" dirty="0"/>
          </a:p>
        </p:txBody>
      </p:sp>
      <p:sp>
        <p:nvSpPr>
          <p:cNvPr id="31747" name="Slide Number Placeholder 3">
            <a:extLst>
              <a:ext uri="{FF2B5EF4-FFF2-40B4-BE49-F238E27FC236}">
                <a16:creationId xmlns:a16="http://schemas.microsoft.com/office/drawing/2014/main" id="{630E9549-AF30-E675-0F6D-38F99A619DE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22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8381219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EB423-0AC8-4FE2-7954-A341E71C9D7E}"/>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55AE3187-C078-A0BA-AE2D-0C23DFACE988}"/>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A77583D5-49CA-9664-A8C0-3522BE7199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a:p>
            <a:pPr rtl="1"/>
            <a:endParaRPr lang="en-GB" altLang="en-US" dirty="0"/>
          </a:p>
        </p:txBody>
      </p:sp>
      <p:sp>
        <p:nvSpPr>
          <p:cNvPr id="31747" name="Slide Number Placeholder 3">
            <a:extLst>
              <a:ext uri="{FF2B5EF4-FFF2-40B4-BE49-F238E27FC236}">
                <a16:creationId xmlns:a16="http://schemas.microsoft.com/office/drawing/2014/main" id="{61B10920-0D61-0BB2-255E-2FA6FC2AF9A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23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3949413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942C2-6A8F-F031-DD8B-649DAB33D40C}"/>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5FAF5F73-5BB5-D1BB-8A8F-243F66ACFF15}"/>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43ED21B7-606F-00BE-2747-82FB6DC5EB8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a:p>
            <a:pPr rtl="1"/>
            <a:endParaRPr lang="en-GB" altLang="en-US" dirty="0"/>
          </a:p>
        </p:txBody>
      </p:sp>
      <p:sp>
        <p:nvSpPr>
          <p:cNvPr id="31747" name="Slide Number Placeholder 3">
            <a:extLst>
              <a:ext uri="{FF2B5EF4-FFF2-40B4-BE49-F238E27FC236}">
                <a16:creationId xmlns:a16="http://schemas.microsoft.com/office/drawing/2014/main" id="{743298E8-8DC4-0CDD-7601-D884838EFF1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24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4026227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398F5-1A52-D61C-A83E-C371FBB7B606}"/>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3D57E7D6-BF4E-1E48-1E5D-4267ECF25212}"/>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88DAEE39-1940-4F9B-CCC7-8F8F7F16347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52065479-004C-887B-C15C-D2AAEECCC3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5743677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E88E2-489E-1674-828A-4B0375D51763}"/>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5C90619-D921-C10C-E4BD-CA488C33918E}"/>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A69E2DF8-89CA-9F20-A91F-38D9081C549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6523A658-FC93-0217-63E3-198A77E86F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9850289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C7D0C-8ECA-030B-650C-822ED5A699DB}"/>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C47B890D-8FD6-72B0-7D25-CF3AEDB0225D}"/>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957281A7-BEBD-9733-1161-EBC46D70EC8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dirty="0"/>
              <a:t>o</a:t>
            </a:r>
          </a:p>
          <a:p>
            <a:pPr rtl="1"/>
            <a:endParaRPr lang="en-GB" altLang="en-US" dirty="0"/>
          </a:p>
        </p:txBody>
      </p:sp>
      <p:sp>
        <p:nvSpPr>
          <p:cNvPr id="31747" name="Slide Number Placeholder 3">
            <a:extLst>
              <a:ext uri="{FF2B5EF4-FFF2-40B4-BE49-F238E27FC236}">
                <a16:creationId xmlns:a16="http://schemas.microsoft.com/office/drawing/2014/main" id="{45C049F8-98D7-2DA4-B788-4E5F73D2F08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27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108836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6124B-A0AE-8DE6-0193-0102B4B835BD}"/>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41FA2EFE-AD20-22FC-7D42-B8F7555F03ED}"/>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60B6ABDA-08FC-8C25-9A44-801AFC15E0D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a:p>
            <a:pPr rtl="1"/>
            <a:endParaRPr lang="en-GB" altLang="en-US" dirty="0"/>
          </a:p>
        </p:txBody>
      </p:sp>
      <p:sp>
        <p:nvSpPr>
          <p:cNvPr id="31747" name="Slide Number Placeholder 3">
            <a:extLst>
              <a:ext uri="{FF2B5EF4-FFF2-40B4-BE49-F238E27FC236}">
                <a16:creationId xmlns:a16="http://schemas.microsoft.com/office/drawing/2014/main" id="{3F0C638F-F4B6-D446-5166-8C70EC25E98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28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4104093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9709F-6F9D-C8CD-5425-52C5671EA5C0}"/>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DAFF0D8E-CBF1-1EBF-1D5A-C00F261AE06C}"/>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460BBFC3-AD2A-E936-80DF-423C5FDF793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1747" name="Slide Number Placeholder 3">
            <a:extLst>
              <a:ext uri="{FF2B5EF4-FFF2-40B4-BE49-F238E27FC236}">
                <a16:creationId xmlns:a16="http://schemas.microsoft.com/office/drawing/2014/main" id="{87265100-4182-4AC7-1943-F4C95C0E17C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29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413699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9EC40-6D42-DAAF-4DED-02A3574FE61D}"/>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5FBDB53A-7242-B84D-056F-8E3153B60638}"/>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DC59C216-C80F-1C13-8039-4C151AFBD82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1747" name="Slide Number Placeholder 3">
            <a:extLst>
              <a:ext uri="{FF2B5EF4-FFF2-40B4-BE49-F238E27FC236}">
                <a16:creationId xmlns:a16="http://schemas.microsoft.com/office/drawing/2014/main" id="{25E14FAC-599A-9AA9-218A-62021307989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30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0351285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dirty="0">
              <a:effectLst/>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94732900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endParaRPr lang="en-GB" sz="1200"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01843815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83471-B732-B4AD-A764-F38A5A25B284}"/>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7975A980-8EDE-35E2-A5FC-7D8D62C9211E}"/>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B27BDA1F-C747-A758-8E9A-0352DF117AE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1747" name="Slide Number Placeholder 3">
            <a:extLst>
              <a:ext uri="{FF2B5EF4-FFF2-40B4-BE49-F238E27FC236}">
                <a16:creationId xmlns:a16="http://schemas.microsoft.com/office/drawing/2014/main" id="{CABE0DAD-70B5-1EAE-533C-09DBB5DF0BB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33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46509768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C2DDC-8F02-6AA5-ED15-C49C85FF3688}"/>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AC1A1A5B-47BD-B31B-7900-66BE3677B35E}"/>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4C89E6B9-DBAC-73DD-77B8-E76C3526118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a:p>
            <a:pPr rtl="1"/>
            <a:endParaRPr lang="en-GB" altLang="en-US" dirty="0"/>
          </a:p>
        </p:txBody>
      </p:sp>
      <p:sp>
        <p:nvSpPr>
          <p:cNvPr id="31747" name="Slide Number Placeholder 3">
            <a:extLst>
              <a:ext uri="{FF2B5EF4-FFF2-40B4-BE49-F238E27FC236}">
                <a16:creationId xmlns:a16="http://schemas.microsoft.com/office/drawing/2014/main" id="{ADE596EB-8A35-861E-8DFB-13D45FA7496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34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19855750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1840B-4D96-B629-FF45-6A05DE0B0D1A}"/>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4160FAC2-1843-2264-0BE5-C8847515CC67}"/>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852AECE4-7586-CB3A-8737-24E84F391DE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a:p>
            <a:pPr rtl="1"/>
            <a:endParaRPr lang="en-GB" altLang="en-US" dirty="0"/>
          </a:p>
        </p:txBody>
      </p:sp>
      <p:sp>
        <p:nvSpPr>
          <p:cNvPr id="31747" name="Slide Number Placeholder 3">
            <a:extLst>
              <a:ext uri="{FF2B5EF4-FFF2-40B4-BE49-F238E27FC236}">
                <a16:creationId xmlns:a16="http://schemas.microsoft.com/office/drawing/2014/main" id="{6E8788C2-1A18-E168-37CE-A7FA6B86D84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35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36923018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F6738-D3EB-B5F8-8FE1-831B9FD72990}"/>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2BD22024-84CB-1465-19B4-842E4A4F155B}"/>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380A85DB-83C0-91A4-B728-95743B2BA32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a:p>
            <a:pPr rtl="1"/>
            <a:endParaRPr lang="en-GB" altLang="en-US" dirty="0"/>
          </a:p>
          <a:p>
            <a:pPr rtl="1"/>
            <a:endParaRPr lang="en-GB" altLang="en-US" dirty="0"/>
          </a:p>
        </p:txBody>
      </p:sp>
      <p:sp>
        <p:nvSpPr>
          <p:cNvPr id="31747" name="Slide Number Placeholder 3">
            <a:extLst>
              <a:ext uri="{FF2B5EF4-FFF2-40B4-BE49-F238E27FC236}">
                <a16:creationId xmlns:a16="http://schemas.microsoft.com/office/drawing/2014/main" id="{D419A78E-3967-81E8-1830-E6D72EF95A8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36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93863592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5704E-8BDE-226B-50B0-8112159E42B7}"/>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D64D743F-22B6-C121-7F56-639CBEE56D73}"/>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882F424A-7328-5F8D-F3FF-B8BEFC56F34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D3CC5FEB-12C9-2D70-CB4A-BB7CB205346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46214902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FB1B6-0CF3-360D-DD15-2E5F769D2BB8}"/>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171429DB-2E3E-E612-EDFE-F742414C22BF}"/>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42F8D406-638E-7447-B876-8275A8A06A2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9AC6CAAD-348C-66F5-679E-CB7D4F1C541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28575231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A2383-D5E4-EACA-B966-00C1A127487E}"/>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9861B865-E4A5-790F-1F75-F745FE8C34FA}"/>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C8969AC7-75D2-A15A-1DAA-2930ABCDA25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1747" name="Slide Number Placeholder 3">
            <a:extLst>
              <a:ext uri="{FF2B5EF4-FFF2-40B4-BE49-F238E27FC236}">
                <a16:creationId xmlns:a16="http://schemas.microsoft.com/office/drawing/2014/main" id="{5EC88ACB-0F2A-C07E-17F7-76F9F29F0BC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39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64704873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BE187-F909-77F1-86DD-648E540FA734}"/>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717D1FEC-7FBF-FBA6-942D-B62C9D2B0FA9}"/>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668DEC7D-9052-7D2F-BA92-225558D994B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a:p>
            <a:pPr rtl="1"/>
            <a:endParaRPr lang="en-GB" altLang="en-US" dirty="0"/>
          </a:p>
        </p:txBody>
      </p:sp>
      <p:sp>
        <p:nvSpPr>
          <p:cNvPr id="31747" name="Slide Number Placeholder 3">
            <a:extLst>
              <a:ext uri="{FF2B5EF4-FFF2-40B4-BE49-F238E27FC236}">
                <a16:creationId xmlns:a16="http://schemas.microsoft.com/office/drawing/2014/main" id="{B8895EB3-5EF3-F105-2463-24CF68008D3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40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37031733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CB045-78A5-355C-3626-2DE5E86993AB}"/>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BF71A86E-0BF2-0C34-EAB1-CDC1169C86A7}"/>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88EB8B28-9795-AE94-571D-0195EBA11D6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1747" name="Slide Number Placeholder 3">
            <a:extLst>
              <a:ext uri="{FF2B5EF4-FFF2-40B4-BE49-F238E27FC236}">
                <a16:creationId xmlns:a16="http://schemas.microsoft.com/office/drawing/2014/main" id="{58EA40FF-C6C3-9B10-83F2-358B4552EA5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41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82306891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7E60E-7A49-8FEF-E8BE-955D6EF778A6}"/>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2C7B86CA-C353-9FD1-9846-B69A3B399DB0}"/>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1691B386-09F5-F73C-E9FE-470F1FDF711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endParaRPr lang="ar" b="1" i="0" u="none" strike="noStrike" dirty="0">
              <a:effectLst/>
            </a:endParaRPr>
          </a:p>
        </p:txBody>
      </p:sp>
      <p:sp>
        <p:nvSpPr>
          <p:cNvPr id="31747" name="Slide Number Placeholder 3">
            <a:extLst>
              <a:ext uri="{FF2B5EF4-FFF2-40B4-BE49-F238E27FC236}">
                <a16:creationId xmlns:a16="http://schemas.microsoft.com/office/drawing/2014/main" id="{222708D3-3AFF-CDD0-37DC-BDE70BBD432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42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78008009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426E9-1C8E-D7D4-61BE-AD4184892AF5}"/>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D74C139A-25F8-DDAE-FE0D-A009A6D4A300}"/>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97A12B4E-4099-557E-C240-87C334B3EDE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endParaRPr lang="ar" b="1" i="0" u="none" strike="noStrike" dirty="0">
              <a:effectLst/>
            </a:endParaRPr>
          </a:p>
        </p:txBody>
      </p:sp>
      <p:sp>
        <p:nvSpPr>
          <p:cNvPr id="31747" name="Slide Number Placeholder 3">
            <a:extLst>
              <a:ext uri="{FF2B5EF4-FFF2-40B4-BE49-F238E27FC236}">
                <a16:creationId xmlns:a16="http://schemas.microsoft.com/office/drawing/2014/main" id="{B814CE18-7700-8C52-91A8-4B4DE291A62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43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56451228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C9247-28C8-6C3B-673F-D7D7D43C18D8}"/>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84DDBD7A-1289-00B7-C9BF-455189353BD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81AD939A-0622-7CF3-B42E-10EB1CDBCD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a:p>
            <a:pPr rtl="1"/>
            <a:endParaRPr lang="en-GB" altLang="en-US" dirty="0"/>
          </a:p>
        </p:txBody>
      </p:sp>
      <p:sp>
        <p:nvSpPr>
          <p:cNvPr id="31747" name="Slide Number Placeholder 3">
            <a:extLst>
              <a:ext uri="{FF2B5EF4-FFF2-40B4-BE49-F238E27FC236}">
                <a16:creationId xmlns:a16="http://schemas.microsoft.com/office/drawing/2014/main" id="{D5EFA3E6-0C15-612A-1525-A2D8D179955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44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74493857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B0D02-5F33-CEC8-8532-945207CA82E7}"/>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420F58A5-AA4D-A34E-BACC-4D5924E8F1D1}"/>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E313CC7E-F141-4C45-7ED2-FBAA4916B6D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a:p>
            <a:pPr rtl="1"/>
            <a:endParaRPr lang="en-GB" altLang="en-US" dirty="0"/>
          </a:p>
        </p:txBody>
      </p:sp>
      <p:sp>
        <p:nvSpPr>
          <p:cNvPr id="31747" name="Slide Number Placeholder 3">
            <a:extLst>
              <a:ext uri="{FF2B5EF4-FFF2-40B4-BE49-F238E27FC236}">
                <a16:creationId xmlns:a16="http://schemas.microsoft.com/office/drawing/2014/main" id="{3199272D-EA67-AA5F-EBAA-447AF496FAC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45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67143411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49365-43D9-3CE7-E29D-1EEE390A68D0}"/>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C0524DE0-51E2-1333-79D0-2EFA698E82B6}"/>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D5D21B07-57BF-517E-9DEA-DA5BD9F8852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1747" name="Slide Number Placeholder 3">
            <a:extLst>
              <a:ext uri="{FF2B5EF4-FFF2-40B4-BE49-F238E27FC236}">
                <a16:creationId xmlns:a16="http://schemas.microsoft.com/office/drawing/2014/main" id="{DE8A44B0-9733-7BBF-B907-4B87CFACF5D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46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77743323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a:p>
            <a:pPr rtl="1"/>
            <a:endParaRPr lang="en-GB" altLang="en-US" dirty="0"/>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47</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9.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0.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2.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8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2.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3.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4.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5.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4.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5.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6.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7.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6.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7.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8.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9.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0.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ctrTitle"/>
          </p:nvPr>
        </p:nvSpPr>
        <p:spPr>
          <a:xfrm>
            <a:off x="0" y="2130425"/>
            <a:ext cx="9144000" cy="1470025"/>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Unit X: xxxxxxxxxxxxxxxxxxxxx</a:t>
            </a:r>
            <a:endParaRPr lang="en-GB" altLang="en-US" dirty="0"/>
          </a:p>
        </p:txBody>
      </p:sp>
      <p:sp>
        <p:nvSpPr>
          <p:cNvPr id="7"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atin typeface="Sakkal Majalla" panose="02000000000000000000" pitchFamily="2" charset="-78"/>
                <a:cs typeface="Sakkal Majalla" panose="02000000000000000000" pitchFamily="2" charset="-78"/>
              </a:defRPr>
            </a:lvl1pPr>
          </a:lstStyle>
          <a:p>
            <a:pPr rtl="1"/>
            <a:r>
              <a:rPr lang="ar" dirty="0"/>
              <a:t>Learning aim x</a:t>
            </a:r>
            <a:endParaRPr lang="en-US" altLang="en-US" dirty="0"/>
          </a:p>
        </p:txBody>
      </p:sp>
      <p:sp>
        <p:nvSpPr>
          <p:cNvPr id="2" name="Footer Placeholder 4">
            <a:extLst>
              <a:ext uri="{FF2B5EF4-FFF2-40B4-BE49-F238E27FC236}">
                <a16:creationId xmlns:a16="http://schemas.microsoft.com/office/drawing/2014/main" id="{C6EB150E-6A8C-9996-298D-28DD3D2ABEF4}"/>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09227754"/>
      </p:ext>
    </p:extLst>
  </p:cSld>
  <p:clrMapOvr>
    <a:masterClrMapping/>
  </p:clrMapOvr>
  <p:transition>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6" name="Content Placeholder 6"/>
          <p:cNvSpPr>
            <a:spLocks noGrp="1"/>
          </p:cNvSpPr>
          <p:nvPr>
            <p:ph sz="half" idx="1"/>
          </p:nvPr>
        </p:nvSpPr>
        <p:spPr>
          <a:xfrm>
            <a:off x="468313" y="2212975"/>
            <a:ext cx="2303462" cy="3592513"/>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a:p>
            <a:pPr rtl="1"/>
            <a:endParaRPr lang="en-GB" dirty="0"/>
          </a:p>
        </p:txBody>
      </p:sp>
      <p:sp>
        <p:nvSpPr>
          <p:cNvPr id="7" name="Content Placeholder 6"/>
          <p:cNvSpPr>
            <a:spLocks noGrp="1"/>
          </p:cNvSpPr>
          <p:nvPr>
            <p:ph sz="half" idx="10"/>
          </p:nvPr>
        </p:nvSpPr>
        <p:spPr>
          <a:xfrm>
            <a:off x="3421063" y="2212975"/>
            <a:ext cx="2303462" cy="3449638"/>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a:p>
            <a:pPr rtl="1"/>
            <a:endParaRPr lang="en-GB" dirty="0"/>
          </a:p>
        </p:txBody>
      </p:sp>
      <p:sp>
        <p:nvSpPr>
          <p:cNvPr id="8" name="Content Placeholder 6"/>
          <p:cNvSpPr>
            <a:spLocks noGrp="1"/>
          </p:cNvSpPr>
          <p:nvPr>
            <p:ph sz="half" idx="11"/>
          </p:nvPr>
        </p:nvSpPr>
        <p:spPr>
          <a:xfrm>
            <a:off x="6156325" y="2212975"/>
            <a:ext cx="2592388" cy="3736975"/>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p:txBody>
      </p:sp>
      <p:sp>
        <p:nvSpPr>
          <p:cNvPr id="2" name="Footer Placeholder 4">
            <a:extLst>
              <a:ext uri="{FF2B5EF4-FFF2-40B4-BE49-F238E27FC236}">
                <a16:creationId xmlns:a16="http://schemas.microsoft.com/office/drawing/2014/main" id="{5AD71432-24B0-8453-1747-48D9C9A162AD}"/>
              </a:ext>
            </a:extLst>
          </p:cNvPr>
          <p:cNvSpPr>
            <a:spLocks noGrp="1" noChangeArrowheads="1"/>
          </p:cNvSpPr>
          <p:nvPr>
            <p:ph type="ftr" sz="quarter" idx="12"/>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48556434"/>
      </p:ext>
    </p:extLst>
  </p:cSld>
  <p:clrMapOvr>
    <a:masterClrMapping/>
  </p:clrMapOvr>
  <p:transition>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p:nvPr>
        </p:nvSpPr>
        <p:spPr>
          <a:xfrm>
            <a:off x="0" y="1195388"/>
            <a:ext cx="91440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2" name="Footer Placeholder 4">
            <a:extLst>
              <a:ext uri="{FF2B5EF4-FFF2-40B4-BE49-F238E27FC236}">
                <a16:creationId xmlns:a16="http://schemas.microsoft.com/office/drawing/2014/main" id="{280AFA65-534B-3AE4-50A7-9C86BDCF1EA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72408841"/>
      </p:ext>
    </p:extLst>
  </p:cSld>
  <p:clrMapOvr>
    <a:masterClrMapping/>
  </p:clrMapOvr>
  <p:transition>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1pPr>
              <a:defRPr>
                <a:latin typeface="Sakkal Majalla" panose="02000000000000000000" pitchFamily="2" charset="-78"/>
                <a:cs typeface="Sakkal Majalla" panose="02000000000000000000" pitchFamily="2" charset="-78"/>
              </a:defRPr>
            </a:lvl1pPr>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48910311"/>
      </p:ext>
    </p:extLst>
  </p:cSld>
  <p:clrMapOvr>
    <a:masterClrMapping/>
  </p:clrMapOvr>
  <p:transition>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5" descr="Always Learning">
            <a:extLst>
              <a:ext uri="{FF2B5EF4-FFF2-40B4-BE49-F238E27FC236}">
                <a16:creationId xmlns:a16="http://schemas.microsoft.com/office/drawing/2014/main" id="{9444950F-E59A-A8D3-7314-C784866DE21B}"/>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endParaRPr lang="en-GB" altLang="en-US" dirty="0"/>
          </a:p>
        </p:txBody>
      </p:sp>
      <p:sp>
        <p:nvSpPr>
          <p:cNvPr id="10" name="Content Placeholder 2"/>
          <p:cNvSpPr>
            <a:spLocks noGrp="1"/>
          </p:cNvSpPr>
          <p:nvPr>
            <p:ph sz="half" idx="1"/>
          </p:nvPr>
        </p:nvSpPr>
        <p:spPr>
          <a:xfrm>
            <a:off x="468313" y="2195513"/>
            <a:ext cx="4027487" cy="3681412"/>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Blue subhead</a:t>
            </a:r>
          </a:p>
          <a:p>
            <a:pPr rtl="1"/>
            <a:r>
              <a:rPr lang="ar" dirty="0"/>
              <a:t>Bullet text</a:t>
            </a:r>
          </a:p>
          <a:p>
            <a:pPr rtl="1"/>
            <a:endParaRPr lang="en-GB" dirty="0"/>
          </a:p>
          <a:p>
            <a:pPr rtl="1"/>
            <a:endParaRPr lang="en-GB" dirty="0"/>
          </a:p>
        </p:txBody>
      </p:sp>
      <p:sp>
        <p:nvSpPr>
          <p:cNvPr id="11" name="Content Placeholder 3"/>
          <p:cNvSpPr>
            <a:spLocks noGrp="1"/>
          </p:cNvSpPr>
          <p:nvPr>
            <p:ph sz="half" idx="2"/>
          </p:nvPr>
        </p:nvSpPr>
        <p:spPr>
          <a:xfrm>
            <a:off x="4648200" y="2195512"/>
            <a:ext cx="4027488" cy="3681411"/>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Blue subhead</a:t>
            </a:r>
          </a:p>
          <a:p>
            <a:pPr rtl="1"/>
            <a:r>
              <a:rPr lang="ar" dirty="0"/>
              <a:t>Bullet text</a:t>
            </a:r>
          </a:p>
        </p:txBody>
      </p:sp>
      <p:sp>
        <p:nvSpPr>
          <p:cNvPr id="3" name="Footer Placeholder 4">
            <a:extLst>
              <a:ext uri="{FF2B5EF4-FFF2-40B4-BE49-F238E27FC236}">
                <a16:creationId xmlns:a16="http://schemas.microsoft.com/office/drawing/2014/main" id="{6D75EA28-7A23-3108-7470-D2312D0B43D6}"/>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836553943"/>
      </p:ext>
    </p:extLst>
  </p:cSld>
  <p:clrMapOvr>
    <a:masterClrMapping/>
  </p:clrMapOvr>
  <p:transition>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Footer Placeholder 4">
            <a:extLst>
              <a:ext uri="{FF2B5EF4-FFF2-40B4-BE49-F238E27FC236}">
                <a16:creationId xmlns:a16="http://schemas.microsoft.com/office/drawing/2014/main" id="{7AF04B97-CC31-299F-C1D9-4AD1810429B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16933327"/>
      </p:ext>
    </p:extLst>
  </p:cSld>
  <p:clrMapOvr>
    <a:masterClrMapping/>
  </p:clrMapOvr>
  <p:transition>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B917A8A-EC74-8439-7D0C-B004E910A772}"/>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67544793"/>
      </p:ext>
    </p:extLst>
  </p:cSld>
  <p:clrMapOvr>
    <a:masterClrMapping/>
  </p:clrMapOvr>
  <p:transition>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atin typeface="Sakkal Majalla" panose="02000000000000000000" pitchFamily="2" charset="-78"/>
                <a:cs typeface="Sakkal Majalla" panose="02000000000000000000" pitchFamily="2" charset="-78"/>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dirty="0"/>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9D85122E-CC0D-DE46-E6F4-AAE67430FCE8}"/>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91056867"/>
      </p:ext>
    </p:extLst>
  </p:cSld>
  <p:clrMapOvr>
    <a:masterClrMapping/>
  </p:clrMapOvr>
  <p:transition>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atin typeface="Sakkal Majalla" panose="02000000000000000000" pitchFamily="2" charset="-78"/>
                <a:cs typeface="Sakkal Majalla" panose="02000000000000000000" pitchFamily="2" charset="-78"/>
              </a:defRPr>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atin typeface="Sakkal Majalla" panose="02000000000000000000" pitchFamily="2" charset="-78"/>
                <a:cs typeface="Sakkal Majalla" panose="02000000000000000000" pitchFamily="2" charset="-78"/>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dirty="0"/>
              <a:t>Click to edit Master text styles</a:t>
            </a:r>
          </a:p>
        </p:txBody>
      </p:sp>
      <p:sp>
        <p:nvSpPr>
          <p:cNvPr id="5" name="Footer Placeholder 4">
            <a:extLst>
              <a:ext uri="{FF2B5EF4-FFF2-40B4-BE49-F238E27FC236}">
                <a16:creationId xmlns:a16="http://schemas.microsoft.com/office/drawing/2014/main" id="{78A1D94B-CB73-9993-AEF0-ECDA613327D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7654215"/>
      </p:ext>
    </p:extLst>
  </p:cSld>
  <p:clrMapOvr>
    <a:masterClrMapping/>
  </p:clrMapOvr>
  <p:transition>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136979FB-E9CD-4D7F-ABCE-40BC623DD6ED}"/>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1891796"/>
      </p:ext>
    </p:extLst>
  </p:cSld>
  <p:clrMapOvr>
    <a:masterClrMapping/>
  </p:clrMapOvr>
  <p:transition>
    <p:sndAc>
      <p:stSnd>
        <p:snd r:embed="rId1" name="click.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1D78BFAD-CC17-3CA0-DBB1-5C8C41D9126F}"/>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14355495"/>
      </p:ext>
    </p:extLst>
  </p:cSld>
  <p:clrMapOvr>
    <a:masterClrMapping/>
  </p:clrMapOvr>
  <p:transition>
    <p:sndAc>
      <p:stSnd>
        <p:snd r:embed="rId1" name="click.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lvl1pPr>
              <a:defRPr>
                <a:latin typeface="Sakkal Majalla" panose="02000000000000000000" pitchFamily="2" charset="-78"/>
                <a:cs typeface="Sakkal Majalla" panose="02000000000000000000" pitchFamily="2" charset="-78"/>
              </a:defRPr>
            </a:lvl1pPr>
          </a:lstStyle>
          <a:p>
            <a:pPr lvl="0" rtl="1"/>
            <a:endParaRPr lang="en-GB" noProof="0" dirty="0"/>
          </a:p>
        </p:txBody>
      </p:sp>
      <p:sp>
        <p:nvSpPr>
          <p:cNvPr id="4" name="Footer Placeholder 4">
            <a:extLst>
              <a:ext uri="{FF2B5EF4-FFF2-40B4-BE49-F238E27FC236}">
                <a16:creationId xmlns:a16="http://schemas.microsoft.com/office/drawing/2014/main" id="{C91736A9-B278-442F-0C6C-537088E454BA}"/>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14637879"/>
      </p:ext>
    </p:extLst>
  </p:cSld>
  <p:clrMapOvr>
    <a:masterClrMapping/>
  </p:clrMapOvr>
  <p:transition>
    <p:sndAc>
      <p:stSnd>
        <p:snd r:embed="rId1" name="click.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55076227"/>
      </p:ext>
    </p:extLst>
  </p:cSld>
  <p:clrMapOvr>
    <a:masterClrMapping/>
  </p:clrMapOvr>
  <p:transition>
    <p:sndAc>
      <p:stSnd>
        <p:snd r:embed="rId1" name="click.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45252892"/>
      </p:ext>
    </p:extLst>
  </p:cSld>
  <p:clrMapOvr>
    <a:masterClrMapping/>
  </p:clrMapOvr>
  <p:transition>
    <p:sndAc>
      <p:stSnd>
        <p:snd r:embed="rId1" name="click.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44169651"/>
      </p:ext>
    </p:extLst>
  </p:cSld>
  <p:clrMapOvr>
    <a:masterClrMapping/>
  </p:clrMapOvr>
  <p:transition>
    <p:sndAc>
      <p:stSnd>
        <p:snd r:embed="rId1" name="click.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94646058"/>
      </p:ext>
    </p:extLst>
  </p:cSld>
  <p:clrMapOvr>
    <a:masterClrMapping/>
  </p:clrMapOvr>
  <p:transition>
    <p:sndAc>
      <p:stSnd>
        <p:snd r:embed="rId1" name="click.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463733425"/>
      </p:ext>
    </p:extLst>
  </p:cSld>
  <p:clrMapOvr>
    <a:masterClrMapping/>
  </p:clrMapOvr>
  <p:transition>
    <p:sndAc>
      <p:stSnd>
        <p:snd r:embed="rId1" name="click.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40833500"/>
      </p:ext>
    </p:extLst>
  </p:cSld>
  <p:clrMapOvr>
    <a:masterClrMapping/>
  </p:clrMapOvr>
  <p:transition>
    <p:sndAc>
      <p:stSnd>
        <p:snd r:embed="rId1" name="click.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1025921"/>
      </p:ext>
    </p:extLst>
  </p:cSld>
  <p:clrMapOvr>
    <a:masterClrMapping/>
  </p:clrMapOvr>
  <p:transition>
    <p:sndAc>
      <p:stSnd>
        <p:snd r:embed="rId1" name="click.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501610419"/>
      </p:ext>
    </p:extLst>
  </p:cSld>
  <p:clrMapOvr>
    <a:masterClrMapping/>
  </p:clrMapOvr>
  <p:transition>
    <p:sndAc>
      <p:stSnd>
        <p:snd r:embed="rId1" name="click.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93118933"/>
      </p:ext>
    </p:extLst>
  </p:cSld>
  <p:clrMapOvr>
    <a:masterClrMapping/>
  </p:clrMapOvr>
  <p:transition>
    <p:sndAc>
      <p:stSnd>
        <p:snd r:embed="rId1" name="click.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89113301"/>
      </p:ext>
    </p:extLst>
  </p:cSld>
  <p:clrMapOvr>
    <a:masterClrMapping/>
  </p:clrMapOvr>
  <p:transition>
    <p:sndAc>
      <p:stSnd>
        <p:snd r:embed="rId1" name="click.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96988904"/>
      </p:ext>
    </p:extLst>
  </p:cSld>
  <p:clrMapOvr>
    <a:masterClrMapping/>
  </p:clrMapOvr>
  <p:transition>
    <p:sndAc>
      <p:stSnd>
        <p:snd r:embed="rId1" name="click.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16333174"/>
      </p:ext>
    </p:extLst>
  </p:cSld>
  <p:clrMapOvr>
    <a:masterClrMapping/>
  </p:clrMapOvr>
  <p:transition>
    <p:sndAc>
      <p:stSnd>
        <p:snd r:embed="rId1" name="click.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29230881"/>
      </p:ext>
    </p:extLst>
  </p:cSld>
  <p:clrMapOvr>
    <a:masterClrMapping/>
  </p:clrMapOvr>
  <p:transition>
    <p:sndAc>
      <p:stSnd>
        <p:snd r:embed="rId1" name="click.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3548499"/>
      </p:ext>
    </p:extLst>
  </p:cSld>
  <p:clrMapOvr>
    <a:masterClrMapping/>
  </p:clrMapOvr>
  <p:transition>
    <p:sndAc>
      <p:stSnd>
        <p:snd r:embed="rId1" name="click.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0926481"/>
      </p:ext>
    </p:extLst>
  </p:cSld>
  <p:clrMapOvr>
    <a:masterClrMapping/>
  </p:clrMapOvr>
  <p:transition>
    <p:sndAc>
      <p:stSnd>
        <p:snd r:embed="rId1" name="click.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62895208"/>
      </p:ext>
    </p:extLst>
  </p:cSld>
  <p:clrMapOvr>
    <a:masterClrMapping/>
  </p:clrMapOvr>
  <p:transition>
    <p:sndAc>
      <p:stSnd>
        <p:snd r:embed="rId1" name="click.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8668001"/>
      </p:ext>
    </p:extLst>
  </p:cSld>
  <p:clrMapOvr>
    <a:masterClrMapping/>
  </p:clrMapOvr>
  <p:transition>
    <p:sndAc>
      <p:stSnd>
        <p:snd r:embed="rId1" name="click.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387064660"/>
      </p:ext>
    </p:extLst>
  </p:cSld>
  <p:clrMapOvr>
    <a:masterClrMapping/>
  </p:clrMapOvr>
  <p:transition>
    <p:sndAc>
      <p:stSnd>
        <p:snd r:embed="rId1" name="click.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1649288"/>
      </p:ext>
    </p:extLst>
  </p:cSld>
  <p:clrMapOvr>
    <a:masterClrMapping/>
  </p:clrMapOvr>
  <p:transition>
    <p:sndAc>
      <p:stSnd>
        <p:snd r:embed="rId1" name="click.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15931093"/>
      </p:ext>
    </p:extLst>
  </p:cSld>
  <p:clrMapOvr>
    <a:masterClrMapping/>
  </p:clrMapOvr>
  <p:transition>
    <p:sndAc>
      <p:stSnd>
        <p:snd r:embed="rId1" name="click.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23151177"/>
      </p:ext>
    </p:extLst>
  </p:cSld>
  <p:clrMapOvr>
    <a:masterClrMapping/>
  </p:clrMapOvr>
  <p:transition>
    <p:sndAc>
      <p:stSnd>
        <p:snd r:embed="rId1" name="click.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3903308"/>
      </p:ext>
    </p:extLst>
  </p:cSld>
  <p:clrMapOvr>
    <a:masterClrMapping/>
  </p:clrMapOvr>
  <p:transition>
    <p:sndAc>
      <p:stSnd>
        <p:snd r:embed="rId1" name="click.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955720740"/>
      </p:ext>
    </p:extLst>
  </p:cSld>
  <p:clrMapOvr>
    <a:masterClrMapping/>
  </p:clrMapOvr>
  <p:transition>
    <p:sndAc>
      <p:stSnd>
        <p:snd r:embed="rId1" name="click.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61559906"/>
      </p:ext>
    </p:extLst>
  </p:cSld>
  <p:clrMapOvr>
    <a:masterClrMapping/>
  </p:clrMapOvr>
  <p:transition>
    <p:sndAc>
      <p:stSnd>
        <p:snd r:embed="rId1" name="click.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68163601"/>
      </p:ext>
    </p:extLst>
  </p:cSld>
  <p:clrMapOvr>
    <a:masterClrMapping/>
  </p:clrMapOvr>
  <p:transition>
    <p:sndAc>
      <p:stSnd>
        <p:snd r:embed="rId1" name="click.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38162300"/>
      </p:ext>
    </p:extLst>
  </p:cSld>
  <p:clrMapOvr>
    <a:masterClrMapping/>
  </p:clrMapOvr>
  <p:transition>
    <p:sndAc>
      <p:stSnd>
        <p:snd r:embed="rId1" name="click.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38746869"/>
      </p:ext>
    </p:extLst>
  </p:cSld>
  <p:clrMapOvr>
    <a:masterClrMapping/>
  </p:clrMapOvr>
  <p:transition>
    <p:sndAc>
      <p:stSnd>
        <p:snd r:embed="rId1" name="click.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7097283"/>
      </p:ext>
    </p:extLst>
  </p:cSld>
  <p:clrMapOvr>
    <a:masterClrMapping/>
  </p:clrMapOvr>
  <p:transition>
    <p:sndAc>
      <p:stSnd>
        <p:snd r:embed="rId1" name="click.wav"/>
      </p:stSnd>
    </p:sndAc>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15920013"/>
      </p:ext>
    </p:extLst>
  </p:cSld>
  <p:clrMapOvr>
    <a:masterClrMapping/>
  </p:clrMapOvr>
  <p:transition>
    <p:sndAc>
      <p:stSnd>
        <p:snd r:embed="rId1" name="click.wav"/>
      </p:stSnd>
    </p:sndAc>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38145163"/>
      </p:ext>
    </p:extLst>
  </p:cSld>
  <p:clrMapOvr>
    <a:masterClrMapping/>
  </p:clrMapOvr>
  <p:transition>
    <p:sndAc>
      <p:stSnd>
        <p:snd r:embed="rId1" name="click.wav"/>
      </p:stSnd>
    </p:sndAc>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621403508"/>
      </p:ext>
    </p:extLst>
  </p:cSld>
  <p:clrMapOvr>
    <a:masterClrMapping/>
  </p:clrMapOvr>
  <p:transition>
    <p:sndAc>
      <p:stSnd>
        <p:snd r:embed="rId1" name="click.wav"/>
      </p:stSnd>
    </p:sndAc>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74939897"/>
      </p:ext>
    </p:extLst>
  </p:cSld>
  <p:clrMapOvr>
    <a:masterClrMapping/>
  </p:clrMapOvr>
  <p:transition>
    <p:sndAc>
      <p:stSnd>
        <p:snd r:embed="rId1" name="click.wav"/>
      </p:stSnd>
    </p:sndAc>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3246867"/>
      </p:ext>
    </p:extLst>
  </p:cSld>
  <p:clrMapOvr>
    <a:masterClrMapping/>
  </p:clrMapOvr>
  <p:transition>
    <p:sndAc>
      <p:stSnd>
        <p:snd r:embed="rId1" name="click.wav"/>
      </p:stSnd>
    </p:sndAc>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88662026"/>
      </p:ext>
    </p:extLst>
  </p:cSld>
  <p:clrMapOvr>
    <a:masterClrMapping/>
  </p:clrMapOvr>
  <p:transition>
    <p:sndAc>
      <p:stSnd>
        <p:snd r:embed="rId1" name="click.wav"/>
      </p:stSnd>
    </p:sndAc>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18030653"/>
      </p:ext>
    </p:extLst>
  </p:cSld>
  <p:clrMapOvr>
    <a:masterClrMapping/>
  </p:clrMapOvr>
  <p:transition>
    <p:sndAc>
      <p:stSnd>
        <p:snd r:embed="rId1" name="click.wav"/>
      </p:stSnd>
    </p:sndAc>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06472387"/>
      </p:ext>
    </p:extLst>
  </p:cSld>
  <p:clrMapOvr>
    <a:masterClrMapping/>
  </p:clrMapOvr>
  <p:transition>
    <p:sndAc>
      <p:stSnd>
        <p:snd r:embed="rId1" name="click.wav"/>
      </p:stSnd>
    </p:sndAc>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02101404"/>
      </p:ext>
    </p:extLst>
  </p:cSld>
  <p:clrMapOvr>
    <a:masterClrMapping/>
  </p:clrMapOvr>
  <p:transition>
    <p:sndAc>
      <p:stSnd>
        <p:snd r:embed="rId1" name="click.wav"/>
      </p:stSnd>
    </p:sndAc>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547387"/>
      </p:ext>
    </p:extLst>
  </p:cSld>
  <p:clrMapOvr>
    <a:masterClrMapping/>
  </p:clrMapOvr>
  <p:transition>
    <p:sndAc>
      <p:stSnd>
        <p:snd r:embed="rId1" name="click.wav"/>
      </p:stSnd>
    </p:sndAc>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8492034"/>
      </p:ext>
    </p:extLst>
  </p:cSld>
  <p:clrMapOvr>
    <a:masterClrMapping/>
  </p:clrMapOvr>
  <p:transition>
    <p:sndAc>
      <p:stSnd>
        <p:snd r:embed="rId1" name="click.wav"/>
      </p:stSnd>
    </p:sndAc>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81896993"/>
      </p:ext>
    </p:extLst>
  </p:cSld>
  <p:clrMapOvr>
    <a:masterClrMapping/>
  </p:clrMapOvr>
  <p:transition>
    <p:sndAc>
      <p:stSnd>
        <p:snd r:embed="rId1" name="click.wav"/>
      </p:stSnd>
    </p:sndAc>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13610"/>
      </p:ext>
    </p:extLst>
  </p:cSld>
  <p:clrMapOvr>
    <a:masterClrMapping/>
  </p:clrMapOvr>
  <p:transition>
    <p:sndAc>
      <p:stSnd>
        <p:snd r:embed="rId1" name="click.wav"/>
      </p:stSnd>
    </p:sndAc>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3682717"/>
      </p:ext>
    </p:extLst>
  </p:cSld>
  <p:clrMapOvr>
    <a:masterClrMapping/>
  </p:clrMapOvr>
  <p:transition>
    <p:sndAc>
      <p:stSnd>
        <p:snd r:embed="rId1" name="click.wav"/>
      </p:stSnd>
    </p:sndAc>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426679024"/>
      </p:ext>
    </p:extLst>
  </p:cSld>
  <p:clrMapOvr>
    <a:masterClrMapping/>
  </p:clrMapOvr>
  <p:transition>
    <p:sndAc>
      <p:stSnd>
        <p:snd r:embed="rId1" name="click.wav"/>
      </p:stSnd>
    </p:sndAc>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04154800"/>
      </p:ext>
    </p:extLst>
  </p:cSld>
  <p:clrMapOvr>
    <a:masterClrMapping/>
  </p:clrMapOvr>
  <p:transition>
    <p:sndAc>
      <p:stSnd>
        <p:snd r:embed="rId1" name="click.wav"/>
      </p:stSnd>
    </p:sndAc>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69375378"/>
      </p:ext>
    </p:extLst>
  </p:cSld>
  <p:clrMapOvr>
    <a:masterClrMapping/>
  </p:clrMapOvr>
  <p:transition>
    <p:sndAc>
      <p:stSnd>
        <p:snd r:embed="rId1" name="click.wav"/>
      </p:stSnd>
    </p:sndAc>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24329815"/>
      </p:ext>
    </p:extLst>
  </p:cSld>
  <p:clrMapOvr>
    <a:masterClrMapping/>
  </p:clrMapOvr>
  <p:transition>
    <p:sndAc>
      <p:stSnd>
        <p:snd r:embed="rId1" name="click.wav"/>
      </p:stSnd>
    </p:sndAc>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97252715"/>
      </p:ext>
    </p:extLst>
  </p:cSld>
  <p:clrMapOvr>
    <a:masterClrMapping/>
  </p:clrMapOvr>
  <p:transition>
    <p:sndAc>
      <p:stSnd>
        <p:snd r:embed="rId1" name="click.wav"/>
      </p:stSnd>
    </p:sndAc>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02301705"/>
      </p:ext>
    </p:extLst>
  </p:cSld>
  <p:clrMapOvr>
    <a:masterClrMapping/>
  </p:clrMapOvr>
  <p:transition>
    <p:sndAc>
      <p:stSnd>
        <p:snd r:embed="rId1" name="click.wav"/>
      </p:stSnd>
    </p:sndAc>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62829507"/>
      </p:ext>
    </p:extLst>
  </p:cSld>
  <p:clrMapOvr>
    <a:masterClrMapping/>
  </p:clrMapOvr>
  <p:transition>
    <p:sndAc>
      <p:stSnd>
        <p:snd r:embed="rId1" name="click.wav"/>
      </p:stSnd>
    </p:sndAc>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5251152"/>
      </p:ext>
    </p:extLst>
  </p:cSld>
  <p:clrMapOvr>
    <a:masterClrMapping/>
  </p:clrMapOvr>
  <p:transition>
    <p:sndAc>
      <p:stSnd>
        <p:snd r:embed="rId1" name="click.wav"/>
      </p:stSnd>
    </p:sndAc>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9930832"/>
      </p:ext>
    </p:extLst>
  </p:cSld>
  <p:clrMapOvr>
    <a:masterClrMapping/>
  </p:clrMapOvr>
  <p:transition>
    <p:sndAc>
      <p:stSnd>
        <p:snd r:embed="rId1" name="click.wav"/>
      </p:stSnd>
    </p:sndAc>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50784113"/>
      </p:ext>
    </p:extLst>
  </p:cSld>
  <p:clrMapOvr>
    <a:masterClrMapping/>
  </p:clrMapOvr>
  <p:transition>
    <p:sndAc>
      <p:stSnd>
        <p:snd r:embed="rId1" name="click.wav"/>
      </p:stSnd>
    </p:sndAc>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65460214"/>
      </p:ext>
    </p:extLst>
  </p:cSld>
  <p:clrMapOvr>
    <a:masterClrMapping/>
  </p:clrMapOvr>
  <p:transition>
    <p:sndAc>
      <p:stSnd>
        <p:snd r:embed="rId1" name="click.wav"/>
      </p:stSnd>
    </p:sndAc>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75168846"/>
      </p:ext>
    </p:extLst>
  </p:cSld>
  <p:clrMapOvr>
    <a:masterClrMapping/>
  </p:clrMapOvr>
  <p:transition>
    <p:sndAc>
      <p:stSnd>
        <p:snd r:embed="rId1" name="click.wav"/>
      </p:stSnd>
    </p:sndAc>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025248049"/>
      </p:ext>
    </p:extLst>
  </p:cSld>
  <p:clrMapOvr>
    <a:masterClrMapping/>
  </p:clrMapOvr>
  <p:transition>
    <p:sndAc>
      <p:stSnd>
        <p:snd r:embed="rId1" name="click.wav"/>
      </p:stSnd>
    </p:sndAc>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80291505"/>
      </p:ext>
    </p:extLst>
  </p:cSld>
  <p:clrMapOvr>
    <a:masterClrMapping/>
  </p:clrMapOvr>
  <p:transition>
    <p:sndAc>
      <p:stSnd>
        <p:snd r:embed="rId1" name="click.wav"/>
      </p:stSnd>
    </p:sndAc>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12143027"/>
      </p:ext>
    </p:extLst>
  </p:cSld>
  <p:clrMapOvr>
    <a:masterClrMapping/>
  </p:clrMapOvr>
  <p:transition>
    <p:sndAc>
      <p:stSnd>
        <p:snd r:embed="rId1" name="click.wav"/>
      </p:stSnd>
    </p:sndAc>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26944765"/>
      </p:ext>
    </p:extLst>
  </p:cSld>
  <p:clrMapOvr>
    <a:masterClrMapping/>
  </p:clrMapOvr>
  <p:transition>
    <p:sndAc>
      <p:stSnd>
        <p:snd r:embed="rId1" name="click.wav"/>
      </p:stSnd>
    </p:sndAc>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46126300"/>
      </p:ext>
    </p:extLst>
  </p:cSld>
  <p:clrMapOvr>
    <a:masterClrMapping/>
  </p:clrMapOvr>
  <p:transition>
    <p:sndAc>
      <p:stSnd>
        <p:snd r:embed="rId1" name="click.wav"/>
      </p:stSnd>
    </p:sndAc>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1287960"/>
      </p:ext>
    </p:extLst>
  </p:cSld>
  <p:clrMapOvr>
    <a:masterClrMapping/>
  </p:clrMapOvr>
  <p:transition>
    <p:sndAc>
      <p:stSnd>
        <p:snd r:embed="rId1" name="click.wav"/>
      </p:stSnd>
    </p:sndAc>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2540367"/>
      </p:ext>
    </p:extLst>
  </p:cSld>
  <p:clrMapOvr>
    <a:masterClrMapping/>
  </p:clrMapOvr>
  <p:transition>
    <p:sndAc>
      <p:stSnd>
        <p:snd r:embed="rId1" name="click.wav"/>
      </p:stSnd>
    </p:sndAc>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31894227"/>
      </p:ext>
    </p:extLst>
  </p:cSld>
  <p:clrMapOvr>
    <a:masterClrMapping/>
  </p:clrMapOvr>
  <p:transition>
    <p:sndAc>
      <p:stSnd>
        <p:snd r:embed="rId1" name="click.wav"/>
      </p:stSnd>
    </p:sndAc>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01847582"/>
      </p:ext>
    </p:extLst>
  </p:cSld>
  <p:clrMapOvr>
    <a:masterClrMapping/>
  </p:clrMapOvr>
  <p:transition>
    <p:sndAc>
      <p:stSnd>
        <p:snd r:embed="rId1" name="click.wav"/>
      </p:stSnd>
    </p:sndAc>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9058961"/>
      </p:ext>
    </p:extLst>
  </p:cSld>
  <p:clrMapOvr>
    <a:masterClrMapping/>
  </p:clrMapOvr>
  <p:transition>
    <p:sndAc>
      <p:stSnd>
        <p:snd r:embed="rId1" name="click.wav"/>
      </p:stSnd>
    </p:sndAc>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5318916"/>
      </p:ext>
    </p:extLst>
  </p:cSld>
  <p:clrMapOvr>
    <a:masterClrMapping/>
  </p:clrMapOvr>
  <p:transition>
    <p:sndAc>
      <p:stSnd>
        <p:snd r:embed="rId1" name="click.wav"/>
      </p:stSnd>
    </p:sndAc>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23595971"/>
      </p:ext>
    </p:extLst>
  </p:cSld>
  <p:clrMapOvr>
    <a:masterClrMapping/>
  </p:clrMapOvr>
  <p:transition>
    <p:sndAc>
      <p:stSnd>
        <p:snd r:embed="rId1" name="click.wav"/>
      </p:stSnd>
    </p:sndAc>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355960792"/>
      </p:ext>
    </p:extLst>
  </p:cSld>
  <p:clrMapOvr>
    <a:masterClrMapping/>
  </p:clrMapOvr>
  <p:transition>
    <p:sndAc>
      <p:stSnd>
        <p:snd r:embed="rId1" name="click.wav"/>
      </p:stSnd>
    </p:sndAc>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13342623"/>
      </p:ext>
    </p:extLst>
  </p:cSld>
  <p:clrMapOvr>
    <a:masterClrMapping/>
  </p:clrMapOvr>
  <p:transition>
    <p:sndAc>
      <p:stSnd>
        <p:snd r:embed="rId1" name="click.wav"/>
      </p:stSnd>
    </p:sndAc>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858420"/>
      </p:ext>
    </p:extLst>
  </p:cSld>
  <p:clrMapOvr>
    <a:masterClrMapping/>
  </p:clrMapOvr>
  <p:transition>
    <p:sndAc>
      <p:stSnd>
        <p:snd r:embed="rId1" name="click.wav"/>
      </p:stSnd>
    </p:sndAc>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43606057"/>
      </p:ext>
    </p:extLst>
  </p:cSld>
  <p:clrMapOvr>
    <a:masterClrMapping/>
  </p:clrMapOvr>
  <p:transition>
    <p:sndAc>
      <p:stSnd>
        <p:snd r:embed="rId1" name="click.wav"/>
      </p:stSnd>
    </p:sndAc>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9427717"/>
      </p:ext>
    </p:extLst>
  </p:cSld>
  <p:clrMapOvr>
    <a:masterClrMapping/>
  </p:clrMapOvr>
  <p:transition>
    <p:sndAc>
      <p:stSnd>
        <p:snd r:embed="rId1" name="click.wav"/>
      </p:stSnd>
    </p:sndAc>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8434800"/>
      </p:ext>
    </p:extLst>
  </p:cSld>
  <p:clrMapOvr>
    <a:masterClrMapping/>
  </p:clrMapOvr>
  <p:transition>
    <p:sndAc>
      <p:stSnd>
        <p:snd r:embed="rId1" name="click.wav"/>
      </p:stSnd>
    </p:sndAc>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30658497"/>
      </p:ext>
    </p:extLst>
  </p:cSld>
  <p:clrMapOvr>
    <a:masterClrMapping/>
  </p:clrMapOvr>
  <p:transition>
    <p:sndAc>
      <p:stSnd>
        <p:snd r:embed="rId1" name="click.wav"/>
      </p:stSnd>
    </p:sndAc>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68846901"/>
      </p:ext>
    </p:extLst>
  </p:cSld>
  <p:clrMapOvr>
    <a:masterClrMapping/>
  </p:clrMapOvr>
  <p:transition>
    <p:sndAc>
      <p:stSnd>
        <p:snd r:embed="rId1" name="click.wav"/>
      </p:stSnd>
    </p:sndAc>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09822718"/>
      </p:ext>
    </p:extLst>
  </p:cSld>
  <p:clrMapOvr>
    <a:masterClrMapping/>
  </p:clrMapOvr>
  <p:transition>
    <p:sndAc>
      <p:stSnd>
        <p:snd r:embed="rId1" name="click.wav"/>
      </p:stSnd>
    </p:sndAc>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07335033"/>
      </p:ext>
    </p:extLst>
  </p:cSld>
  <p:clrMapOvr>
    <a:masterClrMapping/>
  </p:clrMapOvr>
  <p:transition>
    <p:sndAc>
      <p:stSnd>
        <p:snd r:embed="rId1" name="click.wav"/>
      </p:stSnd>
    </p:sndAc>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86721700"/>
      </p:ext>
    </p:extLst>
  </p:cSld>
  <p:clrMapOvr>
    <a:masterClrMapping/>
  </p:clrMapOvr>
  <p:transition>
    <p:sndAc>
      <p:stSnd>
        <p:snd r:embed="rId1" name="click.wav"/>
      </p:stSnd>
    </p:sndAc>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28012029"/>
      </p:ext>
    </p:extLst>
  </p:cSld>
  <p:clrMapOvr>
    <a:masterClrMapping/>
  </p:clrMapOvr>
  <p:transition>
    <p:sndAc>
      <p:stSnd>
        <p:snd r:embed="rId1" name="click.wav"/>
      </p:stSnd>
    </p:sndAc>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461434473"/>
      </p:ext>
    </p:extLst>
  </p:cSld>
  <p:clrMapOvr>
    <a:masterClrMapping/>
  </p:clrMapOvr>
  <p:transition>
    <p:sndAc>
      <p:stSnd>
        <p:snd r:embed="rId1" name="click.wav"/>
      </p:stSnd>
    </p:sndAc>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93639158"/>
      </p:ext>
    </p:extLst>
  </p:cSld>
  <p:clrMapOvr>
    <a:masterClrMapping/>
  </p:clrMapOvr>
  <p:transition>
    <p:sndAc>
      <p:stSnd>
        <p:snd r:embed="rId1" name="click.wav"/>
      </p:stSnd>
    </p:sndAc>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3145481"/>
      </p:ext>
    </p:extLst>
  </p:cSld>
  <p:clrMapOvr>
    <a:masterClrMapping/>
  </p:clrMapOvr>
  <p:transition>
    <p:sndAc>
      <p:stSnd>
        <p:snd r:embed="rId1" name="click.wav"/>
      </p:stSnd>
    </p:sndAc>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26803515"/>
      </p:ext>
    </p:extLst>
  </p:cSld>
  <p:clrMapOvr>
    <a:masterClrMapping/>
  </p:clrMapOvr>
  <p:transition>
    <p:sndAc>
      <p:stSnd>
        <p:snd r:embed="rId1" name="click.wav"/>
      </p:stSnd>
    </p:sndAc>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5366165"/>
      </p:ext>
    </p:extLst>
  </p:cSld>
  <p:clrMapOvr>
    <a:masterClrMapping/>
  </p:clrMapOvr>
  <p:transition>
    <p:sndAc>
      <p:stSnd>
        <p:snd r:embed="rId1" name="click.wav"/>
      </p:stSnd>
    </p:sndAc>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35448282"/>
      </p:ext>
    </p:extLst>
  </p:cSld>
  <p:clrMapOvr>
    <a:masterClrMapping/>
  </p:clrMapOvr>
  <p:transition>
    <p:sndAc>
      <p:stSnd>
        <p:snd r:embed="rId1" name="click.wav"/>
      </p:stSnd>
    </p:sndAc>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5563674"/>
      </p:ext>
    </p:extLst>
  </p:cSld>
  <p:clrMapOvr>
    <a:masterClrMapping/>
  </p:clrMapOvr>
  <p:transition>
    <p:sndAc>
      <p:stSnd>
        <p:snd r:embed="rId1" name="click.wav"/>
      </p:stSnd>
    </p:sndAc>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60918910"/>
      </p:ext>
    </p:extLst>
  </p:cSld>
  <p:clrMapOvr>
    <a:masterClrMapping/>
  </p:clrMapOvr>
  <p:transition>
    <p:sndAc>
      <p:stSnd>
        <p:snd r:embed="rId1" name="click.wav"/>
      </p:stSnd>
    </p:sndAc>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76465437"/>
      </p:ext>
    </p:extLst>
  </p:cSld>
  <p:clrMapOvr>
    <a:masterClrMapping/>
  </p:clrMapOvr>
  <p:transition>
    <p:sndAc>
      <p:stSnd>
        <p:snd r:embed="rId1" name="click.wav"/>
      </p:stSnd>
    </p:sndAc>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01326388"/>
      </p:ext>
    </p:extLst>
  </p:cSld>
  <p:clrMapOvr>
    <a:masterClrMapping/>
  </p:clrMapOvr>
  <p:transition>
    <p:sndAc>
      <p:stSnd>
        <p:snd r:embed="rId1" name="click.wav"/>
      </p:stSnd>
    </p:sndAc>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6057598"/>
      </p:ext>
    </p:extLst>
  </p:cSld>
  <p:clrMapOvr>
    <a:masterClrMapping/>
  </p:clrMapOvr>
  <p:transition>
    <p:sndAc>
      <p:stSnd>
        <p:snd r:embed="rId1" name="click.wav"/>
      </p:stSnd>
    </p:sndAc>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53603133"/>
      </p:ext>
    </p:extLst>
  </p:cSld>
  <p:clrMapOvr>
    <a:masterClrMapping/>
  </p:clrMapOvr>
  <p:transition>
    <p:sndAc>
      <p:stSnd>
        <p:snd r:embed="rId1" name="click.wav"/>
      </p:stSnd>
    </p:sndAc>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571658195"/>
      </p:ext>
    </p:extLst>
  </p:cSld>
  <p:clrMapOvr>
    <a:masterClrMapping/>
  </p:clrMapOvr>
  <p:transition>
    <p:sndAc>
      <p:stSnd>
        <p:snd r:embed="rId1" name="click.wav"/>
      </p:stSnd>
    </p:sndAc>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68121723"/>
      </p:ext>
    </p:extLst>
  </p:cSld>
  <p:clrMapOvr>
    <a:masterClrMapping/>
  </p:clrMapOvr>
  <p:transition>
    <p:sndAc>
      <p:stSnd>
        <p:snd r:embed="rId1" name="click.wav"/>
      </p:stSnd>
    </p:sndAc>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54667162"/>
      </p:ext>
    </p:extLst>
  </p:cSld>
  <p:clrMapOvr>
    <a:masterClrMapping/>
  </p:clrMapOvr>
  <p:transition>
    <p:sndAc>
      <p:stSnd>
        <p:snd r:embed="rId1" name="click.wav"/>
      </p:stSnd>
    </p:sndAc>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3827590"/>
      </p:ext>
    </p:extLst>
  </p:cSld>
  <p:clrMapOvr>
    <a:masterClrMapping/>
  </p:clrMapOvr>
  <p:transition>
    <p:sndAc>
      <p:stSnd>
        <p:snd r:embed="rId1" name="click.wav"/>
      </p:stSnd>
    </p:sndAc>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41031474"/>
      </p:ext>
    </p:extLst>
  </p:cSld>
  <p:clrMapOvr>
    <a:masterClrMapping/>
  </p:clrMapOvr>
  <p:transition>
    <p:sndAc>
      <p:stSnd>
        <p:snd r:embed="rId1" name="click.wav"/>
      </p:stSnd>
    </p:sndAc>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4650275"/>
      </p:ext>
    </p:extLst>
  </p:cSld>
  <p:clrMapOvr>
    <a:masterClrMapping/>
  </p:clrMapOvr>
  <p:transition>
    <p:sndAc>
      <p:stSnd>
        <p:snd r:embed="rId1" name="click.wav"/>
      </p:stSnd>
    </p:sndAc>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9184944"/>
      </p:ext>
    </p:extLst>
  </p:cSld>
  <p:clrMapOvr>
    <a:masterClrMapping/>
  </p:clrMapOvr>
  <p:transition>
    <p:sndAc>
      <p:stSnd>
        <p:snd r:embed="rId1" name="click.wav"/>
      </p:stSnd>
    </p:sndAc>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670965"/>
      </p:ext>
    </p:extLst>
  </p:cSld>
  <p:clrMapOvr>
    <a:masterClrMapping/>
  </p:clrMapOvr>
  <p:transition>
    <p:sndAc>
      <p:stSnd>
        <p:snd r:embed="rId1" name="click.wav"/>
      </p:stSnd>
    </p:sndAc>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26593935"/>
      </p:ext>
    </p:extLst>
  </p:cSld>
  <p:clrMapOvr>
    <a:masterClrMapping/>
  </p:clrMapOvr>
  <p:transition>
    <p:sndAc>
      <p:stSnd>
        <p:snd r:embed="rId1" name="click.wav"/>
      </p:stSnd>
    </p:sndAc>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3959227"/>
      </p:ext>
    </p:extLst>
  </p:cSld>
  <p:clrMapOvr>
    <a:masterClrMapping/>
  </p:clrMapOvr>
  <p:transition>
    <p:sndAc>
      <p:stSnd>
        <p:snd r:embed="rId1" name="click.wav"/>
      </p:stSnd>
    </p:sndAc>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50943351"/>
      </p:ext>
    </p:extLst>
  </p:cSld>
  <p:clrMapOvr>
    <a:masterClrMapping/>
  </p:clrMapOvr>
  <p:transition>
    <p:sndAc>
      <p:stSnd>
        <p:snd r:embed="rId1" name="click.wav"/>
      </p:stSnd>
    </p:sndAc>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093022"/>
      </p:ext>
    </p:extLst>
  </p:cSld>
  <p:clrMapOvr>
    <a:masterClrMapping/>
  </p:clrMapOvr>
  <p:transition>
    <p:sndAc>
      <p:stSnd>
        <p:snd r:embed="rId1" name="click.wav"/>
      </p:stSnd>
    </p:sndAc>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094167900"/>
      </p:ext>
    </p:extLst>
  </p:cSld>
  <p:clrMapOvr>
    <a:masterClrMapping/>
  </p:clrMapOvr>
  <p:transition>
    <p:sndAc>
      <p:stSnd>
        <p:snd r:embed="rId1" name="click.wav"/>
      </p:stSnd>
    </p:sndAc>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25762673"/>
      </p:ext>
    </p:extLst>
  </p:cSld>
  <p:clrMapOvr>
    <a:masterClrMapping/>
  </p:clrMapOvr>
  <p:transition>
    <p:sndAc>
      <p:stSnd>
        <p:snd r:embed="rId1" name="click.wav"/>
      </p:stSnd>
    </p:sndAc>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380344"/>
      </p:ext>
    </p:extLst>
  </p:cSld>
  <p:clrMapOvr>
    <a:masterClrMapping/>
  </p:clrMapOvr>
  <p:transition>
    <p:sndAc>
      <p:stSnd>
        <p:snd r:embed="rId1" name="click.wav"/>
      </p:stSnd>
    </p:sndAc>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71960959"/>
      </p:ext>
    </p:extLst>
  </p:cSld>
  <p:clrMapOvr>
    <a:masterClrMapping/>
  </p:clrMapOvr>
  <p:transition>
    <p:sndAc>
      <p:stSnd>
        <p:snd r:embed="rId1" name="click.wav"/>
      </p:stSnd>
    </p:sndAc>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9628512"/>
      </p:ext>
    </p:extLst>
  </p:cSld>
  <p:clrMapOvr>
    <a:masterClrMapping/>
  </p:clrMapOvr>
  <p:transition>
    <p:sndAc>
      <p:stSnd>
        <p:snd r:embed="rId1" name="click.wav"/>
      </p:stSnd>
    </p:sndAc>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8744335"/>
      </p:ext>
    </p:extLst>
  </p:cSld>
  <p:clrMapOvr>
    <a:masterClrMapping/>
  </p:clrMapOvr>
  <p:transition>
    <p:sndAc>
      <p:stSnd>
        <p:snd r:embed="rId1" name="click.wav"/>
      </p:stSnd>
    </p:sndAc>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670145"/>
      </p:ext>
    </p:extLst>
  </p:cSld>
  <p:clrMapOvr>
    <a:masterClrMapping/>
  </p:clrMapOvr>
  <p:transition>
    <p:sndAc>
      <p:stSnd>
        <p:snd r:embed="rId1" name="click.wav"/>
      </p:stSnd>
    </p:sndAc>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49478109"/>
      </p:ext>
    </p:extLst>
  </p:cSld>
  <p:clrMapOvr>
    <a:masterClrMapping/>
  </p:clrMapOvr>
  <p:transition>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jpe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audio" Target="../media/audio1.bin"/><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4.jpe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audio" Target="../media/audio1.bin"/><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theme" Target="../theme/theme4.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image" Target="../media/image5.jpeg"/><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audio" Target="../media/audio1.bin"/></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theme" Target="../theme/theme5.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2" Type="http://schemas.openxmlformats.org/officeDocument/2006/relationships/slideLayout" Target="../slideLayouts/slideLayout52.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5" Type="http://schemas.openxmlformats.org/officeDocument/2006/relationships/image" Target="../media/image6.jpeg"/><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audio" Target="../media/audio1.bin"/></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0.xml"/><Relationship Id="rId13" Type="http://schemas.openxmlformats.org/officeDocument/2006/relationships/theme" Target="../theme/theme6.xml"/><Relationship Id="rId3" Type="http://schemas.openxmlformats.org/officeDocument/2006/relationships/slideLayout" Target="../slideLayouts/slideLayout65.xml"/><Relationship Id="rId7" Type="http://schemas.openxmlformats.org/officeDocument/2006/relationships/slideLayout" Target="../slideLayouts/slideLayout69.xml"/><Relationship Id="rId12" Type="http://schemas.openxmlformats.org/officeDocument/2006/relationships/slideLayout" Target="../slideLayouts/slideLayout74.xml"/><Relationship Id="rId2" Type="http://schemas.openxmlformats.org/officeDocument/2006/relationships/slideLayout" Target="../slideLayouts/slideLayout64.xml"/><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5" Type="http://schemas.openxmlformats.org/officeDocument/2006/relationships/slideLayout" Target="../slideLayouts/slideLayout67.xml"/><Relationship Id="rId15" Type="http://schemas.openxmlformats.org/officeDocument/2006/relationships/image" Target="../media/image7.jpeg"/><Relationship Id="rId10" Type="http://schemas.openxmlformats.org/officeDocument/2006/relationships/slideLayout" Target="../slideLayouts/slideLayout72.xml"/><Relationship Id="rId4" Type="http://schemas.openxmlformats.org/officeDocument/2006/relationships/slideLayout" Target="../slideLayouts/slideLayout66.xml"/><Relationship Id="rId9" Type="http://schemas.openxmlformats.org/officeDocument/2006/relationships/slideLayout" Target="../slideLayouts/slideLayout71.xml"/><Relationship Id="rId14" Type="http://schemas.openxmlformats.org/officeDocument/2006/relationships/audio" Target="../media/audio1.bin"/></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2.xml"/><Relationship Id="rId13" Type="http://schemas.openxmlformats.org/officeDocument/2006/relationships/theme" Target="../theme/theme7.xml"/><Relationship Id="rId3" Type="http://schemas.openxmlformats.org/officeDocument/2006/relationships/slideLayout" Target="../slideLayouts/slideLayout77.xml"/><Relationship Id="rId7" Type="http://schemas.openxmlformats.org/officeDocument/2006/relationships/slideLayout" Target="../slideLayouts/slideLayout81.xml"/><Relationship Id="rId12" Type="http://schemas.openxmlformats.org/officeDocument/2006/relationships/slideLayout" Target="../slideLayouts/slideLayout86.xml"/><Relationship Id="rId2" Type="http://schemas.openxmlformats.org/officeDocument/2006/relationships/slideLayout" Target="../slideLayouts/slideLayout76.xml"/><Relationship Id="rId1" Type="http://schemas.openxmlformats.org/officeDocument/2006/relationships/slideLayout" Target="../slideLayouts/slideLayout75.xml"/><Relationship Id="rId6" Type="http://schemas.openxmlformats.org/officeDocument/2006/relationships/slideLayout" Target="../slideLayouts/slideLayout80.xml"/><Relationship Id="rId11" Type="http://schemas.openxmlformats.org/officeDocument/2006/relationships/slideLayout" Target="../slideLayouts/slideLayout85.xml"/><Relationship Id="rId5" Type="http://schemas.openxmlformats.org/officeDocument/2006/relationships/slideLayout" Target="../slideLayouts/slideLayout79.xml"/><Relationship Id="rId15" Type="http://schemas.openxmlformats.org/officeDocument/2006/relationships/image" Target="../media/image8.jpeg"/><Relationship Id="rId10" Type="http://schemas.openxmlformats.org/officeDocument/2006/relationships/slideLayout" Target="../slideLayouts/slideLayout84.xml"/><Relationship Id="rId4" Type="http://schemas.openxmlformats.org/officeDocument/2006/relationships/slideLayout" Target="../slideLayouts/slideLayout78.xml"/><Relationship Id="rId9" Type="http://schemas.openxmlformats.org/officeDocument/2006/relationships/slideLayout" Target="../slideLayouts/slideLayout83.xml"/><Relationship Id="rId14" Type="http://schemas.openxmlformats.org/officeDocument/2006/relationships/audio" Target="../media/audio1.bin"/></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4.xml"/><Relationship Id="rId13" Type="http://schemas.openxmlformats.org/officeDocument/2006/relationships/theme" Target="../theme/theme8.xml"/><Relationship Id="rId3" Type="http://schemas.openxmlformats.org/officeDocument/2006/relationships/slideLayout" Target="../slideLayouts/slideLayout89.xml"/><Relationship Id="rId7" Type="http://schemas.openxmlformats.org/officeDocument/2006/relationships/slideLayout" Target="../slideLayouts/slideLayout93.xml"/><Relationship Id="rId12" Type="http://schemas.openxmlformats.org/officeDocument/2006/relationships/slideLayout" Target="../slideLayouts/slideLayout98.xml"/><Relationship Id="rId2" Type="http://schemas.openxmlformats.org/officeDocument/2006/relationships/slideLayout" Target="../slideLayouts/slideLayout88.xml"/><Relationship Id="rId1" Type="http://schemas.openxmlformats.org/officeDocument/2006/relationships/slideLayout" Target="../slideLayouts/slideLayout87.xml"/><Relationship Id="rId6" Type="http://schemas.openxmlformats.org/officeDocument/2006/relationships/slideLayout" Target="../slideLayouts/slideLayout92.xml"/><Relationship Id="rId11" Type="http://schemas.openxmlformats.org/officeDocument/2006/relationships/slideLayout" Target="../slideLayouts/slideLayout97.xml"/><Relationship Id="rId5" Type="http://schemas.openxmlformats.org/officeDocument/2006/relationships/slideLayout" Target="../slideLayouts/slideLayout91.xml"/><Relationship Id="rId15" Type="http://schemas.openxmlformats.org/officeDocument/2006/relationships/image" Target="../media/image9.jpeg"/><Relationship Id="rId10" Type="http://schemas.openxmlformats.org/officeDocument/2006/relationships/slideLayout" Target="../slideLayouts/slideLayout96.xml"/><Relationship Id="rId4" Type="http://schemas.openxmlformats.org/officeDocument/2006/relationships/slideLayout" Target="../slideLayouts/slideLayout90.xml"/><Relationship Id="rId9" Type="http://schemas.openxmlformats.org/officeDocument/2006/relationships/slideLayout" Target="../slideLayouts/slideLayout95.xml"/><Relationship Id="rId14" Type="http://schemas.openxmlformats.org/officeDocument/2006/relationships/audio" Target="../media/audio1.bin"/></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6.xml"/><Relationship Id="rId13" Type="http://schemas.openxmlformats.org/officeDocument/2006/relationships/theme" Target="../theme/theme9.xml"/><Relationship Id="rId3" Type="http://schemas.openxmlformats.org/officeDocument/2006/relationships/slideLayout" Target="../slideLayouts/slideLayout101.xml"/><Relationship Id="rId7" Type="http://schemas.openxmlformats.org/officeDocument/2006/relationships/slideLayout" Target="../slideLayouts/slideLayout105.xml"/><Relationship Id="rId12" Type="http://schemas.openxmlformats.org/officeDocument/2006/relationships/slideLayout" Target="../slideLayouts/slideLayout110.xml"/><Relationship Id="rId2" Type="http://schemas.openxmlformats.org/officeDocument/2006/relationships/slideLayout" Target="../slideLayouts/slideLayout100.xml"/><Relationship Id="rId1" Type="http://schemas.openxmlformats.org/officeDocument/2006/relationships/slideLayout" Target="../slideLayouts/slideLayout99.xml"/><Relationship Id="rId6" Type="http://schemas.openxmlformats.org/officeDocument/2006/relationships/slideLayout" Target="../slideLayouts/slideLayout104.xml"/><Relationship Id="rId11" Type="http://schemas.openxmlformats.org/officeDocument/2006/relationships/slideLayout" Target="../slideLayouts/slideLayout109.xml"/><Relationship Id="rId5" Type="http://schemas.openxmlformats.org/officeDocument/2006/relationships/slideLayout" Target="../slideLayouts/slideLayout103.xml"/><Relationship Id="rId15" Type="http://schemas.openxmlformats.org/officeDocument/2006/relationships/image" Target="../media/image10.jpeg"/><Relationship Id="rId10" Type="http://schemas.openxmlformats.org/officeDocument/2006/relationships/slideLayout" Target="../slideLayouts/slideLayout108.xml"/><Relationship Id="rId4" Type="http://schemas.openxmlformats.org/officeDocument/2006/relationships/slideLayout" Target="../slideLayouts/slideLayout102.xml"/><Relationship Id="rId9" Type="http://schemas.openxmlformats.org/officeDocument/2006/relationships/slideLayout" Target="../slideLayouts/slideLayout107.xml"/><Relationship Id="rId14" Type="http://schemas.openxmlformats.org/officeDocument/2006/relationships/audio" Target="../media/audio1.bin"/></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18.xml"/><Relationship Id="rId13" Type="http://schemas.openxmlformats.org/officeDocument/2006/relationships/theme" Target="../theme/theme10.xml"/><Relationship Id="rId3" Type="http://schemas.openxmlformats.org/officeDocument/2006/relationships/slideLayout" Target="../slideLayouts/slideLayout113.xml"/><Relationship Id="rId7" Type="http://schemas.openxmlformats.org/officeDocument/2006/relationships/slideLayout" Target="../slideLayouts/slideLayout117.xml"/><Relationship Id="rId12" Type="http://schemas.openxmlformats.org/officeDocument/2006/relationships/slideLayout" Target="../slideLayouts/slideLayout122.xml"/><Relationship Id="rId2" Type="http://schemas.openxmlformats.org/officeDocument/2006/relationships/slideLayout" Target="../slideLayouts/slideLayout112.xml"/><Relationship Id="rId1" Type="http://schemas.openxmlformats.org/officeDocument/2006/relationships/slideLayout" Target="../slideLayouts/slideLayout111.xml"/><Relationship Id="rId6" Type="http://schemas.openxmlformats.org/officeDocument/2006/relationships/slideLayout" Target="../slideLayouts/slideLayout116.xml"/><Relationship Id="rId11" Type="http://schemas.openxmlformats.org/officeDocument/2006/relationships/slideLayout" Target="../slideLayouts/slideLayout121.xml"/><Relationship Id="rId5" Type="http://schemas.openxmlformats.org/officeDocument/2006/relationships/slideLayout" Target="../slideLayouts/slideLayout115.xml"/><Relationship Id="rId15" Type="http://schemas.openxmlformats.org/officeDocument/2006/relationships/image" Target="../media/image11.jpeg"/><Relationship Id="rId10" Type="http://schemas.openxmlformats.org/officeDocument/2006/relationships/slideLayout" Target="../slideLayouts/slideLayout120.xml"/><Relationship Id="rId4" Type="http://schemas.openxmlformats.org/officeDocument/2006/relationships/slideLayout" Target="../slideLayouts/slideLayout114.xml"/><Relationship Id="rId9" Type="http://schemas.openxmlformats.org/officeDocument/2006/relationships/slideLayout" Target="../slideLayouts/slideLayout119.xml"/><Relationship Id="rId14" Type="http://schemas.openxmlformats.org/officeDocument/2006/relationships/audio" Target="../media/audio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Always Learning">
            <a:extLst>
              <a:ext uri="{FF2B5EF4-FFF2-40B4-BE49-F238E27FC236}">
                <a16:creationId xmlns:a16="http://schemas.microsoft.com/office/drawing/2014/main" id="{3B94A5EC-21A3-C7EE-ADC3-348E4DF7A17A}"/>
              </a:ext>
            </a:extLst>
          </p:cNvPr>
          <p:cNvPicPr>
            <a:picLocks noChangeAspect="1" noChangeArrowheads="1"/>
          </p:cNvPicPr>
          <p:nvPr/>
        </p:nvPicPr>
        <p:blipFill>
          <a:blip r:embed="rId15"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3C16AA13-905D-5202-1E26-68E3C21E253B}"/>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pic>
        <p:nvPicPr>
          <p:cNvPr id="1028" name="Picture 2">
            <a:extLst>
              <a:ext uri="{FF2B5EF4-FFF2-40B4-BE49-F238E27FC236}">
                <a16:creationId xmlns:a16="http://schemas.microsoft.com/office/drawing/2014/main" id="{96A689FF-8B47-679F-73A4-A5EFC0190457}"/>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1390" y="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801" r:id="rId1"/>
    <p:sldLayoutId id="2147484802" r:id="rId2"/>
    <p:sldLayoutId id="2147484803" r:id="rId3"/>
    <p:sldLayoutId id="2147484804" r:id="rId4"/>
    <p:sldLayoutId id="2147484805" r:id="rId5"/>
    <p:sldLayoutId id="2147484806" r:id="rId6"/>
    <p:sldLayoutId id="2147484807" r:id="rId7"/>
    <p:sldLayoutId id="2147484808" r:id="rId8"/>
    <p:sldLayoutId id="2147484809" r:id="rId9"/>
    <p:sldLayoutId id="2147484810" r:id="rId10"/>
    <p:sldLayoutId id="2147484811" r:id="rId11"/>
    <p:sldLayoutId id="214748481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cSld>
  <p:clrMap bg1="lt1" tx1="dk1" bg2="lt2" tx2="dk2" accent1="accent1" accent2="accent2" accent3="accent3" accent4="accent4" accent5="accent5" accent6="accent6" hlink="hlink" folHlink="folHlink"/>
  <p:sldLayoutIdLst>
    <p:sldLayoutId id="2147484813" r:id="rId1"/>
    <p:sldLayoutId id="2147484814" r:id="rId2"/>
    <p:sldLayoutId id="2147484815" r:id="rId3"/>
    <p:sldLayoutId id="2147484816" r:id="rId4"/>
    <p:sldLayoutId id="2147484817" r:id="rId5"/>
    <p:sldLayoutId id="2147484818" r:id="rId6"/>
    <p:sldLayoutId id="2147484819" r:id="rId7"/>
    <p:sldLayoutId id="2147484820" r:id="rId8"/>
    <p:sldLayoutId id="2147484821" r:id="rId9"/>
    <p:sldLayoutId id="2147484822" r:id="rId10"/>
    <p:sldLayoutId id="2147484823" r:id="rId11"/>
    <p:sldLayoutId id="2147484824" r:id="rId12"/>
    <p:sldLayoutId id="2147484929"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grpSp>
        <p:nvGrpSpPr>
          <p:cNvPr id="12" name="Group 11">
            <a:extLst>
              <a:ext uri="{FF2B5EF4-FFF2-40B4-BE49-F238E27FC236}">
                <a16:creationId xmlns:a16="http://schemas.microsoft.com/office/drawing/2014/main" id="{7D73F42B-7B23-313E-2919-43F388CC64C7}"/>
              </a:ext>
            </a:extLst>
          </p:cNvPr>
          <p:cNvGrpSpPr/>
          <p:nvPr userDrawn="1"/>
        </p:nvGrpSpPr>
        <p:grpSpPr>
          <a:xfrm>
            <a:off x="189038" y="111125"/>
            <a:ext cx="8847458" cy="869603"/>
            <a:chOff x="189038" y="111125"/>
            <a:chExt cx="8847458" cy="869603"/>
          </a:xfrm>
        </p:grpSpPr>
        <p:sp>
          <p:nvSpPr>
            <p:cNvPr id="13" name="Rectangle 12">
              <a:extLst>
                <a:ext uri="{FF2B5EF4-FFF2-40B4-BE49-F238E27FC236}">
                  <a16:creationId xmlns:a16="http://schemas.microsoft.com/office/drawing/2014/main" id="{3AC1D77C-4166-BB80-9F81-7070D836688F}"/>
                </a:ext>
              </a:extLst>
            </p:cNvPr>
            <p:cNvSpPr/>
            <p:nvPr userDrawn="1"/>
          </p:nvSpPr>
          <p:spPr>
            <a:xfrm>
              <a:off x="189038" y="129909"/>
              <a:ext cx="3744415" cy="850819"/>
            </a:xfrm>
            <a:prstGeom prst="rect">
              <a:avLst/>
            </a:prstGeom>
            <a:noFill/>
            <a:ln>
              <a:noFill/>
            </a:ln>
          </p:spPr>
          <p:txBody>
            <a:bodyPr wrap="none" lIns="0" tIns="0" rIns="0" bIns="0" rtlCol="1">
              <a:noAutofit/>
            </a:bodyPr>
            <a:lstStyle/>
            <a:p>
              <a:pPr indent="0" algn="l" rtl="1">
                <a:lnSpc>
                  <a:spcPct val="110000"/>
                </a:lnSpc>
              </a:pPr>
              <a:r>
                <a:rPr lang="ar" sz="2500" b="1" dirty="0">
                  <a:latin typeface="Sakkal Majalla" panose="02000000000000000000" pitchFamily="2" charset="-78"/>
                  <a:cs typeface="Sakkal Majalla" panose="02000000000000000000" pitchFamily="2" charset="-78"/>
                </a:rPr>
                <a:t>شهادة BTEC International من المستوى </a:t>
              </a:r>
              <a:r>
                <a:rPr lang="en-US" sz="2500" b="1" noProof="0" dirty="0">
                  <a:latin typeface="Sakkal Majalla" panose="02000000000000000000" pitchFamily="2" charset="-78"/>
                  <a:cs typeface="Sakkal Majalla" panose="02000000000000000000" pitchFamily="2" charset="-78"/>
                </a:rPr>
                <a:t>3</a:t>
              </a:r>
            </a:p>
            <a:p>
              <a:pPr algn="l">
                <a:lnSpc>
                  <a:spcPct val="110000"/>
                </a:lnSpc>
              </a:pPr>
              <a:r>
                <a:rPr lang="ar-EG" sz="2500" b="1" dirty="0">
                  <a:latin typeface="Sakkal Majalla" panose="02000000000000000000" pitchFamily="2" charset="-78"/>
                  <a:cs typeface="Sakkal Majalla" panose="02000000000000000000" pitchFamily="2" charset="-78"/>
                </a:rPr>
                <a:t>الأعمال</a:t>
              </a:r>
              <a:endParaRPr lang="ar" sz="2500" b="1" dirty="0">
                <a:latin typeface="Sakkal Majalla" panose="02000000000000000000" pitchFamily="2" charset="-78"/>
                <a:cs typeface="Sakkal Majalla" panose="02000000000000000000" pitchFamily="2" charset="-78"/>
              </a:endParaRPr>
            </a:p>
          </p:txBody>
        </p:sp>
        <p:sp>
          <p:nvSpPr>
            <p:cNvPr id="14" name="Rectangle 13">
              <a:extLst>
                <a:ext uri="{FF2B5EF4-FFF2-40B4-BE49-F238E27FC236}">
                  <a16:creationId xmlns:a16="http://schemas.microsoft.com/office/drawing/2014/main" id="{4BCC0227-F3E4-097E-1205-EBDDE68D1BBD}"/>
                </a:ext>
              </a:extLst>
            </p:cNvPr>
            <p:cNvSpPr/>
            <p:nvPr userDrawn="1"/>
          </p:nvSpPr>
          <p:spPr>
            <a:xfrm>
              <a:off x="5796136" y="111125"/>
              <a:ext cx="3240360" cy="850819"/>
            </a:xfrm>
            <a:prstGeom prst="rect">
              <a:avLst/>
            </a:prstGeom>
            <a:solidFill>
              <a:srgbClr val="33B2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55103762"/>
      </p:ext>
    </p:extLst>
  </p:cSld>
  <p:clrMap bg1="lt1" tx1="dk1" bg2="lt2" tx2="dk2" accent1="accent1" accent2="accent2" accent3="accent3" accent4="accent4" accent5="accent5" accent6="accent6" hlink="hlink" folHlink="folHlink"/>
  <p:sldLayoutIdLst>
    <p:sldLayoutId id="2147484826" r:id="rId1"/>
    <p:sldLayoutId id="2147484827" r:id="rId2"/>
    <p:sldLayoutId id="2147484828" r:id="rId3"/>
    <p:sldLayoutId id="2147484829" r:id="rId4"/>
    <p:sldLayoutId id="2147484830" r:id="rId5"/>
    <p:sldLayoutId id="2147484831" r:id="rId6"/>
    <p:sldLayoutId id="2147484832" r:id="rId7"/>
    <p:sldLayoutId id="2147484833" r:id="rId8"/>
    <p:sldLayoutId id="2147484834" r:id="rId9"/>
    <p:sldLayoutId id="2147484835" r:id="rId10"/>
    <p:sldLayoutId id="2147484836" r:id="rId11"/>
    <p:sldLayoutId id="2147484837" r:id="rId12"/>
    <p:sldLayoutId id="2147484930"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770692123"/>
      </p:ext>
    </p:extLst>
  </p:cSld>
  <p:clrMap bg1="lt1" tx1="dk1" bg2="lt2" tx2="dk2" accent1="accent1" accent2="accent2" accent3="accent3" accent4="accent4" accent5="accent5" accent6="accent6" hlink="hlink" folHlink="folHlink"/>
  <p:sldLayoutIdLst>
    <p:sldLayoutId id="2147484839" r:id="rId1"/>
    <p:sldLayoutId id="2147484840" r:id="rId2"/>
    <p:sldLayoutId id="2147484841" r:id="rId3"/>
    <p:sldLayoutId id="2147484842" r:id="rId4"/>
    <p:sldLayoutId id="2147484843" r:id="rId5"/>
    <p:sldLayoutId id="2147484844" r:id="rId6"/>
    <p:sldLayoutId id="2147484845" r:id="rId7"/>
    <p:sldLayoutId id="2147484846" r:id="rId8"/>
    <p:sldLayoutId id="2147484847" r:id="rId9"/>
    <p:sldLayoutId id="2147484848" r:id="rId10"/>
    <p:sldLayoutId id="2147484849" r:id="rId11"/>
    <p:sldLayoutId id="2147484850"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909356872"/>
      </p:ext>
    </p:extLst>
  </p:cSld>
  <p:clrMap bg1="lt1" tx1="dk1" bg2="lt2" tx2="dk2" accent1="accent1" accent2="accent2" accent3="accent3" accent4="accent4" accent5="accent5" accent6="accent6" hlink="hlink" folHlink="folHlink"/>
  <p:sldLayoutIdLst>
    <p:sldLayoutId id="2147484852" r:id="rId1"/>
    <p:sldLayoutId id="2147484853" r:id="rId2"/>
    <p:sldLayoutId id="2147484854" r:id="rId3"/>
    <p:sldLayoutId id="2147484855" r:id="rId4"/>
    <p:sldLayoutId id="2147484856" r:id="rId5"/>
    <p:sldLayoutId id="2147484857" r:id="rId6"/>
    <p:sldLayoutId id="2147484858" r:id="rId7"/>
    <p:sldLayoutId id="2147484859" r:id="rId8"/>
    <p:sldLayoutId id="2147484860" r:id="rId9"/>
    <p:sldLayoutId id="2147484861" r:id="rId10"/>
    <p:sldLayoutId id="2147484862" r:id="rId11"/>
    <p:sldLayoutId id="2147484863"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028825263"/>
      </p:ext>
    </p:extLst>
  </p:cSld>
  <p:clrMap bg1="lt1" tx1="dk1" bg2="lt2" tx2="dk2" accent1="accent1" accent2="accent2" accent3="accent3" accent4="accent4" accent5="accent5" accent6="accent6" hlink="hlink" folHlink="folHlink"/>
  <p:sldLayoutIdLst>
    <p:sldLayoutId id="2147484865" r:id="rId1"/>
    <p:sldLayoutId id="2147484866" r:id="rId2"/>
    <p:sldLayoutId id="2147484867" r:id="rId3"/>
    <p:sldLayoutId id="2147484868" r:id="rId4"/>
    <p:sldLayoutId id="2147484869" r:id="rId5"/>
    <p:sldLayoutId id="2147484870" r:id="rId6"/>
    <p:sldLayoutId id="2147484871" r:id="rId7"/>
    <p:sldLayoutId id="2147484872" r:id="rId8"/>
    <p:sldLayoutId id="2147484873" r:id="rId9"/>
    <p:sldLayoutId id="2147484874" r:id="rId10"/>
    <p:sldLayoutId id="2147484875" r:id="rId11"/>
    <p:sldLayoutId id="2147484876"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701897197"/>
      </p:ext>
    </p:extLst>
  </p:cSld>
  <p:clrMap bg1="lt1" tx1="dk1" bg2="lt2" tx2="dk2" accent1="accent1" accent2="accent2" accent3="accent3" accent4="accent4" accent5="accent5" accent6="accent6" hlink="hlink" folHlink="folHlink"/>
  <p:sldLayoutIdLst>
    <p:sldLayoutId id="2147484878" r:id="rId1"/>
    <p:sldLayoutId id="2147484879" r:id="rId2"/>
    <p:sldLayoutId id="2147484880" r:id="rId3"/>
    <p:sldLayoutId id="2147484881" r:id="rId4"/>
    <p:sldLayoutId id="2147484882" r:id="rId5"/>
    <p:sldLayoutId id="2147484883" r:id="rId6"/>
    <p:sldLayoutId id="2147484884" r:id="rId7"/>
    <p:sldLayoutId id="2147484885" r:id="rId8"/>
    <p:sldLayoutId id="2147484886" r:id="rId9"/>
    <p:sldLayoutId id="2147484887" r:id="rId10"/>
    <p:sldLayoutId id="2147484888" r:id="rId11"/>
    <p:sldLayoutId id="2147484889"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182471028"/>
      </p:ext>
    </p:extLst>
  </p:cSld>
  <p:clrMap bg1="lt1" tx1="dk1" bg2="lt2" tx2="dk2" accent1="accent1" accent2="accent2" accent3="accent3" accent4="accent4" accent5="accent5" accent6="accent6" hlink="hlink" folHlink="folHlink"/>
  <p:sldLayoutIdLst>
    <p:sldLayoutId id="2147484891" r:id="rId1"/>
    <p:sldLayoutId id="2147484892" r:id="rId2"/>
    <p:sldLayoutId id="2147484893" r:id="rId3"/>
    <p:sldLayoutId id="2147484894" r:id="rId4"/>
    <p:sldLayoutId id="2147484895" r:id="rId5"/>
    <p:sldLayoutId id="2147484896" r:id="rId6"/>
    <p:sldLayoutId id="2147484897" r:id="rId7"/>
    <p:sldLayoutId id="2147484898" r:id="rId8"/>
    <p:sldLayoutId id="2147484899" r:id="rId9"/>
    <p:sldLayoutId id="2147484900" r:id="rId10"/>
    <p:sldLayoutId id="2147484901" r:id="rId11"/>
    <p:sldLayoutId id="214748490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310322001"/>
      </p:ext>
    </p:extLst>
  </p:cSld>
  <p:clrMap bg1="lt1" tx1="dk1" bg2="lt2" tx2="dk2" accent1="accent1" accent2="accent2" accent3="accent3" accent4="accent4" accent5="accent5" accent6="accent6" hlink="hlink" folHlink="folHlink"/>
  <p:sldLayoutIdLst>
    <p:sldLayoutId id="2147484904" r:id="rId1"/>
    <p:sldLayoutId id="2147484905" r:id="rId2"/>
    <p:sldLayoutId id="2147484906" r:id="rId3"/>
    <p:sldLayoutId id="2147484907" r:id="rId4"/>
    <p:sldLayoutId id="2147484908" r:id="rId5"/>
    <p:sldLayoutId id="2147484909" r:id="rId6"/>
    <p:sldLayoutId id="2147484910" r:id="rId7"/>
    <p:sldLayoutId id="2147484911" r:id="rId8"/>
    <p:sldLayoutId id="2147484912" r:id="rId9"/>
    <p:sldLayoutId id="2147484913" r:id="rId10"/>
    <p:sldLayoutId id="2147484914" r:id="rId11"/>
    <p:sldLayoutId id="2147484915"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512674478"/>
      </p:ext>
    </p:extLst>
  </p:cSld>
  <p:clrMap bg1="lt1" tx1="dk1" bg2="lt2" tx2="dk2" accent1="accent1" accent2="accent2" accent3="accent3" accent4="accent4" accent5="accent5" accent6="accent6" hlink="hlink" folHlink="folHlink"/>
  <p:sldLayoutIdLst>
    <p:sldLayoutId id="2147484917" r:id="rId1"/>
    <p:sldLayoutId id="2147484918" r:id="rId2"/>
    <p:sldLayoutId id="2147484919" r:id="rId3"/>
    <p:sldLayoutId id="2147484920" r:id="rId4"/>
    <p:sldLayoutId id="2147484921" r:id="rId5"/>
    <p:sldLayoutId id="2147484922" r:id="rId6"/>
    <p:sldLayoutId id="2147484923" r:id="rId7"/>
    <p:sldLayoutId id="2147484924" r:id="rId8"/>
    <p:sldLayoutId id="2147484925" r:id="rId9"/>
    <p:sldLayoutId id="2147484926" r:id="rId10"/>
    <p:sldLayoutId id="2147484927" r:id="rId11"/>
    <p:sldLayoutId id="2147484928"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26.xml"/><Relationship Id="rId4" Type="http://schemas.openxmlformats.org/officeDocument/2006/relationships/image" Target="../media/image12.jpeg"/></Relationships>
</file>

<file path=ppt/slides/_rels/slide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xml"/><Relationship Id="rId1" Type="http://schemas.openxmlformats.org/officeDocument/2006/relationships/slideLayout" Target="../slideLayouts/slideLayout38.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audio" Target="../media/audio1.bin"/><Relationship Id="rId7" Type="http://schemas.openxmlformats.org/officeDocument/2006/relationships/diagramColors" Target="../diagrams/colors1.xml"/><Relationship Id="rId2" Type="http://schemas.openxmlformats.org/officeDocument/2006/relationships/notesSlide" Target="../notesSlides/notesSlide3.xml"/><Relationship Id="rId1" Type="http://schemas.openxmlformats.org/officeDocument/2006/relationships/slideLayout" Target="../slideLayouts/slideLayout29.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audio" Target="../media/audio1.bin"/><Relationship Id="rId7" Type="http://schemas.openxmlformats.org/officeDocument/2006/relationships/diagramColors" Target="../diagrams/colors2.xml"/><Relationship Id="rId2" Type="http://schemas.openxmlformats.org/officeDocument/2006/relationships/notesSlide" Target="../notesSlides/notesSlide4.xml"/><Relationship Id="rId1" Type="http://schemas.openxmlformats.org/officeDocument/2006/relationships/slideLayout" Target="../slideLayouts/slideLayout27.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5.xml"/><Relationship Id="rId1" Type="http://schemas.openxmlformats.org/officeDocument/2006/relationships/slideLayout" Target="../slideLayouts/slideLayout38.xml"/></Relationships>
</file>

<file path=ppt/slides/_rels/slide6.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audio" Target="../media/audio1.bin"/><Relationship Id="rId7" Type="http://schemas.openxmlformats.org/officeDocument/2006/relationships/diagramColors" Target="../diagrams/colors3.xml"/><Relationship Id="rId2" Type="http://schemas.openxmlformats.org/officeDocument/2006/relationships/notesSlide" Target="../notesSlides/notesSlide6.xml"/><Relationship Id="rId1" Type="http://schemas.openxmlformats.org/officeDocument/2006/relationships/slideLayout" Target="../slideLayouts/slideLayout33.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7.xml"/><Relationship Id="rId1" Type="http://schemas.openxmlformats.org/officeDocument/2006/relationships/slideLayout" Target="../slideLayouts/slideLayout38.xml"/></Relationships>
</file>

<file path=ppt/slides/_rels/slide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8.xml"/><Relationship Id="rId1" Type="http://schemas.openxmlformats.org/officeDocument/2006/relationships/slideLayout" Target="../slideLayouts/slideLayout38.xml"/><Relationship Id="rId4" Type="http://schemas.openxmlformats.org/officeDocument/2006/relationships/image" Target="../media/image35.jpeg"/></Relationships>
</file>

<file path=ppt/slides/_rels/slide9.xml.rels><?xml version="1.0" encoding="UTF-8" standalone="yes"?>
<Relationships xmlns="http://schemas.openxmlformats.org/package/2006/relationships"><Relationship Id="rId8" Type="http://schemas.microsoft.com/office/2007/relationships/diagramDrawing" Target="../diagrams/drawing4.xml"/><Relationship Id="rId13" Type="http://schemas.openxmlformats.org/officeDocument/2006/relationships/image" Target="../media/image40.png"/><Relationship Id="rId3" Type="http://schemas.openxmlformats.org/officeDocument/2006/relationships/audio" Target="../media/audio1.bin"/><Relationship Id="rId7" Type="http://schemas.openxmlformats.org/officeDocument/2006/relationships/diagramColors" Target="../diagrams/colors4.xml"/><Relationship Id="rId12" Type="http://schemas.openxmlformats.org/officeDocument/2006/relationships/image" Target="../media/image39.svg"/><Relationship Id="rId2" Type="http://schemas.openxmlformats.org/officeDocument/2006/relationships/notesSlide" Target="../notesSlides/notesSlide9.xml"/><Relationship Id="rId1" Type="http://schemas.openxmlformats.org/officeDocument/2006/relationships/slideLayout" Target="../slideLayouts/slideLayout29.xml"/><Relationship Id="rId6" Type="http://schemas.openxmlformats.org/officeDocument/2006/relationships/diagramQuickStyle" Target="../diagrams/quickStyle4.xml"/><Relationship Id="rId11" Type="http://schemas.openxmlformats.org/officeDocument/2006/relationships/image" Target="../media/image38.png"/><Relationship Id="rId5" Type="http://schemas.openxmlformats.org/officeDocument/2006/relationships/diagramLayout" Target="../diagrams/layout4.xml"/><Relationship Id="rId10" Type="http://schemas.openxmlformats.org/officeDocument/2006/relationships/image" Target="../media/image37.svg"/><Relationship Id="rId4" Type="http://schemas.openxmlformats.org/officeDocument/2006/relationships/diagramData" Target="../diagrams/data4.xml"/><Relationship Id="rId9" Type="http://schemas.openxmlformats.org/officeDocument/2006/relationships/image" Target="../media/image36.png"/><Relationship Id="rId14" Type="http://schemas.openxmlformats.org/officeDocument/2006/relationships/image" Target="../media/image41.svg"/></Relationships>
</file>

<file path=ppt/slides/_rels/slide1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0.xml"/><Relationship Id="rId1" Type="http://schemas.openxmlformats.org/officeDocument/2006/relationships/slideLayout" Target="../slideLayouts/slideLayout38.xml"/></Relationships>
</file>

<file path=ppt/slides/_rels/slide11.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audio" Target="../media/audio1.bin"/><Relationship Id="rId7" Type="http://schemas.openxmlformats.org/officeDocument/2006/relationships/diagramColors" Target="../diagrams/colors5.xml"/><Relationship Id="rId2" Type="http://schemas.openxmlformats.org/officeDocument/2006/relationships/notesSlide" Target="../notesSlides/notesSlide11.xml"/><Relationship Id="rId1" Type="http://schemas.openxmlformats.org/officeDocument/2006/relationships/slideLayout" Target="../slideLayouts/slideLayout37.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12.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audio" Target="../media/audio1.bin"/><Relationship Id="rId7" Type="http://schemas.openxmlformats.org/officeDocument/2006/relationships/diagramColors" Target="../diagrams/colors6.xml"/><Relationship Id="rId2" Type="http://schemas.openxmlformats.org/officeDocument/2006/relationships/notesSlide" Target="../notesSlides/notesSlide12.xml"/><Relationship Id="rId1" Type="http://schemas.openxmlformats.org/officeDocument/2006/relationships/slideLayout" Target="../slideLayouts/slideLayout27.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1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3.xml"/><Relationship Id="rId1" Type="http://schemas.openxmlformats.org/officeDocument/2006/relationships/slideLayout" Target="../slideLayouts/slideLayout38.xml"/><Relationship Id="rId4" Type="http://schemas.openxmlformats.org/officeDocument/2006/relationships/image" Target="../media/image50.jpeg"/></Relationships>
</file>

<file path=ppt/slides/_rels/slide1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4.xml"/><Relationship Id="rId1" Type="http://schemas.openxmlformats.org/officeDocument/2006/relationships/slideLayout" Target="../slideLayouts/slideLayout38.xml"/></Relationships>
</file>

<file path=ppt/slides/_rels/slide1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5.xml"/><Relationship Id="rId1" Type="http://schemas.openxmlformats.org/officeDocument/2006/relationships/slideLayout" Target="../slideLayouts/slideLayout38.xml"/></Relationships>
</file>

<file path=ppt/slides/_rels/slide1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6.xml"/><Relationship Id="rId1" Type="http://schemas.openxmlformats.org/officeDocument/2006/relationships/slideLayout" Target="../slideLayouts/slideLayout38.xml"/><Relationship Id="rId4" Type="http://schemas.openxmlformats.org/officeDocument/2006/relationships/image" Target="../media/image51.jpeg"/></Relationships>
</file>

<file path=ppt/slides/_rels/slide17.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audio" Target="../media/audio1.bin"/><Relationship Id="rId7" Type="http://schemas.openxmlformats.org/officeDocument/2006/relationships/diagramColors" Target="../diagrams/colors7.xml"/><Relationship Id="rId2" Type="http://schemas.openxmlformats.org/officeDocument/2006/relationships/notesSlide" Target="../notesSlides/notesSlide17.xml"/><Relationship Id="rId1" Type="http://schemas.openxmlformats.org/officeDocument/2006/relationships/slideLayout" Target="../slideLayouts/slideLayout27.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1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8.xml"/><Relationship Id="rId1" Type="http://schemas.openxmlformats.org/officeDocument/2006/relationships/slideLayout" Target="../slideLayouts/slideLayout38.xml"/></Relationships>
</file>

<file path=ppt/slides/_rels/slide1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9.xml"/><Relationship Id="rId1" Type="http://schemas.openxmlformats.org/officeDocument/2006/relationships/slideLayout" Target="../slideLayouts/slideLayout38.xml"/></Relationships>
</file>

<file path=ppt/slides/_rels/slide2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0.xml"/><Relationship Id="rId1" Type="http://schemas.openxmlformats.org/officeDocument/2006/relationships/slideLayout" Target="../slideLayouts/slideLayout29.xml"/><Relationship Id="rId4" Type="http://schemas.openxmlformats.org/officeDocument/2006/relationships/image" Target="../media/image56.jpeg"/></Relationships>
</file>

<file path=ppt/slides/_rels/slide21.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audio" Target="../media/audio1.bin"/><Relationship Id="rId7" Type="http://schemas.openxmlformats.org/officeDocument/2006/relationships/diagramColors" Target="../diagrams/colors8.xml"/><Relationship Id="rId2" Type="http://schemas.openxmlformats.org/officeDocument/2006/relationships/notesSlide" Target="../notesSlides/notesSlide21.xml"/><Relationship Id="rId1" Type="http://schemas.openxmlformats.org/officeDocument/2006/relationships/slideLayout" Target="../slideLayouts/slideLayout38.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2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2.xml"/><Relationship Id="rId1" Type="http://schemas.openxmlformats.org/officeDocument/2006/relationships/slideLayout" Target="../slideLayouts/slideLayout38.xml"/></Relationships>
</file>

<file path=ppt/slides/_rels/slide2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3.xml"/><Relationship Id="rId1" Type="http://schemas.openxmlformats.org/officeDocument/2006/relationships/slideLayout" Target="../slideLayouts/slideLayout38.xml"/></Relationships>
</file>

<file path=ppt/slides/_rels/slide24.xml.rels><?xml version="1.0" encoding="UTF-8" standalone="yes"?>
<Relationships xmlns="http://schemas.openxmlformats.org/package/2006/relationships"><Relationship Id="rId8" Type="http://schemas.microsoft.com/office/2007/relationships/diagramDrawing" Target="../diagrams/drawing9.xml"/><Relationship Id="rId3" Type="http://schemas.openxmlformats.org/officeDocument/2006/relationships/audio" Target="../media/audio1.bin"/><Relationship Id="rId7" Type="http://schemas.openxmlformats.org/officeDocument/2006/relationships/diagramColors" Target="../diagrams/colors9.xml"/><Relationship Id="rId2" Type="http://schemas.openxmlformats.org/officeDocument/2006/relationships/notesSlide" Target="../notesSlides/notesSlide24.xml"/><Relationship Id="rId1" Type="http://schemas.openxmlformats.org/officeDocument/2006/relationships/slideLayout" Target="../slideLayouts/slideLayout27.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s>
</file>

<file path=ppt/slides/_rels/slide2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5.xml"/><Relationship Id="rId1" Type="http://schemas.openxmlformats.org/officeDocument/2006/relationships/slideLayout" Target="../slideLayouts/slideLayout38.xml"/></Relationships>
</file>

<file path=ppt/slides/_rels/slide26.xml.rels><?xml version="1.0" encoding="UTF-8" standalone="yes"?>
<Relationships xmlns="http://schemas.openxmlformats.org/package/2006/relationships"><Relationship Id="rId8" Type="http://schemas.microsoft.com/office/2007/relationships/diagramDrawing" Target="../diagrams/drawing10.xml"/><Relationship Id="rId3" Type="http://schemas.openxmlformats.org/officeDocument/2006/relationships/audio" Target="../media/audio1.bin"/><Relationship Id="rId7" Type="http://schemas.openxmlformats.org/officeDocument/2006/relationships/diagramColors" Target="../diagrams/colors10.xml"/><Relationship Id="rId2" Type="http://schemas.openxmlformats.org/officeDocument/2006/relationships/notesSlide" Target="../notesSlides/notesSlide26.xml"/><Relationship Id="rId1" Type="http://schemas.openxmlformats.org/officeDocument/2006/relationships/slideLayout" Target="../slideLayouts/slideLayout33.xml"/><Relationship Id="rId6" Type="http://schemas.openxmlformats.org/officeDocument/2006/relationships/diagramQuickStyle" Target="../diagrams/quickStyle10.xml"/><Relationship Id="rId5" Type="http://schemas.openxmlformats.org/officeDocument/2006/relationships/diagramLayout" Target="../diagrams/layout10.xml"/><Relationship Id="rId4" Type="http://schemas.openxmlformats.org/officeDocument/2006/relationships/diagramData" Target="../diagrams/data10.xml"/></Relationships>
</file>

<file path=ppt/slides/_rels/slide2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7.xml"/><Relationship Id="rId1" Type="http://schemas.openxmlformats.org/officeDocument/2006/relationships/slideLayout" Target="../slideLayouts/slideLayout38.xml"/></Relationships>
</file>

<file path=ppt/slides/_rels/slide2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8.xml"/><Relationship Id="rId1" Type="http://schemas.openxmlformats.org/officeDocument/2006/relationships/slideLayout" Target="../slideLayouts/slideLayout38.xml"/></Relationships>
</file>

<file path=ppt/slides/_rels/slide2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9.xml"/><Relationship Id="rId1" Type="http://schemas.openxmlformats.org/officeDocument/2006/relationships/slideLayout" Target="../slideLayouts/slideLayout30.xml"/><Relationship Id="rId4" Type="http://schemas.openxmlformats.org/officeDocument/2006/relationships/image" Target="../media/image62.jpeg"/></Relationships>
</file>

<file path=ppt/slides/_rels/slide3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0.xml"/><Relationship Id="rId1" Type="http://schemas.openxmlformats.org/officeDocument/2006/relationships/slideLayout" Target="../slideLayouts/slideLayout30.xml"/><Relationship Id="rId4" Type="http://schemas.openxmlformats.org/officeDocument/2006/relationships/image" Target="../media/image63.jpeg"/></Relationships>
</file>

<file path=ppt/slides/_rels/slide31.xml.rels><?xml version="1.0" encoding="UTF-8" standalone="yes"?>
<Relationships xmlns="http://schemas.openxmlformats.org/package/2006/relationships"><Relationship Id="rId8" Type="http://schemas.microsoft.com/office/2007/relationships/diagramDrawing" Target="../diagrams/drawing11.xml"/><Relationship Id="rId3" Type="http://schemas.openxmlformats.org/officeDocument/2006/relationships/audio" Target="../media/audio1.bin"/><Relationship Id="rId7" Type="http://schemas.openxmlformats.org/officeDocument/2006/relationships/diagramColors" Target="../diagrams/colors11.xml"/><Relationship Id="rId2" Type="http://schemas.openxmlformats.org/officeDocument/2006/relationships/notesSlide" Target="../notesSlides/notesSlide31.xml"/><Relationship Id="rId1" Type="http://schemas.openxmlformats.org/officeDocument/2006/relationships/slideLayout" Target="../slideLayouts/slideLayout33.xml"/><Relationship Id="rId6" Type="http://schemas.openxmlformats.org/officeDocument/2006/relationships/diagramQuickStyle" Target="../diagrams/quickStyle11.xml"/><Relationship Id="rId5" Type="http://schemas.openxmlformats.org/officeDocument/2006/relationships/diagramLayout" Target="../diagrams/layout11.xml"/><Relationship Id="rId4" Type="http://schemas.openxmlformats.org/officeDocument/2006/relationships/diagramData" Target="../diagrams/data11.xml"/></Relationships>
</file>

<file path=ppt/slides/_rels/slide3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2.xml"/><Relationship Id="rId1" Type="http://schemas.openxmlformats.org/officeDocument/2006/relationships/slideLayout" Target="../slideLayouts/slideLayout27.xml"/></Relationships>
</file>

<file path=ppt/slides/_rels/slide3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3.xml"/><Relationship Id="rId1" Type="http://schemas.openxmlformats.org/officeDocument/2006/relationships/slideLayout" Target="../slideLayouts/slideLayout38.xml"/><Relationship Id="rId4" Type="http://schemas.openxmlformats.org/officeDocument/2006/relationships/image" Target="../media/image64.jpeg"/></Relationships>
</file>

<file path=ppt/slides/_rels/slide3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4.xml"/><Relationship Id="rId1" Type="http://schemas.openxmlformats.org/officeDocument/2006/relationships/slideLayout" Target="../slideLayouts/slideLayout38.xml"/></Relationships>
</file>

<file path=ppt/slides/_rels/slide3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5.xml"/><Relationship Id="rId1" Type="http://schemas.openxmlformats.org/officeDocument/2006/relationships/slideLayout" Target="../slideLayouts/slideLayout38.xml"/></Relationships>
</file>

<file path=ppt/slides/_rels/slide3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6.xml"/><Relationship Id="rId1" Type="http://schemas.openxmlformats.org/officeDocument/2006/relationships/slideLayout" Target="../slideLayouts/slideLayout38.xml"/></Relationships>
</file>

<file path=ppt/slides/_rels/slide3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7.xml"/><Relationship Id="rId1" Type="http://schemas.openxmlformats.org/officeDocument/2006/relationships/slideLayout" Target="../slideLayouts/slideLayout38.xml"/></Relationships>
</file>

<file path=ppt/slides/_rels/slide38.xml.rels><?xml version="1.0" encoding="UTF-8" standalone="yes"?>
<Relationships xmlns="http://schemas.openxmlformats.org/package/2006/relationships"><Relationship Id="rId8" Type="http://schemas.microsoft.com/office/2007/relationships/diagramDrawing" Target="../diagrams/drawing12.xml"/><Relationship Id="rId3" Type="http://schemas.openxmlformats.org/officeDocument/2006/relationships/audio" Target="../media/audio1.bin"/><Relationship Id="rId7" Type="http://schemas.openxmlformats.org/officeDocument/2006/relationships/diagramColors" Target="../diagrams/colors12.xml"/><Relationship Id="rId2" Type="http://schemas.openxmlformats.org/officeDocument/2006/relationships/notesSlide" Target="../notesSlides/notesSlide38.xml"/><Relationship Id="rId1" Type="http://schemas.openxmlformats.org/officeDocument/2006/relationships/slideLayout" Target="../slideLayouts/slideLayout33.xml"/><Relationship Id="rId6" Type="http://schemas.openxmlformats.org/officeDocument/2006/relationships/diagramQuickStyle" Target="../diagrams/quickStyle12.xml"/><Relationship Id="rId5" Type="http://schemas.openxmlformats.org/officeDocument/2006/relationships/diagramLayout" Target="../diagrams/layout12.xml"/><Relationship Id="rId4" Type="http://schemas.openxmlformats.org/officeDocument/2006/relationships/diagramData" Target="../diagrams/data12.xml"/></Relationships>
</file>

<file path=ppt/slides/_rels/slide3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9.xml"/><Relationship Id="rId1" Type="http://schemas.openxmlformats.org/officeDocument/2006/relationships/slideLayout" Target="../slideLayouts/slideLayout38.xml"/></Relationships>
</file>

<file path=ppt/slides/_rels/slide4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0.xml"/><Relationship Id="rId1" Type="http://schemas.openxmlformats.org/officeDocument/2006/relationships/slideLayout" Target="../slideLayouts/slideLayout38.xml"/></Relationships>
</file>

<file path=ppt/slides/_rels/slide4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1.xml"/><Relationship Id="rId1" Type="http://schemas.openxmlformats.org/officeDocument/2006/relationships/slideLayout" Target="../slideLayouts/slideLayout38.xml"/><Relationship Id="rId4" Type="http://schemas.openxmlformats.org/officeDocument/2006/relationships/image" Target="../media/image67.jpeg"/></Relationships>
</file>

<file path=ppt/slides/_rels/slide4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2.xml"/><Relationship Id="rId1" Type="http://schemas.openxmlformats.org/officeDocument/2006/relationships/slideLayout" Target="../slideLayouts/slideLayout38.xml"/><Relationship Id="rId4" Type="http://schemas.openxmlformats.org/officeDocument/2006/relationships/image" Target="../media/image68.jpeg"/></Relationships>
</file>

<file path=ppt/slides/_rels/slide4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3.xml"/><Relationship Id="rId1" Type="http://schemas.openxmlformats.org/officeDocument/2006/relationships/slideLayout" Target="../slideLayouts/slideLayout29.xml"/><Relationship Id="rId4" Type="http://schemas.openxmlformats.org/officeDocument/2006/relationships/image" Target="../media/image69.jpeg"/></Relationships>
</file>

<file path=ppt/slides/_rels/slide4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4.xml"/><Relationship Id="rId1" Type="http://schemas.openxmlformats.org/officeDocument/2006/relationships/slideLayout" Target="../slideLayouts/slideLayout38.xml"/></Relationships>
</file>

<file path=ppt/slides/_rels/slide4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5.xml"/><Relationship Id="rId1" Type="http://schemas.openxmlformats.org/officeDocument/2006/relationships/slideLayout" Target="../slideLayouts/slideLayout38.xml"/></Relationships>
</file>

<file path=ppt/slides/_rels/slide4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6.xml"/><Relationship Id="rId1" Type="http://schemas.openxmlformats.org/officeDocument/2006/relationships/slideLayout" Target="../slideLayouts/slideLayout38.xml"/></Relationships>
</file>

<file path=ppt/slides/_rels/slide4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7.xml"/><Relationship Id="rId1" Type="http://schemas.openxmlformats.org/officeDocument/2006/relationships/slideLayout" Target="../slideLayouts/slideLayout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86D29E0-B089-110D-BF1E-B3C37F2C37F9}"/>
              </a:ext>
            </a:extLst>
          </p:cNvPr>
          <p:cNvSpPr>
            <a:spLocks noGrp="1" noChangeArrowheads="1"/>
          </p:cNvSpPr>
          <p:nvPr>
            <p:ph type="ctrTitle"/>
          </p:nvPr>
        </p:nvSpPr>
        <p:spPr bwMode="auto">
          <a:xfrm>
            <a:off x="685800" y="1556792"/>
            <a:ext cx="7772400" cy="1470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t>الوحدة 20</a:t>
            </a:r>
            <a:br>
              <a:rPr lang="en-GB" altLang="en-US" sz="4600" dirty="0"/>
            </a:br>
            <a:r>
              <a:rPr lang="ar" sz="4600" dirty="0"/>
              <a:t>أخلاقيات الأعمال</a:t>
            </a:r>
            <a:br>
              <a:rPr lang="en-GB" altLang="en-US" sz="4600" dirty="0"/>
            </a:br>
            <a:br>
              <a:rPr lang="en-US" altLang="en-US" sz="4600" dirty="0"/>
            </a:br>
            <a:endParaRPr lang="en-GB" altLang="en-US" sz="4600" dirty="0"/>
          </a:p>
        </p:txBody>
      </p:sp>
      <p:sp>
        <p:nvSpPr>
          <p:cNvPr id="4" name="Footer Placeholder 2">
            <a:extLst>
              <a:ext uri="{FF2B5EF4-FFF2-40B4-BE49-F238E27FC236}">
                <a16:creationId xmlns:a16="http://schemas.microsoft.com/office/drawing/2014/main" id="{A4E6506E-1791-77CC-4D57-CC4DB25FBFD4}"/>
              </a:ext>
            </a:extLst>
          </p:cNvPr>
          <p:cNvSpPr>
            <a:spLocks noGrp="1"/>
          </p:cNvSpPr>
          <p:nvPr>
            <p:ph type="ftr" sz="quarter" idx="10"/>
          </p:nvPr>
        </p:nvSpPr>
        <p:spPr>
          <a:xfrm>
            <a:off x="0" y="6459538"/>
            <a:ext cx="9144000" cy="287337"/>
          </a:xfrm>
        </p:spPr>
        <p:txBody>
          <a:bodyPr wrap="square" rtlCol="1" anchor="t">
            <a:noAutofit/>
          </a:bodyPr>
          <a:lstStyle/>
          <a:p>
            <a:pPr algn="ctr" rtl="1">
              <a:lnSpc>
                <a:spcPct val="90000"/>
              </a:lnSpc>
              <a:spcAft>
                <a:spcPts val="600"/>
              </a:spcAft>
              <a:defRPr/>
            </a:pPr>
            <a:r>
              <a:rPr lang="ar" sz="1600" dirty="0"/>
              <a:t>© حقوق التأليف والنشر لعام 2024 محفوظة لشركة بيرسون إديوكيشن ليمتد يُسمح بالنسخ للمؤسسة المشترية فقط. </a:t>
            </a:r>
          </a:p>
        </p:txBody>
      </p:sp>
      <p:pic>
        <p:nvPicPr>
          <p:cNvPr id="6" name="Picture 5" descr="A balance scale with people and money&#10;&#10;Description automatically generated with medium confidence">
            <a:extLst>
              <a:ext uri="{FF2B5EF4-FFF2-40B4-BE49-F238E27FC236}">
                <a16:creationId xmlns:a16="http://schemas.microsoft.com/office/drawing/2014/main" id="{5ADC42D7-B766-490F-9FEF-6D07310C22B8}"/>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304256" y="3429000"/>
            <a:ext cx="5004048" cy="2502024"/>
          </a:xfrm>
          <a:prstGeom prst="rect">
            <a:avLst/>
          </a:prstGeom>
        </p:spPr>
      </p:pic>
      <p:sp>
        <p:nvSpPr>
          <p:cNvPr id="2" name="Footer Placeholder 2">
            <a:extLst>
              <a:ext uri="{FF2B5EF4-FFF2-40B4-BE49-F238E27FC236}">
                <a16:creationId xmlns:a16="http://schemas.microsoft.com/office/drawing/2014/main" id="{FF87DDB3-7E2B-3BF3-086F-D644454DF1E4}"/>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A103000398484</a:t>
            </a:r>
            <a:endParaRPr lang="ar" sz="900" dirty="0"/>
          </a:p>
        </p:txBody>
      </p:sp>
    </p:spTree>
  </p:cSld>
  <p:clrMapOvr>
    <a:masterClrMapping/>
  </p:clrMapOvr>
  <p:transition>
    <p:sndAc>
      <p:stSnd>
        <p:snd r:embed="rId3"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2">
            <a:extLst>
              <a:ext uri="{FF2B5EF4-FFF2-40B4-BE49-F238E27FC236}">
                <a16:creationId xmlns:a16="http://schemas.microsoft.com/office/drawing/2014/main" id="{FC4F7FC9-2CE9-41A9-0CEE-4C8BD93B5782}"/>
              </a:ext>
            </a:extLst>
          </p:cNvPr>
          <p:cNvSpPr>
            <a:spLocks noGrp="1" noChangeArrowheads="1"/>
          </p:cNvSpPr>
          <p:nvPr>
            <p:ph type="title"/>
          </p:nvPr>
        </p:nvSpPr>
        <p:spPr bwMode="auto">
          <a:xfrm>
            <a:off x="323528" y="1195388"/>
            <a:ext cx="864096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t>أخلاقيات الأعمال</a:t>
            </a:r>
          </a:p>
        </p:txBody>
      </p:sp>
      <p:sp>
        <p:nvSpPr>
          <p:cNvPr id="30723" name="Content Placeholder 3">
            <a:extLst>
              <a:ext uri="{FF2B5EF4-FFF2-40B4-BE49-F238E27FC236}">
                <a16:creationId xmlns:a16="http://schemas.microsoft.com/office/drawing/2014/main" id="{3C79F714-332C-AB63-03D9-E6D0CAE0623F}"/>
              </a:ext>
            </a:extLst>
          </p:cNvPr>
          <p:cNvSpPr>
            <a:spLocks noGrp="1" noChangeArrowheads="1"/>
          </p:cNvSpPr>
          <p:nvPr>
            <p:ph sz="half" idx="2"/>
          </p:nvPr>
        </p:nvSpPr>
        <p:spPr bwMode="auto">
          <a:xfrm>
            <a:off x="294928" y="2058988"/>
            <a:ext cx="8424935" cy="3242220"/>
          </a:xfrm>
          <a:solidFill>
            <a:schemeClr val="accent5"/>
          </a:solidFill>
        </p:spPr>
        <p:txBody>
          <a:bodyPr vert="horz" wrap="square" lIns="91440" tIns="45720" rIns="91440" bIns="45720" numCol="1" rtlCol="1" anchor="t" anchorCtr="0" compatLnSpc="1">
            <a:prstTxWarp prst="textNoShape">
              <a:avLst/>
            </a:prstTxWarp>
          </a:bodyPr>
          <a:lstStyle/>
          <a:p>
            <a:pPr marL="0" indent="0" rtl="1">
              <a:buNone/>
            </a:pPr>
            <a:r>
              <a:rPr lang="ar" sz="2200" dirty="0"/>
              <a:t>في هذه الوحدة، ستكتسب فهمًا لكيفية قيام المؤسسات بتعزيز السلوك الأخلاقي في مكان العمل والنظر في دراسة الجدوى لتنفيذ ممارسات الأعمال المسؤولة اجتماعيًا. </a:t>
            </a:r>
          </a:p>
          <a:p>
            <a:pPr marL="0" indent="0" rtl="1">
              <a:buNone/>
            </a:pPr>
            <a:r>
              <a:rPr lang="ar" sz="2200" dirty="0"/>
              <a:t>ستعمل على ما يأتي:</a:t>
            </a:r>
          </a:p>
          <a:p>
            <a:pPr rtl="1"/>
            <a:r>
              <a:rPr lang="ar" sz="2200" dirty="0"/>
              <a:t>استكشاف العلاقات بين </a:t>
            </a:r>
            <a:r>
              <a:rPr lang="ar" sz="2200" dirty="0">
                <a:effectLst/>
              </a:rPr>
              <a:t>المؤسسات وأصحاب المصلحة من منظور أخلاقيات الأعمال والمسؤولية الاجتماعية للشركات (CSR)</a:t>
            </a:r>
          </a:p>
          <a:p>
            <a:pPr rtl="1"/>
            <a:r>
              <a:rPr lang="ar" sz="2200" dirty="0">
                <a:effectLst/>
              </a:rPr>
              <a:t>استكشاف تأثير أخلاقيات الأعمال في التكاليف والعمليات والأدوار والمسؤوليات في مكان العمل</a:t>
            </a:r>
          </a:p>
          <a:p>
            <a:pPr rtl="1"/>
            <a:r>
              <a:rPr lang="ar" sz="2200" dirty="0">
                <a:effectLst/>
              </a:rPr>
              <a:t>دراسة دور المسؤولية الاجتماعية للشركات وأهميتها، وكيفية تأثيرها في علاقة المؤسسة مع أصحاب المصلحة في بيئة الأعمال الخارجية الأوسع. </a:t>
            </a:r>
            <a:endParaRPr lang="en-GB" altLang="en-US" sz="2200" dirty="0"/>
          </a:p>
          <a:p>
            <a:pPr marL="0" indent="0" rtl="1">
              <a:buNone/>
            </a:pPr>
            <a:endParaRPr lang="en-GB" altLang="en-US" dirty="0">
              <a:solidFill>
                <a:srgbClr val="FF0000"/>
              </a:solidFill>
            </a:endParaRPr>
          </a:p>
        </p:txBody>
      </p:sp>
      <p:sp>
        <p:nvSpPr>
          <p:cNvPr id="2" name="Footer Placeholder 2">
            <a:extLst>
              <a:ext uri="{FF2B5EF4-FFF2-40B4-BE49-F238E27FC236}">
                <a16:creationId xmlns:a16="http://schemas.microsoft.com/office/drawing/2014/main" id="{B25B00B6-AD0A-8551-FE5A-32A10A203CDB}"/>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A103000398484</a:t>
            </a:r>
            <a:endParaRPr lang="ar" sz="900" dirty="0"/>
          </a:p>
        </p:txBody>
      </p:sp>
    </p:spTree>
  </p:cSld>
  <p:clrMapOvr>
    <a:masterClrMapping/>
  </p:clrMapOvr>
  <p:transition>
    <p:sndAc>
      <p:stSnd>
        <p:snd r:embed="rId3" name="click.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715C3-2163-B9EE-9B6E-E9AB2B04711B}"/>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FBE43A64-630B-33D8-60B0-723B68362A55}"/>
              </a:ext>
            </a:extLst>
          </p:cNvPr>
          <p:cNvSpPr>
            <a:spLocks noGrp="1" noChangeArrowheads="1"/>
          </p:cNvSpPr>
          <p:nvPr>
            <p:ph type="title"/>
          </p:nvPr>
        </p:nvSpPr>
        <p:spPr bwMode="auto">
          <a:xfrm>
            <a:off x="457200" y="1195200"/>
            <a:ext cx="8229600" cy="649624"/>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p>
            <a:pPr rtl="1"/>
            <a:r>
              <a:rPr lang="ar" sz="2200" b="1" dirty="0"/>
              <a:t>كيفية إجراء تقييم هذه الوحدة؟</a:t>
            </a:r>
            <a:endParaRPr lang="en-GB" altLang="en-US" sz="2200" b="1" dirty="0">
              <a:highlight>
                <a:srgbClr val="FFFF00"/>
              </a:highlight>
            </a:endParaRPr>
          </a:p>
        </p:txBody>
      </p:sp>
      <p:graphicFrame>
        <p:nvGraphicFramePr>
          <p:cNvPr id="5" name="Content Placeholder 4">
            <a:extLst>
              <a:ext uri="{FF2B5EF4-FFF2-40B4-BE49-F238E27FC236}">
                <a16:creationId xmlns:a16="http://schemas.microsoft.com/office/drawing/2014/main" id="{9AA54A44-C5B4-7201-7A43-2CB30D2602F0}"/>
              </a:ext>
            </a:extLst>
          </p:cNvPr>
          <p:cNvGraphicFramePr>
            <a:graphicFrameLocks noGrp="1"/>
          </p:cNvGraphicFramePr>
          <p:nvPr>
            <p:ph sz="half" idx="1"/>
            <p:extLst>
              <p:ext uri="{D42A27DB-BD31-4B8C-83A1-F6EECF244321}">
                <p14:modId xmlns:p14="http://schemas.microsoft.com/office/powerpoint/2010/main" val="416398493"/>
              </p:ext>
            </p:extLst>
          </p:nvPr>
        </p:nvGraphicFramePr>
        <p:xfrm>
          <a:off x="251520" y="2060848"/>
          <a:ext cx="8136904" cy="430731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Footer Placeholder 2">
            <a:extLst>
              <a:ext uri="{FF2B5EF4-FFF2-40B4-BE49-F238E27FC236}">
                <a16:creationId xmlns:a16="http://schemas.microsoft.com/office/drawing/2014/main" id="{56BA7674-35ED-EA22-5554-2E4DE4DFC3AD}"/>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A103000398484</a:t>
            </a:r>
            <a:endParaRPr lang="ar" sz="900" dirty="0"/>
          </a:p>
        </p:txBody>
      </p:sp>
    </p:spTree>
    <p:extLst>
      <p:ext uri="{BB962C8B-B14F-4D97-AF65-F5344CB8AC3E}">
        <p14:creationId xmlns:p14="http://schemas.microsoft.com/office/powerpoint/2010/main" val="1462100039"/>
      </p:ext>
    </p:extLst>
  </p:cSld>
  <p:clrMapOvr>
    <a:masterClrMapping/>
  </p:clrMapOvr>
  <p:transition>
    <p:sndAc>
      <p:stSnd>
        <p:snd r:embed="rId3"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2">
            <a:extLst>
              <a:ext uri="{FF2B5EF4-FFF2-40B4-BE49-F238E27FC236}">
                <a16:creationId xmlns:a16="http://schemas.microsoft.com/office/drawing/2014/main" id="{CD9316BF-B3CE-8341-5A0A-249747D6C6E1}"/>
              </a:ext>
            </a:extLst>
          </p:cNvPr>
          <p:cNvSpPr>
            <a:spLocks noGrp="1" noChangeArrowheads="1"/>
          </p:cNvSpPr>
          <p:nvPr>
            <p:ph type="title"/>
          </p:nvPr>
        </p:nvSpPr>
        <p:spPr bwMode="auto">
          <a:xfrm>
            <a:off x="457200" y="1195200"/>
            <a:ext cx="8229600" cy="864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p>
            <a:pPr rtl="1"/>
            <a:r>
              <a:rPr lang="ar" sz="4600" dirty="0"/>
              <a:t>نتاجات التعلُّم أ - ج</a:t>
            </a:r>
            <a:endParaRPr lang="en-GB" altLang="en-US" sz="4600" dirty="0"/>
          </a:p>
        </p:txBody>
      </p:sp>
      <p:graphicFrame>
        <p:nvGraphicFramePr>
          <p:cNvPr id="32773" name="Content Placeholder 3">
            <a:extLst>
              <a:ext uri="{FF2B5EF4-FFF2-40B4-BE49-F238E27FC236}">
                <a16:creationId xmlns:a16="http://schemas.microsoft.com/office/drawing/2014/main" id="{B617BCA7-F402-EA08-9C0C-630C9DA79D07}"/>
              </a:ext>
            </a:extLst>
          </p:cNvPr>
          <p:cNvGraphicFramePr>
            <a:graphicFrameLocks noGrp="1"/>
          </p:cNvGraphicFramePr>
          <p:nvPr>
            <p:ph idx="1"/>
            <p:extLst>
              <p:ext uri="{D42A27DB-BD31-4B8C-83A1-F6EECF244321}">
                <p14:modId xmlns:p14="http://schemas.microsoft.com/office/powerpoint/2010/main" val="321131556"/>
              </p:ext>
            </p:extLst>
          </p:nvPr>
        </p:nvGraphicFramePr>
        <p:xfrm>
          <a:off x="468311" y="2196000"/>
          <a:ext cx="8207375" cy="387843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Footer Placeholder 2">
            <a:extLst>
              <a:ext uri="{FF2B5EF4-FFF2-40B4-BE49-F238E27FC236}">
                <a16:creationId xmlns:a16="http://schemas.microsoft.com/office/drawing/2014/main" id="{FE78926B-DE92-E7A5-1613-BED84C4F7A3F}"/>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A103000398484</a:t>
            </a:r>
            <a:endParaRPr lang="ar" sz="900" dirty="0"/>
          </a:p>
        </p:txBody>
      </p:sp>
    </p:spTree>
  </p:cSld>
  <p:clrMapOvr>
    <a:masterClrMapping/>
  </p:clrMapOvr>
  <p:transition>
    <p:sndAc>
      <p:stSnd>
        <p:snd r:embed="rId3" name="click.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1C1D2-B9A2-8130-3D5C-3663289743C3}"/>
            </a:ext>
          </a:extLst>
        </p:cNvPr>
        <p:cNvGrpSpPr/>
        <p:nvPr/>
      </p:nvGrpSpPr>
      <p:grpSpPr>
        <a:xfrm>
          <a:off x="0" y="0"/>
          <a:ext cx="0" cy="0"/>
          <a:chOff x="0" y="0"/>
          <a:chExt cx="0" cy="0"/>
        </a:xfrm>
      </p:grpSpPr>
      <p:sp>
        <p:nvSpPr>
          <p:cNvPr id="34818" name="Title 2">
            <a:extLst>
              <a:ext uri="{FF2B5EF4-FFF2-40B4-BE49-F238E27FC236}">
                <a16:creationId xmlns:a16="http://schemas.microsoft.com/office/drawing/2014/main" id="{F8F3665B-F043-8C0A-2827-3C6809A2D17A}"/>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t>نتاج التعلُّم أ</a:t>
            </a:r>
            <a:br>
              <a:rPr lang="en-US" altLang="en-US" sz="2600" dirty="0"/>
            </a:br>
            <a:br>
              <a:rPr lang="en-US" altLang="en-US" sz="2600" dirty="0"/>
            </a:br>
            <a:endParaRPr lang="en-GB" altLang="en-US" sz="2600" dirty="0"/>
          </a:p>
        </p:txBody>
      </p:sp>
      <p:sp>
        <p:nvSpPr>
          <p:cNvPr id="34820" name="Rectangle 1">
            <a:extLst>
              <a:ext uri="{FF2B5EF4-FFF2-40B4-BE49-F238E27FC236}">
                <a16:creationId xmlns:a16="http://schemas.microsoft.com/office/drawing/2014/main" id="{249AF87B-6108-601B-A544-435D7D592E2D}"/>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فهم كيفية تطبيق السلوك الأخلاقي في سياق الأعمال </a:t>
            </a:r>
          </a:p>
        </p:txBody>
      </p:sp>
      <p:sp>
        <p:nvSpPr>
          <p:cNvPr id="2" name="Footer Placeholder 2">
            <a:extLst>
              <a:ext uri="{FF2B5EF4-FFF2-40B4-BE49-F238E27FC236}">
                <a16:creationId xmlns:a16="http://schemas.microsoft.com/office/drawing/2014/main" id="{DC354E4A-B331-6186-A47B-C5C174FCCEFE}"/>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A103000398484</a:t>
            </a:r>
            <a:endParaRPr lang="ar" sz="900" dirty="0"/>
          </a:p>
        </p:txBody>
      </p:sp>
    </p:spTree>
    <p:extLst>
      <p:ext uri="{BB962C8B-B14F-4D97-AF65-F5344CB8AC3E}">
        <p14:creationId xmlns:p14="http://schemas.microsoft.com/office/powerpoint/2010/main" val="3899057632"/>
      </p:ext>
    </p:extLst>
  </p:cSld>
  <p:clrMapOvr>
    <a:masterClrMapping/>
  </p:clrMapOvr>
  <p:transition>
    <p:sndAc>
      <p:stSnd>
        <p:snd r:embed="rId3" name="click.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a:extLst>
              <a:ext uri="{FF2B5EF4-FFF2-40B4-BE49-F238E27FC236}">
                <a16:creationId xmlns:a16="http://schemas.microsoft.com/office/drawing/2014/main" id="{BA046072-89F1-313F-A9F5-6C06A79BE4B7}"/>
              </a:ext>
            </a:extLst>
          </p:cNvPr>
          <p:cNvSpPr>
            <a:spLocks noChangeArrowheads="1"/>
          </p:cNvSpPr>
          <p:nvPr/>
        </p:nvSpPr>
        <p:spPr bwMode="auto">
          <a:xfrm>
            <a:off x="5678486" y="1195200"/>
            <a:ext cx="3008313" cy="865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b"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spcAft>
                <a:spcPts val="600"/>
              </a:spcAft>
            </a:pPr>
            <a:endParaRPr lang="en-US" altLang="en-US" sz="2000" b="1" dirty="0">
              <a:solidFill>
                <a:schemeClr val="tx2"/>
              </a:solidFill>
              <a:latin typeface="Sakkal Majalla" panose="02000000000000000000" pitchFamily="2" charset="-78"/>
              <a:cs typeface="Sakkal Majalla" panose="02000000000000000000" pitchFamily="2" charset="-78"/>
            </a:endParaRPr>
          </a:p>
        </p:txBody>
      </p:sp>
      <p:sp>
        <p:nvSpPr>
          <p:cNvPr id="11" name="Text Placeholder 2">
            <a:extLst>
              <a:ext uri="{FF2B5EF4-FFF2-40B4-BE49-F238E27FC236}">
                <a16:creationId xmlns:a16="http://schemas.microsoft.com/office/drawing/2014/main" id="{11174F65-4DDD-B67D-6F81-2CDC2253F244}"/>
              </a:ext>
            </a:extLst>
          </p:cNvPr>
          <p:cNvSpPr>
            <a:spLocks noGrp="1"/>
          </p:cNvSpPr>
          <p:nvPr>
            <p:ph type="body" sz="half" idx="2"/>
          </p:nvPr>
        </p:nvSpPr>
        <p:spPr>
          <a:xfrm>
            <a:off x="5678488" y="1452298"/>
            <a:ext cx="3008313" cy="3056822"/>
          </a:xfrm>
          <a:solidFill>
            <a:schemeClr val="accent5"/>
          </a:solidFill>
        </p:spPr>
        <p:txBody>
          <a:bodyPr rtlCol="1"/>
          <a:lstStyle/>
          <a:p>
            <a:pPr rtl="1"/>
            <a:r>
              <a:rPr lang="ar" sz="1800" dirty="0">
                <a:solidFill>
                  <a:schemeClr val="tx2"/>
                </a:solidFill>
              </a:rPr>
              <a:t>نتاج التعلم أ:</a:t>
            </a:r>
          </a:p>
          <a:p>
            <a:pPr marL="285750" indent="-285750" rtl="1">
              <a:buFont typeface="Arial" panose="020B0604020202020204" pitchFamily="34" charset="0"/>
              <a:buChar char="•"/>
            </a:pPr>
            <a:r>
              <a:rPr lang="ar" sz="1800" dirty="0">
                <a:solidFill>
                  <a:schemeClr val="tx2"/>
                </a:solidFill>
              </a:rPr>
              <a:t>يقدم مفهوم أخلاقيات الأعمال</a:t>
            </a:r>
          </a:p>
          <a:p>
            <a:pPr marL="285750" indent="-285750" rtl="1">
              <a:buFont typeface="Arial" panose="020B0604020202020204" pitchFamily="34" charset="0"/>
              <a:buChar char="•"/>
            </a:pPr>
            <a:r>
              <a:rPr lang="ar" sz="1800" dirty="0">
                <a:solidFill>
                  <a:schemeClr val="tx2"/>
                </a:solidFill>
              </a:rPr>
              <a:t>يلقي نظرة على قواعد الممارسة الخاصة بالقطاع والممارسات المهنية والغرض منها </a:t>
            </a:r>
          </a:p>
          <a:p>
            <a:pPr marL="285750" indent="-285750" rtl="1">
              <a:buFont typeface="Arial" panose="020B0604020202020204" pitchFamily="34" charset="0"/>
              <a:buChar char="•"/>
            </a:pPr>
            <a:r>
              <a:rPr lang="ar" sz="1800" dirty="0">
                <a:solidFill>
                  <a:schemeClr val="tx2"/>
                </a:solidFill>
              </a:rPr>
              <a:t>ينظر في ميزات وخصائص القيم الأخلاقية والمعنوية لممارسات الأعمال</a:t>
            </a:r>
          </a:p>
          <a:p>
            <a:pPr marL="285750" indent="-285750" rtl="1">
              <a:buFont typeface="Arial" panose="020B0604020202020204" pitchFamily="34" charset="0"/>
              <a:buChar char="•"/>
            </a:pPr>
            <a:r>
              <a:rPr lang="ar" sz="1800" dirty="0">
                <a:solidFill>
                  <a:schemeClr val="tx2"/>
                </a:solidFill>
              </a:rPr>
              <a:t>يستكشف تأثير الأخلاق في سلوك الأفراد والكيفية التي يمكن بها للمؤسسة تعزيز السلوك الأخلاقي في القوى العاملة لديها.</a:t>
            </a:r>
            <a:endParaRPr lang="en-US" sz="1800" dirty="0"/>
          </a:p>
        </p:txBody>
      </p:sp>
      <p:graphicFrame>
        <p:nvGraphicFramePr>
          <p:cNvPr id="5" name="Content Placeholder 3">
            <a:extLst>
              <a:ext uri="{FF2B5EF4-FFF2-40B4-BE49-F238E27FC236}">
                <a16:creationId xmlns:a16="http://schemas.microsoft.com/office/drawing/2014/main" id="{4972FC8C-DE48-E72E-644B-B7FEA8508A23}"/>
              </a:ext>
            </a:extLst>
          </p:cNvPr>
          <p:cNvGraphicFramePr>
            <a:graphicFrameLocks/>
          </p:cNvGraphicFramePr>
          <p:nvPr>
            <p:extLst>
              <p:ext uri="{D42A27DB-BD31-4B8C-83A1-F6EECF244321}">
                <p14:modId xmlns:p14="http://schemas.microsoft.com/office/powerpoint/2010/main" val="2062427239"/>
              </p:ext>
            </p:extLst>
          </p:nvPr>
        </p:nvGraphicFramePr>
        <p:xfrm>
          <a:off x="550714" y="1628800"/>
          <a:ext cx="4597350" cy="452829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Footer Placeholder 2">
            <a:extLst>
              <a:ext uri="{FF2B5EF4-FFF2-40B4-BE49-F238E27FC236}">
                <a16:creationId xmlns:a16="http://schemas.microsoft.com/office/drawing/2014/main" id="{8FC92462-FE82-6199-B2FE-224A1910003A}"/>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A103000398484</a:t>
            </a:r>
            <a:endParaRPr lang="ar" sz="900" dirty="0"/>
          </a:p>
        </p:txBody>
      </p:sp>
    </p:spTree>
  </p:cSld>
  <p:clrMapOvr>
    <a:masterClrMapping/>
  </p:clrMapOvr>
  <p:transition>
    <p:sndAc>
      <p:stSnd>
        <p:snd r:embed="rId3" name="click.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97A52-B932-BE8A-ACB5-3794161B0E95}"/>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87D5EAD7-2487-20E7-2472-A73DB195BF7A}"/>
              </a:ext>
            </a:extLst>
          </p:cNvPr>
          <p:cNvSpPr>
            <a:spLocks noGrp="1" noChangeArrowheads="1"/>
          </p:cNvSpPr>
          <p:nvPr>
            <p:ph type="title"/>
          </p:nvPr>
        </p:nvSpPr>
        <p:spPr bwMode="auto">
          <a:xfrm>
            <a:off x="323528" y="1195388"/>
            <a:ext cx="8640960" cy="433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t>أ1 سمات أخلاقيات العمل (1)</a:t>
            </a:r>
          </a:p>
        </p:txBody>
      </p:sp>
      <p:sp>
        <p:nvSpPr>
          <p:cNvPr id="30723" name="Content Placeholder 3">
            <a:extLst>
              <a:ext uri="{FF2B5EF4-FFF2-40B4-BE49-F238E27FC236}">
                <a16:creationId xmlns:a16="http://schemas.microsoft.com/office/drawing/2014/main" id="{3EF98FC4-BF68-C414-D35B-A92D1BEE4DE8}"/>
              </a:ext>
            </a:extLst>
          </p:cNvPr>
          <p:cNvSpPr>
            <a:spLocks noGrp="1" noChangeArrowheads="1"/>
          </p:cNvSpPr>
          <p:nvPr>
            <p:ph sz="half" idx="2"/>
          </p:nvPr>
        </p:nvSpPr>
        <p:spPr bwMode="auto">
          <a:xfrm>
            <a:off x="3923929" y="1644824"/>
            <a:ext cx="4752527" cy="4880520"/>
          </a:xfrm>
          <a:solidFill>
            <a:schemeClr val="accent5"/>
          </a:solidFill>
        </p:spPr>
        <p:txBody>
          <a:bodyPr vert="horz" wrap="square" lIns="91440" tIns="45720" rIns="91440" bIns="45720" numCol="1" rtlCol="1" anchor="t" anchorCtr="0" compatLnSpc="1">
            <a:prstTxWarp prst="textNoShape">
              <a:avLst/>
            </a:prstTxWarp>
          </a:bodyPr>
          <a:lstStyle/>
          <a:p>
            <a:pPr marL="0" indent="0" rtl="1" fontAlgn="ctr">
              <a:buNone/>
            </a:pPr>
            <a:r>
              <a:rPr lang="ar" sz="1800" b="1" dirty="0"/>
              <a:t>أخلاقيات</a:t>
            </a:r>
            <a:r>
              <a:rPr lang="ar" sz="1800" b="1" u="none" strike="noStrike" dirty="0">
                <a:effectLst/>
              </a:rPr>
              <a:t> </a:t>
            </a:r>
            <a:r>
              <a:rPr lang="ar" sz="1800" u="none" strike="noStrike" dirty="0">
                <a:effectLst/>
              </a:rPr>
              <a:t>الأعمال يمكنها تعريفها بأنها امتلاك الأخلاق والمبادئ و"فعل الشيء الصحيح"، بصرف النظر عن الربح.</a:t>
            </a:r>
          </a:p>
          <a:p>
            <a:pPr marL="0" indent="0" rtl="1">
              <a:lnSpc>
                <a:spcPct val="90000"/>
              </a:lnSpc>
              <a:buNone/>
            </a:pPr>
            <a:endParaRPr lang="en-US" sz="1200" b="1" dirty="0"/>
          </a:p>
          <a:p>
            <a:pPr marL="0" indent="0" rtl="1">
              <a:lnSpc>
                <a:spcPct val="90000"/>
              </a:lnSpc>
              <a:buNone/>
            </a:pPr>
            <a:r>
              <a:rPr lang="ar" sz="1800" dirty="0"/>
              <a:t>تشكل </a:t>
            </a:r>
            <a:r>
              <a:rPr lang="ar" sz="1800" b="1" dirty="0"/>
              <a:t>القيم الأخلاقية</a:t>
            </a:r>
            <a:r>
              <a:rPr lang="ar" sz="1800" dirty="0"/>
              <a:t> نبراسًا تهتدي به الشركة في أداء أعمالها. وهي ترتبط بالغرض من الأعمال وقيمها الأساسية الموضحة في قوائم الرؤية والقيمة والرسالة. </a:t>
            </a:r>
          </a:p>
          <a:p>
            <a:pPr marL="0" indent="0" rtl="1">
              <a:lnSpc>
                <a:spcPct val="90000"/>
              </a:lnSpc>
              <a:buNone/>
            </a:pPr>
            <a:endParaRPr lang="en-GB" sz="1200" dirty="0">
              <a:effectLst/>
            </a:endParaRPr>
          </a:p>
          <a:p>
            <a:pPr marL="0" indent="0" rtl="1">
              <a:lnSpc>
                <a:spcPct val="90000"/>
              </a:lnSpc>
              <a:buNone/>
            </a:pPr>
            <a:r>
              <a:rPr lang="ar" sz="1800" dirty="0">
                <a:effectLst/>
              </a:rPr>
              <a:t>تشمل القيم الأخلاقية النموذجية ما يأتي:</a:t>
            </a:r>
            <a:endParaRPr lang="en-GB" sz="1800" dirty="0"/>
          </a:p>
          <a:p>
            <a:pPr lvl="1" rtl="1">
              <a:lnSpc>
                <a:spcPct val="90000"/>
              </a:lnSpc>
              <a:buFont typeface="Arial" pitchFamily="2" charset="2"/>
              <a:buChar char="•"/>
            </a:pPr>
            <a:r>
              <a:rPr lang="ar" sz="1800" dirty="0"/>
              <a:t>الصدق</a:t>
            </a:r>
          </a:p>
          <a:p>
            <a:pPr lvl="1" rtl="1">
              <a:lnSpc>
                <a:spcPct val="90000"/>
              </a:lnSpc>
              <a:buFont typeface="Arial" pitchFamily="2" charset="2"/>
              <a:buChar char="•"/>
            </a:pPr>
            <a:r>
              <a:rPr lang="ar" sz="1800" dirty="0"/>
              <a:t>النزاهة</a:t>
            </a:r>
          </a:p>
          <a:p>
            <a:pPr lvl="1" rtl="1">
              <a:lnSpc>
                <a:spcPct val="90000"/>
              </a:lnSpc>
              <a:buFont typeface="Arial" pitchFamily="2" charset="2"/>
              <a:buChar char="•"/>
            </a:pPr>
            <a:r>
              <a:rPr lang="ar" sz="1800" dirty="0"/>
              <a:t>الإنصاف</a:t>
            </a:r>
          </a:p>
          <a:p>
            <a:pPr lvl="1" rtl="1">
              <a:lnSpc>
                <a:spcPct val="90000"/>
              </a:lnSpc>
              <a:buFont typeface="Arial" pitchFamily="2" charset="2"/>
              <a:buChar char="•"/>
            </a:pPr>
            <a:r>
              <a:rPr lang="ar" sz="1800" dirty="0"/>
              <a:t>الشمول</a:t>
            </a:r>
          </a:p>
          <a:p>
            <a:pPr lvl="1" rtl="1">
              <a:lnSpc>
                <a:spcPct val="90000"/>
              </a:lnSpc>
              <a:buFont typeface="Arial" pitchFamily="2" charset="2"/>
              <a:buChar char="•"/>
            </a:pPr>
            <a:r>
              <a:rPr lang="ar" sz="1800" dirty="0"/>
              <a:t>الاحترام</a:t>
            </a:r>
          </a:p>
          <a:p>
            <a:pPr lvl="1" rtl="1">
              <a:lnSpc>
                <a:spcPct val="90000"/>
              </a:lnSpc>
              <a:buFont typeface="Arial" pitchFamily="2" charset="2"/>
              <a:buChar char="•"/>
            </a:pPr>
            <a:r>
              <a:rPr lang="ar" sz="1800" dirty="0"/>
              <a:t>الثقة</a:t>
            </a:r>
          </a:p>
          <a:p>
            <a:pPr lvl="1" rtl="1">
              <a:lnSpc>
                <a:spcPct val="90000"/>
              </a:lnSpc>
              <a:buFont typeface="Arial" pitchFamily="2" charset="2"/>
              <a:buChar char="•"/>
            </a:pPr>
            <a:r>
              <a:rPr lang="ar" sz="1800" dirty="0"/>
              <a:t>المسؤولية</a:t>
            </a:r>
            <a:endParaRPr lang="en-GB" sz="1800" dirty="0">
              <a:effectLst/>
            </a:endParaRPr>
          </a:p>
          <a:p>
            <a:pPr lvl="1" rtl="1">
              <a:lnSpc>
                <a:spcPct val="90000"/>
              </a:lnSpc>
              <a:buFont typeface="Arial" pitchFamily="2" charset="2"/>
              <a:buChar char="•"/>
            </a:pPr>
            <a:r>
              <a:rPr lang="ar" sz="1800" dirty="0">
                <a:effectLst/>
              </a:rPr>
              <a:t>الانفتاح</a:t>
            </a:r>
          </a:p>
          <a:p>
            <a:pPr lvl="1" rtl="1">
              <a:lnSpc>
                <a:spcPct val="90000"/>
              </a:lnSpc>
              <a:buFont typeface="Arial" pitchFamily="2" charset="2"/>
              <a:buChar char="•"/>
            </a:pPr>
            <a:r>
              <a:rPr lang="ar" sz="1800" dirty="0">
                <a:effectLst/>
              </a:rPr>
              <a:t>الشفافية</a:t>
            </a:r>
            <a:endParaRPr lang="en-GB" sz="1800" dirty="0"/>
          </a:p>
          <a:p>
            <a:pPr marL="457200" lvl="1" indent="0" rtl="1">
              <a:lnSpc>
                <a:spcPct val="90000"/>
              </a:lnSpc>
              <a:buNone/>
            </a:pPr>
            <a:endParaRPr lang="en-GB" sz="1600" b="0" i="0" u="none" strike="noStrike" dirty="0">
              <a:solidFill>
                <a:srgbClr val="000000"/>
              </a:solidFill>
              <a:effectLst/>
            </a:endParaRPr>
          </a:p>
          <a:p>
            <a:pPr marL="0" indent="0" rtl="1">
              <a:buNone/>
            </a:pPr>
            <a:endParaRPr lang="en-GB" altLang="en-US" dirty="0">
              <a:solidFill>
                <a:srgbClr val="FF0000"/>
              </a:solidFill>
            </a:endParaRPr>
          </a:p>
        </p:txBody>
      </p:sp>
      <p:sp>
        <p:nvSpPr>
          <p:cNvPr id="4" name="Rectangle 3">
            <a:extLst>
              <a:ext uri="{FF2B5EF4-FFF2-40B4-BE49-F238E27FC236}">
                <a16:creationId xmlns:a16="http://schemas.microsoft.com/office/drawing/2014/main" id="{6DB63FA5-7135-3971-4BEC-1944C94776C6}"/>
              </a:ext>
            </a:extLst>
          </p:cNvPr>
          <p:cNvSpPr/>
          <p:nvPr/>
        </p:nvSpPr>
        <p:spPr>
          <a:xfrm>
            <a:off x="143705" y="1644824"/>
            <a:ext cx="3672408" cy="3368352"/>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dirty="0">
              <a:latin typeface="Sakkal Majalla" panose="02000000000000000000" pitchFamily="2" charset="-78"/>
            </a:endParaRPr>
          </a:p>
        </p:txBody>
      </p:sp>
      <p:sp>
        <p:nvSpPr>
          <p:cNvPr id="5" name="TextBox 4">
            <a:extLst>
              <a:ext uri="{FF2B5EF4-FFF2-40B4-BE49-F238E27FC236}">
                <a16:creationId xmlns:a16="http://schemas.microsoft.com/office/drawing/2014/main" id="{40EF368F-C5AE-6DFB-808C-209BBF6E383D}"/>
              </a:ext>
            </a:extLst>
          </p:cNvPr>
          <p:cNvSpPr txBox="1"/>
          <p:nvPr/>
        </p:nvSpPr>
        <p:spPr>
          <a:xfrm>
            <a:off x="143705" y="1644824"/>
            <a:ext cx="3672408" cy="30803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sz="2000" b="1" dirty="0">
                <a:solidFill>
                  <a:srgbClr val="7030A0"/>
                </a:solidFill>
                <a:latin typeface="Sakkal Majalla" panose="02000000000000000000" pitchFamily="2" charset="-78"/>
                <a:cs typeface="Sakkal Majalla" panose="02000000000000000000" pitchFamily="2" charset="-78"/>
              </a:rPr>
              <a:t>مناقشة</a:t>
            </a:r>
            <a:r>
              <a:rPr lang="ar" sz="2000" dirty="0">
                <a:solidFill>
                  <a:srgbClr val="7030A0"/>
                </a:solidFill>
                <a:latin typeface="Sakkal Majalla" panose="02000000000000000000" pitchFamily="2" charset="-78"/>
                <a:cs typeface="Sakkal Majalla" panose="02000000000000000000" pitchFamily="2" charset="-78"/>
              </a:rPr>
              <a:t>: </a:t>
            </a:r>
          </a:p>
          <a:p>
            <a:pPr rtl="1"/>
            <a:r>
              <a:rPr lang="ar" sz="2000" dirty="0">
                <a:solidFill>
                  <a:srgbClr val="7030A0"/>
                </a:solidFill>
                <a:latin typeface="Sakkal Majalla" panose="02000000000000000000" pitchFamily="2" charset="-78"/>
                <a:cs typeface="Sakkal Majalla" panose="02000000000000000000" pitchFamily="2" charset="-78"/>
              </a:rPr>
              <a:t>اتفق على مثال للمؤسسة الملتزمة بالأخلاقيات في منطقتك.</a:t>
            </a:r>
          </a:p>
          <a:p>
            <a:pPr rtl="1"/>
            <a:endParaRPr lang="en-US" sz="2000" dirty="0">
              <a:solidFill>
                <a:srgbClr val="7030A0"/>
              </a:solidFill>
              <a:latin typeface="Sakkal Majalla" panose="02000000000000000000" pitchFamily="2" charset="-78"/>
              <a:cs typeface="Sakkal Majalla" panose="02000000000000000000" pitchFamily="2" charset="-78"/>
            </a:endParaRPr>
          </a:p>
          <a:p>
            <a:pPr marL="285750" indent="-285750" rtl="1">
              <a:buFont typeface="Arial" panose="020B0604020202020204" pitchFamily="34" charset="0"/>
              <a:buChar char="•"/>
            </a:pPr>
            <a:r>
              <a:rPr lang="ar" sz="2000" dirty="0">
                <a:solidFill>
                  <a:srgbClr val="7030A0"/>
                </a:solidFill>
                <a:latin typeface="Sakkal Majalla" panose="02000000000000000000" pitchFamily="2" charset="-78"/>
                <a:cs typeface="Sakkal Majalla" panose="02000000000000000000" pitchFamily="2" charset="-78"/>
              </a:rPr>
              <a:t>كيف يتم ضمان العدالة والشمول في بيئة الأعمال التنافسية؟</a:t>
            </a:r>
          </a:p>
          <a:p>
            <a:pPr marL="285750" indent="-285750" rtl="1">
              <a:buFont typeface="Arial" panose="020B0604020202020204" pitchFamily="34" charset="0"/>
              <a:buChar char="•"/>
            </a:pPr>
            <a:r>
              <a:rPr lang="ar" sz="2000" dirty="0">
                <a:solidFill>
                  <a:srgbClr val="7030A0"/>
                </a:solidFill>
                <a:latin typeface="Sakkal Majalla" panose="02000000000000000000" pitchFamily="2" charset="-78"/>
                <a:cs typeface="Sakkal Majalla" panose="02000000000000000000" pitchFamily="2" charset="-78"/>
              </a:rPr>
              <a:t>ما الذي يجعلها تحظى بالاحترام والثقة من قبل العملاء وأصحاب المصلحة والمنافسين والجمهور؟</a:t>
            </a:r>
          </a:p>
        </p:txBody>
      </p:sp>
      <p:sp>
        <p:nvSpPr>
          <p:cNvPr id="8" name="Rectangle 7">
            <a:extLst>
              <a:ext uri="{FF2B5EF4-FFF2-40B4-BE49-F238E27FC236}">
                <a16:creationId xmlns:a16="http://schemas.microsoft.com/office/drawing/2014/main" id="{AFF23140-7AF8-F034-0EB1-0BAC5677393D}"/>
              </a:ext>
            </a:extLst>
          </p:cNvPr>
          <p:cNvSpPr/>
          <p:nvPr/>
        </p:nvSpPr>
        <p:spPr>
          <a:xfrm>
            <a:off x="143705" y="5157193"/>
            <a:ext cx="3661916" cy="1368152"/>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sz="1400" dirty="0">
              <a:latin typeface="Sakkal Majalla" panose="02000000000000000000" pitchFamily="2" charset="-78"/>
              <a:cs typeface="Sakkal Majalla" panose="02000000000000000000" pitchFamily="2" charset="-78"/>
            </a:endParaRPr>
          </a:p>
        </p:txBody>
      </p:sp>
      <p:sp>
        <p:nvSpPr>
          <p:cNvPr id="9" name="TextBox 8">
            <a:extLst>
              <a:ext uri="{FF2B5EF4-FFF2-40B4-BE49-F238E27FC236}">
                <a16:creationId xmlns:a16="http://schemas.microsoft.com/office/drawing/2014/main" id="{39C20025-4D35-EB32-0D20-99C612EF02CA}"/>
              </a:ext>
            </a:extLst>
          </p:cNvPr>
          <p:cNvSpPr txBox="1"/>
          <p:nvPr/>
        </p:nvSpPr>
        <p:spPr>
          <a:xfrm>
            <a:off x="143705" y="5229200"/>
            <a:ext cx="3555086" cy="116194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b="1" dirty="0">
                <a:solidFill>
                  <a:srgbClr val="7030A0"/>
                </a:solidFill>
                <a:latin typeface="Sakkal Majalla" panose="02000000000000000000" pitchFamily="2" charset="-78"/>
                <a:cs typeface="Sakkal Majalla" panose="02000000000000000000" pitchFamily="2" charset="-78"/>
              </a:rPr>
              <a:t>نصائح مهمة</a:t>
            </a:r>
            <a:r>
              <a:rPr lang="ar" dirty="0">
                <a:solidFill>
                  <a:srgbClr val="7030A0"/>
                </a:solidFill>
                <a:latin typeface="Sakkal Majalla" panose="02000000000000000000" pitchFamily="2" charset="-78"/>
                <a:cs typeface="Sakkal Majalla" panose="02000000000000000000" pitchFamily="2" charset="-78"/>
              </a:rPr>
              <a:t>: </a:t>
            </a:r>
          </a:p>
          <a:p>
            <a:pPr rtl="1"/>
            <a:r>
              <a:rPr lang="ar" dirty="0">
                <a:solidFill>
                  <a:srgbClr val="7030A0"/>
                </a:solidFill>
                <a:latin typeface="Sakkal Majalla" panose="02000000000000000000" pitchFamily="2" charset="-78"/>
                <a:cs typeface="Sakkal Majalla" panose="02000000000000000000" pitchFamily="2" charset="-78"/>
              </a:rPr>
              <a:t>أعد النظر في الوحدتين 1 و2 لتذكير نفسك بأخلاقيات وقيم مؤسسات الأعمال</a:t>
            </a:r>
          </a:p>
        </p:txBody>
      </p:sp>
      <p:sp>
        <p:nvSpPr>
          <p:cNvPr id="2" name="Footer Placeholder 2">
            <a:extLst>
              <a:ext uri="{FF2B5EF4-FFF2-40B4-BE49-F238E27FC236}">
                <a16:creationId xmlns:a16="http://schemas.microsoft.com/office/drawing/2014/main" id="{76A6A468-5AA4-C88E-48F0-7776A967ABB2}"/>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A103000398484</a:t>
            </a:r>
            <a:endParaRPr lang="ar" sz="900" dirty="0"/>
          </a:p>
        </p:txBody>
      </p:sp>
    </p:spTree>
    <p:extLst>
      <p:ext uri="{BB962C8B-B14F-4D97-AF65-F5344CB8AC3E}">
        <p14:creationId xmlns:p14="http://schemas.microsoft.com/office/powerpoint/2010/main" val="1978475547"/>
      </p:ext>
    </p:extLst>
  </p:cSld>
  <p:clrMapOvr>
    <a:masterClrMapping/>
  </p:clrMapOvr>
  <p:transition>
    <p:sndAc>
      <p:stSnd>
        <p:snd r:embed="rId3" name="click.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DD666-8DB2-E5B5-1202-DBA02EE9B3BC}"/>
            </a:ext>
          </a:extLst>
        </p:cNvPr>
        <p:cNvGrpSpPr/>
        <p:nvPr/>
      </p:nvGrpSpPr>
      <p:grpSpPr>
        <a:xfrm>
          <a:off x="0" y="0"/>
          <a:ext cx="0" cy="0"/>
          <a:chOff x="0" y="0"/>
          <a:chExt cx="0" cy="0"/>
        </a:xfrm>
      </p:grpSpPr>
      <p:pic>
        <p:nvPicPr>
          <p:cNvPr id="3" name="Picture 2" descr="A green and red smiley faces&#10;&#10;Description automatically generated">
            <a:extLst>
              <a:ext uri="{FF2B5EF4-FFF2-40B4-BE49-F238E27FC236}">
                <a16:creationId xmlns:a16="http://schemas.microsoft.com/office/drawing/2014/main" id="{76F5390F-5C8F-538A-4793-CD4F1A07C6A4}"/>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37186" y="3166594"/>
            <a:ext cx="2422646" cy="2422646"/>
          </a:xfrm>
          <a:prstGeom prst="rect">
            <a:avLst/>
          </a:prstGeom>
        </p:spPr>
      </p:pic>
      <p:sp>
        <p:nvSpPr>
          <p:cNvPr id="30722" name="Title 2">
            <a:extLst>
              <a:ext uri="{FF2B5EF4-FFF2-40B4-BE49-F238E27FC236}">
                <a16:creationId xmlns:a16="http://schemas.microsoft.com/office/drawing/2014/main" id="{B7852D8B-1754-8F5D-049A-0DD5F70BDC6D}"/>
              </a:ext>
            </a:extLst>
          </p:cNvPr>
          <p:cNvSpPr>
            <a:spLocks noGrp="1" noChangeArrowheads="1"/>
          </p:cNvSpPr>
          <p:nvPr>
            <p:ph type="title"/>
          </p:nvPr>
        </p:nvSpPr>
        <p:spPr bwMode="auto">
          <a:xfrm>
            <a:off x="323528" y="1195388"/>
            <a:ext cx="8640960" cy="433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t>أ1 القيام بالشيء الصحيح</a:t>
            </a:r>
          </a:p>
        </p:txBody>
      </p:sp>
      <p:sp>
        <p:nvSpPr>
          <p:cNvPr id="30723" name="Content Placeholder 3">
            <a:extLst>
              <a:ext uri="{FF2B5EF4-FFF2-40B4-BE49-F238E27FC236}">
                <a16:creationId xmlns:a16="http://schemas.microsoft.com/office/drawing/2014/main" id="{EBDBAE9B-C68B-C610-9EA1-B0996103A8FC}"/>
              </a:ext>
            </a:extLst>
          </p:cNvPr>
          <p:cNvSpPr>
            <a:spLocks noGrp="1" noChangeArrowheads="1"/>
          </p:cNvSpPr>
          <p:nvPr>
            <p:ph sz="half" idx="2"/>
          </p:nvPr>
        </p:nvSpPr>
        <p:spPr bwMode="auto">
          <a:xfrm>
            <a:off x="3751206" y="2203500"/>
            <a:ext cx="4939951" cy="3241724"/>
          </a:xfrm>
          <a:solidFill>
            <a:schemeClr val="accent5"/>
          </a:solidFill>
        </p:spPr>
        <p:txBody>
          <a:bodyPr vert="horz" wrap="square" lIns="91440" tIns="45720" rIns="91440" bIns="45720" numCol="1" rtlCol="1" anchor="t" anchorCtr="0" compatLnSpc="1">
            <a:prstTxWarp prst="textNoShape">
              <a:avLst/>
            </a:prstTxWarp>
          </a:bodyPr>
          <a:lstStyle/>
          <a:p>
            <a:pPr marL="0" indent="0" rtl="1" fontAlgn="ctr">
              <a:buNone/>
            </a:pPr>
            <a:r>
              <a:rPr lang="ar" sz="1800" b="1" dirty="0"/>
              <a:t>ثم اطرح على نفسك الأسئلة الآتية:</a:t>
            </a:r>
          </a:p>
          <a:p>
            <a:pPr marL="342900" lvl="0" indent="-342900" rtl="1">
              <a:spcBef>
                <a:spcPts val="600"/>
              </a:spcBef>
              <a:spcAft>
                <a:spcPts val="600"/>
              </a:spcAft>
              <a:buFont typeface="Arial" panose="020B0604020202020204" pitchFamily="34" charset="0"/>
              <a:buChar char="●"/>
            </a:pPr>
            <a:r>
              <a:rPr lang="ar" sz="2000" dirty="0">
                <a:effectLst/>
                <a:ea typeface="Times New Roman" panose="02020603050405020304" pitchFamily="18" charset="0"/>
              </a:rPr>
              <a:t>هل سأشعر بالارتياح عندما يعلم كل فرد في الشركة بالطريقة التي أتصرف بها والقرارات التي أتخذها في العمل؟</a:t>
            </a:r>
          </a:p>
          <a:p>
            <a:pPr marL="342900" lvl="0" indent="-342900" rtl="1">
              <a:spcBef>
                <a:spcPts val="600"/>
              </a:spcBef>
              <a:spcAft>
                <a:spcPts val="600"/>
              </a:spcAft>
              <a:buFont typeface="Arial" panose="020B0604020202020204" pitchFamily="34" charset="0"/>
              <a:buChar char="●"/>
            </a:pPr>
            <a:r>
              <a:rPr lang="ar" sz="2000" dirty="0">
                <a:effectLst/>
                <a:ea typeface="Times New Roman" panose="02020603050405020304" pitchFamily="18" charset="0"/>
              </a:rPr>
              <a:t>هل سأكون سعيدًا إذا تم نشر طريقة عملي في وسائل الإعلام؟</a:t>
            </a:r>
          </a:p>
          <a:p>
            <a:pPr marL="342900" lvl="0" indent="-342900" rtl="1">
              <a:spcBef>
                <a:spcPts val="600"/>
              </a:spcBef>
              <a:spcAft>
                <a:spcPts val="600"/>
              </a:spcAft>
              <a:buFont typeface="Arial" panose="020B0604020202020204" pitchFamily="34" charset="0"/>
              <a:buChar char="●"/>
            </a:pPr>
            <a:r>
              <a:rPr lang="ar" sz="2000" dirty="0">
                <a:effectLst/>
                <a:ea typeface="Times New Roman" panose="02020603050405020304" pitchFamily="18" charset="0"/>
              </a:rPr>
              <a:t>هل سأكون مرتاحًا لإخبار الموظفين الآخرين أو عائلتي بالقرارات التي اتخذتها؟</a:t>
            </a:r>
          </a:p>
          <a:p>
            <a:pPr marL="342900" lvl="0" indent="-342900" rtl="1">
              <a:spcBef>
                <a:spcPts val="600"/>
              </a:spcBef>
              <a:spcAft>
                <a:spcPts val="600"/>
              </a:spcAft>
              <a:buFont typeface="Arial" panose="020B0604020202020204" pitchFamily="34" charset="0"/>
              <a:buChar char="●"/>
            </a:pPr>
            <a:r>
              <a:rPr lang="ar" sz="2000" dirty="0">
                <a:effectLst/>
                <a:ea typeface="Times New Roman" panose="02020603050405020304" pitchFamily="18" charset="0"/>
              </a:rPr>
              <a:t>هل أنصح شخصًا آخر، مثل أحد أفراد العائلة أو أحد الأصدقاء، باتخاذ القرارات نفسها؟</a:t>
            </a:r>
          </a:p>
          <a:p>
            <a:pPr marL="0" indent="0" algn="l" rtl="1" fontAlgn="ctr">
              <a:buNone/>
            </a:pPr>
            <a:endParaRPr lang="en-GB" sz="1600" b="1" dirty="0"/>
          </a:p>
          <a:p>
            <a:pPr marL="0" indent="0" algn="l" rtl="1" fontAlgn="ctr">
              <a:buNone/>
            </a:pPr>
            <a:endParaRPr lang="en-GB" sz="1600" b="1" dirty="0"/>
          </a:p>
          <a:p>
            <a:pPr marL="0" indent="0" algn="l" rtl="1" fontAlgn="ctr">
              <a:buNone/>
            </a:pPr>
            <a:endParaRPr lang="en-GB" sz="1600" b="1" dirty="0"/>
          </a:p>
          <a:p>
            <a:pPr marL="0" indent="0" algn="l" rtl="1" fontAlgn="ctr">
              <a:buNone/>
            </a:pPr>
            <a:endParaRPr lang="en-GB" sz="1600" dirty="0"/>
          </a:p>
          <a:p>
            <a:pPr marL="457200" lvl="1" indent="0" rtl="1">
              <a:lnSpc>
                <a:spcPct val="90000"/>
              </a:lnSpc>
              <a:buNone/>
            </a:pPr>
            <a:endParaRPr lang="en-GB" sz="1600" b="0" i="0" u="none" strike="noStrike" dirty="0">
              <a:solidFill>
                <a:srgbClr val="000000"/>
              </a:solidFill>
              <a:effectLst/>
            </a:endParaRPr>
          </a:p>
          <a:p>
            <a:pPr marL="0" indent="0" rtl="1">
              <a:buNone/>
            </a:pPr>
            <a:endParaRPr lang="en-GB" altLang="en-US" dirty="0">
              <a:solidFill>
                <a:srgbClr val="FF0000"/>
              </a:solidFill>
            </a:endParaRPr>
          </a:p>
        </p:txBody>
      </p:sp>
      <p:sp>
        <p:nvSpPr>
          <p:cNvPr id="11" name="TextBox 10">
            <a:extLst>
              <a:ext uri="{FF2B5EF4-FFF2-40B4-BE49-F238E27FC236}">
                <a16:creationId xmlns:a16="http://schemas.microsoft.com/office/drawing/2014/main" id="{80613890-FBC9-9962-0C89-35D419C361EE}"/>
              </a:ext>
            </a:extLst>
          </p:cNvPr>
          <p:cNvSpPr txBox="1"/>
          <p:nvPr/>
        </p:nvSpPr>
        <p:spPr>
          <a:xfrm>
            <a:off x="3751206" y="1628800"/>
            <a:ext cx="4926986" cy="400110"/>
          </a:xfrm>
          <a:prstGeom prst="rect">
            <a:avLst/>
          </a:prstGeom>
          <a:solidFill>
            <a:schemeClr val="accent6">
              <a:lumMod val="20000"/>
              <a:lumOff val="80000"/>
            </a:schemeClr>
          </a:solidFill>
        </p:spPr>
        <p:txBody>
          <a:bodyPr wrap="square" rtlCol="1">
            <a:spAutoFit/>
          </a:bodyPr>
          <a:lstStyle/>
          <a:p>
            <a:pPr marL="0" indent="0" algn="ctr" rtl="1" fontAlgn="ctr">
              <a:buNone/>
            </a:pPr>
            <a:r>
              <a:rPr lang="ar" sz="2000" b="1" dirty="0">
                <a:latin typeface="Sakkal Majalla" panose="02000000000000000000" pitchFamily="2" charset="-78"/>
                <a:cs typeface="Sakkal Majalla" panose="02000000000000000000" pitchFamily="2" charset="-78"/>
              </a:rPr>
              <a:t>كيف يمكنني أن أقرر ما إذا كنت أتخذ قرارًا أخلاقي</a:t>
            </a:r>
            <a:r>
              <a:rPr lang="ar-SA" sz="2000" b="1" dirty="0">
                <a:latin typeface="Sakkal Majalla" panose="02000000000000000000" pitchFamily="2" charset="-78"/>
                <a:cs typeface="Sakkal Majalla" panose="02000000000000000000" pitchFamily="2" charset="-78"/>
              </a:rPr>
              <a:t>ًّ</a:t>
            </a:r>
            <a:r>
              <a:rPr lang="ar" sz="2000" b="1" dirty="0">
                <a:latin typeface="Sakkal Majalla" panose="02000000000000000000" pitchFamily="2" charset="-78"/>
                <a:cs typeface="Sakkal Majalla" panose="02000000000000000000" pitchFamily="2" charset="-78"/>
              </a:rPr>
              <a:t>ا في العمل؟</a:t>
            </a:r>
          </a:p>
        </p:txBody>
      </p:sp>
      <p:sp>
        <p:nvSpPr>
          <p:cNvPr id="13" name="Rectangle 12">
            <a:extLst>
              <a:ext uri="{FF2B5EF4-FFF2-40B4-BE49-F238E27FC236}">
                <a16:creationId xmlns:a16="http://schemas.microsoft.com/office/drawing/2014/main" id="{B5AB230D-8074-2754-AB53-62CB29FD2DD4}"/>
              </a:ext>
            </a:extLst>
          </p:cNvPr>
          <p:cNvSpPr/>
          <p:nvPr/>
        </p:nvSpPr>
        <p:spPr>
          <a:xfrm>
            <a:off x="108377" y="1656963"/>
            <a:ext cx="3359961" cy="2013686"/>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dirty="0">
              <a:latin typeface="Sakkal Majalla" panose="02000000000000000000" pitchFamily="2" charset="-78"/>
            </a:endParaRPr>
          </a:p>
        </p:txBody>
      </p:sp>
      <p:sp>
        <p:nvSpPr>
          <p:cNvPr id="14" name="TextBox 13">
            <a:extLst>
              <a:ext uri="{FF2B5EF4-FFF2-40B4-BE49-F238E27FC236}">
                <a16:creationId xmlns:a16="http://schemas.microsoft.com/office/drawing/2014/main" id="{E6A1C11C-46CD-AB3A-ADB7-E028A4250637}"/>
              </a:ext>
            </a:extLst>
          </p:cNvPr>
          <p:cNvSpPr txBox="1"/>
          <p:nvPr/>
        </p:nvSpPr>
        <p:spPr>
          <a:xfrm>
            <a:off x="105150" y="1628801"/>
            <a:ext cx="3359961" cy="208661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b="1" dirty="0">
                <a:solidFill>
                  <a:srgbClr val="7030A0"/>
                </a:solidFill>
                <a:latin typeface="Sakkal Majalla" panose="02000000000000000000" pitchFamily="2" charset="-78"/>
                <a:cs typeface="Sakkal Majalla" panose="02000000000000000000" pitchFamily="2" charset="-78"/>
              </a:rPr>
              <a:t>ناقش هذه الأمثلة</a:t>
            </a:r>
            <a:r>
              <a:rPr lang="ar" dirty="0">
                <a:solidFill>
                  <a:srgbClr val="7030A0"/>
                </a:solidFill>
                <a:latin typeface="Sakkal Majalla" panose="02000000000000000000" pitchFamily="2" charset="-78"/>
                <a:cs typeface="Sakkal Majalla" panose="02000000000000000000" pitchFamily="2" charset="-78"/>
              </a:rPr>
              <a:t>: </a:t>
            </a:r>
            <a:endParaRPr lang="en-US" dirty="0">
              <a:solidFill>
                <a:srgbClr val="7030A0"/>
              </a:solidFill>
              <a:latin typeface="Sakkal Majalla" panose="02000000000000000000" pitchFamily="2" charset="-78"/>
              <a:cs typeface="Sakkal Majalla" panose="02000000000000000000" pitchFamily="2" charset="-78"/>
            </a:endParaRPr>
          </a:p>
          <a:p>
            <a:pPr marL="285750" indent="-285750" rtl="1">
              <a:buFont typeface="Arial" panose="020B0604020202020204" pitchFamily="34" charset="0"/>
              <a:buChar char="•"/>
            </a:pPr>
            <a:r>
              <a:rPr lang="ar" dirty="0">
                <a:solidFill>
                  <a:srgbClr val="7030A0"/>
                </a:solidFill>
                <a:latin typeface="Sakkal Majalla" panose="02000000000000000000" pitchFamily="2" charset="-78"/>
                <a:cs typeface="Sakkal Majalla" panose="02000000000000000000" pitchFamily="2" charset="-78"/>
              </a:rPr>
              <a:t>أخذ اللوازم المكتبية المنزلية مثل الأقلام والورق</a:t>
            </a:r>
          </a:p>
          <a:p>
            <a:pPr marL="285750" indent="-285750" rtl="1">
              <a:buFont typeface="Arial" panose="020B0604020202020204" pitchFamily="34" charset="0"/>
              <a:buChar char="•"/>
            </a:pPr>
            <a:r>
              <a:rPr lang="ar" dirty="0">
                <a:solidFill>
                  <a:srgbClr val="7030A0"/>
                </a:solidFill>
                <a:latin typeface="Sakkal Majalla" panose="02000000000000000000" pitchFamily="2" charset="-78"/>
                <a:cs typeface="Sakkal Majalla" panose="02000000000000000000" pitchFamily="2" charset="-78"/>
              </a:rPr>
              <a:t>المطالبة بأميال أكثر من المسافة المقطوعة </a:t>
            </a:r>
          </a:p>
          <a:p>
            <a:pPr marL="285750" indent="-285750" rtl="1">
              <a:buFont typeface="Arial" panose="020B0604020202020204" pitchFamily="34" charset="0"/>
              <a:buChar char="•"/>
            </a:pPr>
            <a:r>
              <a:rPr lang="ar" dirty="0">
                <a:solidFill>
                  <a:srgbClr val="7030A0"/>
                </a:solidFill>
                <a:latin typeface="Sakkal Majalla" panose="02000000000000000000" pitchFamily="2" charset="-78"/>
                <a:cs typeface="Sakkal Majalla" panose="02000000000000000000" pitchFamily="2" charset="-78"/>
              </a:rPr>
              <a:t>أخذ "إجازة مرضية" عندما لا تكون مريضًا</a:t>
            </a:r>
          </a:p>
          <a:p>
            <a:pPr marL="285750" indent="-285750" rtl="1">
              <a:buFont typeface="Arial" panose="020B0604020202020204" pitchFamily="34" charset="0"/>
              <a:buChar char="•"/>
            </a:pPr>
            <a:r>
              <a:rPr lang="ar" dirty="0">
                <a:solidFill>
                  <a:srgbClr val="7030A0"/>
                </a:solidFill>
                <a:latin typeface="Sakkal Majalla" panose="02000000000000000000" pitchFamily="2" charset="-78"/>
                <a:cs typeface="Sakkal Majalla" panose="02000000000000000000" pitchFamily="2" charset="-78"/>
              </a:rPr>
              <a:t>استخدام تكنولوجيا الأعمال لأسباب شخصية</a:t>
            </a:r>
          </a:p>
          <a:p>
            <a:pPr marL="285750" indent="-285750" rtl="1">
              <a:buFont typeface="Arial" panose="020B0604020202020204" pitchFamily="34" charset="0"/>
              <a:buChar char="•"/>
            </a:pPr>
            <a:r>
              <a:rPr lang="ar" dirty="0">
                <a:solidFill>
                  <a:srgbClr val="7030A0"/>
                </a:solidFill>
                <a:latin typeface="Sakkal Majalla" panose="02000000000000000000" pitchFamily="2" charset="-78"/>
                <a:cs typeface="Sakkal Majalla" panose="02000000000000000000" pitchFamily="2" charset="-78"/>
              </a:rPr>
              <a:t>أخذ فترات راحة طويلة في أثناء العمل</a:t>
            </a:r>
          </a:p>
        </p:txBody>
      </p:sp>
      <p:sp>
        <p:nvSpPr>
          <p:cNvPr id="2" name="Footer Placeholder 2">
            <a:extLst>
              <a:ext uri="{FF2B5EF4-FFF2-40B4-BE49-F238E27FC236}">
                <a16:creationId xmlns:a16="http://schemas.microsoft.com/office/drawing/2014/main" id="{14BECBC7-FC1A-F861-EBF2-D00AC14B85C4}"/>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A103000398484</a:t>
            </a:r>
            <a:endParaRPr lang="ar" sz="900" dirty="0"/>
          </a:p>
        </p:txBody>
      </p:sp>
    </p:spTree>
    <p:extLst>
      <p:ext uri="{BB962C8B-B14F-4D97-AF65-F5344CB8AC3E}">
        <p14:creationId xmlns:p14="http://schemas.microsoft.com/office/powerpoint/2010/main" val="135044647"/>
      </p:ext>
    </p:extLst>
  </p:cSld>
  <p:clrMapOvr>
    <a:masterClrMapping/>
  </p:clrMapOvr>
  <p:transition>
    <p:sndAc>
      <p:stSnd>
        <p:snd r:embed="rId3" name="click.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1103B-88BC-95D0-E3E6-3720C7C3CFA6}"/>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4C60347D-F89F-40D6-077A-A9560364CDA2}"/>
              </a:ext>
            </a:extLst>
          </p:cNvPr>
          <p:cNvSpPr>
            <a:spLocks noGrp="1" noChangeArrowheads="1"/>
          </p:cNvSpPr>
          <p:nvPr>
            <p:ph type="title"/>
          </p:nvPr>
        </p:nvSpPr>
        <p:spPr bwMode="auto">
          <a:xfrm>
            <a:off x="457200" y="1195200"/>
            <a:ext cx="8229600" cy="4336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p>
            <a:pPr rtl="1">
              <a:lnSpc>
                <a:spcPct val="90000"/>
              </a:lnSpc>
            </a:pPr>
            <a:r>
              <a:rPr lang="ar" sz="2200" b="1" dirty="0"/>
              <a:t>أ1 الحوكمة القانونية والالتزامات</a:t>
            </a:r>
          </a:p>
        </p:txBody>
      </p:sp>
      <p:graphicFrame>
        <p:nvGraphicFramePr>
          <p:cNvPr id="9" name="Content Placeholder 8">
            <a:extLst>
              <a:ext uri="{FF2B5EF4-FFF2-40B4-BE49-F238E27FC236}">
                <a16:creationId xmlns:a16="http://schemas.microsoft.com/office/drawing/2014/main" id="{78E713D3-9AA4-A7BE-E4AD-62DEDC2190BB}"/>
              </a:ext>
            </a:extLst>
          </p:cNvPr>
          <p:cNvGraphicFramePr>
            <a:graphicFrameLocks noGrp="1"/>
          </p:cNvGraphicFramePr>
          <p:nvPr>
            <p:ph sz="half" idx="1"/>
            <p:extLst>
              <p:ext uri="{D42A27DB-BD31-4B8C-83A1-F6EECF244321}">
                <p14:modId xmlns:p14="http://schemas.microsoft.com/office/powerpoint/2010/main" val="1429101927"/>
              </p:ext>
            </p:extLst>
          </p:nvPr>
        </p:nvGraphicFramePr>
        <p:xfrm>
          <a:off x="457200" y="1916832"/>
          <a:ext cx="8291264" cy="444728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21" name="Graphic 20" descr="Gavel with solid fill">
            <a:extLst>
              <a:ext uri="{FF2B5EF4-FFF2-40B4-BE49-F238E27FC236}">
                <a16:creationId xmlns:a16="http://schemas.microsoft.com/office/drawing/2014/main" id="{D4578058-7191-26BD-360A-4001D7236DC0}"/>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7812360" y="2215070"/>
            <a:ext cx="792088" cy="792088"/>
          </a:xfrm>
          <a:prstGeom prst="rect">
            <a:avLst/>
          </a:prstGeom>
        </p:spPr>
      </p:pic>
      <p:pic>
        <p:nvPicPr>
          <p:cNvPr id="23" name="Graphic 22" descr="Coins with solid fill">
            <a:extLst>
              <a:ext uri="{FF2B5EF4-FFF2-40B4-BE49-F238E27FC236}">
                <a16:creationId xmlns:a16="http://schemas.microsoft.com/office/drawing/2014/main" id="{9BC7E958-C29B-C826-22D3-3D2B05B889A4}"/>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7884368" y="3816438"/>
            <a:ext cx="648072" cy="648072"/>
          </a:xfrm>
          <a:prstGeom prst="rect">
            <a:avLst/>
          </a:prstGeom>
        </p:spPr>
      </p:pic>
      <p:pic>
        <p:nvPicPr>
          <p:cNvPr id="25" name="Graphic 24" descr="Dollar with solid fill">
            <a:extLst>
              <a:ext uri="{FF2B5EF4-FFF2-40B4-BE49-F238E27FC236}">
                <a16:creationId xmlns:a16="http://schemas.microsoft.com/office/drawing/2014/main" id="{5AB09243-A93F-901A-A1A8-47D254D9D619}"/>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7884368" y="5445224"/>
            <a:ext cx="648072" cy="648072"/>
          </a:xfrm>
          <a:prstGeom prst="rect">
            <a:avLst/>
          </a:prstGeom>
        </p:spPr>
      </p:pic>
      <p:sp>
        <p:nvSpPr>
          <p:cNvPr id="2" name="Footer Placeholder 2">
            <a:extLst>
              <a:ext uri="{FF2B5EF4-FFF2-40B4-BE49-F238E27FC236}">
                <a16:creationId xmlns:a16="http://schemas.microsoft.com/office/drawing/2014/main" id="{9155EA80-5466-0BA2-0055-A6F537BA684F}"/>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A103000398484</a:t>
            </a:r>
            <a:endParaRPr lang="ar" sz="900" dirty="0"/>
          </a:p>
        </p:txBody>
      </p:sp>
    </p:spTree>
    <p:extLst>
      <p:ext uri="{BB962C8B-B14F-4D97-AF65-F5344CB8AC3E}">
        <p14:creationId xmlns:p14="http://schemas.microsoft.com/office/powerpoint/2010/main" val="2053389041"/>
      </p:ext>
    </p:extLst>
  </p:cSld>
  <p:clrMapOvr>
    <a:masterClrMapping/>
  </p:clrMapOvr>
  <p:transition>
    <p:sndAc>
      <p:stSnd>
        <p:snd r:embed="rId3" name="click.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5E058-1711-A7AE-AD18-802142FD19F6}"/>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1A7576D6-91DC-5829-F1D3-7311AB066C2C}"/>
              </a:ext>
            </a:extLst>
          </p:cNvPr>
          <p:cNvSpPr>
            <a:spLocks noGrp="1" noChangeArrowheads="1"/>
          </p:cNvSpPr>
          <p:nvPr>
            <p:ph type="title"/>
          </p:nvPr>
        </p:nvSpPr>
        <p:spPr bwMode="auto">
          <a:xfrm>
            <a:off x="323528" y="1195388"/>
            <a:ext cx="8640960" cy="433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t>أ1 تأثير أخلاقيات العمل في صورة الشركة </a:t>
            </a:r>
            <a:br>
              <a:rPr lang="en-GB" altLang="en-US" sz="2200" b="1" dirty="0"/>
            </a:br>
            <a:endParaRPr lang="en-GB" altLang="en-US" sz="2200" b="1" dirty="0"/>
          </a:p>
        </p:txBody>
      </p:sp>
      <p:sp>
        <p:nvSpPr>
          <p:cNvPr id="30723" name="Content Placeholder 3">
            <a:extLst>
              <a:ext uri="{FF2B5EF4-FFF2-40B4-BE49-F238E27FC236}">
                <a16:creationId xmlns:a16="http://schemas.microsoft.com/office/drawing/2014/main" id="{EBE274EB-1983-6E62-15FF-F243D82F5E79}"/>
              </a:ext>
            </a:extLst>
          </p:cNvPr>
          <p:cNvSpPr>
            <a:spLocks noGrp="1" noChangeArrowheads="1"/>
          </p:cNvSpPr>
          <p:nvPr>
            <p:ph sz="half" idx="2"/>
          </p:nvPr>
        </p:nvSpPr>
        <p:spPr bwMode="auto">
          <a:xfrm>
            <a:off x="6078637" y="1667768"/>
            <a:ext cx="2404864" cy="2049576"/>
          </a:xfrm>
          <a:solidFill>
            <a:schemeClr val="accent5"/>
          </a:solidFill>
        </p:spPr>
        <p:txBody>
          <a:bodyPr vert="horz" wrap="square" lIns="91440" tIns="45720" rIns="91440" bIns="45720" numCol="1" rtlCol="1" anchor="t" anchorCtr="0" compatLnSpc="1">
            <a:prstTxWarp prst="textNoShape">
              <a:avLst/>
            </a:prstTxWarp>
          </a:bodyPr>
          <a:lstStyle/>
          <a:p>
            <a:pPr marL="0" indent="0" rtl="1">
              <a:buNone/>
            </a:pPr>
            <a:r>
              <a:rPr lang="ar" sz="2200" b="1" dirty="0">
                <a:solidFill>
                  <a:srgbClr val="7030A0"/>
                </a:solidFill>
              </a:rPr>
              <a:t>بيان الرؤية</a:t>
            </a:r>
          </a:p>
          <a:p>
            <a:pPr rtl="1"/>
            <a:r>
              <a:rPr lang="ar" sz="2000" dirty="0"/>
              <a:t>يمنح الأولوية لآمال الأعمال على المدى الطويل</a:t>
            </a:r>
          </a:p>
          <a:p>
            <a:pPr rtl="1"/>
            <a:r>
              <a:rPr lang="ar" sz="2000" dirty="0"/>
              <a:t>يشرح الدافع وراء الأهداف والغايات</a:t>
            </a:r>
            <a:br>
              <a:rPr lang="en-GB" altLang="en-US" sz="2000" dirty="0"/>
            </a:br>
            <a:endParaRPr lang="en-GB" altLang="en-US" dirty="0"/>
          </a:p>
          <a:p>
            <a:pPr marL="0" indent="0" rtl="1">
              <a:buNone/>
            </a:pPr>
            <a:endParaRPr lang="en-GB" altLang="en-US" dirty="0">
              <a:solidFill>
                <a:srgbClr val="FF0000"/>
              </a:solidFill>
            </a:endParaRPr>
          </a:p>
        </p:txBody>
      </p:sp>
      <p:sp>
        <p:nvSpPr>
          <p:cNvPr id="3" name="Content Placeholder 3">
            <a:extLst>
              <a:ext uri="{FF2B5EF4-FFF2-40B4-BE49-F238E27FC236}">
                <a16:creationId xmlns:a16="http://schemas.microsoft.com/office/drawing/2014/main" id="{866BCFAE-7329-1CFB-FF97-2DC94CA45829}"/>
              </a:ext>
            </a:extLst>
          </p:cNvPr>
          <p:cNvSpPr txBox="1">
            <a:spLocks noChangeArrowheads="1"/>
          </p:cNvSpPr>
          <p:nvPr/>
        </p:nvSpPr>
        <p:spPr bwMode="auto">
          <a:xfrm>
            <a:off x="3391701" y="1663395"/>
            <a:ext cx="2404864" cy="2053949"/>
          </a:xfrm>
          <a:prstGeom prst="rect">
            <a:avLst/>
          </a:prstGeom>
          <a:solidFill>
            <a:schemeClr val="accent6">
              <a:lumMod val="20000"/>
              <a:lumOff val="80000"/>
            </a:schemeClr>
          </a:solidFill>
          <a:ln>
            <a:noFill/>
          </a:ln>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Font typeface="Wingdings" panose="05000000000000000000" pitchFamily="2" charset="2"/>
              <a:buNone/>
            </a:pPr>
            <a:r>
              <a:rPr lang="ar" sz="2200" b="1" kern="0" dirty="0">
                <a:latin typeface="Sakkal Majalla" panose="02000000000000000000" pitchFamily="2" charset="-78"/>
                <a:cs typeface="Sakkal Majalla" panose="02000000000000000000" pitchFamily="2" charset="-78"/>
              </a:rPr>
              <a:t>بيان القيمة</a:t>
            </a:r>
          </a:p>
          <a:p>
            <a:pPr rtl="1"/>
            <a:r>
              <a:rPr lang="ar" sz="2000" kern="0" dirty="0">
                <a:latin typeface="Sakkal Majalla" panose="02000000000000000000" pitchFamily="2" charset="-78"/>
                <a:cs typeface="Sakkal Majalla" panose="02000000000000000000" pitchFamily="2" charset="-78"/>
              </a:rPr>
              <a:t>يبني على ما حددته المؤسسة في بيان رؤيتها</a:t>
            </a:r>
          </a:p>
          <a:p>
            <a:pPr rtl="1"/>
            <a:r>
              <a:rPr lang="ar" sz="2000" kern="0" dirty="0">
                <a:latin typeface="Sakkal Majalla" panose="02000000000000000000" pitchFamily="2" charset="-78"/>
                <a:cs typeface="Sakkal Majalla" panose="02000000000000000000" pitchFamily="2" charset="-78"/>
              </a:rPr>
              <a:t>يصف الأخلاق التي يجسدها الموظفون وقادة الأعمال</a:t>
            </a:r>
            <a:br>
              <a:rPr lang="en-GB" altLang="en-US" sz="2000" kern="0" dirty="0">
                <a:latin typeface="Sakkal Majalla" panose="02000000000000000000" pitchFamily="2" charset="-78"/>
                <a:cs typeface="Sakkal Majalla" panose="02000000000000000000" pitchFamily="2" charset="-78"/>
              </a:rPr>
            </a:br>
            <a:endParaRPr lang="en-GB" altLang="en-US" kern="0" dirty="0">
              <a:latin typeface="Sakkal Majalla" panose="02000000000000000000" pitchFamily="2" charset="-78"/>
              <a:cs typeface="Sakkal Majalla" panose="02000000000000000000" pitchFamily="2" charset="-78"/>
            </a:endParaRPr>
          </a:p>
          <a:p>
            <a:pPr marL="0" indent="0" rtl="1">
              <a:buFont typeface="Wingdings" panose="05000000000000000000" pitchFamily="2" charset="2"/>
              <a:buNone/>
            </a:pPr>
            <a:endParaRPr lang="en-GB" altLang="en-US" kern="0" dirty="0">
              <a:solidFill>
                <a:srgbClr val="FF0000"/>
              </a:solidFill>
              <a:latin typeface="Sakkal Majalla" panose="02000000000000000000" pitchFamily="2" charset="-78"/>
              <a:cs typeface="Sakkal Majalla" panose="02000000000000000000" pitchFamily="2" charset="-78"/>
            </a:endParaRPr>
          </a:p>
        </p:txBody>
      </p:sp>
      <p:sp>
        <p:nvSpPr>
          <p:cNvPr id="4" name="Content Placeholder 3">
            <a:extLst>
              <a:ext uri="{FF2B5EF4-FFF2-40B4-BE49-F238E27FC236}">
                <a16:creationId xmlns:a16="http://schemas.microsoft.com/office/drawing/2014/main" id="{2A210443-0026-B0D5-C239-74FF73375948}"/>
              </a:ext>
            </a:extLst>
          </p:cNvPr>
          <p:cNvSpPr txBox="1">
            <a:spLocks noChangeArrowheads="1"/>
          </p:cNvSpPr>
          <p:nvPr/>
        </p:nvSpPr>
        <p:spPr bwMode="auto">
          <a:xfrm>
            <a:off x="611560" y="1678614"/>
            <a:ext cx="2404864" cy="2049576"/>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Font typeface="Wingdings" panose="05000000000000000000" pitchFamily="2" charset="2"/>
              <a:buNone/>
            </a:pPr>
            <a:r>
              <a:rPr lang="ar" sz="2200" b="1" kern="0" dirty="0">
                <a:solidFill>
                  <a:srgbClr val="7030A0"/>
                </a:solidFill>
                <a:latin typeface="Sakkal Majalla" panose="02000000000000000000" pitchFamily="2" charset="-78"/>
                <a:cs typeface="Sakkal Majalla" panose="02000000000000000000" pitchFamily="2" charset="-78"/>
              </a:rPr>
              <a:t>بيان الرسالة</a:t>
            </a:r>
          </a:p>
          <a:p>
            <a:pPr rtl="1"/>
            <a:r>
              <a:rPr lang="ar" sz="2000" kern="0" dirty="0">
                <a:latin typeface="Sakkal Majalla" panose="02000000000000000000" pitchFamily="2" charset="-78"/>
                <a:cs typeface="Sakkal Majalla" panose="02000000000000000000" pitchFamily="2" charset="-78"/>
              </a:rPr>
              <a:t>يركز على الأهداف التي تعمل المؤسسة على تحقيقها</a:t>
            </a:r>
          </a:p>
          <a:p>
            <a:pPr marL="0" indent="0" rtl="1">
              <a:buFont typeface="Wingdings" panose="05000000000000000000" pitchFamily="2" charset="2"/>
              <a:buNone/>
            </a:pPr>
            <a:endParaRPr lang="en-GB" altLang="en-US" kern="0" dirty="0">
              <a:solidFill>
                <a:srgbClr val="FF0000"/>
              </a:solidFill>
              <a:latin typeface="Sakkal Majalla" panose="02000000000000000000" pitchFamily="2" charset="-78"/>
              <a:cs typeface="Sakkal Majalla" panose="02000000000000000000" pitchFamily="2" charset="-78"/>
            </a:endParaRPr>
          </a:p>
        </p:txBody>
      </p:sp>
      <p:sp>
        <p:nvSpPr>
          <p:cNvPr id="7" name="Rectangle 6">
            <a:extLst>
              <a:ext uri="{FF2B5EF4-FFF2-40B4-BE49-F238E27FC236}">
                <a16:creationId xmlns:a16="http://schemas.microsoft.com/office/drawing/2014/main" id="{047B50A6-C2B6-414E-8FFD-B26C29110A58}"/>
              </a:ext>
            </a:extLst>
          </p:cNvPr>
          <p:cNvSpPr/>
          <p:nvPr/>
        </p:nvSpPr>
        <p:spPr>
          <a:xfrm>
            <a:off x="628976" y="4005064"/>
            <a:ext cx="7898395" cy="2053948"/>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dirty="0">
              <a:latin typeface="Sakkal Majalla" panose="02000000000000000000" pitchFamily="2" charset="-78"/>
            </a:endParaRPr>
          </a:p>
        </p:txBody>
      </p:sp>
      <p:sp>
        <p:nvSpPr>
          <p:cNvPr id="8" name="TextBox 7">
            <a:extLst>
              <a:ext uri="{FF2B5EF4-FFF2-40B4-BE49-F238E27FC236}">
                <a16:creationId xmlns:a16="http://schemas.microsoft.com/office/drawing/2014/main" id="{8FFF9214-F8A8-07FD-5C70-D0909660142C}"/>
              </a:ext>
            </a:extLst>
          </p:cNvPr>
          <p:cNvSpPr txBox="1"/>
          <p:nvPr/>
        </p:nvSpPr>
        <p:spPr>
          <a:xfrm>
            <a:off x="628976" y="4192092"/>
            <a:ext cx="7808971" cy="161317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b="1" dirty="0">
                <a:solidFill>
                  <a:srgbClr val="7030A0"/>
                </a:solidFill>
                <a:latin typeface="Sakkal Majalla" panose="02000000000000000000" pitchFamily="2" charset="-78"/>
                <a:cs typeface="Sakkal Majalla" panose="02000000000000000000" pitchFamily="2" charset="-78"/>
              </a:rPr>
              <a:t>مناقشة</a:t>
            </a:r>
            <a:r>
              <a:rPr lang="ar" dirty="0">
                <a:solidFill>
                  <a:srgbClr val="7030A0"/>
                </a:solidFill>
                <a:latin typeface="Sakkal Majalla" panose="02000000000000000000" pitchFamily="2" charset="-78"/>
                <a:cs typeface="Sakkal Majalla" panose="02000000000000000000" pitchFamily="2" charset="-78"/>
              </a:rPr>
              <a:t>: </a:t>
            </a:r>
          </a:p>
          <a:p>
            <a:pPr rtl="1"/>
            <a:r>
              <a:rPr lang="ar" dirty="0">
                <a:solidFill>
                  <a:srgbClr val="7030A0"/>
                </a:solidFill>
                <a:latin typeface="Sakkal Majalla" panose="02000000000000000000" pitchFamily="2" charset="-78"/>
                <a:cs typeface="Sakkal Majalla" panose="02000000000000000000" pitchFamily="2" charset="-78"/>
              </a:rPr>
              <a:t>بيان رسالة ايكيا:</a:t>
            </a:r>
          </a:p>
          <a:p>
            <a:pPr rtl="1"/>
            <a:r>
              <a:rPr lang="ar" sz="1600" dirty="0">
                <a:solidFill>
                  <a:srgbClr val="7030A0"/>
                </a:solidFill>
                <a:latin typeface="Sakkal Majalla" panose="02000000000000000000" pitchFamily="2" charset="-78"/>
                <a:cs typeface="Sakkal Majalla" panose="02000000000000000000" pitchFamily="2" charset="-78"/>
              </a:rPr>
              <a:t> </a:t>
            </a:r>
            <a:endParaRPr lang="ar" sz="1000" dirty="0">
              <a:solidFill>
                <a:srgbClr val="7030A0"/>
              </a:solidFill>
              <a:latin typeface="Sakkal Majalla" panose="02000000000000000000" pitchFamily="2" charset="-78"/>
              <a:cs typeface="Sakkal Majalla" panose="02000000000000000000" pitchFamily="2" charset="-78"/>
            </a:endParaRPr>
          </a:p>
          <a:p>
            <a:pPr rtl="1"/>
            <a:r>
              <a:rPr lang="ar" sz="2000" i="1" u="none" strike="noStrike" dirty="0">
                <a:solidFill>
                  <a:srgbClr val="7030A0"/>
                </a:solidFill>
                <a:effectLst/>
                <a:latin typeface="Sakkal Majalla" panose="02000000000000000000" pitchFamily="2" charset="-78"/>
                <a:cs typeface="Sakkal Majalla" panose="02000000000000000000" pitchFamily="2" charset="-78"/>
              </a:rPr>
              <a:t>"تقديم مجموعة واسعة من منتجات الأثاث المنزلي العملية والمصممة جيدًا بأسعار منخفضة للغاية بحيث يتمكن أكبر عدد ممكن من الأشخاص من تحمل تكاليفها."</a:t>
            </a:r>
          </a:p>
          <a:p>
            <a:pPr rtl="1"/>
            <a:endParaRPr lang="en-GB" sz="1200" i="1" u="none" strike="noStrike" dirty="0">
              <a:solidFill>
                <a:srgbClr val="7030A0"/>
              </a:solidFill>
              <a:effectLst/>
              <a:latin typeface="Sakkal Majalla" panose="02000000000000000000" pitchFamily="2" charset="-78"/>
              <a:cs typeface="Sakkal Majalla" panose="02000000000000000000" pitchFamily="2" charset="-78"/>
            </a:endParaRPr>
          </a:p>
          <a:p>
            <a:pPr marL="285750" indent="-285750" rtl="1">
              <a:buFont typeface="Arial" panose="020B0604020202020204" pitchFamily="34" charset="0"/>
              <a:buChar char="•"/>
            </a:pPr>
            <a:r>
              <a:rPr lang="ar" dirty="0">
                <a:solidFill>
                  <a:srgbClr val="7030A0"/>
                </a:solidFill>
                <a:latin typeface="Sakkal Majalla" panose="02000000000000000000" pitchFamily="2" charset="-78"/>
                <a:cs typeface="Sakkal Majalla" panose="02000000000000000000" pitchFamily="2" charset="-78"/>
              </a:rPr>
              <a:t>ماذا يخبرك ذلك عن المؤسسة وما تبيعه؟</a:t>
            </a:r>
          </a:p>
        </p:txBody>
      </p:sp>
      <p:sp>
        <p:nvSpPr>
          <p:cNvPr id="2" name="Footer Placeholder 2">
            <a:extLst>
              <a:ext uri="{FF2B5EF4-FFF2-40B4-BE49-F238E27FC236}">
                <a16:creationId xmlns:a16="http://schemas.microsoft.com/office/drawing/2014/main" id="{88B96E14-0C9B-732C-90B1-BC8B16B65691}"/>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A103000398484</a:t>
            </a:r>
            <a:endParaRPr lang="ar" sz="900" dirty="0"/>
          </a:p>
        </p:txBody>
      </p:sp>
    </p:spTree>
    <p:extLst>
      <p:ext uri="{BB962C8B-B14F-4D97-AF65-F5344CB8AC3E}">
        <p14:creationId xmlns:p14="http://schemas.microsoft.com/office/powerpoint/2010/main" val="933535706"/>
      </p:ext>
    </p:extLst>
  </p:cSld>
  <p:clrMapOvr>
    <a:masterClrMapping/>
  </p:clrMapOvr>
  <p:transition>
    <p:sndAc>
      <p:stSnd>
        <p:snd r:embed="rId3" name="click.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B4EDE-4869-1EF4-5944-16CF573F82CF}"/>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66428437-3FB5-7174-7E55-65C90DE555D5}"/>
              </a:ext>
            </a:extLst>
          </p:cNvPr>
          <p:cNvSpPr>
            <a:spLocks noGrp="1" noChangeArrowheads="1"/>
          </p:cNvSpPr>
          <p:nvPr>
            <p:ph type="title"/>
          </p:nvPr>
        </p:nvSpPr>
        <p:spPr bwMode="auto">
          <a:xfrm>
            <a:off x="457200" y="1195200"/>
            <a:ext cx="8229600" cy="505608"/>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p>
            <a:pPr rtl="1">
              <a:lnSpc>
                <a:spcPct val="90000"/>
              </a:lnSpc>
            </a:pPr>
            <a:r>
              <a:rPr lang="ar" sz="2200" b="1" dirty="0"/>
              <a:t>أ2 قواعد الممارسة الخاصة بالقطاع </a:t>
            </a:r>
          </a:p>
        </p:txBody>
      </p:sp>
      <p:graphicFrame>
        <p:nvGraphicFramePr>
          <p:cNvPr id="30725" name="Content Placeholder 3">
            <a:extLst>
              <a:ext uri="{FF2B5EF4-FFF2-40B4-BE49-F238E27FC236}">
                <a16:creationId xmlns:a16="http://schemas.microsoft.com/office/drawing/2014/main" id="{7CE9B5B5-B0A7-9712-7284-94A2821C627F}"/>
              </a:ext>
            </a:extLst>
          </p:cNvPr>
          <p:cNvGraphicFramePr>
            <a:graphicFrameLocks noGrp="1"/>
          </p:cNvGraphicFramePr>
          <p:nvPr>
            <p:ph type="tbl" idx="1"/>
            <p:extLst>
              <p:ext uri="{D42A27DB-BD31-4B8C-83A1-F6EECF244321}">
                <p14:modId xmlns:p14="http://schemas.microsoft.com/office/powerpoint/2010/main" val="3364664008"/>
              </p:ext>
            </p:extLst>
          </p:nvPr>
        </p:nvGraphicFramePr>
        <p:xfrm>
          <a:off x="457199" y="1844824"/>
          <a:ext cx="8229601" cy="460851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Footer Placeholder 2">
            <a:extLst>
              <a:ext uri="{FF2B5EF4-FFF2-40B4-BE49-F238E27FC236}">
                <a16:creationId xmlns:a16="http://schemas.microsoft.com/office/drawing/2014/main" id="{24823D84-0430-BEBD-3042-67EBCEFD0CFE}"/>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A103000398484</a:t>
            </a:r>
            <a:endParaRPr lang="ar" sz="900" dirty="0"/>
          </a:p>
        </p:txBody>
      </p:sp>
    </p:spTree>
    <p:extLst>
      <p:ext uri="{BB962C8B-B14F-4D97-AF65-F5344CB8AC3E}">
        <p14:creationId xmlns:p14="http://schemas.microsoft.com/office/powerpoint/2010/main" val="3875268602"/>
      </p:ext>
    </p:extLst>
  </p:cSld>
  <p:clrMapOvr>
    <a:masterClrMapping/>
  </p:clrMapOvr>
  <p:transition>
    <p:sndAc>
      <p:stSnd>
        <p:snd r:embed="rId3" name="click.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E6457-86AF-25A5-C22D-A5FA5BB47B9A}"/>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5A8EF1D4-BF4E-DA21-BE4F-A99A73927E06}"/>
              </a:ext>
            </a:extLst>
          </p:cNvPr>
          <p:cNvSpPr>
            <a:spLocks noGrp="1" noChangeArrowheads="1"/>
          </p:cNvSpPr>
          <p:nvPr>
            <p:ph type="title"/>
          </p:nvPr>
        </p:nvSpPr>
        <p:spPr bwMode="auto">
          <a:xfrm>
            <a:off x="457200" y="1195200"/>
            <a:ext cx="8229600" cy="4336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p>
            <a:pPr rtl="1">
              <a:lnSpc>
                <a:spcPct val="90000"/>
              </a:lnSpc>
            </a:pPr>
            <a:r>
              <a:rPr lang="ar" sz="2200" b="1" dirty="0"/>
              <a:t>أ2 أمثلة على قواعد الممارسة الخاصة بالقطاع</a:t>
            </a:r>
          </a:p>
        </p:txBody>
      </p:sp>
      <p:graphicFrame>
        <p:nvGraphicFramePr>
          <p:cNvPr id="30732" name="Content Placeholder 3">
            <a:extLst>
              <a:ext uri="{FF2B5EF4-FFF2-40B4-BE49-F238E27FC236}">
                <a16:creationId xmlns:a16="http://schemas.microsoft.com/office/drawing/2014/main" id="{2A3568FF-E58C-0567-1937-B32A27155CDE}"/>
              </a:ext>
            </a:extLst>
          </p:cNvPr>
          <p:cNvGraphicFramePr>
            <a:graphicFrameLocks noGrp="1"/>
          </p:cNvGraphicFramePr>
          <p:nvPr>
            <p:ph idx="1"/>
            <p:extLst>
              <p:ext uri="{D42A27DB-BD31-4B8C-83A1-F6EECF244321}">
                <p14:modId xmlns:p14="http://schemas.microsoft.com/office/powerpoint/2010/main" val="501935379"/>
              </p:ext>
            </p:extLst>
          </p:nvPr>
        </p:nvGraphicFramePr>
        <p:xfrm>
          <a:off x="492249" y="1628800"/>
          <a:ext cx="8207375" cy="489654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Footer Placeholder 2">
            <a:extLst>
              <a:ext uri="{FF2B5EF4-FFF2-40B4-BE49-F238E27FC236}">
                <a16:creationId xmlns:a16="http://schemas.microsoft.com/office/drawing/2014/main" id="{F16CB646-2918-F549-F371-2382916D5863}"/>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A103000398484</a:t>
            </a:r>
            <a:endParaRPr lang="ar" sz="900" dirty="0"/>
          </a:p>
        </p:txBody>
      </p:sp>
    </p:spTree>
    <p:extLst>
      <p:ext uri="{BB962C8B-B14F-4D97-AF65-F5344CB8AC3E}">
        <p14:creationId xmlns:p14="http://schemas.microsoft.com/office/powerpoint/2010/main" val="2678915220"/>
      </p:ext>
    </p:extLst>
  </p:cSld>
  <p:clrMapOvr>
    <a:masterClrMapping/>
  </p:clrMapOvr>
  <p:transition>
    <p:sndAc>
      <p:stSnd>
        <p:snd r:embed="rId3" name="click.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1DD78-0C66-B738-9776-EE30F04844B5}"/>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89F3591A-A4DE-6C0A-2C36-605E7AF4F420}"/>
              </a:ext>
            </a:extLst>
          </p:cNvPr>
          <p:cNvSpPr>
            <a:spLocks noGrp="1" noChangeArrowheads="1"/>
          </p:cNvSpPr>
          <p:nvPr>
            <p:ph type="title"/>
          </p:nvPr>
        </p:nvSpPr>
        <p:spPr bwMode="auto">
          <a:xfrm>
            <a:off x="323528" y="1195388"/>
            <a:ext cx="8640960" cy="433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t>أ2 قواعد الممارسة المهنية </a:t>
            </a:r>
            <a:br>
              <a:rPr lang="en-GB" altLang="en-US" sz="2200" b="1" dirty="0"/>
            </a:br>
            <a:endParaRPr lang="en-GB" altLang="en-US" sz="2200" b="1" dirty="0"/>
          </a:p>
        </p:txBody>
      </p:sp>
      <p:sp>
        <p:nvSpPr>
          <p:cNvPr id="30723" name="Content Placeholder 3">
            <a:extLst>
              <a:ext uri="{FF2B5EF4-FFF2-40B4-BE49-F238E27FC236}">
                <a16:creationId xmlns:a16="http://schemas.microsoft.com/office/drawing/2014/main" id="{F56F4E08-CD91-A9DE-539F-F3533E24D3C6}"/>
              </a:ext>
            </a:extLst>
          </p:cNvPr>
          <p:cNvSpPr>
            <a:spLocks noGrp="1" noChangeArrowheads="1"/>
          </p:cNvSpPr>
          <p:nvPr>
            <p:ph sz="half" idx="2"/>
          </p:nvPr>
        </p:nvSpPr>
        <p:spPr bwMode="auto">
          <a:xfrm>
            <a:off x="294928" y="1772816"/>
            <a:ext cx="8424935" cy="4680520"/>
          </a:xfrm>
          <a:solidFill>
            <a:schemeClr val="accent5"/>
          </a:solidFill>
        </p:spPr>
        <p:txBody>
          <a:bodyPr vert="horz" wrap="square" lIns="91440" tIns="45720" rIns="91440" bIns="45720" numCol="1" rtlCol="1" anchor="t" anchorCtr="0" compatLnSpc="1">
            <a:prstTxWarp prst="textNoShape">
              <a:avLst/>
            </a:prstTxWarp>
          </a:bodyPr>
          <a:lstStyle/>
          <a:p>
            <a:pPr marL="0" indent="0" rtl="1">
              <a:buNone/>
            </a:pPr>
            <a:r>
              <a:rPr lang="ar" sz="2000" dirty="0">
                <a:effectLst/>
              </a:rPr>
              <a:t>تطبق العديد من الهيئات المهنية قواعد الممارسة. وهي عبارة عن مجموعة من المبادئ التي تضمن للأعضاء الحفاظ على معايير عالية من النزاهة والصدق والتعامل الأخلاقي العادل، على سبيل المثال </a:t>
            </a:r>
          </a:p>
          <a:p>
            <a:pPr rtl="1">
              <a:buFont typeface="Arial" panose="020B0604020202020204" pitchFamily="34" charset="0"/>
              <a:buChar char="•"/>
            </a:pPr>
            <a:r>
              <a:rPr lang="ar" sz="2000" dirty="0"/>
              <a:t>مدونة </a:t>
            </a:r>
            <a:r>
              <a:rPr lang="ar" sz="2000" dirty="0">
                <a:effectLst/>
              </a:rPr>
              <a:t>أخلاقيات معهد التأمين القانوني (CII)</a:t>
            </a:r>
          </a:p>
          <a:p>
            <a:pPr rtl="1">
              <a:buFont typeface="Arial" panose="020B0604020202020204" pitchFamily="34" charset="0"/>
              <a:buChar char="•"/>
            </a:pPr>
            <a:r>
              <a:rPr lang="ar" sz="2000" dirty="0">
                <a:effectLst/>
              </a:rPr>
              <a:t>مدونة الأخلاقيات الدولية للمحاسبين المهنيين (IESBA)</a:t>
            </a:r>
          </a:p>
          <a:p>
            <a:pPr rtl="1">
              <a:buFont typeface="Arial" panose="020B0604020202020204" pitchFamily="34" charset="0"/>
              <a:buChar char="•"/>
            </a:pPr>
            <a:r>
              <a:rPr lang="ar" sz="2000" dirty="0"/>
              <a:t>مدونة طاقم التمريض الصادر عن المجلس الدولي للممرضين</a:t>
            </a:r>
            <a:endParaRPr lang="en-GB" sz="2000" dirty="0">
              <a:effectLst/>
            </a:endParaRPr>
          </a:p>
          <a:p>
            <a:pPr marL="0" indent="0" rtl="1">
              <a:buNone/>
            </a:pPr>
            <a:endParaRPr lang="en-GB" altLang="en-US" sz="1800" dirty="0"/>
          </a:p>
          <a:p>
            <a:pPr marL="0" indent="0" rtl="1">
              <a:buNone/>
            </a:pPr>
            <a:r>
              <a:rPr lang="ar" sz="2000" dirty="0"/>
              <a:t>قد يواجه أعضاء الهيئات المهنية عقوبات (جزاءات) إذا لم يظهروا:</a:t>
            </a:r>
          </a:p>
          <a:p>
            <a:pPr rtl="1">
              <a:buFont typeface="Arial" panose="020B0604020202020204" pitchFamily="34" charset="0"/>
              <a:buChar char="•"/>
            </a:pPr>
            <a:r>
              <a:rPr lang="ar" sz="2000" dirty="0"/>
              <a:t>السلوك المهني </a:t>
            </a:r>
          </a:p>
          <a:p>
            <a:pPr rtl="1">
              <a:buFont typeface="Arial" panose="020B0604020202020204" pitchFamily="34" charset="0"/>
              <a:buChar char="•"/>
            </a:pPr>
            <a:r>
              <a:rPr lang="ar" sz="2000" dirty="0"/>
              <a:t>الكفاءة المهنية</a:t>
            </a:r>
          </a:p>
          <a:p>
            <a:pPr rtl="1">
              <a:buFont typeface="Arial" panose="020B0604020202020204" pitchFamily="34" charset="0"/>
              <a:buChar char="•"/>
            </a:pPr>
            <a:r>
              <a:rPr lang="ar" sz="2000" dirty="0"/>
              <a:t>السرّية</a:t>
            </a:r>
          </a:p>
          <a:p>
            <a:pPr rtl="1">
              <a:buFont typeface="Arial" panose="020B0604020202020204" pitchFamily="34" charset="0"/>
              <a:buChar char="•"/>
            </a:pPr>
            <a:r>
              <a:rPr lang="ar" sz="2000" dirty="0"/>
              <a:t>الموضوعية</a:t>
            </a:r>
          </a:p>
          <a:p>
            <a:pPr rtl="1">
              <a:buFont typeface="Arial" panose="020B0604020202020204" pitchFamily="34" charset="0"/>
              <a:buChar char="•"/>
            </a:pPr>
            <a:r>
              <a:rPr lang="ar" sz="2000" dirty="0"/>
              <a:t>النزاهة</a:t>
            </a:r>
            <a:endParaRPr lang="en-GB" altLang="en-US" sz="2000" dirty="0"/>
          </a:p>
          <a:p>
            <a:pPr marL="0" indent="0" rtl="1">
              <a:buNone/>
            </a:pPr>
            <a:endParaRPr lang="en-GB" altLang="en-US" dirty="0"/>
          </a:p>
          <a:p>
            <a:pPr marL="0" indent="0" rtl="1">
              <a:buNone/>
            </a:pPr>
            <a:endParaRPr lang="en-GB" altLang="en-US" dirty="0">
              <a:solidFill>
                <a:srgbClr val="FF0000"/>
              </a:solidFill>
            </a:endParaRPr>
          </a:p>
        </p:txBody>
      </p:sp>
      <p:pic>
        <p:nvPicPr>
          <p:cNvPr id="4" name="Picture 3" descr="A green check mark in a circle&#10;&#10;Description automatically generated">
            <a:extLst>
              <a:ext uri="{FF2B5EF4-FFF2-40B4-BE49-F238E27FC236}">
                <a16:creationId xmlns:a16="http://schemas.microsoft.com/office/drawing/2014/main" id="{568F17D7-D4F7-4AE4-BE99-E9BB408631E4}"/>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27720" y="4581128"/>
            <a:ext cx="1668016" cy="1668016"/>
          </a:xfrm>
          <a:prstGeom prst="rect">
            <a:avLst/>
          </a:prstGeom>
        </p:spPr>
      </p:pic>
      <p:sp>
        <p:nvSpPr>
          <p:cNvPr id="2" name="Footer Placeholder 2">
            <a:extLst>
              <a:ext uri="{FF2B5EF4-FFF2-40B4-BE49-F238E27FC236}">
                <a16:creationId xmlns:a16="http://schemas.microsoft.com/office/drawing/2014/main" id="{29C61C9B-3A93-C254-7365-D72C94E5F19C}"/>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A103000398484</a:t>
            </a:r>
            <a:endParaRPr lang="ar" sz="900" dirty="0"/>
          </a:p>
        </p:txBody>
      </p:sp>
    </p:spTree>
    <p:extLst>
      <p:ext uri="{BB962C8B-B14F-4D97-AF65-F5344CB8AC3E}">
        <p14:creationId xmlns:p14="http://schemas.microsoft.com/office/powerpoint/2010/main" val="2496429087"/>
      </p:ext>
    </p:extLst>
  </p:cSld>
  <p:clrMapOvr>
    <a:masterClrMapping/>
  </p:clrMapOvr>
  <p:transition>
    <p:sndAc>
      <p:stSnd>
        <p:snd r:embed="rId3" name="click.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78077-D712-BDD0-4DEE-C41C83BF62A7}"/>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1C68562D-0B3F-4B93-5076-2DAB35AD7B06}"/>
              </a:ext>
            </a:extLst>
          </p:cNvPr>
          <p:cNvSpPr>
            <a:spLocks noGrp="1" noChangeArrowheads="1"/>
          </p:cNvSpPr>
          <p:nvPr>
            <p:ph type="title"/>
          </p:nvPr>
        </p:nvSpPr>
        <p:spPr bwMode="auto">
          <a:xfrm>
            <a:off x="323528" y="1195388"/>
            <a:ext cx="8640960" cy="433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effectLst/>
              </a:rPr>
              <a:t>أ3 تطبيق القيم الأخلاقية على ممارسات الأعمال (1)</a:t>
            </a:r>
            <a:br>
              <a:rPr lang="en-GB" altLang="en-US" sz="2200" b="1" dirty="0"/>
            </a:br>
            <a:endParaRPr lang="en-GB" altLang="en-US" sz="2200" b="1" dirty="0"/>
          </a:p>
        </p:txBody>
      </p:sp>
      <p:sp>
        <p:nvSpPr>
          <p:cNvPr id="30723" name="Content Placeholder 3">
            <a:extLst>
              <a:ext uri="{FF2B5EF4-FFF2-40B4-BE49-F238E27FC236}">
                <a16:creationId xmlns:a16="http://schemas.microsoft.com/office/drawing/2014/main" id="{F407F4AF-9001-F4EB-B861-18FCD92C8F50}"/>
              </a:ext>
            </a:extLst>
          </p:cNvPr>
          <p:cNvSpPr>
            <a:spLocks noGrp="1" noChangeArrowheads="1"/>
          </p:cNvSpPr>
          <p:nvPr>
            <p:ph sz="half" idx="2"/>
          </p:nvPr>
        </p:nvSpPr>
        <p:spPr bwMode="auto">
          <a:xfrm>
            <a:off x="251521" y="1772816"/>
            <a:ext cx="8424935" cy="4032448"/>
          </a:xfrm>
          <a:solidFill>
            <a:schemeClr val="accent6">
              <a:lumMod val="20000"/>
              <a:lumOff val="80000"/>
            </a:schemeClr>
          </a:solidFill>
        </p:spPr>
        <p:txBody>
          <a:bodyPr vert="horz" wrap="square" lIns="91440" tIns="45720" rIns="91440" bIns="45720" numCol="1" rtlCol="1" anchor="t" anchorCtr="0" compatLnSpc="1">
            <a:prstTxWarp prst="textNoShape">
              <a:avLst/>
            </a:prstTxWarp>
          </a:bodyPr>
          <a:lstStyle/>
          <a:p>
            <a:pPr rtl="1"/>
            <a:endParaRPr lang="en-GB" sz="1800" b="1" dirty="0">
              <a:effectLst/>
            </a:endParaRPr>
          </a:p>
          <a:p>
            <a:pPr rtl="1"/>
            <a:r>
              <a:rPr lang="ar" sz="2000" b="1" dirty="0">
                <a:effectLst/>
              </a:rPr>
              <a:t>حوكمة الشركات والأجور التنفيذية:</a:t>
            </a:r>
          </a:p>
          <a:p>
            <a:pPr marL="0" indent="0" rtl="1">
              <a:buNone/>
            </a:pPr>
            <a:r>
              <a:rPr lang="ar" sz="2000" dirty="0"/>
              <a:t>تقارن المؤسسات الملتزمة بالأخلاقيات بين رواتب ومكافآت المديرين التنفيذيين مثل مدفوعات أعضاء مجلس الإدارة والمديرين وبين متوسط ​​الدخل داخل المؤسسة</a:t>
            </a:r>
          </a:p>
          <a:p>
            <a:pPr marL="0" indent="0" rtl="1">
              <a:buNone/>
            </a:pPr>
            <a:endParaRPr lang="en-GB" sz="1800" dirty="0"/>
          </a:p>
          <a:p>
            <a:pPr rtl="1"/>
            <a:r>
              <a:rPr lang="ar" sz="2000" b="1" dirty="0">
                <a:effectLst/>
              </a:rPr>
              <a:t>تقسيم المسؤوليات، وانفصال الملكية عن الإدارة</a:t>
            </a:r>
          </a:p>
          <a:p>
            <a:pPr marL="0" indent="0" rtl="1">
              <a:buNone/>
            </a:pPr>
            <a:r>
              <a:rPr lang="ar" sz="2000" dirty="0"/>
              <a:t>يجب أن يكون للأدوار المختلفة في المؤسسة مسؤوليات ونتائج وإجراءات واضحة. </a:t>
            </a:r>
          </a:p>
          <a:p>
            <a:pPr rtl="1"/>
            <a:endParaRPr lang="en-GB" sz="1800" dirty="0"/>
          </a:p>
          <a:p>
            <a:pPr rtl="1"/>
            <a:r>
              <a:rPr lang="ar" sz="2000" b="1" dirty="0"/>
              <a:t>امتلاك صناع القرار للمهارات المطلوبة، ومشكلة الأصيل-الوكيل</a:t>
            </a:r>
          </a:p>
          <a:p>
            <a:pPr marL="0" indent="0" rtl="1">
              <a:buNone/>
            </a:pPr>
            <a:r>
              <a:rPr lang="ar" sz="2000" dirty="0"/>
              <a:t>هذه هي الحالة التي يُتوقع فيها من الوكيل (مثل المدير) أن يتصرف بما يصب في مصلحة الرؤساء (مثل المالكين) بيد أن الوكيل لديه مصالح مختلفة عن الرئيس. يمكن أن يؤدي هذا إلى تضارب المصالح.</a:t>
            </a:r>
          </a:p>
          <a:p>
            <a:pPr marL="0" indent="0" rtl="1">
              <a:buNone/>
            </a:pPr>
            <a:endParaRPr lang="en-GB" sz="1800" dirty="0">
              <a:effectLst/>
              <a:latin typeface="SymbolMT"/>
            </a:endParaRPr>
          </a:p>
          <a:p>
            <a:pPr marL="0" indent="0" rtl="1">
              <a:buNone/>
            </a:pPr>
            <a:r>
              <a:rPr lang="ar" sz="1800" dirty="0">
                <a:effectLst/>
              </a:rPr>
              <a:t> </a:t>
            </a:r>
            <a:endParaRPr lang="en-GB" sz="1800" dirty="0">
              <a:effectLst/>
              <a:latin typeface="SymbolMT"/>
            </a:endParaRPr>
          </a:p>
          <a:p>
            <a:pPr marL="0" indent="0" rtl="1">
              <a:buNone/>
            </a:pPr>
            <a:endParaRPr lang="en-GB" altLang="en-US" dirty="0"/>
          </a:p>
          <a:p>
            <a:pPr marL="0" indent="0" rtl="1">
              <a:buNone/>
            </a:pPr>
            <a:endParaRPr lang="en-GB" altLang="en-US" dirty="0">
              <a:solidFill>
                <a:srgbClr val="FF0000"/>
              </a:solidFill>
            </a:endParaRPr>
          </a:p>
        </p:txBody>
      </p:sp>
      <p:sp>
        <p:nvSpPr>
          <p:cNvPr id="2" name="Footer Placeholder 2">
            <a:extLst>
              <a:ext uri="{FF2B5EF4-FFF2-40B4-BE49-F238E27FC236}">
                <a16:creationId xmlns:a16="http://schemas.microsoft.com/office/drawing/2014/main" id="{C63C9ECC-FC98-5F2C-9CCC-1DAA97D4B63A}"/>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A103000398484</a:t>
            </a:r>
            <a:endParaRPr lang="ar" sz="900" dirty="0"/>
          </a:p>
        </p:txBody>
      </p:sp>
    </p:spTree>
    <p:extLst>
      <p:ext uri="{BB962C8B-B14F-4D97-AF65-F5344CB8AC3E}">
        <p14:creationId xmlns:p14="http://schemas.microsoft.com/office/powerpoint/2010/main" val="4018562051"/>
      </p:ext>
    </p:extLst>
  </p:cSld>
  <p:clrMapOvr>
    <a:masterClrMapping/>
  </p:clrMapOvr>
  <p:transition>
    <p:sndAc>
      <p:stSnd>
        <p:snd r:embed="rId3" name="click.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E09B9-830D-CF86-584F-8C64757691D9}"/>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423AC2B7-A367-6BF1-7813-9AB05113A15E}"/>
              </a:ext>
            </a:extLst>
          </p:cNvPr>
          <p:cNvSpPr>
            <a:spLocks noGrp="1" noChangeArrowheads="1"/>
          </p:cNvSpPr>
          <p:nvPr>
            <p:ph type="title"/>
          </p:nvPr>
        </p:nvSpPr>
        <p:spPr bwMode="auto">
          <a:xfrm>
            <a:off x="323528" y="1195388"/>
            <a:ext cx="8640960" cy="433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effectLst/>
              </a:rPr>
              <a:t>أ3 تطبيق القيم الأخلاقية على ممارسات الأعمال (2)</a:t>
            </a:r>
            <a:br>
              <a:rPr lang="en-GB" altLang="en-US" sz="2200" b="1" dirty="0"/>
            </a:br>
            <a:endParaRPr lang="en-GB" altLang="en-US" sz="2200" b="1" dirty="0"/>
          </a:p>
        </p:txBody>
      </p:sp>
      <p:sp>
        <p:nvSpPr>
          <p:cNvPr id="30723" name="Content Placeholder 3">
            <a:extLst>
              <a:ext uri="{FF2B5EF4-FFF2-40B4-BE49-F238E27FC236}">
                <a16:creationId xmlns:a16="http://schemas.microsoft.com/office/drawing/2014/main" id="{9A302F1A-8753-9546-2325-335DE8396381}"/>
              </a:ext>
            </a:extLst>
          </p:cNvPr>
          <p:cNvSpPr>
            <a:spLocks noGrp="1" noChangeArrowheads="1"/>
          </p:cNvSpPr>
          <p:nvPr>
            <p:ph sz="half" idx="2"/>
          </p:nvPr>
        </p:nvSpPr>
        <p:spPr bwMode="auto">
          <a:xfrm>
            <a:off x="2627784" y="1772816"/>
            <a:ext cx="6048671" cy="3889796"/>
          </a:xfrm>
          <a:solidFill>
            <a:schemeClr val="accent5"/>
          </a:solidFill>
        </p:spPr>
        <p:txBody>
          <a:bodyPr vert="horz" wrap="square" lIns="91440" tIns="45720" rIns="91440" bIns="45720" numCol="1" rtlCol="1" anchor="t" anchorCtr="0" compatLnSpc="1">
            <a:prstTxWarp prst="textNoShape">
              <a:avLst/>
            </a:prstTxWarp>
          </a:bodyPr>
          <a:lstStyle/>
          <a:p>
            <a:pPr marL="0" indent="0" rtl="1">
              <a:buNone/>
            </a:pPr>
            <a:r>
              <a:rPr lang="ar" sz="2000" b="1" dirty="0">
                <a:effectLst/>
              </a:rPr>
              <a:t>المسؤوليات المالية للمؤسسة الملتزمة بالأخلاقيات</a:t>
            </a:r>
          </a:p>
          <a:p>
            <a:pPr marL="0" indent="0" rtl="1">
              <a:buNone/>
            </a:pPr>
            <a:endParaRPr lang="en-GB" sz="2000" b="1" dirty="0">
              <a:effectLst/>
            </a:endParaRPr>
          </a:p>
          <a:p>
            <a:pPr rtl="1"/>
            <a:r>
              <a:rPr lang="ar" sz="2000" dirty="0"/>
              <a:t>تدفع ضرائبها على الفور ولا تتجنب دفع الضرائب </a:t>
            </a:r>
          </a:p>
          <a:p>
            <a:pPr rtl="1"/>
            <a:r>
              <a:rPr lang="ar" sz="2000" dirty="0"/>
              <a:t>تضمن دفع المبلغ المناسب من الضريبة وفقًا لقوانين الضرائب المطبقة في البلدان التي تعمل فيها.</a:t>
            </a:r>
          </a:p>
          <a:p>
            <a:pPr rtl="1"/>
            <a:r>
              <a:rPr lang="ar" sz="2000" dirty="0"/>
              <a:t>تضمن أن تكون تعاملاتها مع السلطات الضريبية مفتوحة وشفافة.</a:t>
            </a:r>
            <a:endParaRPr lang="en-GB" sz="2000" dirty="0"/>
          </a:p>
          <a:p>
            <a:pPr rtl="1"/>
            <a:r>
              <a:rPr lang="ar" sz="2000" dirty="0"/>
              <a:t>تتبع سياسات عدم التسامح تجاه دفع الرشاوى</a:t>
            </a:r>
          </a:p>
          <a:p>
            <a:pPr rtl="1"/>
            <a:r>
              <a:rPr lang="ar" sz="2000" dirty="0"/>
              <a:t>تطبق أنظمة لتجنب:</a:t>
            </a:r>
          </a:p>
          <a:p>
            <a:pPr lvl="1" rtl="1">
              <a:buFont typeface="Courier New" panose="02070309020205020404" pitchFamily="49" charset="0"/>
              <a:buChar char="o"/>
            </a:pPr>
            <a:r>
              <a:rPr lang="ar" sz="2000" dirty="0"/>
              <a:t>الفساد والاحتيال</a:t>
            </a:r>
          </a:p>
          <a:p>
            <a:pPr lvl="1" rtl="1">
              <a:buFont typeface="Courier New" panose="02070309020205020404" pitchFamily="49" charset="0"/>
              <a:buChar char="o"/>
            </a:pPr>
            <a:r>
              <a:rPr lang="ar" sz="2000" dirty="0"/>
              <a:t>الأجور المفرطة، وحزم نهاية الخدمة، وأنظمة المكافآت للشركات. </a:t>
            </a:r>
          </a:p>
          <a:p>
            <a:pPr rtl="1"/>
            <a:endParaRPr lang="en-GB" sz="2000" dirty="0"/>
          </a:p>
          <a:p>
            <a:pPr marL="0" indent="0" rtl="1">
              <a:buNone/>
            </a:pPr>
            <a:endParaRPr lang="en-GB" sz="2000" dirty="0">
              <a:effectLst/>
            </a:endParaRPr>
          </a:p>
          <a:p>
            <a:pPr marL="0" indent="0" rtl="1">
              <a:buNone/>
            </a:pPr>
            <a:r>
              <a:rPr lang="ar" sz="2000" dirty="0">
                <a:effectLst/>
              </a:rPr>
              <a:t> </a:t>
            </a:r>
            <a:endParaRPr lang="en-GB" sz="2000" dirty="0">
              <a:effectLst/>
            </a:endParaRPr>
          </a:p>
          <a:p>
            <a:pPr marL="0" indent="0" rtl="1">
              <a:buNone/>
            </a:pPr>
            <a:endParaRPr lang="en-GB" altLang="en-US" sz="2000" dirty="0"/>
          </a:p>
          <a:p>
            <a:pPr marL="0" indent="0" rtl="1">
              <a:buNone/>
            </a:pPr>
            <a:endParaRPr lang="en-GB" altLang="en-US" sz="2000" dirty="0">
              <a:solidFill>
                <a:srgbClr val="FF0000"/>
              </a:solidFill>
            </a:endParaRPr>
          </a:p>
        </p:txBody>
      </p:sp>
      <p:grpSp>
        <p:nvGrpSpPr>
          <p:cNvPr id="2" name="Group 1">
            <a:extLst>
              <a:ext uri="{FF2B5EF4-FFF2-40B4-BE49-F238E27FC236}">
                <a16:creationId xmlns:a16="http://schemas.microsoft.com/office/drawing/2014/main" id="{7AEAC48D-5F10-2085-1AEF-34954DCD4DD4}"/>
              </a:ext>
            </a:extLst>
          </p:cNvPr>
          <p:cNvGrpSpPr/>
          <p:nvPr/>
        </p:nvGrpSpPr>
        <p:grpSpPr>
          <a:xfrm>
            <a:off x="470372" y="1916832"/>
            <a:ext cx="1941388" cy="3745780"/>
            <a:chOff x="0" y="353532"/>
            <a:chExt cx="2564804" cy="1538882"/>
          </a:xfrm>
        </p:grpSpPr>
        <p:sp>
          <p:nvSpPr>
            <p:cNvPr id="3" name="Rectangle 2">
              <a:extLst>
                <a:ext uri="{FF2B5EF4-FFF2-40B4-BE49-F238E27FC236}">
                  <a16:creationId xmlns:a16="http://schemas.microsoft.com/office/drawing/2014/main" id="{3ED85127-CC2E-4CE4-8A67-FC59E44047F4}"/>
                </a:ext>
              </a:extLst>
            </p:cNvPr>
            <p:cNvSpPr/>
            <p:nvPr/>
          </p:nvSpPr>
          <p:spPr>
            <a:xfrm>
              <a:off x="0" y="353532"/>
              <a:ext cx="2564804" cy="1538882"/>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dirty="0">
                <a:latin typeface="Sakkal Majalla" panose="02000000000000000000" pitchFamily="2" charset="-78"/>
              </a:endParaRPr>
            </a:p>
          </p:txBody>
        </p:sp>
        <p:sp>
          <p:nvSpPr>
            <p:cNvPr id="4" name="TextBox 3">
              <a:extLst>
                <a:ext uri="{FF2B5EF4-FFF2-40B4-BE49-F238E27FC236}">
                  <a16:creationId xmlns:a16="http://schemas.microsoft.com/office/drawing/2014/main" id="{03D328D4-E8AE-001D-BCCB-A36D7788EAD1}"/>
                </a:ext>
              </a:extLst>
            </p:cNvPr>
            <p:cNvSpPr txBox="1"/>
            <p:nvPr/>
          </p:nvSpPr>
          <p:spPr>
            <a:xfrm>
              <a:off x="0" y="353532"/>
              <a:ext cx="2564804" cy="153888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sz="2000" b="1" dirty="0">
                  <a:solidFill>
                    <a:srgbClr val="7030A0"/>
                  </a:solidFill>
                  <a:latin typeface="Sakkal Majalla" panose="02000000000000000000" pitchFamily="2" charset="-78"/>
                  <a:cs typeface="Sakkal Majalla" panose="02000000000000000000" pitchFamily="2" charset="-78"/>
                </a:rPr>
                <a:t>مناقشة</a:t>
              </a:r>
              <a:r>
                <a:rPr lang="ar" sz="2000" dirty="0">
                  <a:solidFill>
                    <a:srgbClr val="7030A0"/>
                  </a:solidFill>
                  <a:latin typeface="Sakkal Majalla" panose="02000000000000000000" pitchFamily="2" charset="-78"/>
                  <a:cs typeface="Sakkal Majalla" panose="02000000000000000000" pitchFamily="2" charset="-78"/>
                </a:rPr>
                <a:t>: </a:t>
              </a:r>
            </a:p>
            <a:p>
              <a:pPr rtl="1"/>
              <a:r>
                <a:rPr lang="ar" sz="2000" dirty="0">
                  <a:solidFill>
                    <a:srgbClr val="7030A0"/>
                  </a:solidFill>
                  <a:latin typeface="Sakkal Majalla" panose="02000000000000000000" pitchFamily="2" charset="-78"/>
                  <a:cs typeface="Sakkal Majalla" panose="02000000000000000000" pitchFamily="2" charset="-78"/>
                </a:rPr>
                <a:t>وُجهت اتهامات لبعض المؤسسات الكبيرة بتجنب الضرائب.</a:t>
              </a:r>
            </a:p>
            <a:p>
              <a:pPr marL="285750" indent="-285750" rtl="1">
                <a:buFont typeface="Arial" panose="020B0604020202020204" pitchFamily="34" charset="0"/>
                <a:buChar char="•"/>
              </a:pPr>
              <a:r>
                <a:rPr lang="ar" sz="2000" dirty="0">
                  <a:solidFill>
                    <a:srgbClr val="7030A0"/>
                  </a:solidFill>
                  <a:latin typeface="Sakkal Majalla" panose="02000000000000000000" pitchFamily="2" charset="-78"/>
                  <a:cs typeface="Sakkal Majalla" panose="02000000000000000000" pitchFamily="2" charset="-78"/>
                </a:rPr>
                <a:t>ماذا قد يحدث لسمعة هذه المؤسسات؟</a:t>
              </a:r>
            </a:p>
            <a:p>
              <a:pPr marL="285750" indent="-285750" rtl="1">
                <a:buFont typeface="Arial" panose="020B0604020202020204" pitchFamily="34" charset="0"/>
                <a:buChar char="•"/>
              </a:pPr>
              <a:r>
                <a:rPr lang="ar" sz="2000" dirty="0">
                  <a:solidFill>
                    <a:srgbClr val="7030A0"/>
                  </a:solidFill>
                  <a:latin typeface="Sakkal Majalla" panose="02000000000000000000" pitchFamily="2" charset="-78"/>
                  <a:cs typeface="Sakkal Majalla" panose="02000000000000000000" pitchFamily="2" charset="-78"/>
                </a:rPr>
                <a:t>كيف يمكن أن يؤثر هذا الأمر في الأرباح؟ </a:t>
              </a:r>
            </a:p>
          </p:txBody>
        </p:sp>
      </p:grpSp>
      <p:sp>
        <p:nvSpPr>
          <p:cNvPr id="5" name="Footer Placeholder 2">
            <a:extLst>
              <a:ext uri="{FF2B5EF4-FFF2-40B4-BE49-F238E27FC236}">
                <a16:creationId xmlns:a16="http://schemas.microsoft.com/office/drawing/2014/main" id="{0A48CCA5-E0BC-1A60-9884-727F02A03408}"/>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A103000398484</a:t>
            </a:r>
            <a:endParaRPr lang="ar" sz="900" dirty="0"/>
          </a:p>
        </p:txBody>
      </p:sp>
    </p:spTree>
    <p:extLst>
      <p:ext uri="{BB962C8B-B14F-4D97-AF65-F5344CB8AC3E}">
        <p14:creationId xmlns:p14="http://schemas.microsoft.com/office/powerpoint/2010/main" val="2476459523"/>
      </p:ext>
    </p:extLst>
  </p:cSld>
  <p:clrMapOvr>
    <a:masterClrMapping/>
  </p:clrMapOvr>
  <p:transition>
    <p:sndAc>
      <p:stSnd>
        <p:snd r:embed="rId3" name="click.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8F447-6406-DDC3-5903-A7AAC79EDB67}"/>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0436BF01-23B5-14F2-C6F9-C704C9C27B74}"/>
              </a:ext>
            </a:extLst>
          </p:cNvPr>
          <p:cNvSpPr>
            <a:spLocks noGrp="1" noChangeArrowheads="1"/>
          </p:cNvSpPr>
          <p:nvPr>
            <p:ph type="title"/>
          </p:nvPr>
        </p:nvSpPr>
        <p:spPr bwMode="auto">
          <a:xfrm>
            <a:off x="323528" y="1195388"/>
            <a:ext cx="8640960" cy="433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effectLst/>
              </a:rPr>
              <a:t>أ3 تطبيق القيم الأخلاقية على ممارسات الأعمال (2)</a:t>
            </a:r>
            <a:br>
              <a:rPr lang="en-GB" altLang="en-US" sz="2200" b="1" dirty="0"/>
            </a:br>
            <a:endParaRPr lang="en-GB" altLang="en-US" sz="2200" b="1" dirty="0"/>
          </a:p>
        </p:txBody>
      </p:sp>
      <p:sp>
        <p:nvSpPr>
          <p:cNvPr id="30723" name="Content Placeholder 3">
            <a:extLst>
              <a:ext uri="{FF2B5EF4-FFF2-40B4-BE49-F238E27FC236}">
                <a16:creationId xmlns:a16="http://schemas.microsoft.com/office/drawing/2014/main" id="{A2A75BDE-5183-A607-2931-98C8FF1570B7}"/>
              </a:ext>
            </a:extLst>
          </p:cNvPr>
          <p:cNvSpPr>
            <a:spLocks noGrp="1" noChangeArrowheads="1"/>
          </p:cNvSpPr>
          <p:nvPr>
            <p:ph sz="half" idx="2"/>
          </p:nvPr>
        </p:nvSpPr>
        <p:spPr bwMode="auto">
          <a:xfrm>
            <a:off x="5176665" y="1772815"/>
            <a:ext cx="3571799" cy="4392489"/>
          </a:xfrm>
          <a:solidFill>
            <a:schemeClr val="accent5"/>
          </a:solidFill>
        </p:spPr>
        <p:txBody>
          <a:bodyPr vert="horz" wrap="square" lIns="91440" tIns="45720" rIns="91440" bIns="45720" numCol="1" rtlCol="1" anchor="t" anchorCtr="0" compatLnSpc="1">
            <a:prstTxWarp prst="textNoShape">
              <a:avLst/>
            </a:prstTxWarp>
          </a:bodyPr>
          <a:lstStyle/>
          <a:p>
            <a:pPr marL="0" indent="0" rtl="1">
              <a:buNone/>
            </a:pPr>
            <a:r>
              <a:rPr lang="ar" sz="1800" b="1" dirty="0">
                <a:effectLst/>
              </a:rPr>
              <a:t>سياسة التوظيف والتنوع </a:t>
            </a:r>
            <a:endParaRPr lang="en-GB" sz="1800" dirty="0"/>
          </a:p>
          <a:p>
            <a:pPr rtl="1">
              <a:buFont typeface="Arial" panose="05000000000000000000" pitchFamily="2" charset="2"/>
              <a:buChar char="•"/>
            </a:pPr>
            <a:r>
              <a:rPr lang="ar" sz="1800" dirty="0">
                <a:effectLst/>
              </a:rPr>
              <a:t>تعزز التنوع والشمول في مكان العمل من خلال </a:t>
            </a:r>
            <a:r>
              <a:rPr lang="ar" sz="1800" dirty="0"/>
              <a:t>تشجيع توظيف الفئات الممثلة تمثيلاً ناقصًا مثل ذوي الإعاقة</a:t>
            </a:r>
            <a:endParaRPr lang="en-GB" sz="1800" dirty="0">
              <a:effectLst/>
            </a:endParaRPr>
          </a:p>
          <a:p>
            <a:pPr rtl="1">
              <a:buFont typeface="Arial" panose="05000000000000000000" pitchFamily="2" charset="2"/>
              <a:buChar char="•"/>
            </a:pPr>
            <a:r>
              <a:rPr lang="ar" sz="1800" dirty="0">
                <a:effectLst/>
              </a:rPr>
              <a:t>تشجع تكافؤ الفرص للجميع في التوظيف والترقية والتدريب.</a:t>
            </a:r>
          </a:p>
          <a:p>
            <a:pPr rtl="1">
              <a:buFont typeface="Arial" panose="05000000000000000000" pitchFamily="2" charset="2"/>
              <a:buChar char="•"/>
            </a:pPr>
            <a:r>
              <a:rPr lang="ar" sz="1800" dirty="0">
                <a:effectLst/>
              </a:rPr>
              <a:t>تمنع التمييز وعدم المساواة والتحرش في مكان العمل. </a:t>
            </a:r>
          </a:p>
          <a:p>
            <a:pPr rtl="1">
              <a:buFont typeface="Arial" panose="05000000000000000000" pitchFamily="2" charset="2"/>
              <a:buChar char="•"/>
            </a:pPr>
            <a:r>
              <a:rPr lang="ar" sz="1800" dirty="0">
                <a:effectLst/>
              </a:rPr>
              <a:t>تدفع الحد الأدنى للأجور/الأجور المعيشية للموظفين لضمان حصولهم على أموال كافية لإعالة أنفسهم ومن يعولون</a:t>
            </a:r>
          </a:p>
          <a:p>
            <a:pPr rtl="1">
              <a:buFont typeface="Arial" panose="05000000000000000000" pitchFamily="2" charset="2"/>
              <a:buChar char="•"/>
            </a:pPr>
            <a:r>
              <a:rPr lang="ar" sz="1800" dirty="0">
                <a:effectLst/>
              </a:rPr>
              <a:t>تتحمل المسؤولية عن الصحة والسلامة بما يشمل تدريب الموظفين واستخدام المعدات الآمنة.</a:t>
            </a:r>
            <a:endParaRPr lang="en-GB" altLang="en-US" sz="1800" dirty="0"/>
          </a:p>
          <a:p>
            <a:pPr marL="0" indent="0" rtl="1">
              <a:buNone/>
            </a:pPr>
            <a:endParaRPr lang="en-GB" sz="1800" dirty="0"/>
          </a:p>
          <a:p>
            <a:pPr rtl="1"/>
            <a:endParaRPr lang="en-GB" sz="1800" dirty="0"/>
          </a:p>
          <a:p>
            <a:pPr marL="0" indent="0" rtl="1">
              <a:buNone/>
            </a:pPr>
            <a:endParaRPr lang="en-GB" sz="1800" dirty="0">
              <a:effectLst/>
              <a:latin typeface="SymbolMT"/>
            </a:endParaRPr>
          </a:p>
          <a:p>
            <a:pPr marL="0" indent="0" rtl="1">
              <a:buNone/>
            </a:pPr>
            <a:r>
              <a:rPr lang="ar" sz="1800" dirty="0">
                <a:effectLst/>
              </a:rPr>
              <a:t> </a:t>
            </a:r>
            <a:endParaRPr lang="en-GB" sz="1800" dirty="0">
              <a:effectLst/>
              <a:latin typeface="SymbolMT"/>
            </a:endParaRPr>
          </a:p>
          <a:p>
            <a:pPr marL="0" indent="0" rtl="1">
              <a:buNone/>
            </a:pPr>
            <a:endParaRPr lang="en-GB" altLang="en-US" dirty="0"/>
          </a:p>
          <a:p>
            <a:pPr marL="0" indent="0" rtl="1">
              <a:buNone/>
            </a:pPr>
            <a:endParaRPr lang="en-GB" altLang="en-US" dirty="0">
              <a:solidFill>
                <a:srgbClr val="FF0000"/>
              </a:solidFill>
            </a:endParaRPr>
          </a:p>
        </p:txBody>
      </p:sp>
      <p:grpSp>
        <p:nvGrpSpPr>
          <p:cNvPr id="2" name="Group 1">
            <a:extLst>
              <a:ext uri="{FF2B5EF4-FFF2-40B4-BE49-F238E27FC236}">
                <a16:creationId xmlns:a16="http://schemas.microsoft.com/office/drawing/2014/main" id="{67ED4E66-B4EE-03CF-9854-32D82CEF7ACD}"/>
              </a:ext>
            </a:extLst>
          </p:cNvPr>
          <p:cNvGrpSpPr/>
          <p:nvPr/>
        </p:nvGrpSpPr>
        <p:grpSpPr>
          <a:xfrm>
            <a:off x="470372" y="4978536"/>
            <a:ext cx="4176464" cy="1186768"/>
            <a:chOff x="0" y="353532"/>
            <a:chExt cx="2564804" cy="1538882"/>
          </a:xfrm>
        </p:grpSpPr>
        <p:sp>
          <p:nvSpPr>
            <p:cNvPr id="3" name="Rectangle 2">
              <a:extLst>
                <a:ext uri="{FF2B5EF4-FFF2-40B4-BE49-F238E27FC236}">
                  <a16:creationId xmlns:a16="http://schemas.microsoft.com/office/drawing/2014/main" id="{CE449AB5-88FE-E67D-F9D8-19B1EA3BBD37}"/>
                </a:ext>
              </a:extLst>
            </p:cNvPr>
            <p:cNvSpPr/>
            <p:nvPr/>
          </p:nvSpPr>
          <p:spPr>
            <a:xfrm>
              <a:off x="0" y="353532"/>
              <a:ext cx="2564804" cy="1538882"/>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dirty="0">
                <a:latin typeface="Sakkal Majalla" panose="02000000000000000000" pitchFamily="2" charset="-78"/>
              </a:endParaRPr>
            </a:p>
          </p:txBody>
        </p:sp>
        <p:sp>
          <p:nvSpPr>
            <p:cNvPr id="4" name="TextBox 3">
              <a:extLst>
                <a:ext uri="{FF2B5EF4-FFF2-40B4-BE49-F238E27FC236}">
                  <a16:creationId xmlns:a16="http://schemas.microsoft.com/office/drawing/2014/main" id="{C5D4881E-CFEA-6E21-C255-EDE832213FF4}"/>
                </a:ext>
              </a:extLst>
            </p:cNvPr>
            <p:cNvSpPr txBox="1"/>
            <p:nvPr/>
          </p:nvSpPr>
          <p:spPr>
            <a:xfrm>
              <a:off x="0" y="353532"/>
              <a:ext cx="2564804" cy="153888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sz="2000" b="1" dirty="0">
                  <a:solidFill>
                    <a:srgbClr val="7030A0"/>
                  </a:solidFill>
                  <a:latin typeface="Sakkal Majalla" panose="02000000000000000000" pitchFamily="2" charset="-78"/>
                  <a:cs typeface="Sakkal Majalla" panose="02000000000000000000" pitchFamily="2" charset="-78"/>
                </a:rPr>
                <a:t>مناقشة</a:t>
              </a:r>
              <a:r>
                <a:rPr lang="ar" sz="2000" dirty="0">
                  <a:solidFill>
                    <a:srgbClr val="7030A0"/>
                  </a:solidFill>
                  <a:latin typeface="Sakkal Majalla" panose="02000000000000000000" pitchFamily="2" charset="-78"/>
                  <a:cs typeface="Sakkal Majalla" panose="02000000000000000000" pitchFamily="2" charset="-78"/>
                </a:rPr>
                <a:t>: </a:t>
              </a:r>
            </a:p>
            <a:p>
              <a:pPr rtl="1"/>
              <a:r>
                <a:rPr lang="ar" sz="2000" dirty="0">
                  <a:solidFill>
                    <a:srgbClr val="7030A0"/>
                  </a:solidFill>
                  <a:latin typeface="Sakkal Majalla" panose="02000000000000000000" pitchFamily="2" charset="-78"/>
                  <a:cs typeface="Sakkal Majalla" panose="02000000000000000000" pitchFamily="2" charset="-78"/>
                </a:rPr>
                <a:t>ما أهمية حرص المؤسسات على معاملة موظفيها بشكلٍ جيد؟</a:t>
              </a:r>
            </a:p>
          </p:txBody>
        </p:sp>
      </p:grpSp>
      <p:pic>
        <p:nvPicPr>
          <p:cNvPr id="7" name="Picture 6" descr="A person wearing a head scarf&#10;&#10;Description automatically generated">
            <a:extLst>
              <a:ext uri="{FF2B5EF4-FFF2-40B4-BE49-F238E27FC236}">
                <a16:creationId xmlns:a16="http://schemas.microsoft.com/office/drawing/2014/main" id="{2E05F89A-6503-21EA-3016-DE9387EE060A}"/>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755576" y="2060848"/>
            <a:ext cx="3672408" cy="2448272"/>
          </a:xfrm>
          <a:prstGeom prst="rect">
            <a:avLst/>
          </a:prstGeom>
        </p:spPr>
      </p:pic>
      <p:sp>
        <p:nvSpPr>
          <p:cNvPr id="5" name="Footer Placeholder 2">
            <a:extLst>
              <a:ext uri="{FF2B5EF4-FFF2-40B4-BE49-F238E27FC236}">
                <a16:creationId xmlns:a16="http://schemas.microsoft.com/office/drawing/2014/main" id="{AF932A35-9CAE-9BF3-1CA5-17E787EAB922}"/>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A103000398484</a:t>
            </a:r>
            <a:endParaRPr lang="ar" sz="900" dirty="0"/>
          </a:p>
        </p:txBody>
      </p:sp>
    </p:spTree>
    <p:extLst>
      <p:ext uri="{BB962C8B-B14F-4D97-AF65-F5344CB8AC3E}">
        <p14:creationId xmlns:p14="http://schemas.microsoft.com/office/powerpoint/2010/main" val="2299894682"/>
      </p:ext>
    </p:extLst>
  </p:cSld>
  <p:clrMapOvr>
    <a:masterClrMapping/>
  </p:clrMapOvr>
  <p:transition>
    <p:sndAc>
      <p:stSnd>
        <p:snd r:embed="rId3" name="click.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4712B-CFD8-3CEC-4E22-604C318324A1}"/>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FE9D8B96-4952-55B4-F8D3-F896C72790E2}"/>
              </a:ext>
            </a:extLst>
          </p:cNvPr>
          <p:cNvSpPr>
            <a:spLocks noGrp="1" noChangeArrowheads="1"/>
          </p:cNvSpPr>
          <p:nvPr>
            <p:ph type="title"/>
          </p:nvPr>
        </p:nvSpPr>
        <p:spPr bwMode="auto">
          <a:xfrm>
            <a:off x="457200" y="1328892"/>
            <a:ext cx="8229600" cy="455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Autofit/>
          </a:bodyPr>
          <a:lstStyle/>
          <a:p>
            <a:pPr rtl="1">
              <a:lnSpc>
                <a:spcPct val="90000"/>
              </a:lnSpc>
            </a:pPr>
            <a:r>
              <a:rPr lang="ar" sz="2200" b="1" dirty="0">
                <a:effectLst/>
              </a:rPr>
              <a:t>أ3 أمثلة على تعزيز المؤسسات لسلوك الأعمال الملتزمة بالأخلاقيات</a:t>
            </a:r>
            <a:br>
              <a:rPr lang="en-GB" altLang="en-US" sz="2200" b="1" dirty="0"/>
            </a:br>
            <a:endParaRPr lang="en-GB" altLang="en-US" sz="2200" b="1" dirty="0"/>
          </a:p>
        </p:txBody>
      </p:sp>
      <p:graphicFrame>
        <p:nvGraphicFramePr>
          <p:cNvPr id="30725" name="Content Placeholder 3">
            <a:extLst>
              <a:ext uri="{FF2B5EF4-FFF2-40B4-BE49-F238E27FC236}">
                <a16:creationId xmlns:a16="http://schemas.microsoft.com/office/drawing/2014/main" id="{B29274BD-DFC4-D4EC-B8D2-64B6E38A2261}"/>
              </a:ext>
            </a:extLst>
          </p:cNvPr>
          <p:cNvGraphicFramePr>
            <a:graphicFrameLocks noGrp="1"/>
          </p:cNvGraphicFramePr>
          <p:nvPr>
            <p:ph idx="1"/>
            <p:extLst>
              <p:ext uri="{D42A27DB-BD31-4B8C-83A1-F6EECF244321}">
                <p14:modId xmlns:p14="http://schemas.microsoft.com/office/powerpoint/2010/main" val="3185799287"/>
              </p:ext>
            </p:extLst>
          </p:nvPr>
        </p:nvGraphicFramePr>
        <p:xfrm>
          <a:off x="479425" y="980728"/>
          <a:ext cx="8207375" cy="482453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pSp>
        <p:nvGrpSpPr>
          <p:cNvPr id="4" name="Group 3">
            <a:extLst>
              <a:ext uri="{FF2B5EF4-FFF2-40B4-BE49-F238E27FC236}">
                <a16:creationId xmlns:a16="http://schemas.microsoft.com/office/drawing/2014/main" id="{21B0DF75-8EAF-A490-D6D5-F9F577155453}"/>
              </a:ext>
            </a:extLst>
          </p:cNvPr>
          <p:cNvGrpSpPr/>
          <p:nvPr/>
        </p:nvGrpSpPr>
        <p:grpSpPr>
          <a:xfrm>
            <a:off x="251520" y="4581128"/>
            <a:ext cx="2517452" cy="1702700"/>
            <a:chOff x="0" y="353532"/>
            <a:chExt cx="2564804" cy="1538882"/>
          </a:xfrm>
        </p:grpSpPr>
        <p:sp>
          <p:nvSpPr>
            <p:cNvPr id="5" name="Rectangle 4">
              <a:extLst>
                <a:ext uri="{FF2B5EF4-FFF2-40B4-BE49-F238E27FC236}">
                  <a16:creationId xmlns:a16="http://schemas.microsoft.com/office/drawing/2014/main" id="{19EA1262-D04F-3D2C-FC6B-A39845D61212}"/>
                </a:ext>
              </a:extLst>
            </p:cNvPr>
            <p:cNvSpPr/>
            <p:nvPr/>
          </p:nvSpPr>
          <p:spPr>
            <a:xfrm>
              <a:off x="0" y="353532"/>
              <a:ext cx="2564804" cy="1538882"/>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dirty="0">
                <a:latin typeface="Sakkal Majalla" panose="02000000000000000000" pitchFamily="2" charset="-78"/>
              </a:endParaRPr>
            </a:p>
          </p:txBody>
        </p:sp>
        <p:sp>
          <p:nvSpPr>
            <p:cNvPr id="6" name="TextBox 5">
              <a:extLst>
                <a:ext uri="{FF2B5EF4-FFF2-40B4-BE49-F238E27FC236}">
                  <a16:creationId xmlns:a16="http://schemas.microsoft.com/office/drawing/2014/main" id="{1F063027-7B7A-0EC1-F406-D76C389BB734}"/>
                </a:ext>
              </a:extLst>
            </p:cNvPr>
            <p:cNvSpPr txBox="1"/>
            <p:nvPr/>
          </p:nvSpPr>
          <p:spPr>
            <a:xfrm>
              <a:off x="0" y="353532"/>
              <a:ext cx="2564804" cy="153888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b="1" dirty="0">
                  <a:solidFill>
                    <a:srgbClr val="7030A0"/>
                  </a:solidFill>
                  <a:latin typeface="Sakkal Majalla" panose="02000000000000000000" pitchFamily="2" charset="-78"/>
                  <a:cs typeface="Sakkal Majalla" panose="02000000000000000000" pitchFamily="2" charset="-78"/>
                </a:rPr>
                <a:t>مناقشة</a:t>
              </a:r>
              <a:r>
                <a:rPr lang="ar" dirty="0">
                  <a:solidFill>
                    <a:srgbClr val="7030A0"/>
                  </a:solidFill>
                  <a:latin typeface="Sakkal Majalla" panose="02000000000000000000" pitchFamily="2" charset="-78"/>
                  <a:cs typeface="Sakkal Majalla" panose="02000000000000000000" pitchFamily="2" charset="-78"/>
                </a:rPr>
                <a:t>: </a:t>
              </a:r>
            </a:p>
            <a:p>
              <a:pPr rtl="1"/>
              <a:r>
                <a:rPr lang="ar" dirty="0">
                  <a:solidFill>
                    <a:srgbClr val="7030A0"/>
                  </a:solidFill>
                  <a:latin typeface="Sakkal Majalla" panose="02000000000000000000" pitchFamily="2" charset="-78"/>
                  <a:cs typeface="Sakkal Majalla" panose="02000000000000000000" pitchFamily="2" charset="-78"/>
                </a:rPr>
                <a:t>ما المؤسسات في بلدك أو منطقتك المعروفة بتعزيز سلوك الأعمال الملتزمة بالأخلاقيات؟</a:t>
              </a:r>
            </a:p>
          </p:txBody>
        </p:sp>
      </p:grpSp>
      <p:sp>
        <p:nvSpPr>
          <p:cNvPr id="2" name="Footer Placeholder 2">
            <a:extLst>
              <a:ext uri="{FF2B5EF4-FFF2-40B4-BE49-F238E27FC236}">
                <a16:creationId xmlns:a16="http://schemas.microsoft.com/office/drawing/2014/main" id="{90B41DA7-C0EA-0E44-18E5-F4B7DEF257CE}"/>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A103000398484</a:t>
            </a:r>
            <a:endParaRPr lang="ar" sz="900" dirty="0"/>
          </a:p>
        </p:txBody>
      </p:sp>
    </p:spTree>
    <p:extLst>
      <p:ext uri="{BB962C8B-B14F-4D97-AF65-F5344CB8AC3E}">
        <p14:creationId xmlns:p14="http://schemas.microsoft.com/office/powerpoint/2010/main" val="2439151473"/>
      </p:ext>
    </p:extLst>
  </p:cSld>
  <p:clrMapOvr>
    <a:masterClrMapping/>
  </p:clrMapOvr>
  <p:transition>
    <p:sndAc>
      <p:stSnd>
        <p:snd r:embed="rId3" name="click.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7594" y="1700808"/>
            <a:ext cx="8208812" cy="3528392"/>
          </a:xfrm>
          <a:solidFill>
            <a:schemeClr val="accent5"/>
          </a:solidFill>
        </p:spPr>
        <p:txBody>
          <a:bodyPr vert="horz" wrap="square" lIns="91440" tIns="45720" rIns="91440" bIns="45720" numCol="1" rtlCol="1" anchor="t" anchorCtr="0" compatLnSpc="1">
            <a:prstTxWarp prst="textNoShape">
              <a:avLst/>
            </a:prstTxWarp>
          </a:bodyPr>
          <a:lstStyle/>
          <a:p>
            <a:pPr marL="0" indent="0" rtl="1">
              <a:buNone/>
            </a:pPr>
            <a:r>
              <a:rPr lang="ar" sz="2200" dirty="0"/>
              <a:t>عدم التعامل مع القضايا الأخلاقية يمكن أن يؤدي إلى </a:t>
            </a:r>
            <a:r>
              <a:rPr lang="ar" sz="2200" b="1" dirty="0">
                <a:effectLst/>
              </a:rPr>
              <a:t>مخاطر قانونية.</a:t>
            </a:r>
          </a:p>
          <a:p>
            <a:pPr marL="0" indent="0" rtl="1">
              <a:buNone/>
            </a:pPr>
            <a:r>
              <a:rPr lang="ar" sz="2200" dirty="0"/>
              <a:t>يمكن أن يرجع ذلك إلى </a:t>
            </a:r>
            <a:r>
              <a:rPr lang="ar" sz="2200" dirty="0">
                <a:effectLst/>
              </a:rPr>
              <a:t>سوء:</a:t>
            </a:r>
          </a:p>
          <a:p>
            <a:pPr rtl="1">
              <a:buFont typeface="Arial" panose="020B0604020202020204" pitchFamily="34" charset="0"/>
              <a:buChar char="•"/>
            </a:pPr>
            <a:r>
              <a:rPr lang="ar" sz="2200" dirty="0"/>
              <a:t>حماية المستهلك</a:t>
            </a:r>
          </a:p>
          <a:p>
            <a:pPr rtl="1">
              <a:buFont typeface="Arial" panose="020B0604020202020204" pitchFamily="34" charset="0"/>
              <a:buChar char="•"/>
            </a:pPr>
            <a:r>
              <a:rPr lang="ar" sz="2200" dirty="0"/>
              <a:t>ممارسات التوظيف</a:t>
            </a:r>
          </a:p>
          <a:p>
            <a:pPr rtl="1">
              <a:buFont typeface="Arial" panose="020B0604020202020204" pitchFamily="34" charset="0"/>
              <a:buChar char="•"/>
            </a:pPr>
            <a:r>
              <a:rPr lang="ar" sz="2200" dirty="0"/>
              <a:t>حماية البيانات</a:t>
            </a:r>
          </a:p>
          <a:p>
            <a:pPr rtl="1">
              <a:buFont typeface="Arial" panose="020B0604020202020204" pitchFamily="34" charset="0"/>
              <a:buChar char="•"/>
            </a:pPr>
            <a:r>
              <a:rPr lang="ar" sz="2200" dirty="0"/>
              <a:t>الصحة والسلامة</a:t>
            </a:r>
          </a:p>
          <a:p>
            <a:pPr marL="0" indent="0" rtl="1">
              <a:buNone/>
            </a:pPr>
            <a:endParaRPr lang="en-GB" sz="1800" dirty="0"/>
          </a:p>
          <a:p>
            <a:pPr marL="0" indent="0" rtl="1">
              <a:buNone/>
            </a:pPr>
            <a:r>
              <a:rPr lang="ar" sz="2200" dirty="0"/>
              <a:t>يتعين على المؤسسات أن تفهم تأثير مخالفة القانون، على سبيل المثال قد يتم مقاضاتها و/أو تغريمها، </a:t>
            </a:r>
            <a:br>
              <a:rPr lang="en-US" sz="2200" dirty="0"/>
            </a:br>
            <a:r>
              <a:rPr lang="ar" sz="2200" dirty="0"/>
              <a:t>أو يُطلب منها وقف الأعمال التجارية.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79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200" b="1" dirty="0">
                <a:effectLst/>
                <a:latin typeface="Sakkal Majalla" panose="02000000000000000000" pitchFamily="2" charset="-78"/>
                <a:cs typeface="Sakkal Majalla" panose="02000000000000000000" pitchFamily="2" charset="-78"/>
              </a:rPr>
              <a:t>أ3 المخاطر </a:t>
            </a:r>
            <a:r>
              <a:rPr lang="ar" sz="2200" b="1" dirty="0">
                <a:latin typeface="Sakkal Majalla" panose="02000000000000000000" pitchFamily="2" charset="-78"/>
                <a:cs typeface="Sakkal Majalla" panose="02000000000000000000" pitchFamily="2" charset="-78"/>
              </a:rPr>
              <a:t>القانونية</a:t>
            </a:r>
            <a:r>
              <a:rPr lang="ar" sz="2200" b="1" dirty="0">
                <a:effectLst/>
                <a:latin typeface="Sakkal Majalla" panose="02000000000000000000" pitchFamily="2" charset="-78"/>
                <a:cs typeface="Sakkal Majalla" panose="02000000000000000000" pitchFamily="2" charset="-78"/>
              </a:rPr>
              <a:t> المحتملة إذا لم يتم معالجة المشكلات والاعتبارات الأخلاقية:</a:t>
            </a:r>
          </a:p>
        </p:txBody>
      </p:sp>
      <p:grpSp>
        <p:nvGrpSpPr>
          <p:cNvPr id="3" name="Group 2">
            <a:extLst>
              <a:ext uri="{FF2B5EF4-FFF2-40B4-BE49-F238E27FC236}">
                <a16:creationId xmlns:a16="http://schemas.microsoft.com/office/drawing/2014/main" id="{1FE82923-2F68-C48F-F7D5-259EE7674CFC}"/>
              </a:ext>
            </a:extLst>
          </p:cNvPr>
          <p:cNvGrpSpPr/>
          <p:nvPr/>
        </p:nvGrpSpPr>
        <p:grpSpPr>
          <a:xfrm>
            <a:off x="467594" y="5328510"/>
            <a:ext cx="8208812" cy="1175386"/>
            <a:chOff x="0" y="353532"/>
            <a:chExt cx="2564804" cy="1538882"/>
          </a:xfrm>
        </p:grpSpPr>
        <p:sp>
          <p:nvSpPr>
            <p:cNvPr id="4" name="Rectangle 3">
              <a:extLst>
                <a:ext uri="{FF2B5EF4-FFF2-40B4-BE49-F238E27FC236}">
                  <a16:creationId xmlns:a16="http://schemas.microsoft.com/office/drawing/2014/main" id="{9AB07241-8C6D-9A98-D4C5-19E7FB74996A}"/>
                </a:ext>
              </a:extLst>
            </p:cNvPr>
            <p:cNvSpPr/>
            <p:nvPr/>
          </p:nvSpPr>
          <p:spPr>
            <a:xfrm>
              <a:off x="0" y="353532"/>
              <a:ext cx="2564804" cy="1538882"/>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dirty="0">
                <a:latin typeface="Sakkal Majalla" panose="02000000000000000000" pitchFamily="2" charset="-78"/>
              </a:endParaRPr>
            </a:p>
          </p:txBody>
        </p:sp>
        <p:sp>
          <p:nvSpPr>
            <p:cNvPr id="5" name="TextBox 4">
              <a:extLst>
                <a:ext uri="{FF2B5EF4-FFF2-40B4-BE49-F238E27FC236}">
                  <a16:creationId xmlns:a16="http://schemas.microsoft.com/office/drawing/2014/main" id="{9209EF05-9921-D739-5DCD-F8C440508067}"/>
                </a:ext>
              </a:extLst>
            </p:cNvPr>
            <p:cNvSpPr txBox="1"/>
            <p:nvPr/>
          </p:nvSpPr>
          <p:spPr>
            <a:xfrm>
              <a:off x="0" y="353532"/>
              <a:ext cx="2564804" cy="153888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b="1" dirty="0">
                  <a:solidFill>
                    <a:srgbClr val="7030A0"/>
                  </a:solidFill>
                  <a:latin typeface="Sakkal Majalla" panose="02000000000000000000" pitchFamily="2" charset="-78"/>
                  <a:cs typeface="Sakkal Majalla" panose="02000000000000000000" pitchFamily="2" charset="-78"/>
                </a:rPr>
                <a:t>مناقشة</a:t>
              </a:r>
              <a:r>
                <a:rPr lang="ar" dirty="0">
                  <a:solidFill>
                    <a:srgbClr val="7030A0"/>
                  </a:solidFill>
                  <a:latin typeface="Sakkal Majalla" panose="02000000000000000000" pitchFamily="2" charset="-78"/>
                  <a:cs typeface="Sakkal Majalla" panose="02000000000000000000" pitchFamily="2" charset="-78"/>
                </a:rPr>
                <a:t>: </a:t>
              </a:r>
            </a:p>
            <a:p>
              <a:pPr rtl="1"/>
              <a:r>
                <a:rPr lang="ar" dirty="0">
                  <a:solidFill>
                    <a:srgbClr val="7030A0"/>
                  </a:solidFill>
                  <a:latin typeface="Sakkal Majalla" panose="02000000000000000000" pitchFamily="2" charset="-78"/>
                  <a:cs typeface="Sakkal Majalla" panose="02000000000000000000" pitchFamily="2" charset="-78"/>
                </a:rPr>
                <a:t>تبيع المؤسسة معلوماتك الشخصية، بما في ذلك رقم هاتفك وعنوان بريدك الإلكتروني، لشركات أخرى.</a:t>
              </a:r>
            </a:p>
            <a:p>
              <a:pPr marL="285750" indent="-285750" rtl="1">
                <a:buFont typeface="Arial" panose="020B0604020202020204" pitchFamily="34" charset="0"/>
                <a:buChar char="•"/>
              </a:pPr>
              <a:r>
                <a:rPr lang="ar" dirty="0">
                  <a:solidFill>
                    <a:srgbClr val="7030A0"/>
                  </a:solidFill>
                  <a:latin typeface="Sakkal Majalla" panose="02000000000000000000" pitchFamily="2" charset="-78"/>
                  <a:cs typeface="Sakkal Majalla" panose="02000000000000000000" pitchFamily="2" charset="-78"/>
                </a:rPr>
                <a:t>ماذا سيكون رد فعلك؟ وما سبب ذلك؟ </a:t>
              </a:r>
            </a:p>
          </p:txBody>
        </p:sp>
      </p:grpSp>
      <p:sp>
        <p:nvSpPr>
          <p:cNvPr id="2" name="Footer Placeholder 2">
            <a:extLst>
              <a:ext uri="{FF2B5EF4-FFF2-40B4-BE49-F238E27FC236}">
                <a16:creationId xmlns:a16="http://schemas.microsoft.com/office/drawing/2014/main" id="{E47A5F63-24DB-ABD6-4C7F-9719B7BB39D3}"/>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A103000398484</a:t>
            </a:r>
            <a:endParaRPr lang="ar" sz="900" dirty="0"/>
          </a:p>
        </p:txBody>
      </p:sp>
    </p:spTree>
    <p:extLst>
      <p:ext uri="{BB962C8B-B14F-4D97-AF65-F5344CB8AC3E}">
        <p14:creationId xmlns:p14="http://schemas.microsoft.com/office/powerpoint/2010/main" val="1169912868"/>
      </p:ext>
    </p:extLst>
  </p:cSld>
  <p:clrMapOvr>
    <a:masterClrMapping/>
  </p:clrMapOvr>
  <p:transition>
    <p:sndAc>
      <p:stSnd>
        <p:snd r:embed="rId3" name="click.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179512" y="1196752"/>
            <a:ext cx="8857610" cy="79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200" b="1" dirty="0">
                <a:effectLst/>
                <a:latin typeface="Sakkal Majalla" panose="02000000000000000000" pitchFamily="2" charset="-78"/>
                <a:cs typeface="Sakkal Majalla" panose="02000000000000000000" pitchFamily="2" charset="-78"/>
              </a:rPr>
              <a:t>أ3 </a:t>
            </a:r>
            <a:r>
              <a:rPr lang="ar" sz="2200" b="1" dirty="0">
                <a:latin typeface="Sakkal Majalla" panose="02000000000000000000" pitchFamily="2" charset="-78"/>
                <a:cs typeface="Sakkal Majalla" panose="02000000000000000000" pitchFamily="2" charset="-78"/>
              </a:rPr>
              <a:t>المخاطر المالية</a:t>
            </a:r>
            <a:r>
              <a:rPr lang="ar" sz="2200" b="1" dirty="0">
                <a:effectLst/>
                <a:latin typeface="Sakkal Majalla" panose="02000000000000000000" pitchFamily="2" charset="-78"/>
                <a:cs typeface="Sakkal Majalla" panose="02000000000000000000" pitchFamily="2" charset="-78"/>
              </a:rPr>
              <a:t> المحتملة إذا لم يتم التعامل مع القضايا والاعتبارات الأخلاقية</a:t>
            </a:r>
          </a:p>
        </p:txBody>
      </p:sp>
      <p:grpSp>
        <p:nvGrpSpPr>
          <p:cNvPr id="2" name="Group 1">
            <a:extLst>
              <a:ext uri="{FF2B5EF4-FFF2-40B4-BE49-F238E27FC236}">
                <a16:creationId xmlns:a16="http://schemas.microsoft.com/office/drawing/2014/main" id="{B5EECBE1-66D1-51EE-A2EE-64E38FD93374}"/>
              </a:ext>
            </a:extLst>
          </p:cNvPr>
          <p:cNvGrpSpPr/>
          <p:nvPr/>
        </p:nvGrpSpPr>
        <p:grpSpPr>
          <a:xfrm>
            <a:off x="2211750" y="4788153"/>
            <a:ext cx="4793134" cy="1445715"/>
            <a:chOff x="0" y="353532"/>
            <a:chExt cx="2564804" cy="1538882"/>
          </a:xfrm>
        </p:grpSpPr>
        <p:sp>
          <p:nvSpPr>
            <p:cNvPr id="3" name="Rectangle 2">
              <a:extLst>
                <a:ext uri="{FF2B5EF4-FFF2-40B4-BE49-F238E27FC236}">
                  <a16:creationId xmlns:a16="http://schemas.microsoft.com/office/drawing/2014/main" id="{502C54CD-9F20-8BD1-1EE0-17BFBBDF14B3}"/>
                </a:ext>
              </a:extLst>
            </p:cNvPr>
            <p:cNvSpPr/>
            <p:nvPr/>
          </p:nvSpPr>
          <p:spPr>
            <a:xfrm>
              <a:off x="0" y="353532"/>
              <a:ext cx="2564804" cy="1538882"/>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dirty="0">
                <a:latin typeface="Sakkal Majalla" panose="02000000000000000000" pitchFamily="2" charset="-78"/>
              </a:endParaRPr>
            </a:p>
          </p:txBody>
        </p:sp>
        <p:sp>
          <p:nvSpPr>
            <p:cNvPr id="4" name="TextBox 3">
              <a:extLst>
                <a:ext uri="{FF2B5EF4-FFF2-40B4-BE49-F238E27FC236}">
                  <a16:creationId xmlns:a16="http://schemas.microsoft.com/office/drawing/2014/main" id="{538F2BD4-CAD7-9773-B690-E8779CCA38D1}"/>
                </a:ext>
              </a:extLst>
            </p:cNvPr>
            <p:cNvSpPr txBox="1"/>
            <p:nvPr/>
          </p:nvSpPr>
          <p:spPr>
            <a:xfrm>
              <a:off x="0" y="353532"/>
              <a:ext cx="2564804" cy="153888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sz="2000" dirty="0">
                  <a:solidFill>
                    <a:srgbClr val="7030A0"/>
                  </a:solidFill>
                  <a:latin typeface="Sakkal Majalla" panose="02000000000000000000" pitchFamily="2" charset="-78"/>
                  <a:cs typeface="Sakkal Majalla" panose="02000000000000000000" pitchFamily="2" charset="-78"/>
                </a:rPr>
                <a:t>مناقشة: </a:t>
              </a:r>
            </a:p>
            <a:p>
              <a:pPr marL="285750" indent="-285750" rtl="1">
                <a:buFont typeface="Arial" panose="020B0604020202020204" pitchFamily="34" charset="0"/>
                <a:buChar char="•"/>
              </a:pPr>
              <a:r>
                <a:rPr lang="ar" sz="2000" dirty="0">
                  <a:solidFill>
                    <a:srgbClr val="7030A0"/>
                  </a:solidFill>
                  <a:latin typeface="Sakkal Majalla" panose="02000000000000000000" pitchFamily="2" charset="-78"/>
                  <a:cs typeface="Sakkal Majalla" panose="02000000000000000000" pitchFamily="2" charset="-78"/>
                </a:rPr>
                <a:t>هل سبق لك مقاطعة إحدى المؤسسات؟ </a:t>
              </a:r>
            </a:p>
            <a:p>
              <a:pPr marL="285750" indent="-285750" rtl="1">
                <a:buFont typeface="Arial" panose="020B0604020202020204" pitchFamily="34" charset="0"/>
                <a:buChar char="•"/>
              </a:pPr>
              <a:r>
                <a:rPr lang="ar" sz="2000" dirty="0">
                  <a:solidFill>
                    <a:srgbClr val="7030A0"/>
                  </a:solidFill>
                  <a:latin typeface="Sakkal Majalla" panose="02000000000000000000" pitchFamily="2" charset="-78"/>
                  <a:cs typeface="Sakkal Majalla" panose="02000000000000000000" pitchFamily="2" charset="-78"/>
                </a:rPr>
                <a:t>أي مؤسسة ولماذا؟</a:t>
              </a:r>
            </a:p>
          </p:txBody>
        </p:sp>
      </p:grpSp>
      <p:sp>
        <p:nvSpPr>
          <p:cNvPr id="6" name="TextBox 5">
            <a:extLst>
              <a:ext uri="{FF2B5EF4-FFF2-40B4-BE49-F238E27FC236}">
                <a16:creationId xmlns:a16="http://schemas.microsoft.com/office/drawing/2014/main" id="{121067A7-A9A1-CAAD-4F35-A9B3EA998861}"/>
              </a:ext>
            </a:extLst>
          </p:cNvPr>
          <p:cNvSpPr txBox="1"/>
          <p:nvPr/>
        </p:nvSpPr>
        <p:spPr>
          <a:xfrm>
            <a:off x="210524" y="1772816"/>
            <a:ext cx="8389195" cy="2769989"/>
          </a:xfrm>
          <a:prstGeom prst="rect">
            <a:avLst/>
          </a:prstGeom>
          <a:solidFill>
            <a:schemeClr val="accent6">
              <a:lumMod val="20000"/>
              <a:lumOff val="80000"/>
            </a:schemeClr>
          </a:solidFill>
        </p:spPr>
        <p:txBody>
          <a:bodyPr wrap="square" rtlCol="1">
            <a:spAutoFit/>
          </a:bodyPr>
          <a:lstStyle/>
          <a:p>
            <a:pPr marL="0" indent="0" rtl="1">
              <a:buNone/>
            </a:pPr>
            <a:r>
              <a:rPr lang="ar" sz="2200" dirty="0">
                <a:latin typeface="Sakkal Majalla" panose="02000000000000000000" pitchFamily="2" charset="-78"/>
                <a:cs typeface="Sakkal Majalla" panose="02000000000000000000" pitchFamily="2" charset="-78"/>
              </a:rPr>
              <a:t>عدم التعامل مع القضايا الأخلاقية يمكن أن يؤدي إلى </a:t>
            </a:r>
            <a:r>
              <a:rPr lang="ar" sz="2200" b="1" dirty="0">
                <a:latin typeface="Sakkal Majalla" panose="02000000000000000000" pitchFamily="2" charset="-78"/>
                <a:cs typeface="Sakkal Majalla" panose="02000000000000000000" pitchFamily="2" charset="-78"/>
              </a:rPr>
              <a:t>مخاطر مالية</a:t>
            </a:r>
            <a:r>
              <a:rPr lang="ar" sz="2200" dirty="0">
                <a:latin typeface="Sakkal Majalla" panose="02000000000000000000" pitchFamily="2" charset="-78"/>
                <a:cs typeface="Sakkal Majalla" panose="02000000000000000000" pitchFamily="2" charset="-78"/>
              </a:rPr>
              <a:t>. إذا لم يكن العملاء سعداء بالمواقف الأخلاقية للشركة، فإنهم قد يحدون من تعاملهم معها أو حتى يقاطعونها. </a:t>
            </a:r>
          </a:p>
          <a:p>
            <a:pPr marL="0" indent="0" rtl="1">
              <a:buNone/>
            </a:pPr>
            <a:r>
              <a:rPr lang="ar" sz="2200" dirty="0">
                <a:latin typeface="Sakkal Majalla" panose="02000000000000000000" pitchFamily="2" charset="-78"/>
                <a:cs typeface="Sakkal Majalla" panose="02000000000000000000" pitchFamily="2" charset="-78"/>
              </a:rPr>
              <a:t>وهو ما قد يؤدي إلى تقليل:</a:t>
            </a:r>
          </a:p>
          <a:p>
            <a:pPr marL="342900" indent="-342900" rtl="1">
              <a:buFont typeface="Arial" panose="020B0604020202020204" pitchFamily="34" charset="0"/>
              <a:buChar char="•"/>
            </a:pPr>
            <a:r>
              <a:rPr lang="ar" sz="2200" dirty="0">
                <a:latin typeface="Sakkal Majalla" panose="02000000000000000000" pitchFamily="2" charset="-78"/>
                <a:cs typeface="Sakkal Majalla" panose="02000000000000000000" pitchFamily="2" charset="-78"/>
              </a:rPr>
              <a:t>المبيعات التي تحققها الشركة</a:t>
            </a:r>
          </a:p>
          <a:p>
            <a:pPr marL="342900" indent="-342900" rtl="1">
              <a:buFont typeface="Arial" panose="020B0604020202020204" pitchFamily="34" charset="0"/>
              <a:buChar char="•"/>
            </a:pPr>
            <a:r>
              <a:rPr lang="ar" sz="2200" dirty="0">
                <a:latin typeface="Sakkal Majalla" panose="02000000000000000000" pitchFamily="2" charset="-78"/>
                <a:cs typeface="Sakkal Majalla" panose="02000000000000000000" pitchFamily="2" charset="-78"/>
              </a:rPr>
              <a:t>حجم حصتها في السوق </a:t>
            </a:r>
          </a:p>
          <a:p>
            <a:pPr marL="342900" indent="-342900" rtl="1">
              <a:buFont typeface="Arial" panose="020B0604020202020204" pitchFamily="34" charset="0"/>
              <a:buChar char="•"/>
            </a:pPr>
            <a:r>
              <a:rPr lang="ar" sz="2200" dirty="0">
                <a:latin typeface="Sakkal Majalla" panose="02000000000000000000" pitchFamily="2" charset="-78"/>
                <a:cs typeface="Sakkal Majalla" panose="02000000000000000000" pitchFamily="2" charset="-78"/>
              </a:rPr>
              <a:t>ربحيتها وأدائها المالي</a:t>
            </a:r>
          </a:p>
          <a:p>
            <a:pPr marL="342900" indent="-342900" rtl="1">
              <a:buFont typeface="Arial" panose="020B0604020202020204" pitchFamily="34" charset="0"/>
              <a:buChar char="•"/>
            </a:pPr>
            <a:r>
              <a:rPr lang="ar" sz="2200" dirty="0">
                <a:latin typeface="Sakkal Majalla" panose="02000000000000000000" pitchFamily="2" charset="-78"/>
                <a:cs typeface="Sakkal Majalla" panose="02000000000000000000" pitchFamily="2" charset="-78"/>
              </a:rPr>
              <a:t>سعر أسهمها وقيمة الشركة</a:t>
            </a:r>
          </a:p>
          <a:p>
            <a:pPr marL="0" indent="0" rtl="1">
              <a:buNone/>
            </a:pPr>
            <a:endParaRPr lang="en-GB" sz="2000" dirty="0">
              <a:latin typeface="Sakkal Majalla" panose="02000000000000000000" pitchFamily="2" charset="-78"/>
              <a:cs typeface="Sakkal Majalla" panose="02000000000000000000" pitchFamily="2" charset="-78"/>
            </a:endParaRPr>
          </a:p>
        </p:txBody>
      </p:sp>
      <p:sp>
        <p:nvSpPr>
          <p:cNvPr id="5" name="Footer Placeholder 2">
            <a:extLst>
              <a:ext uri="{FF2B5EF4-FFF2-40B4-BE49-F238E27FC236}">
                <a16:creationId xmlns:a16="http://schemas.microsoft.com/office/drawing/2014/main" id="{B2787DCD-4D1D-DF22-2B75-BEB6FA582BC1}"/>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A103000398484</a:t>
            </a:r>
            <a:endParaRPr lang="ar" sz="900" dirty="0"/>
          </a:p>
        </p:txBody>
      </p:sp>
    </p:spTree>
    <p:extLst>
      <p:ext uri="{BB962C8B-B14F-4D97-AF65-F5344CB8AC3E}">
        <p14:creationId xmlns:p14="http://schemas.microsoft.com/office/powerpoint/2010/main" val="1916269856"/>
      </p:ext>
    </p:extLst>
  </p:cSld>
  <p:clrMapOvr>
    <a:masterClrMapping/>
  </p:clrMapOvr>
  <p:transition>
    <p:sndAc>
      <p:stSnd>
        <p:snd r:embed="rId3" name="click.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2200" b="1" dirty="0">
                <a:solidFill>
                  <a:schemeClr val="tx2"/>
                </a:solidFill>
                <a:effectLst/>
                <a:latin typeface="Sakkal Majalla" panose="02000000000000000000" pitchFamily="2" charset="-78"/>
                <a:cs typeface="Sakkal Majalla" panose="02000000000000000000" pitchFamily="2" charset="-78"/>
              </a:rPr>
              <a:t>أ3 المخاطر المحتملة على الشركة إذا لم تتم معالجة المشكلات الأخلاقية</a:t>
            </a:r>
          </a:p>
        </p:txBody>
      </p:sp>
      <p:sp>
        <p:nvSpPr>
          <p:cNvPr id="5" name="TextBox 4">
            <a:extLst>
              <a:ext uri="{FF2B5EF4-FFF2-40B4-BE49-F238E27FC236}">
                <a16:creationId xmlns:a16="http://schemas.microsoft.com/office/drawing/2014/main" id="{DDEB1F1D-92FD-86EB-316F-ADD7E95A757F}"/>
              </a:ext>
            </a:extLst>
          </p:cNvPr>
          <p:cNvSpPr txBox="1"/>
          <p:nvPr/>
        </p:nvSpPr>
        <p:spPr>
          <a:xfrm>
            <a:off x="3860122" y="1997839"/>
            <a:ext cx="5022851" cy="2246769"/>
          </a:xfrm>
          <a:prstGeom prst="rect">
            <a:avLst/>
          </a:prstGeom>
          <a:solidFill>
            <a:schemeClr val="accent5"/>
          </a:solidFill>
        </p:spPr>
        <p:txBody>
          <a:bodyPr wrap="square" rtlCol="1">
            <a:spAutoFit/>
          </a:bodyPr>
          <a:lstStyle/>
          <a:p>
            <a:pPr marL="0" indent="0" rtl="1">
              <a:buNone/>
            </a:pPr>
            <a:r>
              <a:rPr lang="ar" sz="2000" dirty="0">
                <a:latin typeface="Sakkal Majalla" panose="02000000000000000000" pitchFamily="2" charset="-78"/>
                <a:cs typeface="Sakkal Majalla" panose="02000000000000000000" pitchFamily="2" charset="-78"/>
              </a:rPr>
              <a:t>عدم التعامل مع القضايا الأخلاقية قد يؤدي أيضًا إلى مخاطر متعلقة بالسمعة، على سبيل المثال:</a:t>
            </a:r>
          </a:p>
          <a:p>
            <a:pPr marL="342900" indent="-342900" rtl="1">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قد يعطي العملاء تقييمات سيئة أو سلبية للآخرين</a:t>
            </a:r>
          </a:p>
          <a:p>
            <a:pPr marL="342900" indent="-342900" rtl="1">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قد تتلقى الشركة دعاية سيئة إذا كان لها تأثير سلبي في البيئة أو تخالف القانون.</a:t>
            </a:r>
          </a:p>
          <a:p>
            <a:pPr marL="0" indent="0" rtl="1">
              <a:buNone/>
            </a:pPr>
            <a:endParaRPr lang="en-GB" sz="2000" dirty="0">
              <a:latin typeface="Sakkal Majalla" panose="02000000000000000000" pitchFamily="2" charset="-78"/>
              <a:cs typeface="Sakkal Majalla" panose="02000000000000000000" pitchFamily="2" charset="-78"/>
            </a:endParaRPr>
          </a:p>
          <a:p>
            <a:pPr marL="0" indent="0" rtl="1">
              <a:buNone/>
            </a:pPr>
            <a:r>
              <a:rPr lang="ar" sz="2000" dirty="0">
                <a:latin typeface="Sakkal Majalla" panose="02000000000000000000" pitchFamily="2" charset="-78"/>
                <a:cs typeface="Sakkal Majalla" panose="02000000000000000000" pitchFamily="2" charset="-78"/>
              </a:rPr>
              <a:t>وقد يؤثر ذلك في المبيعات والأرباح.</a:t>
            </a:r>
          </a:p>
        </p:txBody>
      </p:sp>
      <p:grpSp>
        <p:nvGrpSpPr>
          <p:cNvPr id="2" name="Group 1">
            <a:extLst>
              <a:ext uri="{FF2B5EF4-FFF2-40B4-BE49-F238E27FC236}">
                <a16:creationId xmlns:a16="http://schemas.microsoft.com/office/drawing/2014/main" id="{0199A875-FB6E-A497-0FDC-2039577C8E88}"/>
              </a:ext>
            </a:extLst>
          </p:cNvPr>
          <p:cNvGrpSpPr/>
          <p:nvPr/>
        </p:nvGrpSpPr>
        <p:grpSpPr>
          <a:xfrm>
            <a:off x="261027" y="2059200"/>
            <a:ext cx="3343308" cy="1513816"/>
            <a:chOff x="0" y="353532"/>
            <a:chExt cx="2564804" cy="1538882"/>
          </a:xfrm>
        </p:grpSpPr>
        <p:sp>
          <p:nvSpPr>
            <p:cNvPr id="4" name="Rectangle 3">
              <a:extLst>
                <a:ext uri="{FF2B5EF4-FFF2-40B4-BE49-F238E27FC236}">
                  <a16:creationId xmlns:a16="http://schemas.microsoft.com/office/drawing/2014/main" id="{1671ECF8-CE8D-83FA-CB36-408BD9A6B133}"/>
                </a:ext>
              </a:extLst>
            </p:cNvPr>
            <p:cNvSpPr/>
            <p:nvPr/>
          </p:nvSpPr>
          <p:spPr>
            <a:xfrm>
              <a:off x="0" y="353532"/>
              <a:ext cx="2564804" cy="1538882"/>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dirty="0">
                <a:latin typeface="Sakkal Majalla" panose="02000000000000000000" pitchFamily="2" charset="-78"/>
              </a:endParaRPr>
            </a:p>
          </p:txBody>
        </p:sp>
        <p:sp>
          <p:nvSpPr>
            <p:cNvPr id="6" name="TextBox 5">
              <a:extLst>
                <a:ext uri="{FF2B5EF4-FFF2-40B4-BE49-F238E27FC236}">
                  <a16:creationId xmlns:a16="http://schemas.microsoft.com/office/drawing/2014/main" id="{432D5471-D881-008D-5EF8-4248C5859664}"/>
                </a:ext>
              </a:extLst>
            </p:cNvPr>
            <p:cNvSpPr txBox="1"/>
            <p:nvPr/>
          </p:nvSpPr>
          <p:spPr>
            <a:xfrm>
              <a:off x="0" y="353532"/>
              <a:ext cx="2564804" cy="153888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b="1" dirty="0">
                  <a:solidFill>
                    <a:srgbClr val="7030A0"/>
                  </a:solidFill>
                  <a:latin typeface="Sakkal Majalla" panose="02000000000000000000" pitchFamily="2" charset="-78"/>
                  <a:cs typeface="Sakkal Majalla" panose="02000000000000000000" pitchFamily="2" charset="-78"/>
                </a:rPr>
                <a:t>مناقشة</a:t>
              </a:r>
              <a:r>
                <a:rPr lang="ar" dirty="0">
                  <a:solidFill>
                    <a:srgbClr val="7030A0"/>
                  </a:solidFill>
                  <a:latin typeface="Sakkal Majalla" panose="02000000000000000000" pitchFamily="2" charset="-78"/>
                  <a:cs typeface="Sakkal Majalla" panose="02000000000000000000" pitchFamily="2" charset="-78"/>
                </a:rPr>
                <a:t>: </a:t>
              </a:r>
            </a:p>
            <a:p>
              <a:pPr marL="285750" indent="-285750" rtl="1">
                <a:buFont typeface="Arial" panose="020B0604020202020204" pitchFamily="34" charset="0"/>
                <a:buChar char="•"/>
              </a:pPr>
              <a:r>
                <a:rPr lang="ar" dirty="0">
                  <a:solidFill>
                    <a:srgbClr val="7030A0"/>
                  </a:solidFill>
                  <a:latin typeface="Sakkal Majalla" panose="02000000000000000000" pitchFamily="2" charset="-78"/>
                  <a:cs typeface="Sakkal Majalla" panose="02000000000000000000" pitchFamily="2" charset="-78"/>
                </a:rPr>
                <a:t>هل سبق لك أن نشرت تعليقات سلبية حول مؤسسة ما على أحد مواقع التواصل الاجتماعي؟</a:t>
              </a:r>
            </a:p>
            <a:p>
              <a:pPr marL="285750" indent="-285750" rtl="1">
                <a:buFont typeface="Arial" panose="020B0604020202020204" pitchFamily="34" charset="0"/>
                <a:buChar char="•"/>
              </a:pPr>
              <a:r>
                <a:rPr lang="ar" dirty="0">
                  <a:solidFill>
                    <a:srgbClr val="7030A0"/>
                  </a:solidFill>
                  <a:latin typeface="Sakkal Majalla" panose="02000000000000000000" pitchFamily="2" charset="-78"/>
                  <a:cs typeface="Sakkal Majalla" panose="02000000000000000000" pitchFamily="2" charset="-78"/>
                </a:rPr>
                <a:t>وما سبب ذلك؟</a:t>
              </a:r>
            </a:p>
          </p:txBody>
        </p:sp>
      </p:grpSp>
      <p:grpSp>
        <p:nvGrpSpPr>
          <p:cNvPr id="7" name="Group 6">
            <a:extLst>
              <a:ext uri="{FF2B5EF4-FFF2-40B4-BE49-F238E27FC236}">
                <a16:creationId xmlns:a16="http://schemas.microsoft.com/office/drawing/2014/main" id="{BE018A29-6CC1-B4DC-3433-902803000757}"/>
              </a:ext>
            </a:extLst>
          </p:cNvPr>
          <p:cNvGrpSpPr/>
          <p:nvPr/>
        </p:nvGrpSpPr>
        <p:grpSpPr>
          <a:xfrm>
            <a:off x="228062" y="4077073"/>
            <a:ext cx="3379781" cy="1872208"/>
            <a:chOff x="0" y="353532"/>
            <a:chExt cx="2564804" cy="1538882"/>
          </a:xfrm>
        </p:grpSpPr>
        <p:sp>
          <p:nvSpPr>
            <p:cNvPr id="8" name="Rectangle 7">
              <a:extLst>
                <a:ext uri="{FF2B5EF4-FFF2-40B4-BE49-F238E27FC236}">
                  <a16:creationId xmlns:a16="http://schemas.microsoft.com/office/drawing/2014/main" id="{BE66F18E-2D1F-99FC-4A30-4993CEEE10E2}"/>
                </a:ext>
              </a:extLst>
            </p:cNvPr>
            <p:cNvSpPr/>
            <p:nvPr/>
          </p:nvSpPr>
          <p:spPr>
            <a:xfrm>
              <a:off x="0" y="353532"/>
              <a:ext cx="2564804" cy="1538882"/>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dirty="0">
                <a:latin typeface="Sakkal Majalla" panose="02000000000000000000" pitchFamily="2" charset="-78"/>
              </a:endParaRPr>
            </a:p>
          </p:txBody>
        </p:sp>
        <p:sp>
          <p:nvSpPr>
            <p:cNvPr id="9" name="TextBox 8">
              <a:extLst>
                <a:ext uri="{FF2B5EF4-FFF2-40B4-BE49-F238E27FC236}">
                  <a16:creationId xmlns:a16="http://schemas.microsoft.com/office/drawing/2014/main" id="{EB879A92-96AD-68E8-923C-7D4C7D3E328A}"/>
                </a:ext>
              </a:extLst>
            </p:cNvPr>
            <p:cNvSpPr txBox="1"/>
            <p:nvPr/>
          </p:nvSpPr>
          <p:spPr>
            <a:xfrm>
              <a:off x="0" y="353532"/>
              <a:ext cx="2564804" cy="153888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b="1" dirty="0">
                  <a:solidFill>
                    <a:srgbClr val="7030A0"/>
                  </a:solidFill>
                  <a:latin typeface="Sakkal Majalla" panose="02000000000000000000" pitchFamily="2" charset="-78"/>
                  <a:cs typeface="Sakkal Majalla" panose="02000000000000000000" pitchFamily="2" charset="-78"/>
                </a:rPr>
                <a:t>نصائح مهمة: </a:t>
              </a:r>
            </a:p>
            <a:p>
              <a:pPr rtl="1"/>
              <a:r>
                <a:rPr lang="ar" dirty="0">
                  <a:solidFill>
                    <a:srgbClr val="7030A0"/>
                  </a:solidFill>
                  <a:latin typeface="Sakkal Majalla" panose="02000000000000000000" pitchFamily="2" charset="-78"/>
                  <a:cs typeface="Sakkal Majalla" panose="02000000000000000000" pitchFamily="2" charset="-78"/>
                </a:rPr>
                <a:t>يقيس معهد السمعة (www.reputationinstitute.com) السمعة المؤسسية لعدد 100 شركة سنويًا. ويطرح أسئلة على الجمهور في 15 دولة حول العالم عن كل شركة. </a:t>
              </a:r>
            </a:p>
          </p:txBody>
        </p:sp>
      </p:grpSp>
      <p:pic>
        <p:nvPicPr>
          <p:cNvPr id="11" name="Picture 10" descr="A person holding a phone&#10;&#10;Description automatically generated">
            <a:extLst>
              <a:ext uri="{FF2B5EF4-FFF2-40B4-BE49-F238E27FC236}">
                <a16:creationId xmlns:a16="http://schemas.microsoft.com/office/drawing/2014/main" id="{467164B1-3FC7-736B-2F60-876F35995BAB}"/>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787625" y="4437112"/>
            <a:ext cx="3167844" cy="2111896"/>
          </a:xfrm>
          <a:prstGeom prst="rect">
            <a:avLst/>
          </a:prstGeom>
        </p:spPr>
      </p:pic>
      <p:sp>
        <p:nvSpPr>
          <p:cNvPr id="3" name="Footer Placeholder 2">
            <a:extLst>
              <a:ext uri="{FF2B5EF4-FFF2-40B4-BE49-F238E27FC236}">
                <a16:creationId xmlns:a16="http://schemas.microsoft.com/office/drawing/2014/main" id="{CBF5723F-E40F-EB2D-425B-8BCAA76A8E43}"/>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A103000398484</a:t>
            </a:r>
            <a:endParaRPr lang="ar" sz="900" dirty="0"/>
          </a:p>
        </p:txBody>
      </p:sp>
    </p:spTree>
    <p:extLst>
      <p:ext uri="{BB962C8B-B14F-4D97-AF65-F5344CB8AC3E}">
        <p14:creationId xmlns:p14="http://schemas.microsoft.com/office/powerpoint/2010/main" val="2762369221"/>
      </p:ext>
    </p:extLst>
  </p:cSld>
  <p:clrMapOvr>
    <a:masterClrMapping/>
  </p:clrMapOvr>
  <p:transition>
    <p:sndAc>
      <p:stSnd>
        <p:snd r:embed="rId3" name="click.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E3C9E-2FEC-3876-1152-F16E373D1378}"/>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BA44ADC2-1207-82A1-7495-D2EC16E53EF6}"/>
              </a:ext>
            </a:extLst>
          </p:cNvPr>
          <p:cNvSpPr>
            <a:spLocks noGrp="1" noChangeArrowheads="1"/>
          </p:cNvSpPr>
          <p:nvPr>
            <p:ph type="title"/>
          </p:nvPr>
        </p:nvSpPr>
        <p:spPr bwMode="auto">
          <a:xfrm>
            <a:off x="323528" y="1141481"/>
            <a:ext cx="8640960" cy="433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effectLst/>
              </a:rPr>
              <a:t>أ4 تأثير الأخلاق في سلوك الأفراد </a:t>
            </a:r>
            <a:br>
              <a:rPr lang="en-GB" sz="2200" b="1" dirty="0">
                <a:effectLst/>
              </a:rPr>
            </a:br>
            <a:br>
              <a:rPr lang="en-GB" sz="2200" b="1" dirty="0">
                <a:effectLst/>
              </a:rPr>
            </a:br>
            <a:br>
              <a:rPr lang="en-GB" altLang="en-US" sz="2200" b="1" dirty="0"/>
            </a:br>
            <a:br>
              <a:rPr lang="en-GB" sz="2200" dirty="0"/>
            </a:br>
            <a:endParaRPr lang="en-GB" altLang="en-US" sz="2200" b="1" dirty="0"/>
          </a:p>
        </p:txBody>
      </p:sp>
      <p:graphicFrame>
        <p:nvGraphicFramePr>
          <p:cNvPr id="3" name="Content Placeholder 2">
            <a:extLst>
              <a:ext uri="{FF2B5EF4-FFF2-40B4-BE49-F238E27FC236}">
                <a16:creationId xmlns:a16="http://schemas.microsoft.com/office/drawing/2014/main" id="{31E84B82-8524-794D-818D-1F002820F61B}"/>
              </a:ext>
            </a:extLst>
          </p:cNvPr>
          <p:cNvGraphicFramePr>
            <a:graphicFrameLocks noGrp="1"/>
          </p:cNvGraphicFramePr>
          <p:nvPr>
            <p:ph sz="half" idx="2"/>
            <p:extLst>
              <p:ext uri="{D42A27DB-BD31-4B8C-83A1-F6EECF244321}">
                <p14:modId xmlns:p14="http://schemas.microsoft.com/office/powerpoint/2010/main" val="1568470524"/>
              </p:ext>
            </p:extLst>
          </p:nvPr>
        </p:nvGraphicFramePr>
        <p:xfrm>
          <a:off x="539553" y="2708920"/>
          <a:ext cx="8424935" cy="338340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extBox 3">
            <a:extLst>
              <a:ext uri="{FF2B5EF4-FFF2-40B4-BE49-F238E27FC236}">
                <a16:creationId xmlns:a16="http://schemas.microsoft.com/office/drawing/2014/main" id="{C1A028DB-2083-6F76-52F0-996B8673C635}"/>
              </a:ext>
            </a:extLst>
          </p:cNvPr>
          <p:cNvSpPr txBox="1"/>
          <p:nvPr/>
        </p:nvSpPr>
        <p:spPr>
          <a:xfrm>
            <a:off x="569889" y="1628800"/>
            <a:ext cx="7936267" cy="1015663"/>
          </a:xfrm>
          <a:prstGeom prst="rect">
            <a:avLst/>
          </a:prstGeom>
          <a:solidFill>
            <a:schemeClr val="accent6">
              <a:lumMod val="20000"/>
              <a:lumOff val="80000"/>
            </a:schemeClr>
          </a:solidFill>
        </p:spPr>
        <p:txBody>
          <a:bodyPr wrap="square" rtlCol="1">
            <a:spAutoFit/>
          </a:bodyPr>
          <a:lstStyle/>
          <a:p>
            <a:pPr rtl="1"/>
            <a:r>
              <a:rPr lang="ar" sz="2000" dirty="0">
                <a:latin typeface="Sakkal Majalla" panose="02000000000000000000" pitchFamily="2" charset="-78"/>
                <a:cs typeface="Sakkal Majalla" panose="02000000000000000000" pitchFamily="2" charset="-78"/>
              </a:rPr>
              <a:t>تنطبق أخلاقيات الموظفين على الأشخاص على جميع مستويات المؤسسة وتساعد على تحديد نجاحها.</a:t>
            </a:r>
          </a:p>
          <a:p>
            <a:pPr rtl="1"/>
            <a:r>
              <a:rPr lang="ar" sz="2000" dirty="0">
                <a:latin typeface="Sakkal Majalla" panose="02000000000000000000" pitchFamily="2" charset="-78"/>
                <a:cs typeface="Sakkal Majalla" panose="02000000000000000000" pitchFamily="2" charset="-78"/>
              </a:rPr>
              <a:t>يمكن أن تؤثر الأخلاق في سلوك الأشخاص في مكان العمل بصرف النظر عن دورهم الوظيفي، مثل الرؤساء التنفيذيين (CEO) والموظفين وأصحاب الأعمال.</a:t>
            </a:r>
            <a:endParaRPr lang="en-US" sz="2000" dirty="0">
              <a:latin typeface="Sakkal Majalla" panose="02000000000000000000" pitchFamily="2" charset="-78"/>
              <a:cs typeface="Sakkal Majalla" panose="02000000000000000000" pitchFamily="2" charset="-78"/>
            </a:endParaRPr>
          </a:p>
        </p:txBody>
      </p:sp>
      <p:sp>
        <p:nvSpPr>
          <p:cNvPr id="2" name="Oval 1">
            <a:extLst>
              <a:ext uri="{FF2B5EF4-FFF2-40B4-BE49-F238E27FC236}">
                <a16:creationId xmlns:a16="http://schemas.microsoft.com/office/drawing/2014/main" id="{2F616B72-F257-4B43-3F9D-247782E8BAFA}"/>
              </a:ext>
            </a:extLst>
          </p:cNvPr>
          <p:cNvSpPr/>
          <p:nvPr/>
        </p:nvSpPr>
        <p:spPr>
          <a:xfrm rot="10800000" flipH="1" flipV="1">
            <a:off x="8460432" y="5589240"/>
            <a:ext cx="45724" cy="68253"/>
          </a:xfrm>
          <a:prstGeom prst="ellipse">
            <a:avLst/>
          </a:prstGeom>
          <a:no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rtlCol="1"/>
          <a:lstStyle/>
          <a:p>
            <a:pPr rtl="1"/>
            <a:endParaRPr lang="en-GB" dirty="0">
              <a:latin typeface="Sakkal Majalla" panose="02000000000000000000" pitchFamily="2" charset="-78"/>
            </a:endParaRPr>
          </a:p>
        </p:txBody>
      </p:sp>
      <p:sp>
        <p:nvSpPr>
          <p:cNvPr id="5" name="Footer Placeholder 2">
            <a:extLst>
              <a:ext uri="{FF2B5EF4-FFF2-40B4-BE49-F238E27FC236}">
                <a16:creationId xmlns:a16="http://schemas.microsoft.com/office/drawing/2014/main" id="{D2623E7C-713E-CE86-A654-201558E4B939}"/>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A103000398484</a:t>
            </a:r>
            <a:endParaRPr lang="ar" sz="900" dirty="0"/>
          </a:p>
        </p:txBody>
      </p:sp>
    </p:spTree>
    <p:extLst>
      <p:ext uri="{BB962C8B-B14F-4D97-AF65-F5344CB8AC3E}">
        <p14:creationId xmlns:p14="http://schemas.microsoft.com/office/powerpoint/2010/main" val="1452499328"/>
      </p:ext>
    </p:extLst>
  </p:cSld>
  <p:clrMapOvr>
    <a:masterClrMapping/>
  </p:clrMapOvr>
  <p:transition>
    <p:sndAc>
      <p:stSnd>
        <p:snd r:embed="rId3" name="click.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C22E3-8492-110D-02FB-668F369DC6CA}"/>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AE8A3321-95AB-D2DA-ACFD-D2EBDBD93501}"/>
              </a:ext>
            </a:extLst>
          </p:cNvPr>
          <p:cNvSpPr>
            <a:spLocks noGrp="1" noChangeArrowheads="1"/>
          </p:cNvSpPr>
          <p:nvPr>
            <p:ph type="title"/>
          </p:nvPr>
        </p:nvSpPr>
        <p:spPr bwMode="auto">
          <a:xfrm>
            <a:off x="323528" y="1195388"/>
            <a:ext cx="8640960" cy="6494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effectLst/>
              </a:rPr>
              <a:t>أ4 إستراتيجيات تعزيز السلوك الأخلاقي لدى القوى العاملة في المؤسسة (1)</a:t>
            </a:r>
            <a:br>
              <a:rPr lang="en-GB" sz="2200" b="1" dirty="0">
                <a:effectLst/>
              </a:rPr>
            </a:br>
            <a:br>
              <a:rPr lang="en-GB" sz="2200" b="1" dirty="0">
                <a:effectLst/>
              </a:rPr>
            </a:br>
            <a:br>
              <a:rPr lang="en-GB" altLang="en-US" sz="2200" b="1" dirty="0"/>
            </a:br>
            <a:endParaRPr lang="en-GB" altLang="en-US" sz="2200" b="1" dirty="0"/>
          </a:p>
        </p:txBody>
      </p:sp>
      <p:sp>
        <p:nvSpPr>
          <p:cNvPr id="30723" name="Content Placeholder 3">
            <a:extLst>
              <a:ext uri="{FF2B5EF4-FFF2-40B4-BE49-F238E27FC236}">
                <a16:creationId xmlns:a16="http://schemas.microsoft.com/office/drawing/2014/main" id="{E7BD1200-3B44-E8A5-66F5-58894FDE2F80}"/>
              </a:ext>
            </a:extLst>
          </p:cNvPr>
          <p:cNvSpPr>
            <a:spLocks noGrp="1" noChangeArrowheads="1"/>
          </p:cNvSpPr>
          <p:nvPr>
            <p:ph sz="half" idx="2"/>
          </p:nvPr>
        </p:nvSpPr>
        <p:spPr bwMode="auto">
          <a:xfrm>
            <a:off x="296682" y="3140968"/>
            <a:ext cx="8424935" cy="2786466"/>
          </a:xfrm>
          <a:solidFill>
            <a:schemeClr val="accent5"/>
          </a:solidFill>
        </p:spPr>
        <p:txBody>
          <a:bodyPr vert="horz" wrap="square" lIns="91440" tIns="45720" rIns="91440" bIns="45720" numCol="1" rtlCol="1" anchor="t" anchorCtr="0" compatLnSpc="1">
            <a:prstTxWarp prst="textNoShape">
              <a:avLst/>
            </a:prstTxWarp>
          </a:bodyPr>
          <a:lstStyle/>
          <a:p>
            <a:pPr marL="0" indent="0" rtl="1">
              <a:lnSpc>
                <a:spcPct val="90000"/>
              </a:lnSpc>
              <a:buNone/>
            </a:pPr>
            <a:r>
              <a:rPr lang="ar" sz="2000" dirty="0"/>
              <a:t>للعمل بشكلٍ أخلاقي، يتعين على المؤسسة وضع</a:t>
            </a:r>
            <a:r>
              <a:rPr lang="en" sz="2000" b="1" dirty="0"/>
              <a:t> إستراتيجيات لدعم قيمها وتطبيقها.</a:t>
            </a:r>
          </a:p>
          <a:p>
            <a:pPr rtl="1">
              <a:lnSpc>
                <a:spcPct val="90000"/>
              </a:lnSpc>
              <a:buFont typeface="Arial" panose="020B0604020202020204" pitchFamily="34" charset="0"/>
              <a:buChar char="•"/>
            </a:pPr>
            <a:r>
              <a:rPr lang="ar" sz="2000" b="1" dirty="0"/>
              <a:t>عقود العمل</a:t>
            </a:r>
            <a:r>
              <a:rPr lang="ar" sz="2000" dirty="0"/>
              <a:t> -  تقدم عقودًا دائمة، وتتجنب استخدام عقود العمل دون تحديد ساعات، وبدلاً من ذلك تضمن ساعات العمل وتجنب الإجازات غير الضرورية للموظفين </a:t>
            </a:r>
          </a:p>
          <a:p>
            <a:pPr rtl="1">
              <a:lnSpc>
                <a:spcPct val="90000"/>
              </a:lnSpc>
              <a:buFont typeface="Arial" panose="020B0604020202020204" pitchFamily="34" charset="0"/>
              <a:buChar char="•"/>
            </a:pPr>
            <a:endParaRPr lang="en-GB" altLang="en-US" sz="2000" dirty="0"/>
          </a:p>
          <a:p>
            <a:pPr rtl="1">
              <a:buFont typeface="Arial" panose="020B0604020202020204" pitchFamily="34" charset="0"/>
              <a:buChar char="•"/>
            </a:pPr>
            <a:r>
              <a:rPr lang="ar" sz="2000" b="1" dirty="0"/>
              <a:t>التدريب التعريفي والتدريب المستمر</a:t>
            </a:r>
            <a:r>
              <a:rPr lang="ar" sz="2000" dirty="0"/>
              <a:t> - يضع السياسات والتدريبات المناسبة موضع التنفيذ</a:t>
            </a:r>
          </a:p>
          <a:p>
            <a:pPr rtl="1">
              <a:buFont typeface="Arial" panose="020B0604020202020204" pitchFamily="34" charset="0"/>
              <a:buChar char="•"/>
            </a:pPr>
            <a:endParaRPr lang="en-GB" altLang="en-US" sz="2000" dirty="0"/>
          </a:p>
          <a:p>
            <a:pPr rtl="1">
              <a:buFont typeface="Arial" panose="020B0604020202020204" pitchFamily="34" charset="0"/>
              <a:buChar char="•"/>
            </a:pPr>
            <a:r>
              <a:rPr lang="ar" sz="2000" b="1" dirty="0"/>
              <a:t>قواعد السلوك</a:t>
            </a:r>
            <a:r>
              <a:rPr lang="ar" sz="2000" dirty="0"/>
              <a:t> - تضمن حرص</a:t>
            </a:r>
            <a:r>
              <a:rPr lang="ar" sz="2000" dirty="0">
                <a:solidFill>
                  <a:srgbClr val="000000"/>
                </a:solidFill>
                <a:effectLst/>
                <a:ea typeface="Times New Roman" panose="02020603050405020304" pitchFamily="18" charset="0"/>
              </a:rPr>
              <a:t> جميع الموظفين على معاملة الآخرين بالطريقة التي يرغبون في أن يُعاملوا بها (القاعدة الذهبية)</a:t>
            </a:r>
          </a:p>
          <a:p>
            <a:pPr marL="0" indent="0" rtl="1">
              <a:buNone/>
            </a:pPr>
            <a:endParaRPr lang="en-GB" altLang="en-US" sz="2000" dirty="0"/>
          </a:p>
          <a:p>
            <a:pPr marL="0" indent="0" rtl="1">
              <a:buNone/>
            </a:pPr>
            <a:endParaRPr lang="en-GB" altLang="en-US" sz="2000" dirty="0">
              <a:solidFill>
                <a:srgbClr val="FF0000"/>
              </a:solidFill>
            </a:endParaRPr>
          </a:p>
        </p:txBody>
      </p:sp>
      <p:sp>
        <p:nvSpPr>
          <p:cNvPr id="2" name="TextBox 1">
            <a:extLst>
              <a:ext uri="{FF2B5EF4-FFF2-40B4-BE49-F238E27FC236}">
                <a16:creationId xmlns:a16="http://schemas.microsoft.com/office/drawing/2014/main" id="{F3A3793D-810E-5012-40B3-9241397B590A}"/>
              </a:ext>
            </a:extLst>
          </p:cNvPr>
          <p:cNvSpPr txBox="1"/>
          <p:nvPr/>
        </p:nvSpPr>
        <p:spPr>
          <a:xfrm>
            <a:off x="323528" y="1931702"/>
            <a:ext cx="8393744" cy="1015663"/>
          </a:xfrm>
          <a:prstGeom prst="rect">
            <a:avLst/>
          </a:prstGeom>
          <a:solidFill>
            <a:schemeClr val="accent6">
              <a:lumMod val="20000"/>
              <a:lumOff val="80000"/>
            </a:schemeClr>
          </a:solidFill>
        </p:spPr>
        <p:txBody>
          <a:bodyPr wrap="square" rtlCol="1">
            <a:spAutoFit/>
          </a:bodyPr>
          <a:lstStyle/>
          <a:p>
            <a:pPr marL="285750" indent="-285750" rtl="1">
              <a:buFont typeface="Arial" panose="020B0604020202020204" pitchFamily="34" charset="0"/>
              <a:buChar char="•"/>
            </a:pPr>
            <a:r>
              <a:rPr lang="ar" sz="2000" dirty="0">
                <a:effectLst/>
                <a:latin typeface="Sakkal Majalla" panose="02000000000000000000" pitchFamily="2" charset="-78"/>
                <a:cs typeface="Sakkal Majalla" panose="02000000000000000000" pitchFamily="2" charset="-78"/>
              </a:rPr>
              <a:t>تؤثر أخلاقيات جميع الموظفين في إدارة المؤسسة</a:t>
            </a:r>
            <a:r>
              <a:rPr lang="ar" sz="2000" dirty="0">
                <a:latin typeface="Sakkal Majalla" panose="02000000000000000000" pitchFamily="2" charset="-78"/>
                <a:cs typeface="Sakkal Majalla" panose="02000000000000000000" pitchFamily="2" charset="-78"/>
              </a:rPr>
              <a:t>،</a:t>
            </a:r>
            <a:r>
              <a:rPr lang="ar" sz="2000" dirty="0">
                <a:effectLst/>
                <a:latin typeface="Sakkal Majalla" panose="02000000000000000000" pitchFamily="2" charset="-78"/>
                <a:cs typeface="Sakkal Majalla" panose="02000000000000000000" pitchFamily="2" charset="-78"/>
              </a:rPr>
              <a:t> ولكن عادةً ما يكون للموقف التأثير الأكبر. </a:t>
            </a:r>
          </a:p>
          <a:p>
            <a:pPr marL="285750" indent="-285750" rtl="1">
              <a:buFont typeface="Arial" panose="020B0604020202020204" pitchFamily="34" charset="0"/>
              <a:buChar char="•"/>
            </a:pPr>
            <a:endParaRPr lang="en-GB" sz="2000" dirty="0">
              <a:latin typeface="Sakkal Majalla" panose="02000000000000000000" pitchFamily="2" charset="-78"/>
              <a:cs typeface="Sakkal Majalla" panose="02000000000000000000" pitchFamily="2" charset="-78"/>
            </a:endParaRPr>
          </a:p>
          <a:p>
            <a:pPr marL="285750" indent="-285750" rtl="1">
              <a:buFont typeface="Arial" panose="020B0604020202020204" pitchFamily="34" charset="0"/>
              <a:buChar char="•"/>
            </a:pPr>
            <a:r>
              <a:rPr lang="ar" sz="2000" dirty="0">
                <a:effectLst/>
                <a:latin typeface="Sakkal Majalla" panose="02000000000000000000" pitchFamily="2" charset="-78"/>
                <a:cs typeface="Sakkal Majalla" panose="02000000000000000000" pitchFamily="2" charset="-78"/>
              </a:rPr>
              <a:t>وهذا لأن قادة المنظمة التجارية يحددون رؤيتها ورسالتها وقيمها.</a:t>
            </a:r>
          </a:p>
        </p:txBody>
      </p:sp>
      <p:sp>
        <p:nvSpPr>
          <p:cNvPr id="3" name="Footer Placeholder 2">
            <a:extLst>
              <a:ext uri="{FF2B5EF4-FFF2-40B4-BE49-F238E27FC236}">
                <a16:creationId xmlns:a16="http://schemas.microsoft.com/office/drawing/2014/main" id="{F46105F2-BF5F-4A18-F9F2-B9034FBC3472}"/>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A103000398484</a:t>
            </a:r>
            <a:endParaRPr lang="ar" sz="900" dirty="0"/>
          </a:p>
        </p:txBody>
      </p:sp>
    </p:spTree>
    <p:extLst>
      <p:ext uri="{BB962C8B-B14F-4D97-AF65-F5344CB8AC3E}">
        <p14:creationId xmlns:p14="http://schemas.microsoft.com/office/powerpoint/2010/main" val="1713726585"/>
      </p:ext>
    </p:extLst>
  </p:cSld>
  <p:clrMapOvr>
    <a:masterClrMapping/>
  </p:clrMapOvr>
  <p:transition>
    <p:sndAc>
      <p:stSnd>
        <p:snd r:embed="rId3" name="click.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8CDEA-281F-63E6-C240-63D2C47F985D}"/>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88CDC3EC-BAD2-A7A3-A472-60BB1826DA65}"/>
              </a:ext>
            </a:extLst>
          </p:cNvPr>
          <p:cNvSpPr>
            <a:spLocks noGrp="1" noChangeArrowheads="1"/>
          </p:cNvSpPr>
          <p:nvPr>
            <p:ph type="title"/>
          </p:nvPr>
        </p:nvSpPr>
        <p:spPr bwMode="auto">
          <a:xfrm>
            <a:off x="323528" y="1195388"/>
            <a:ext cx="8640960" cy="6494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effectLst/>
              </a:rPr>
              <a:t>أ4 إستراتيجيات تعزيز السلوك الأخلاقي لدى القوى العاملة في المؤسسة (2)</a:t>
            </a:r>
            <a:br>
              <a:rPr lang="en-GB" sz="2200" b="1" dirty="0">
                <a:effectLst/>
              </a:rPr>
            </a:br>
            <a:br>
              <a:rPr lang="en-GB" sz="2200" b="1" dirty="0">
                <a:effectLst/>
              </a:rPr>
            </a:br>
            <a:br>
              <a:rPr lang="en-GB" altLang="en-US" sz="2200" b="1" dirty="0"/>
            </a:br>
            <a:endParaRPr lang="en-GB" altLang="en-US" sz="2200" b="1" dirty="0"/>
          </a:p>
        </p:txBody>
      </p:sp>
      <p:sp>
        <p:nvSpPr>
          <p:cNvPr id="30723" name="Content Placeholder 3">
            <a:extLst>
              <a:ext uri="{FF2B5EF4-FFF2-40B4-BE49-F238E27FC236}">
                <a16:creationId xmlns:a16="http://schemas.microsoft.com/office/drawing/2014/main" id="{343EDD6F-36C8-B901-F608-15C5698676A2}"/>
              </a:ext>
            </a:extLst>
          </p:cNvPr>
          <p:cNvSpPr>
            <a:spLocks noGrp="1" noChangeArrowheads="1"/>
          </p:cNvSpPr>
          <p:nvPr>
            <p:ph sz="half" idx="2"/>
          </p:nvPr>
        </p:nvSpPr>
        <p:spPr bwMode="auto">
          <a:xfrm>
            <a:off x="294928" y="1916831"/>
            <a:ext cx="8424935" cy="2376265"/>
          </a:xfrm>
          <a:solidFill>
            <a:schemeClr val="accent5"/>
          </a:solidFill>
        </p:spPr>
        <p:txBody>
          <a:bodyPr vert="horz" wrap="square" lIns="91440" tIns="45720" rIns="91440" bIns="45720" numCol="1" rtlCol="1" anchor="t" anchorCtr="0" compatLnSpc="1">
            <a:prstTxWarp prst="textNoShape">
              <a:avLst/>
            </a:prstTxWarp>
          </a:bodyPr>
          <a:lstStyle/>
          <a:p>
            <a:pPr rtl="1"/>
            <a:r>
              <a:rPr lang="ar" sz="2000" b="1" dirty="0"/>
              <a:t>المؤهلات المهنية -</a:t>
            </a:r>
            <a:r>
              <a:rPr lang="ar" sz="2000" dirty="0"/>
              <a:t> تشجع القوى العاملة على الحصول على المؤهلات المهنية</a:t>
            </a:r>
          </a:p>
          <a:p>
            <a:pPr rtl="1"/>
            <a:endParaRPr lang="en-GB" altLang="en-US" sz="2000" dirty="0"/>
          </a:p>
          <a:p>
            <a:pPr rtl="1">
              <a:buFont typeface="Arial" panose="020B0604020202020204" pitchFamily="34" charset="0"/>
              <a:buChar char="•"/>
            </a:pPr>
            <a:r>
              <a:rPr lang="ar" sz="2000" b="1" dirty="0"/>
              <a:t>سفراء الأخلاق</a:t>
            </a:r>
            <a:r>
              <a:rPr lang="ar" sz="2000" dirty="0"/>
              <a:t> - يستخدمون </a:t>
            </a:r>
            <a:r>
              <a:rPr lang="ar" sz="2000" dirty="0">
                <a:solidFill>
                  <a:srgbClr val="000000"/>
                </a:solidFill>
                <a:effectLst/>
                <a:ea typeface="Times New Roman" panose="02020603050405020304" pitchFamily="18" charset="0"/>
              </a:rPr>
              <a:t>موظفين من جميع أنحاء المؤسسة لمساعدة المديرين والقادة ليكونوا قادة الأخلاق. ويعملون على تعزيز الثقافة الأخلاقية ويمكنهم تقديم المشورة لزملائهم بشأن المشكلات الأخلاقية التي تنشأ</a:t>
            </a:r>
          </a:p>
          <a:p>
            <a:pPr rtl="1">
              <a:buFont typeface="Arial" panose="020B0604020202020204" pitchFamily="34" charset="0"/>
              <a:buChar char="•"/>
            </a:pPr>
            <a:endParaRPr lang="en-GB" altLang="en-US" sz="2000" dirty="0"/>
          </a:p>
          <a:p>
            <a:pPr rtl="1">
              <a:buFont typeface="Arial" panose="020B0604020202020204" pitchFamily="34" charset="0"/>
              <a:buChar char="•"/>
            </a:pPr>
            <a:r>
              <a:rPr lang="ar" sz="2000" b="1" dirty="0"/>
              <a:t>العقوبات التأديبية</a:t>
            </a:r>
            <a:r>
              <a:rPr lang="en-US" sz="2000" b="1" dirty="0"/>
              <a:t> </a:t>
            </a:r>
            <a:r>
              <a:rPr lang="ar" sz="2000" b="1" dirty="0"/>
              <a:t>- </a:t>
            </a:r>
            <a:r>
              <a:rPr lang="ar" sz="2000" dirty="0"/>
              <a:t> تراقب السلوك للحد من السلوك غير الأخلاقي وتوضح عواقب التصرف بطريقة غير أخلاقية</a:t>
            </a:r>
          </a:p>
          <a:p>
            <a:pPr marL="0" indent="0" rtl="1">
              <a:buNone/>
            </a:pPr>
            <a:endParaRPr lang="en-GB" altLang="en-US" sz="2000" dirty="0"/>
          </a:p>
          <a:p>
            <a:pPr marL="0" indent="0" rtl="1">
              <a:buNone/>
            </a:pPr>
            <a:endParaRPr lang="en-GB" altLang="en-US" sz="2000" dirty="0">
              <a:solidFill>
                <a:srgbClr val="FF0000"/>
              </a:solidFill>
            </a:endParaRPr>
          </a:p>
        </p:txBody>
      </p:sp>
      <p:grpSp>
        <p:nvGrpSpPr>
          <p:cNvPr id="2" name="Group 1">
            <a:extLst>
              <a:ext uri="{FF2B5EF4-FFF2-40B4-BE49-F238E27FC236}">
                <a16:creationId xmlns:a16="http://schemas.microsoft.com/office/drawing/2014/main" id="{AD893DB6-E7EC-B76A-90BC-F3AC9BA5E17C}"/>
              </a:ext>
            </a:extLst>
          </p:cNvPr>
          <p:cNvGrpSpPr/>
          <p:nvPr/>
        </p:nvGrpSpPr>
        <p:grpSpPr>
          <a:xfrm>
            <a:off x="294928" y="4509120"/>
            <a:ext cx="8396334" cy="1457892"/>
            <a:chOff x="0" y="353532"/>
            <a:chExt cx="2564804" cy="1538882"/>
          </a:xfrm>
        </p:grpSpPr>
        <p:sp>
          <p:nvSpPr>
            <p:cNvPr id="3" name="Rectangle 2">
              <a:extLst>
                <a:ext uri="{FF2B5EF4-FFF2-40B4-BE49-F238E27FC236}">
                  <a16:creationId xmlns:a16="http://schemas.microsoft.com/office/drawing/2014/main" id="{79A2A08C-C7A4-268E-8C5F-1EE8F2AD0709}"/>
                </a:ext>
              </a:extLst>
            </p:cNvPr>
            <p:cNvSpPr/>
            <p:nvPr/>
          </p:nvSpPr>
          <p:spPr>
            <a:xfrm>
              <a:off x="0" y="353532"/>
              <a:ext cx="2564804" cy="1538882"/>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dirty="0">
                <a:latin typeface="Sakkal Majalla" panose="02000000000000000000" pitchFamily="2" charset="-78"/>
              </a:endParaRPr>
            </a:p>
          </p:txBody>
        </p:sp>
        <p:sp>
          <p:nvSpPr>
            <p:cNvPr id="4" name="TextBox 3">
              <a:extLst>
                <a:ext uri="{FF2B5EF4-FFF2-40B4-BE49-F238E27FC236}">
                  <a16:creationId xmlns:a16="http://schemas.microsoft.com/office/drawing/2014/main" id="{D326A47E-587B-8C81-9CF3-E806984670AA}"/>
                </a:ext>
              </a:extLst>
            </p:cNvPr>
            <p:cNvSpPr txBox="1"/>
            <p:nvPr/>
          </p:nvSpPr>
          <p:spPr>
            <a:xfrm>
              <a:off x="0" y="353532"/>
              <a:ext cx="2564804" cy="153888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b="1" dirty="0">
                  <a:solidFill>
                    <a:srgbClr val="7030A0"/>
                  </a:solidFill>
                  <a:latin typeface="Sakkal Majalla" panose="02000000000000000000" pitchFamily="2" charset="-78"/>
                  <a:cs typeface="Sakkal Majalla" panose="02000000000000000000" pitchFamily="2" charset="-78"/>
                </a:rPr>
                <a:t>مناقشة</a:t>
              </a:r>
              <a:r>
                <a:rPr lang="ar" dirty="0">
                  <a:solidFill>
                    <a:srgbClr val="7030A0"/>
                  </a:solidFill>
                  <a:latin typeface="Sakkal Majalla" panose="02000000000000000000" pitchFamily="2" charset="-78"/>
                  <a:cs typeface="Sakkal Majalla" panose="02000000000000000000" pitchFamily="2" charset="-78"/>
                </a:rPr>
                <a:t>: </a:t>
              </a:r>
            </a:p>
            <a:p>
              <a:pPr rtl="1"/>
              <a:r>
                <a:rPr lang="ar" dirty="0">
                  <a:solidFill>
                    <a:srgbClr val="7030A0"/>
                  </a:solidFill>
                  <a:latin typeface="Sakkal Majalla" panose="02000000000000000000" pitchFamily="2" charset="-78"/>
                  <a:cs typeface="Sakkal Majalla" panose="02000000000000000000" pitchFamily="2" charset="-78"/>
                </a:rPr>
                <a:t>تخيل أنه يُطلب منك أن تكون سفير أخلاق في مدرستك أو كليتك. </a:t>
              </a:r>
            </a:p>
            <a:p>
              <a:pPr marL="285750" indent="-285750" rtl="1">
                <a:buFont typeface="Arial" panose="020B0604020202020204" pitchFamily="34" charset="0"/>
                <a:buChar char="•"/>
              </a:pPr>
              <a:r>
                <a:rPr lang="ar" dirty="0">
                  <a:solidFill>
                    <a:srgbClr val="7030A0"/>
                  </a:solidFill>
                  <a:latin typeface="Sakkal Majalla" panose="02000000000000000000" pitchFamily="2" charset="-78"/>
                  <a:cs typeface="Sakkal Majalla" panose="02000000000000000000" pitchFamily="2" charset="-78"/>
                </a:rPr>
                <a:t>ما الرسالة التي تريد نشرها للآخرين؟</a:t>
              </a:r>
            </a:p>
            <a:p>
              <a:pPr marL="285750" indent="-285750" rtl="1">
                <a:buFont typeface="Arial" panose="020B0604020202020204" pitchFamily="34" charset="0"/>
                <a:buChar char="•"/>
              </a:pPr>
              <a:r>
                <a:rPr lang="ar" dirty="0">
                  <a:solidFill>
                    <a:srgbClr val="7030A0"/>
                  </a:solidFill>
                  <a:latin typeface="Sakkal Majalla" panose="02000000000000000000" pitchFamily="2" charset="-78"/>
                  <a:cs typeface="Sakkal Majalla" panose="02000000000000000000" pitchFamily="2" charset="-78"/>
                </a:rPr>
                <a:t>ما التدريب الذي قد تحتاج إليه لمساعدتك على تأدية دورك؟</a:t>
              </a:r>
            </a:p>
          </p:txBody>
        </p:sp>
      </p:grpSp>
      <p:sp>
        <p:nvSpPr>
          <p:cNvPr id="5" name="Footer Placeholder 2">
            <a:extLst>
              <a:ext uri="{FF2B5EF4-FFF2-40B4-BE49-F238E27FC236}">
                <a16:creationId xmlns:a16="http://schemas.microsoft.com/office/drawing/2014/main" id="{4D116A3B-8E44-D3C2-4393-85025AA87D89}"/>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A103000398484</a:t>
            </a:r>
            <a:endParaRPr lang="ar" sz="900" dirty="0"/>
          </a:p>
        </p:txBody>
      </p:sp>
    </p:spTree>
    <p:extLst>
      <p:ext uri="{BB962C8B-B14F-4D97-AF65-F5344CB8AC3E}">
        <p14:creationId xmlns:p14="http://schemas.microsoft.com/office/powerpoint/2010/main" val="1693828616"/>
      </p:ext>
    </p:extLst>
  </p:cSld>
  <p:clrMapOvr>
    <a:masterClrMapping/>
  </p:clrMapOvr>
  <p:transition>
    <p:sndAc>
      <p:stSnd>
        <p:snd r:embed="rId3" name="click.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76FE7-F104-8D35-8B4E-88CA5DA64BF3}"/>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70E1CD06-7BE5-6890-8E36-B4E8CDF0EFDE}"/>
              </a:ext>
            </a:extLst>
          </p:cNvPr>
          <p:cNvSpPr>
            <a:spLocks noGrp="1" noChangeArrowheads="1"/>
          </p:cNvSpPr>
          <p:nvPr>
            <p:ph type="title"/>
          </p:nvPr>
        </p:nvSpPr>
        <p:spPr bwMode="auto">
          <a:xfrm>
            <a:off x="457200" y="1195200"/>
            <a:ext cx="8229600" cy="864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p>
            <a:pPr rtl="1">
              <a:lnSpc>
                <a:spcPct val="90000"/>
              </a:lnSpc>
            </a:pPr>
            <a:r>
              <a:rPr lang="ar" sz="2200" b="1" dirty="0">
                <a:effectLst/>
              </a:rPr>
              <a:t>أ4 القرارات التقديرية في الأدوار الوظيفية التي قد تنطوي على اعتبارات أخلاقية من قبل الموظف </a:t>
            </a:r>
            <a:endParaRPr lang="en-GB" altLang="en-US" sz="2200" dirty="0"/>
          </a:p>
        </p:txBody>
      </p:sp>
      <p:graphicFrame>
        <p:nvGraphicFramePr>
          <p:cNvPr id="30725" name="Content Placeholder 3">
            <a:extLst>
              <a:ext uri="{FF2B5EF4-FFF2-40B4-BE49-F238E27FC236}">
                <a16:creationId xmlns:a16="http://schemas.microsoft.com/office/drawing/2014/main" id="{879B8085-D860-4D18-4A83-BA783811C44D}"/>
              </a:ext>
            </a:extLst>
          </p:cNvPr>
          <p:cNvGraphicFramePr>
            <a:graphicFrameLocks noGrp="1"/>
          </p:cNvGraphicFramePr>
          <p:nvPr>
            <p:ph idx="1"/>
            <p:extLst>
              <p:ext uri="{D42A27DB-BD31-4B8C-83A1-F6EECF244321}">
                <p14:modId xmlns:p14="http://schemas.microsoft.com/office/powerpoint/2010/main" val="3012664773"/>
              </p:ext>
            </p:extLst>
          </p:nvPr>
        </p:nvGraphicFramePr>
        <p:xfrm>
          <a:off x="468314" y="2196000"/>
          <a:ext cx="8207375" cy="387843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Footer Placeholder 2">
            <a:extLst>
              <a:ext uri="{FF2B5EF4-FFF2-40B4-BE49-F238E27FC236}">
                <a16:creationId xmlns:a16="http://schemas.microsoft.com/office/drawing/2014/main" id="{2F6076C6-7A08-BFE2-4ABC-3EEBB609EFFB}"/>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A103000398484</a:t>
            </a:r>
            <a:endParaRPr lang="ar" sz="900" dirty="0"/>
          </a:p>
        </p:txBody>
      </p:sp>
    </p:spTree>
    <p:extLst>
      <p:ext uri="{BB962C8B-B14F-4D97-AF65-F5344CB8AC3E}">
        <p14:creationId xmlns:p14="http://schemas.microsoft.com/office/powerpoint/2010/main" val="280254972"/>
      </p:ext>
    </p:extLst>
  </p:cSld>
  <p:clrMapOvr>
    <a:masterClrMapping/>
  </p:clrMapOvr>
  <p:transition>
    <p:sndAc>
      <p:stSnd>
        <p:snd r:embed="rId3" name="click.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02C30-80D8-A1E1-3E1D-3ABCF711CD4E}"/>
            </a:ext>
          </a:extLst>
        </p:cNvPr>
        <p:cNvGrpSpPr/>
        <p:nvPr/>
      </p:nvGrpSpPr>
      <p:grpSpPr>
        <a:xfrm>
          <a:off x="0" y="0"/>
          <a:ext cx="0" cy="0"/>
          <a:chOff x="0" y="0"/>
          <a:chExt cx="0" cy="0"/>
        </a:xfrm>
      </p:grpSpPr>
      <p:sp>
        <p:nvSpPr>
          <p:cNvPr id="34818" name="Title 2">
            <a:extLst>
              <a:ext uri="{FF2B5EF4-FFF2-40B4-BE49-F238E27FC236}">
                <a16:creationId xmlns:a16="http://schemas.microsoft.com/office/drawing/2014/main" id="{EA721DC3-FB1F-FF93-2B75-37E21D91ED31}"/>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t>نتاج التعلُّم ب</a:t>
            </a:r>
            <a:br>
              <a:rPr lang="en-US" altLang="en-US" sz="2600" dirty="0"/>
            </a:br>
            <a:br>
              <a:rPr lang="en-US" altLang="en-US" sz="2600" dirty="0"/>
            </a:br>
            <a:endParaRPr lang="en-GB" altLang="en-US" sz="2600" dirty="0"/>
          </a:p>
        </p:txBody>
      </p:sp>
      <p:sp>
        <p:nvSpPr>
          <p:cNvPr id="34820" name="Rectangle 1">
            <a:extLst>
              <a:ext uri="{FF2B5EF4-FFF2-40B4-BE49-F238E27FC236}">
                <a16:creationId xmlns:a16="http://schemas.microsoft.com/office/drawing/2014/main" id="{FAE45F43-5513-6BEB-2253-6A6959ED5847}"/>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فهم كيفية تطبيق المسؤولية الاجتماعية للشركات في سياق الأعمال </a:t>
            </a:r>
          </a:p>
          <a:p>
            <a:pPr algn="ctr" rtl="1"/>
            <a:endParaRPr lang="en-GB" sz="38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AB34ACC6-24C9-B710-F719-25001DCCE350}"/>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A103000398484</a:t>
            </a:r>
            <a:endParaRPr lang="ar" sz="900" dirty="0"/>
          </a:p>
        </p:txBody>
      </p:sp>
    </p:spTree>
    <p:extLst>
      <p:ext uri="{BB962C8B-B14F-4D97-AF65-F5344CB8AC3E}">
        <p14:creationId xmlns:p14="http://schemas.microsoft.com/office/powerpoint/2010/main" val="2738697380"/>
      </p:ext>
    </p:extLst>
  </p:cSld>
  <p:clrMapOvr>
    <a:masterClrMapping/>
  </p:clrMapOvr>
  <p:transition>
    <p:sndAc>
      <p:stSnd>
        <p:snd r:embed="rId3" name="click.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73998-1AA9-B13D-5474-31B410633665}"/>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3781821B-B4F5-2319-2831-B18360788DB8}"/>
              </a:ext>
            </a:extLst>
          </p:cNvPr>
          <p:cNvSpPr>
            <a:spLocks noChangeArrowheads="1"/>
          </p:cNvSpPr>
          <p:nvPr/>
        </p:nvSpPr>
        <p:spPr bwMode="auto">
          <a:xfrm>
            <a:off x="5678486" y="1195200"/>
            <a:ext cx="3008313" cy="865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b"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spcAft>
                <a:spcPts val="600"/>
              </a:spcAft>
            </a:pPr>
            <a:endParaRPr lang="en-US" altLang="en-US" sz="2000" b="1" dirty="0">
              <a:solidFill>
                <a:schemeClr val="tx2"/>
              </a:solidFill>
              <a:latin typeface="Sakkal Majalla" panose="02000000000000000000" pitchFamily="2" charset="-78"/>
              <a:cs typeface="Sakkal Majalla" panose="02000000000000000000" pitchFamily="2" charset="-78"/>
            </a:endParaRPr>
          </a:p>
        </p:txBody>
      </p:sp>
      <p:graphicFrame>
        <p:nvGraphicFramePr>
          <p:cNvPr id="5" name="Content Placeholder 3">
            <a:extLst>
              <a:ext uri="{FF2B5EF4-FFF2-40B4-BE49-F238E27FC236}">
                <a16:creationId xmlns:a16="http://schemas.microsoft.com/office/drawing/2014/main" id="{99F3D1CC-E35A-51C3-BB56-C9275B996158}"/>
              </a:ext>
            </a:extLst>
          </p:cNvPr>
          <p:cNvGraphicFramePr>
            <a:graphicFrameLocks/>
          </p:cNvGraphicFramePr>
          <p:nvPr>
            <p:extLst>
              <p:ext uri="{D42A27DB-BD31-4B8C-83A1-F6EECF244321}">
                <p14:modId xmlns:p14="http://schemas.microsoft.com/office/powerpoint/2010/main" val="1054790151"/>
              </p:ext>
            </p:extLst>
          </p:nvPr>
        </p:nvGraphicFramePr>
        <p:xfrm>
          <a:off x="457199" y="1844824"/>
          <a:ext cx="4762873" cy="413577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7" name="Text Placeholder 2">
            <a:extLst>
              <a:ext uri="{FF2B5EF4-FFF2-40B4-BE49-F238E27FC236}">
                <a16:creationId xmlns:a16="http://schemas.microsoft.com/office/drawing/2014/main" id="{22FE1E06-ABC3-56D8-7131-74C942A8B3CB}"/>
              </a:ext>
            </a:extLst>
          </p:cNvPr>
          <p:cNvSpPr>
            <a:spLocks noGrp="1"/>
          </p:cNvSpPr>
          <p:nvPr>
            <p:ph type="body" sz="half" idx="2"/>
          </p:nvPr>
        </p:nvSpPr>
        <p:spPr>
          <a:xfrm>
            <a:off x="5788022" y="1684565"/>
            <a:ext cx="3008313" cy="3488870"/>
          </a:xfrm>
          <a:solidFill>
            <a:schemeClr val="accent5"/>
          </a:solidFill>
        </p:spPr>
        <p:txBody>
          <a:bodyPr rtlCol="1"/>
          <a:lstStyle/>
          <a:p>
            <a:pPr rtl="1"/>
            <a:r>
              <a:rPr lang="ar" sz="1800" dirty="0">
                <a:solidFill>
                  <a:schemeClr val="tx2"/>
                </a:solidFill>
              </a:rPr>
              <a:t>نتاج التعلم ب:</a:t>
            </a:r>
          </a:p>
          <a:p>
            <a:pPr marL="285750" indent="-285750" rtl="1">
              <a:buFont typeface="Arial" panose="020B0604020202020204" pitchFamily="34" charset="0"/>
              <a:buChar char="•"/>
            </a:pPr>
            <a:r>
              <a:rPr lang="ar" sz="1800" dirty="0">
                <a:solidFill>
                  <a:schemeClr val="tx2"/>
                </a:solidFill>
              </a:rPr>
              <a:t>يقدم مفهوم المسؤولية الاجتماعية للشركات وتأثير مبادرات المسؤولية الاجتماعية للشركات في مجموعات أصحاب المصلحة</a:t>
            </a:r>
          </a:p>
          <a:p>
            <a:pPr marL="285750" indent="-285750" rtl="1">
              <a:buFont typeface="Arial" panose="020B0604020202020204" pitchFamily="34" charset="0"/>
              <a:buChar char="•"/>
            </a:pPr>
            <a:r>
              <a:rPr lang="ar" sz="1800" dirty="0">
                <a:solidFill>
                  <a:schemeClr val="tx2"/>
                </a:solidFill>
              </a:rPr>
              <a:t>يدرس الصلة بين الاستدامة والخط السفلي الثلاثي</a:t>
            </a:r>
          </a:p>
          <a:p>
            <a:pPr marL="285750" indent="-285750" rtl="1">
              <a:buFont typeface="Arial" panose="020B0604020202020204" pitchFamily="34" charset="0"/>
              <a:buChar char="•"/>
            </a:pPr>
            <a:r>
              <a:rPr lang="ar" sz="1800" dirty="0">
                <a:solidFill>
                  <a:schemeClr val="tx2"/>
                </a:solidFill>
              </a:rPr>
              <a:t>يستكشف مزايا وعقبات تطبيق أخلاقيات العمل والمسؤولية الاجتماعية للشركات في أنواع مختلفة من المؤسسات. </a:t>
            </a:r>
          </a:p>
        </p:txBody>
      </p:sp>
      <p:sp>
        <p:nvSpPr>
          <p:cNvPr id="2" name="Footer Placeholder 2">
            <a:extLst>
              <a:ext uri="{FF2B5EF4-FFF2-40B4-BE49-F238E27FC236}">
                <a16:creationId xmlns:a16="http://schemas.microsoft.com/office/drawing/2014/main" id="{45649BB1-16BD-B4C9-DAD3-6E3C83A93742}"/>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A103000398484</a:t>
            </a:r>
            <a:endParaRPr lang="ar" sz="900" dirty="0"/>
          </a:p>
        </p:txBody>
      </p:sp>
    </p:spTree>
    <p:extLst>
      <p:ext uri="{BB962C8B-B14F-4D97-AF65-F5344CB8AC3E}">
        <p14:creationId xmlns:p14="http://schemas.microsoft.com/office/powerpoint/2010/main" val="3334210411"/>
      </p:ext>
    </p:extLst>
  </p:cSld>
  <p:clrMapOvr>
    <a:masterClrMapping/>
  </p:clrMapOvr>
  <p:transition>
    <p:sndAc>
      <p:stSnd>
        <p:snd r:embed="rId3" name="click.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48A6F-8447-8E5C-E372-7A86AC3EE1A1}"/>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6A9E2742-B28F-0CAA-1BCF-3BC1E2E75E32}"/>
              </a:ext>
            </a:extLst>
          </p:cNvPr>
          <p:cNvSpPr>
            <a:spLocks noGrp="1" noChangeArrowheads="1"/>
          </p:cNvSpPr>
          <p:nvPr>
            <p:ph type="title"/>
          </p:nvPr>
        </p:nvSpPr>
        <p:spPr bwMode="auto">
          <a:xfrm>
            <a:off x="261950" y="1126332"/>
            <a:ext cx="8640960" cy="50542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effectLst/>
              </a:rPr>
              <a:t>ب1 المسائل المتعلقة بالمسؤولية الاجتماعية للشركات وأثرها في أصحاب المصلحة (1) </a:t>
            </a:r>
            <a:br>
              <a:rPr lang="en-GB" sz="2200" b="1" dirty="0">
                <a:effectLst/>
              </a:rPr>
            </a:br>
            <a:br>
              <a:rPr lang="en-GB" sz="2200" dirty="0">
                <a:effectLst/>
              </a:rPr>
            </a:br>
            <a:br>
              <a:rPr lang="en-GB" altLang="en-US" sz="2200" dirty="0"/>
            </a:br>
            <a:endParaRPr lang="en-GB" altLang="en-US" sz="2200" dirty="0"/>
          </a:p>
        </p:txBody>
      </p:sp>
      <p:sp>
        <p:nvSpPr>
          <p:cNvPr id="30723" name="Content Placeholder 3">
            <a:extLst>
              <a:ext uri="{FF2B5EF4-FFF2-40B4-BE49-F238E27FC236}">
                <a16:creationId xmlns:a16="http://schemas.microsoft.com/office/drawing/2014/main" id="{21E3A342-6059-9B7E-1303-3628451D22B7}"/>
              </a:ext>
            </a:extLst>
          </p:cNvPr>
          <p:cNvSpPr>
            <a:spLocks noGrp="1" noChangeArrowheads="1"/>
          </p:cNvSpPr>
          <p:nvPr>
            <p:ph sz="half" idx="2"/>
          </p:nvPr>
        </p:nvSpPr>
        <p:spPr bwMode="auto">
          <a:xfrm>
            <a:off x="594241" y="1669921"/>
            <a:ext cx="7866656" cy="2551168"/>
          </a:xfrm>
          <a:solidFill>
            <a:schemeClr val="accent5"/>
          </a:solidFill>
        </p:spPr>
        <p:txBody>
          <a:bodyPr vert="horz" wrap="square" lIns="91440" tIns="45720" rIns="91440" bIns="45720" numCol="1" rtlCol="1" anchor="t" anchorCtr="0" compatLnSpc="1">
            <a:prstTxWarp prst="textNoShape">
              <a:avLst/>
            </a:prstTxWarp>
          </a:bodyPr>
          <a:lstStyle/>
          <a:p>
            <a:pPr marL="0" indent="0" algn="ctr" rtl="1">
              <a:buNone/>
            </a:pPr>
            <a:r>
              <a:rPr lang="ar" sz="2000" b="1" dirty="0"/>
              <a:t>المسؤولية المجتمعية للشركات</a:t>
            </a:r>
          </a:p>
          <a:p>
            <a:pPr marL="0" indent="0" rtl="1">
              <a:buNone/>
            </a:pPr>
            <a:endParaRPr lang="en-GB" altLang="en-US" sz="2000" dirty="0"/>
          </a:p>
          <a:p>
            <a:pPr marL="0" indent="0" rtl="1">
              <a:buNone/>
            </a:pPr>
            <a:r>
              <a:rPr lang="ar" sz="2200" dirty="0"/>
              <a:t>يمكن تعريفها على النحو الآتي:</a:t>
            </a:r>
          </a:p>
          <a:p>
            <a:pPr rtl="1"/>
            <a:r>
              <a:rPr lang="ar" sz="2200" dirty="0">
                <a:effectLst/>
              </a:rPr>
              <a:t>السلوك الأخلاقي الذي يراعي الآثار الاجتماعية والاقتصادية والبيئية، وكذلك حقوق الإنسان</a:t>
            </a:r>
          </a:p>
          <a:p>
            <a:pPr rtl="1"/>
            <a:r>
              <a:rPr lang="ar" sz="2200" dirty="0">
                <a:effectLst/>
              </a:rPr>
              <a:t>تحقيق الأهداف الاجتماعية أو البيئية</a:t>
            </a:r>
          </a:p>
          <a:p>
            <a:pPr rtl="1"/>
            <a:r>
              <a:rPr lang="ar" sz="2200" dirty="0">
                <a:effectLst/>
              </a:rPr>
              <a:t>محاولة لتقليل الأثر السلبي الواقع في المجتمع أو البيئة. </a:t>
            </a:r>
            <a:endParaRPr lang="en-GB" altLang="en-US" sz="2200" dirty="0"/>
          </a:p>
        </p:txBody>
      </p:sp>
      <p:grpSp>
        <p:nvGrpSpPr>
          <p:cNvPr id="2" name="Group 1">
            <a:extLst>
              <a:ext uri="{FF2B5EF4-FFF2-40B4-BE49-F238E27FC236}">
                <a16:creationId xmlns:a16="http://schemas.microsoft.com/office/drawing/2014/main" id="{773EA570-5E04-5FE0-3313-BDFE61E7F4FF}"/>
              </a:ext>
            </a:extLst>
          </p:cNvPr>
          <p:cNvGrpSpPr/>
          <p:nvPr/>
        </p:nvGrpSpPr>
        <p:grpSpPr>
          <a:xfrm>
            <a:off x="179512" y="4515904"/>
            <a:ext cx="2932217" cy="1852761"/>
            <a:chOff x="-66943" y="215426"/>
            <a:chExt cx="2631747" cy="1398306"/>
          </a:xfrm>
        </p:grpSpPr>
        <p:sp>
          <p:nvSpPr>
            <p:cNvPr id="3" name="Rectangle 2">
              <a:extLst>
                <a:ext uri="{FF2B5EF4-FFF2-40B4-BE49-F238E27FC236}">
                  <a16:creationId xmlns:a16="http://schemas.microsoft.com/office/drawing/2014/main" id="{A21C55FC-D3BD-6123-8141-A5947D260C87}"/>
                </a:ext>
              </a:extLst>
            </p:cNvPr>
            <p:cNvSpPr/>
            <p:nvPr/>
          </p:nvSpPr>
          <p:spPr>
            <a:xfrm>
              <a:off x="0" y="215426"/>
              <a:ext cx="2564804" cy="1368880"/>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sz="1200" dirty="0">
                <a:latin typeface="Sakkal Majalla" panose="02000000000000000000" pitchFamily="2" charset="-78"/>
              </a:endParaRPr>
            </a:p>
          </p:txBody>
        </p:sp>
        <p:sp>
          <p:nvSpPr>
            <p:cNvPr id="4" name="TextBox 3">
              <a:extLst>
                <a:ext uri="{FF2B5EF4-FFF2-40B4-BE49-F238E27FC236}">
                  <a16:creationId xmlns:a16="http://schemas.microsoft.com/office/drawing/2014/main" id="{70DCDEF6-86C8-827A-1CC8-BE4F9A942276}"/>
                </a:ext>
              </a:extLst>
            </p:cNvPr>
            <p:cNvSpPr txBox="1"/>
            <p:nvPr/>
          </p:nvSpPr>
          <p:spPr>
            <a:xfrm>
              <a:off x="-66943" y="244851"/>
              <a:ext cx="2564804" cy="136888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b="1" dirty="0">
                  <a:solidFill>
                    <a:srgbClr val="7030A0"/>
                  </a:solidFill>
                  <a:latin typeface="Sakkal Majalla" panose="02000000000000000000" pitchFamily="2" charset="-78"/>
                  <a:cs typeface="Sakkal Majalla" panose="02000000000000000000" pitchFamily="2" charset="-78"/>
                </a:rPr>
                <a:t>نصائح مهمة</a:t>
              </a:r>
              <a:r>
                <a:rPr lang="ar" dirty="0">
                  <a:solidFill>
                    <a:srgbClr val="7030A0"/>
                  </a:solidFill>
                  <a:latin typeface="Sakkal Majalla" panose="02000000000000000000" pitchFamily="2" charset="-78"/>
                  <a:cs typeface="Sakkal Majalla" panose="02000000000000000000" pitchFamily="2" charset="-78"/>
                </a:rPr>
                <a:t>: </a:t>
              </a:r>
            </a:p>
            <a:p>
              <a:pPr rtl="1"/>
              <a:r>
                <a:rPr lang="ar" dirty="0">
                  <a:solidFill>
                    <a:srgbClr val="7030A0"/>
                  </a:solidFill>
                  <a:latin typeface="Sakkal Majalla" panose="02000000000000000000" pitchFamily="2" charset="-78"/>
                  <a:cs typeface="Sakkal Majalla" panose="02000000000000000000" pitchFamily="2" charset="-78"/>
                </a:rPr>
                <a:t>ارجع مرة أخرى إلى الوحدة 1 لتلخيص المسؤولية الاجتماعية للشركات.</a:t>
              </a:r>
            </a:p>
          </p:txBody>
        </p:sp>
      </p:grpSp>
      <p:grpSp>
        <p:nvGrpSpPr>
          <p:cNvPr id="5" name="Group 4">
            <a:extLst>
              <a:ext uri="{FF2B5EF4-FFF2-40B4-BE49-F238E27FC236}">
                <a16:creationId xmlns:a16="http://schemas.microsoft.com/office/drawing/2014/main" id="{807C59C2-E837-B8A2-33B3-D732FBC57CD2}"/>
              </a:ext>
            </a:extLst>
          </p:cNvPr>
          <p:cNvGrpSpPr/>
          <p:nvPr/>
        </p:nvGrpSpPr>
        <p:grpSpPr>
          <a:xfrm>
            <a:off x="3275855" y="4509120"/>
            <a:ext cx="5202361" cy="1813771"/>
            <a:chOff x="-73022" y="215426"/>
            <a:chExt cx="2637826" cy="1398306"/>
          </a:xfrm>
        </p:grpSpPr>
        <p:sp>
          <p:nvSpPr>
            <p:cNvPr id="6" name="Rectangle 5">
              <a:extLst>
                <a:ext uri="{FF2B5EF4-FFF2-40B4-BE49-F238E27FC236}">
                  <a16:creationId xmlns:a16="http://schemas.microsoft.com/office/drawing/2014/main" id="{B57CEF35-6BF0-FFAC-0E97-337F8A49793B}"/>
                </a:ext>
              </a:extLst>
            </p:cNvPr>
            <p:cNvSpPr/>
            <p:nvPr/>
          </p:nvSpPr>
          <p:spPr>
            <a:xfrm>
              <a:off x="0" y="215426"/>
              <a:ext cx="2564804" cy="1368880"/>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sz="1200" dirty="0">
                <a:latin typeface="Sakkal Majalla" panose="02000000000000000000" pitchFamily="2" charset="-78"/>
              </a:endParaRPr>
            </a:p>
          </p:txBody>
        </p:sp>
        <p:sp>
          <p:nvSpPr>
            <p:cNvPr id="7" name="TextBox 6">
              <a:extLst>
                <a:ext uri="{FF2B5EF4-FFF2-40B4-BE49-F238E27FC236}">
                  <a16:creationId xmlns:a16="http://schemas.microsoft.com/office/drawing/2014/main" id="{A6FA8A00-B917-AF1D-400B-22DAB6C9FF4F}"/>
                </a:ext>
              </a:extLst>
            </p:cNvPr>
            <p:cNvSpPr txBox="1"/>
            <p:nvPr/>
          </p:nvSpPr>
          <p:spPr>
            <a:xfrm>
              <a:off x="-73022" y="244851"/>
              <a:ext cx="2564804" cy="136888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b="1" dirty="0">
                  <a:solidFill>
                    <a:srgbClr val="7030A0"/>
                  </a:solidFill>
                  <a:latin typeface="Sakkal Majalla" panose="02000000000000000000" pitchFamily="2" charset="-78"/>
                  <a:cs typeface="Sakkal Majalla" panose="02000000000000000000" pitchFamily="2" charset="-78"/>
                </a:rPr>
                <a:t>مناقشة</a:t>
              </a:r>
              <a:r>
                <a:rPr lang="ar" dirty="0">
                  <a:solidFill>
                    <a:srgbClr val="7030A0"/>
                  </a:solidFill>
                  <a:latin typeface="Sakkal Majalla" panose="02000000000000000000" pitchFamily="2" charset="-78"/>
                  <a:cs typeface="Sakkal Majalla" panose="02000000000000000000" pitchFamily="2" charset="-78"/>
                </a:rPr>
                <a:t>: </a:t>
              </a:r>
            </a:p>
            <a:p>
              <a:pPr rtl="1"/>
              <a:r>
                <a:rPr lang="ar" dirty="0">
                  <a:solidFill>
                    <a:srgbClr val="7030A0"/>
                  </a:solidFill>
                  <a:latin typeface="Sakkal Majalla" panose="02000000000000000000" pitchFamily="2" charset="-78"/>
                  <a:cs typeface="Sakkal Majalla" panose="02000000000000000000" pitchFamily="2" charset="-78"/>
                </a:rPr>
                <a:t>لماذا قد تكون المؤسسات الملتزمة بالأخلاقيات أكثر نجاحًا من منافسيها؟</a:t>
              </a:r>
            </a:p>
          </p:txBody>
        </p:sp>
      </p:grpSp>
      <p:sp>
        <p:nvSpPr>
          <p:cNvPr id="8" name="Footer Placeholder 2">
            <a:extLst>
              <a:ext uri="{FF2B5EF4-FFF2-40B4-BE49-F238E27FC236}">
                <a16:creationId xmlns:a16="http://schemas.microsoft.com/office/drawing/2014/main" id="{9AC2E6E6-48D0-A4CA-041A-6A4ED9D2853B}"/>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A103000398484</a:t>
            </a:r>
            <a:endParaRPr lang="ar" sz="900" dirty="0"/>
          </a:p>
        </p:txBody>
      </p:sp>
    </p:spTree>
    <p:extLst>
      <p:ext uri="{BB962C8B-B14F-4D97-AF65-F5344CB8AC3E}">
        <p14:creationId xmlns:p14="http://schemas.microsoft.com/office/powerpoint/2010/main" val="353477816"/>
      </p:ext>
    </p:extLst>
  </p:cSld>
  <p:clrMapOvr>
    <a:masterClrMapping/>
  </p:clrMapOvr>
  <p:transition>
    <p:sndAc>
      <p:stSnd>
        <p:snd r:embed="rId3" name="click.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BBAE6-CB9F-960A-4A7E-065EF8E12C67}"/>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D30CD074-206C-C8C3-9C13-78409A3B41AE}"/>
              </a:ext>
            </a:extLst>
          </p:cNvPr>
          <p:cNvSpPr>
            <a:spLocks noGrp="1" noChangeArrowheads="1"/>
          </p:cNvSpPr>
          <p:nvPr>
            <p:ph type="title"/>
          </p:nvPr>
        </p:nvSpPr>
        <p:spPr bwMode="auto">
          <a:xfrm>
            <a:off x="261950" y="1126332"/>
            <a:ext cx="8640960" cy="50542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effectLst/>
              </a:rPr>
              <a:t>ب1 المسائل المتعلقة بالمسؤولية الاجتماعية للشركات وأثرها في أصحاب المصلحة </a:t>
            </a:r>
            <a:br>
              <a:rPr lang="en-GB" sz="2200" b="1" dirty="0">
                <a:effectLst/>
              </a:rPr>
            </a:br>
            <a:br>
              <a:rPr lang="en-GB" sz="2200" dirty="0">
                <a:effectLst/>
              </a:rPr>
            </a:br>
            <a:br>
              <a:rPr lang="en-GB" altLang="en-US" sz="2200" dirty="0"/>
            </a:br>
            <a:endParaRPr lang="en-GB" altLang="en-US" sz="2200" dirty="0"/>
          </a:p>
        </p:txBody>
      </p:sp>
      <p:sp>
        <p:nvSpPr>
          <p:cNvPr id="30723" name="Content Placeholder 3">
            <a:extLst>
              <a:ext uri="{FF2B5EF4-FFF2-40B4-BE49-F238E27FC236}">
                <a16:creationId xmlns:a16="http://schemas.microsoft.com/office/drawing/2014/main" id="{450CAF90-22C9-F3C2-8F26-2F77A5CDD180}"/>
              </a:ext>
            </a:extLst>
          </p:cNvPr>
          <p:cNvSpPr>
            <a:spLocks noGrp="1" noChangeArrowheads="1"/>
          </p:cNvSpPr>
          <p:nvPr>
            <p:ph sz="half" idx="2"/>
          </p:nvPr>
        </p:nvSpPr>
        <p:spPr bwMode="auto">
          <a:xfrm>
            <a:off x="4582430" y="1656447"/>
            <a:ext cx="4228515" cy="4093427"/>
          </a:xfrm>
          <a:solidFill>
            <a:schemeClr val="accent5"/>
          </a:solidFill>
        </p:spPr>
        <p:txBody>
          <a:bodyPr vert="horz" wrap="square" lIns="91440" tIns="45720" rIns="91440" bIns="45720" numCol="1" rtlCol="1" anchor="t" anchorCtr="0" compatLnSpc="1">
            <a:prstTxWarp prst="textNoShape">
              <a:avLst/>
            </a:prstTxWarp>
          </a:bodyPr>
          <a:lstStyle/>
          <a:p>
            <a:pPr marL="0" indent="0" rtl="1">
              <a:buNone/>
            </a:pPr>
            <a:endParaRPr lang="en-GB" altLang="en-US" sz="1600" dirty="0"/>
          </a:p>
          <a:p>
            <a:pPr marL="0" indent="0" rtl="1">
              <a:buNone/>
            </a:pPr>
            <a:r>
              <a:rPr lang="ar" sz="2000" dirty="0"/>
              <a:t>تتأثر كل من مجموعة أصحاب المصلحة الرئيسة الداخلية والخارجية بسياسات المسؤولية الاجتماعية للشركات. </a:t>
            </a:r>
          </a:p>
          <a:p>
            <a:pPr marL="0" indent="0" rtl="1">
              <a:buNone/>
            </a:pPr>
            <a:endParaRPr lang="en-GB" altLang="en-US" sz="1400" dirty="0"/>
          </a:p>
          <a:p>
            <a:pPr marL="0" indent="0" rtl="1">
              <a:buNone/>
            </a:pPr>
            <a:r>
              <a:rPr lang="ar" sz="2000" dirty="0"/>
              <a:t>ستعمل المؤسسة على إعداد تقارير المسؤولية الاجتماعية للشركات وعمليات التدقيق لإبلاغ أصحاب المصلحة بإجراءاتها واستجاباتها، على سبيل المثال</a:t>
            </a:r>
          </a:p>
          <a:p>
            <a:pPr rtl="1"/>
            <a:r>
              <a:rPr lang="ar" sz="2000" dirty="0"/>
              <a:t>الموردون</a:t>
            </a:r>
          </a:p>
          <a:p>
            <a:pPr rtl="1"/>
            <a:r>
              <a:rPr lang="ar" sz="2000" dirty="0"/>
              <a:t>العملاء</a:t>
            </a:r>
          </a:p>
          <a:p>
            <a:pPr rtl="1"/>
            <a:r>
              <a:rPr lang="ar" sz="2000" dirty="0"/>
              <a:t>الموظفون</a:t>
            </a:r>
          </a:p>
          <a:p>
            <a:pPr rtl="1"/>
            <a:r>
              <a:rPr lang="ar" sz="2000" dirty="0"/>
              <a:t>الحكومات</a:t>
            </a:r>
          </a:p>
          <a:p>
            <a:pPr rtl="1"/>
            <a:r>
              <a:rPr lang="ar" sz="2000" dirty="0"/>
              <a:t>المجتمعات المحلية</a:t>
            </a:r>
          </a:p>
          <a:p>
            <a:pPr marL="0" indent="0" rtl="1">
              <a:buNone/>
            </a:pPr>
            <a:endParaRPr lang="en-GB" altLang="en-US" sz="2000" dirty="0"/>
          </a:p>
          <a:p>
            <a:pPr marL="0" indent="0" rtl="1">
              <a:buNone/>
            </a:pPr>
            <a:endParaRPr lang="en-GB" altLang="en-US" sz="2000" dirty="0">
              <a:solidFill>
                <a:srgbClr val="FF0000"/>
              </a:solidFill>
            </a:endParaRPr>
          </a:p>
        </p:txBody>
      </p:sp>
      <p:sp>
        <p:nvSpPr>
          <p:cNvPr id="9" name="TextBox 8">
            <a:extLst>
              <a:ext uri="{FF2B5EF4-FFF2-40B4-BE49-F238E27FC236}">
                <a16:creationId xmlns:a16="http://schemas.microsoft.com/office/drawing/2014/main" id="{D8078EE0-52BA-EDA1-620C-98ACEC1D9104}"/>
              </a:ext>
            </a:extLst>
          </p:cNvPr>
          <p:cNvSpPr txBox="1"/>
          <p:nvPr/>
        </p:nvSpPr>
        <p:spPr>
          <a:xfrm>
            <a:off x="333056" y="1656446"/>
            <a:ext cx="4022921" cy="4093428"/>
          </a:xfrm>
          <a:prstGeom prst="rect">
            <a:avLst/>
          </a:prstGeom>
          <a:solidFill>
            <a:schemeClr val="accent6">
              <a:lumMod val="20000"/>
              <a:lumOff val="80000"/>
            </a:schemeClr>
          </a:solidFill>
        </p:spPr>
        <p:txBody>
          <a:bodyPr wrap="square" rtlCol="1">
            <a:spAutoFit/>
          </a:bodyPr>
          <a:lstStyle/>
          <a:p>
            <a:pPr marL="0" indent="0" rtl="1">
              <a:buNone/>
            </a:pPr>
            <a:r>
              <a:rPr lang="ar" sz="2000" b="1" dirty="0">
                <a:latin typeface="Sakkal Majalla" panose="02000000000000000000" pitchFamily="2" charset="-78"/>
                <a:cs typeface="Sakkal Majalla" panose="02000000000000000000" pitchFamily="2" charset="-78"/>
              </a:rPr>
              <a:t>عمليات التدقيق:</a:t>
            </a:r>
          </a:p>
          <a:p>
            <a:pPr marL="0" indent="0" rtl="1">
              <a:buNone/>
            </a:pPr>
            <a:r>
              <a:rPr lang="ar" sz="2000" dirty="0">
                <a:latin typeface="Sakkal Majalla" panose="02000000000000000000" pitchFamily="2" charset="-78"/>
                <a:cs typeface="Sakkal Majalla" panose="02000000000000000000" pitchFamily="2" charset="-78"/>
              </a:rPr>
              <a:t> </a:t>
            </a:r>
          </a:p>
          <a:p>
            <a:pPr marL="285750" indent="-285750" rtl="1">
              <a:buFont typeface="Arial" panose="020B0604020202020204" pitchFamily="34" charset="0"/>
              <a:buChar char="•"/>
            </a:pPr>
            <a:r>
              <a:rPr lang="ar" sz="2000" b="1" dirty="0">
                <a:latin typeface="Sakkal Majalla" panose="02000000000000000000" pitchFamily="2" charset="-78"/>
                <a:ea typeface="Times New Roman" panose="02020603050405020304" pitchFamily="18" charset="0"/>
                <a:cs typeface="Sakkal Majalla" panose="02000000000000000000" pitchFamily="2" charset="-78"/>
              </a:rPr>
              <a:t>التدقيق الأخضر </a:t>
            </a:r>
            <a:r>
              <a:rPr lang="ar" sz="2000" dirty="0">
                <a:latin typeface="Sakkal Majalla" panose="02000000000000000000" pitchFamily="2" charset="-78"/>
                <a:ea typeface="Times New Roman" panose="02020603050405020304" pitchFamily="18" charset="0"/>
                <a:cs typeface="Sakkal Majalla" panose="02000000000000000000" pitchFamily="2" charset="-78"/>
              </a:rPr>
              <a:t>- تقييم لمدى تأثير الأنشطة في البيئة قبل تنفيذ سياسات صديقة للبيئة.</a:t>
            </a:r>
          </a:p>
          <a:p>
            <a:pPr marL="285750" indent="-285750" rtl="1">
              <a:buFont typeface="Arial" panose="020B0604020202020204" pitchFamily="34" charset="0"/>
              <a:buChar char="•"/>
            </a:pPr>
            <a:endParaRPr lang="en-GB" sz="2000" dirty="0">
              <a:latin typeface="Sakkal Majalla" panose="02000000000000000000" pitchFamily="2" charset="-78"/>
              <a:ea typeface="Times New Roman" panose="02020603050405020304" pitchFamily="18" charset="0"/>
              <a:cs typeface="Sakkal Majalla" panose="02000000000000000000" pitchFamily="2" charset="-78"/>
            </a:endParaRPr>
          </a:p>
          <a:p>
            <a:pPr marL="285750" indent="-285750" rtl="1">
              <a:buFont typeface="Arial" panose="020B0604020202020204" pitchFamily="34" charset="0"/>
              <a:buChar char="•"/>
            </a:pPr>
            <a:r>
              <a:rPr lang="ar" sz="2000" b="1" dirty="0">
                <a:latin typeface="Sakkal Majalla" panose="02000000000000000000" pitchFamily="2" charset="-78"/>
                <a:cs typeface="Sakkal Majalla" panose="02000000000000000000" pitchFamily="2" charset="-78"/>
              </a:rPr>
              <a:t>التدقيق الاجتماعي</a:t>
            </a:r>
            <a:r>
              <a:rPr lang="ar" sz="2000" dirty="0">
                <a:latin typeface="Sakkal Majalla" panose="02000000000000000000" pitchFamily="2" charset="-78"/>
                <a:cs typeface="Sakkal Majalla" panose="02000000000000000000" pitchFamily="2" charset="-78"/>
              </a:rPr>
              <a:t> - مراجعة رسمية لمساعي الشركة وإجراءاتها ومدونة قواعد السلوك لديها في ما يتعلق بالمسؤولية الاجتماعية وأثر الشركة في المجتمع.</a:t>
            </a:r>
          </a:p>
          <a:p>
            <a:pPr rtl="1"/>
            <a:endParaRPr lang="en-GB" sz="2000" dirty="0">
              <a:latin typeface="Sakkal Majalla" panose="02000000000000000000" pitchFamily="2" charset="-78"/>
              <a:ea typeface="Times New Roman" panose="02020603050405020304" pitchFamily="18" charset="0"/>
              <a:cs typeface="Sakkal Majalla" panose="02000000000000000000" pitchFamily="2" charset="-78"/>
            </a:endParaRPr>
          </a:p>
          <a:p>
            <a:pPr rtl="1"/>
            <a:r>
              <a:rPr lang="ar" sz="2000" dirty="0">
                <a:latin typeface="Sakkal Majalla" panose="02000000000000000000" pitchFamily="2" charset="-78"/>
                <a:cs typeface="Sakkal Majalla" panose="02000000000000000000" pitchFamily="2" charset="-78"/>
              </a:rPr>
              <a:t>تخضع</a:t>
            </a:r>
            <a:r>
              <a:rPr lang="ar" sz="2000" b="1" dirty="0">
                <a:latin typeface="Sakkal Majalla" panose="02000000000000000000" pitchFamily="2" charset="-78"/>
                <a:cs typeface="Sakkal Majalla" panose="02000000000000000000" pitchFamily="2" charset="-78"/>
              </a:rPr>
              <a:t> سياسات المسؤولية الاجتماعية للشركات (CSR) </a:t>
            </a:r>
            <a:r>
              <a:rPr lang="ar" sz="2000" dirty="0">
                <a:latin typeface="Sakkal Majalla" panose="02000000000000000000" pitchFamily="2" charset="-78"/>
                <a:cs typeface="Sakkal Majalla" panose="02000000000000000000" pitchFamily="2" charset="-78"/>
              </a:rPr>
              <a:t>للتنظيم الذاتي.</a:t>
            </a:r>
            <a:endParaRPr lang="en-GB" sz="2000" dirty="0">
              <a:latin typeface="Sakkal Majalla" panose="02000000000000000000" pitchFamily="2" charset="-78"/>
              <a:ea typeface="Times New Roman" panose="02020603050405020304" pitchFamily="18" charset="0"/>
              <a:cs typeface="Sakkal Majalla" panose="02000000000000000000" pitchFamily="2" charset="-78"/>
            </a:endParaRPr>
          </a:p>
          <a:p>
            <a:pPr marL="285750" indent="-285750" rtl="1">
              <a:buFont typeface="Arial" panose="020B0604020202020204" pitchFamily="34" charset="0"/>
              <a:buChar char="•"/>
            </a:pPr>
            <a:endParaRPr lang="en-GB" sz="2000" dirty="0">
              <a:effectLst/>
              <a:latin typeface="Sakkal Majalla" panose="02000000000000000000" pitchFamily="2" charset="-78"/>
              <a:ea typeface="Times New Roman" panose="02020603050405020304" pitchFamily="18" charset="0"/>
              <a:cs typeface="Sakkal Majalla" panose="02000000000000000000" pitchFamily="2" charset="-78"/>
            </a:endParaRPr>
          </a:p>
        </p:txBody>
      </p:sp>
      <p:sp>
        <p:nvSpPr>
          <p:cNvPr id="2" name="Footer Placeholder 2">
            <a:extLst>
              <a:ext uri="{FF2B5EF4-FFF2-40B4-BE49-F238E27FC236}">
                <a16:creationId xmlns:a16="http://schemas.microsoft.com/office/drawing/2014/main" id="{1CD98D24-EAE8-6543-CBF4-80A28F6FD0BE}"/>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A103000398484</a:t>
            </a:r>
            <a:endParaRPr lang="ar" sz="900" dirty="0"/>
          </a:p>
        </p:txBody>
      </p:sp>
    </p:spTree>
    <p:extLst>
      <p:ext uri="{BB962C8B-B14F-4D97-AF65-F5344CB8AC3E}">
        <p14:creationId xmlns:p14="http://schemas.microsoft.com/office/powerpoint/2010/main" val="1299747076"/>
      </p:ext>
    </p:extLst>
  </p:cSld>
  <p:clrMapOvr>
    <a:masterClrMapping/>
  </p:clrMapOvr>
  <p:transition>
    <p:sndAc>
      <p:stSnd>
        <p:snd r:embed="rId3" name="click.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DA282-63F7-4AC7-A738-62BA2043E0CA}"/>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65C1E82E-A435-083F-7622-96594B6A621F}"/>
              </a:ext>
            </a:extLst>
          </p:cNvPr>
          <p:cNvSpPr>
            <a:spLocks noGrp="1" noChangeArrowheads="1"/>
          </p:cNvSpPr>
          <p:nvPr>
            <p:ph type="title"/>
          </p:nvPr>
        </p:nvSpPr>
        <p:spPr bwMode="auto">
          <a:xfrm>
            <a:off x="417511" y="1345110"/>
            <a:ext cx="8229600" cy="361592"/>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Autofit/>
          </a:bodyPr>
          <a:lstStyle/>
          <a:p>
            <a:pPr algn="ctr" rtl="1">
              <a:lnSpc>
                <a:spcPct val="90000"/>
              </a:lnSpc>
            </a:pPr>
            <a:r>
              <a:rPr lang="ar" sz="2200" b="1" dirty="0">
                <a:effectLst/>
              </a:rPr>
              <a:t>ب2 الاستدامة والخط السفلي الثلاثي</a:t>
            </a:r>
            <a:br>
              <a:rPr lang="en-GB" altLang="en-US" sz="2200" dirty="0"/>
            </a:br>
            <a:endParaRPr lang="en-GB" altLang="en-US" sz="2200" dirty="0"/>
          </a:p>
        </p:txBody>
      </p:sp>
      <p:sp>
        <p:nvSpPr>
          <p:cNvPr id="30728" name="Text Placeholder 2">
            <a:extLst>
              <a:ext uri="{FF2B5EF4-FFF2-40B4-BE49-F238E27FC236}">
                <a16:creationId xmlns:a16="http://schemas.microsoft.com/office/drawing/2014/main" id="{9A5FFEEB-4849-3990-4322-6DE36BD1B2E1}"/>
              </a:ext>
            </a:extLst>
          </p:cNvPr>
          <p:cNvSpPr>
            <a:spLocks noGrp="1"/>
          </p:cNvSpPr>
          <p:nvPr>
            <p:ph type="body" idx="1"/>
          </p:nvPr>
        </p:nvSpPr>
        <p:spPr>
          <a:xfrm>
            <a:off x="442043" y="1706703"/>
            <a:ext cx="8244758" cy="399389"/>
          </a:xfrm>
          <a:solidFill>
            <a:schemeClr val="accent5"/>
          </a:solidFill>
        </p:spPr>
        <p:txBody>
          <a:bodyPr rtlCol="1"/>
          <a:lstStyle/>
          <a:p>
            <a:pPr algn="ctr" rtl="1"/>
            <a:r>
              <a:rPr lang="ar" sz="2200" dirty="0"/>
              <a:t>اتخاذ قرارات تجارية مستدامة</a:t>
            </a:r>
          </a:p>
        </p:txBody>
      </p:sp>
      <p:sp>
        <p:nvSpPr>
          <p:cNvPr id="30723" name="Content Placeholder 3">
            <a:extLst>
              <a:ext uri="{FF2B5EF4-FFF2-40B4-BE49-F238E27FC236}">
                <a16:creationId xmlns:a16="http://schemas.microsoft.com/office/drawing/2014/main" id="{00CC94A5-771E-7503-3034-E816EB40937D}"/>
              </a:ext>
            </a:extLst>
          </p:cNvPr>
          <p:cNvSpPr>
            <a:spLocks noGrp="1" noChangeArrowheads="1"/>
          </p:cNvSpPr>
          <p:nvPr>
            <p:ph sz="half" idx="2"/>
          </p:nvPr>
        </p:nvSpPr>
        <p:spPr bwMode="auto">
          <a:xfrm>
            <a:off x="4634533" y="2492896"/>
            <a:ext cx="4040188" cy="2438400"/>
          </a:xfrm>
          <a:solidFill>
            <a:schemeClr val="accent6">
              <a:lumMod val="20000"/>
              <a:lumOff val="80000"/>
            </a:schemeClr>
          </a:solidFill>
          <a:ln>
            <a:solidFill>
              <a:schemeClr val="accent5">
                <a:lumMod val="90000"/>
              </a:schemeClr>
            </a:solidFill>
          </a:ln>
        </p:spPr>
        <p:txBody>
          <a:bodyPr vert="horz" wrap="square" lIns="91440" tIns="45720" rIns="91440" bIns="45720" numCol="1" rtlCol="1" anchor="t" anchorCtr="0" compatLnSpc="1">
            <a:prstTxWarp prst="textNoShape">
              <a:avLst/>
            </a:prstTxWarp>
            <a:normAutofit/>
          </a:bodyPr>
          <a:lstStyle/>
          <a:p>
            <a:pPr marL="0" indent="0" rtl="1">
              <a:buNone/>
            </a:pPr>
            <a:r>
              <a:rPr lang="ar" sz="2000" b="1" dirty="0"/>
              <a:t>الخط السفلي الثلاثي</a:t>
            </a:r>
            <a:r>
              <a:rPr lang="ar" sz="2000" dirty="0"/>
              <a:t> هو مفهوم يتعلق بالأعمال التجارية وينص على أنه ينبغي للمؤسسات عدم الاهتمام بأدائها </a:t>
            </a:r>
            <a:r>
              <a:rPr lang="ar" sz="2000" b="1" dirty="0"/>
              <a:t>المالي</a:t>
            </a:r>
            <a:r>
              <a:rPr lang="ar" sz="2000" dirty="0"/>
              <a:t> فحسب، بل ينبغي لها أيضًا الالتزام</a:t>
            </a:r>
            <a:r>
              <a:rPr lang="ar" sz="2000" b="1" dirty="0"/>
              <a:t> </a:t>
            </a:r>
            <a:r>
              <a:rPr lang="ar" sz="2000" dirty="0"/>
              <a:t>بقياس</a:t>
            </a:r>
            <a:r>
              <a:rPr lang="ar" sz="2000" b="1" dirty="0"/>
              <a:t> </a:t>
            </a:r>
            <a:r>
              <a:rPr lang="ar" sz="2000" dirty="0"/>
              <a:t>أثرها</a:t>
            </a:r>
            <a:r>
              <a:rPr lang="en" sz="2000" b="1" dirty="0"/>
              <a:t> الاجتماعي </a:t>
            </a:r>
            <a:r>
              <a:rPr lang="en" sz="2000" dirty="0"/>
              <a:t>والبيئي.</a:t>
            </a:r>
          </a:p>
          <a:p>
            <a:pPr marL="0" indent="0" rtl="1">
              <a:buNone/>
            </a:pPr>
            <a:endParaRPr lang="en-GB" sz="2000" dirty="0"/>
          </a:p>
          <a:p>
            <a:pPr marL="0" indent="0" rtl="1">
              <a:buNone/>
            </a:pPr>
            <a:r>
              <a:rPr lang="ar" sz="2000" dirty="0"/>
              <a:t>وهذا لا يتعلق بالمؤسسات التي تركز فقط على تحقيق الربح، أو "الخط السفلي" القياسي.</a:t>
            </a:r>
            <a:endParaRPr lang="en-GB" altLang="en-US" sz="2000" dirty="0"/>
          </a:p>
        </p:txBody>
      </p:sp>
      <p:sp>
        <p:nvSpPr>
          <p:cNvPr id="3" name="Content Placeholder 3">
            <a:extLst>
              <a:ext uri="{FF2B5EF4-FFF2-40B4-BE49-F238E27FC236}">
                <a16:creationId xmlns:a16="http://schemas.microsoft.com/office/drawing/2014/main" id="{8AB88D89-CA0E-1A8C-FC9E-3F4298639B07}"/>
              </a:ext>
            </a:extLst>
          </p:cNvPr>
          <p:cNvSpPr txBox="1">
            <a:spLocks noChangeArrowheads="1"/>
          </p:cNvSpPr>
          <p:nvPr/>
        </p:nvSpPr>
        <p:spPr bwMode="auto">
          <a:xfrm>
            <a:off x="243780" y="4751908"/>
            <a:ext cx="4040188" cy="1800200"/>
          </a:xfrm>
          <a:prstGeom prst="rect">
            <a:avLst/>
          </a:prstGeom>
          <a:solidFill>
            <a:schemeClr val="accent5"/>
          </a:solidFill>
          <a:ln>
            <a:solidFill>
              <a:schemeClr val="accent5">
                <a:lumMod val="90000"/>
              </a:schemeClr>
            </a:solidFill>
          </a:ln>
        </p:spPr>
        <p:txBody>
          <a:bodyPr vert="horz" wrap="square" lIns="91440" tIns="45720" rIns="91440" bIns="45720" numCol="1" rtlCol="1" anchor="t" anchorCtr="0" compatLnSpc="1">
            <a:prstTxWarp prst="textNoShape">
              <a:avLst/>
            </a:prstTxWarp>
            <a:noAutofit/>
          </a:bodyPr>
          <a:lstStyle>
            <a:lvl1pPr marL="342900" indent="-3429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1600">
                <a:solidFill>
                  <a:schemeClr val="tx1"/>
                </a:solidFill>
                <a:latin typeface="+mn-lt"/>
              </a:defRPr>
            </a:lvl6pPr>
            <a:lvl7pPr marL="2971800" indent="-228600" algn="r" rtl="1" fontAlgn="base">
              <a:spcBef>
                <a:spcPct val="20000"/>
              </a:spcBef>
              <a:spcAft>
                <a:spcPct val="0"/>
              </a:spcAft>
              <a:buFont typeface="Wingdings" pitchFamily="2" charset="2"/>
              <a:defRPr sz="1600">
                <a:solidFill>
                  <a:schemeClr val="tx1"/>
                </a:solidFill>
                <a:latin typeface="+mn-lt"/>
              </a:defRPr>
            </a:lvl7pPr>
            <a:lvl8pPr marL="3429000" indent="-228600" algn="r" rtl="1" fontAlgn="base">
              <a:spcBef>
                <a:spcPct val="20000"/>
              </a:spcBef>
              <a:spcAft>
                <a:spcPct val="0"/>
              </a:spcAft>
              <a:buFont typeface="Wingdings" pitchFamily="2" charset="2"/>
              <a:defRPr sz="1600">
                <a:solidFill>
                  <a:schemeClr val="tx1"/>
                </a:solidFill>
                <a:latin typeface="+mn-lt"/>
              </a:defRPr>
            </a:lvl8pPr>
            <a:lvl9pPr marL="3886200" indent="-228600" algn="r" rtl="1" fontAlgn="base">
              <a:spcBef>
                <a:spcPct val="20000"/>
              </a:spcBef>
              <a:spcAft>
                <a:spcPct val="0"/>
              </a:spcAft>
              <a:buFont typeface="Wingdings" pitchFamily="2" charset="2"/>
              <a:defRPr sz="1600">
                <a:solidFill>
                  <a:schemeClr val="tx1"/>
                </a:solidFill>
                <a:latin typeface="+mn-lt"/>
              </a:defRPr>
            </a:lvl9pPr>
          </a:lstStyle>
          <a:p>
            <a:pPr marL="0" indent="0" rtl="1">
              <a:buFont typeface="Wingdings" pitchFamily="2" charset="2"/>
              <a:buNone/>
            </a:pPr>
            <a:r>
              <a:rPr lang="ar" sz="2000" kern="0" dirty="0">
                <a:latin typeface="Sakkal Majalla" panose="02000000000000000000" pitchFamily="2" charset="-78"/>
                <a:cs typeface="Sakkal Majalla" panose="02000000000000000000" pitchFamily="2" charset="-78"/>
              </a:rPr>
              <a:t>غالبًا ما يشار إلى الخط السفلي الثلاثي باسم "العناصر الثلاثة":</a:t>
            </a:r>
          </a:p>
          <a:p>
            <a:pPr rtl="1"/>
            <a:r>
              <a:rPr lang="ar" sz="2000" kern="0" dirty="0">
                <a:latin typeface="Sakkal Majalla" panose="02000000000000000000" pitchFamily="2" charset="-78"/>
                <a:cs typeface="Sakkal Majalla" panose="02000000000000000000" pitchFamily="2" charset="-78"/>
              </a:rPr>
              <a:t>الربح</a:t>
            </a:r>
          </a:p>
          <a:p>
            <a:pPr rtl="1"/>
            <a:r>
              <a:rPr lang="ar" sz="2000" kern="0" dirty="0">
                <a:latin typeface="Sakkal Majalla" panose="02000000000000000000" pitchFamily="2" charset="-78"/>
                <a:cs typeface="Sakkal Majalla" panose="02000000000000000000" pitchFamily="2" charset="-78"/>
              </a:rPr>
              <a:t>الموظفون </a:t>
            </a:r>
          </a:p>
          <a:p>
            <a:pPr rtl="1"/>
            <a:r>
              <a:rPr lang="ar" sz="2000" kern="0" dirty="0">
                <a:latin typeface="Sakkal Majalla" panose="02000000000000000000" pitchFamily="2" charset="-78"/>
                <a:cs typeface="Sakkal Majalla" panose="02000000000000000000" pitchFamily="2" charset="-78"/>
              </a:rPr>
              <a:t>البيئة</a:t>
            </a:r>
            <a:endParaRPr lang="en-GB" altLang="en-US" sz="2000" kern="0" dirty="0">
              <a:latin typeface="Sakkal Majalla" panose="02000000000000000000" pitchFamily="2" charset="-78"/>
              <a:cs typeface="Sakkal Majalla" panose="02000000000000000000" pitchFamily="2" charset="-78"/>
            </a:endParaRPr>
          </a:p>
        </p:txBody>
      </p:sp>
      <p:pic>
        <p:nvPicPr>
          <p:cNvPr id="4" name="Picture 3" descr="A hands holding a globe&#10;&#10;Description automatically generated">
            <a:extLst>
              <a:ext uri="{FF2B5EF4-FFF2-40B4-BE49-F238E27FC236}">
                <a16:creationId xmlns:a16="http://schemas.microsoft.com/office/drawing/2014/main" id="{BB97106F-20CF-96C6-F536-F1546A51AC49}"/>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044674" y="2209800"/>
            <a:ext cx="2438400" cy="2438400"/>
          </a:xfrm>
          <a:prstGeom prst="rect">
            <a:avLst/>
          </a:prstGeom>
        </p:spPr>
      </p:pic>
      <p:sp>
        <p:nvSpPr>
          <p:cNvPr id="2" name="Footer Placeholder 2">
            <a:extLst>
              <a:ext uri="{FF2B5EF4-FFF2-40B4-BE49-F238E27FC236}">
                <a16:creationId xmlns:a16="http://schemas.microsoft.com/office/drawing/2014/main" id="{9907626A-539A-B28D-CD9C-8110CDDB9C8D}"/>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A103000398484</a:t>
            </a:r>
            <a:endParaRPr lang="ar" sz="900" dirty="0"/>
          </a:p>
        </p:txBody>
      </p:sp>
    </p:spTree>
    <p:extLst>
      <p:ext uri="{BB962C8B-B14F-4D97-AF65-F5344CB8AC3E}">
        <p14:creationId xmlns:p14="http://schemas.microsoft.com/office/powerpoint/2010/main" val="2586258292"/>
      </p:ext>
    </p:extLst>
  </p:cSld>
  <p:clrMapOvr>
    <a:masterClrMapping/>
  </p:clrMapOvr>
  <p:transition>
    <p:sndAc>
      <p:stSnd>
        <p:snd r:embed="rId3" name="click.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662CD-98AB-21AB-24C9-06AF659E1F72}"/>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B8AA20D7-3595-A0BE-45A7-2C5FDA19E150}"/>
              </a:ext>
            </a:extLst>
          </p:cNvPr>
          <p:cNvSpPr>
            <a:spLocks noGrp="1" noChangeArrowheads="1"/>
          </p:cNvSpPr>
          <p:nvPr>
            <p:ph type="title"/>
          </p:nvPr>
        </p:nvSpPr>
        <p:spPr bwMode="auto">
          <a:xfrm>
            <a:off x="417511" y="1345110"/>
            <a:ext cx="8229600" cy="361592"/>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Autofit/>
          </a:bodyPr>
          <a:lstStyle/>
          <a:p>
            <a:pPr algn="ctr" rtl="1">
              <a:lnSpc>
                <a:spcPct val="90000"/>
              </a:lnSpc>
            </a:pPr>
            <a:r>
              <a:rPr lang="ar" sz="2200" b="1" dirty="0">
                <a:effectLst/>
              </a:rPr>
              <a:t>ب2 الاستدامة والخط السفلي الثلاثي - المشكلات البيئية</a:t>
            </a:r>
            <a:br>
              <a:rPr lang="en-GB" altLang="en-US" sz="2200" dirty="0"/>
            </a:br>
            <a:endParaRPr lang="en-GB" altLang="en-US" sz="2200" dirty="0"/>
          </a:p>
        </p:txBody>
      </p:sp>
      <p:sp>
        <p:nvSpPr>
          <p:cNvPr id="30728" name="Text Placeholder 2">
            <a:extLst>
              <a:ext uri="{FF2B5EF4-FFF2-40B4-BE49-F238E27FC236}">
                <a16:creationId xmlns:a16="http://schemas.microsoft.com/office/drawing/2014/main" id="{46BDF52F-1D87-98C8-A1A0-6DA1F4B221C7}"/>
              </a:ext>
            </a:extLst>
          </p:cNvPr>
          <p:cNvSpPr>
            <a:spLocks noGrp="1"/>
          </p:cNvSpPr>
          <p:nvPr>
            <p:ph type="body" idx="1"/>
          </p:nvPr>
        </p:nvSpPr>
        <p:spPr>
          <a:xfrm>
            <a:off x="417511" y="1772816"/>
            <a:ext cx="8269290" cy="544769"/>
          </a:xfrm>
          <a:solidFill>
            <a:schemeClr val="accent6">
              <a:lumMod val="20000"/>
              <a:lumOff val="80000"/>
            </a:schemeClr>
          </a:solidFill>
        </p:spPr>
        <p:txBody>
          <a:bodyPr rtlCol="1"/>
          <a:lstStyle/>
          <a:p>
            <a:pPr algn="ctr" rtl="1"/>
            <a:r>
              <a:rPr lang="ar" sz="2600" dirty="0"/>
              <a:t>المشكلات البيئية</a:t>
            </a:r>
          </a:p>
        </p:txBody>
      </p:sp>
      <p:sp>
        <p:nvSpPr>
          <p:cNvPr id="30723" name="Content Placeholder 3">
            <a:extLst>
              <a:ext uri="{FF2B5EF4-FFF2-40B4-BE49-F238E27FC236}">
                <a16:creationId xmlns:a16="http://schemas.microsoft.com/office/drawing/2014/main" id="{F91129EF-5D31-F708-0CD9-F186CEDB4BCB}"/>
              </a:ext>
            </a:extLst>
          </p:cNvPr>
          <p:cNvSpPr>
            <a:spLocks noGrp="1" noChangeArrowheads="1"/>
          </p:cNvSpPr>
          <p:nvPr>
            <p:ph sz="half" idx="2"/>
          </p:nvPr>
        </p:nvSpPr>
        <p:spPr bwMode="auto">
          <a:xfrm>
            <a:off x="4633935" y="2492896"/>
            <a:ext cx="4040188" cy="2644760"/>
          </a:xfrm>
          <a:solidFill>
            <a:schemeClr val="accent5"/>
          </a:solidFill>
        </p:spPr>
        <p:txBody>
          <a:bodyPr vert="horz" wrap="square" lIns="91440" tIns="45720" rIns="91440" bIns="45720" numCol="1" rtlCol="1" anchor="t" anchorCtr="0" compatLnSpc="1">
            <a:prstTxWarp prst="textNoShape">
              <a:avLst/>
            </a:prstTxWarp>
            <a:normAutofit/>
          </a:bodyPr>
          <a:lstStyle/>
          <a:p>
            <a:pPr marL="0" indent="0" rtl="1">
              <a:buNone/>
            </a:pPr>
            <a:r>
              <a:rPr lang="ar" sz="2000" dirty="0">
                <a:effectLst/>
              </a:rPr>
              <a:t>قد تهدف المؤسسات إلى العمل بشكلٍ مستدام، أي مع الحد الأدنى من الأثر البيئي السلبي. </a:t>
            </a:r>
          </a:p>
          <a:p>
            <a:pPr marL="0" indent="0" rtl="1">
              <a:buNone/>
            </a:pPr>
            <a:r>
              <a:rPr lang="ar" sz="2000" dirty="0">
                <a:effectLst/>
              </a:rPr>
              <a:t>ستدرس عدد من المشكلات البيئية مثل:</a:t>
            </a:r>
            <a:endParaRPr lang="en-GB" sz="2000" dirty="0"/>
          </a:p>
          <a:p>
            <a:pPr rtl="1">
              <a:buFont typeface="Courier New" panose="02070309020205020404" pitchFamily="49" charset="0"/>
              <a:buChar char="o"/>
            </a:pPr>
            <a:r>
              <a:rPr lang="ar" sz="2000" dirty="0">
                <a:effectLst/>
              </a:rPr>
              <a:t>الحد من النفايات وإعادة التدوير</a:t>
            </a:r>
          </a:p>
          <a:p>
            <a:pPr rtl="1">
              <a:buFont typeface="Courier New" panose="02070309020205020404" pitchFamily="49" charset="0"/>
              <a:buChar char="o"/>
            </a:pPr>
            <a:r>
              <a:rPr lang="ar" sz="2000" dirty="0">
                <a:effectLst/>
              </a:rPr>
              <a:t>استدامة الموارد</a:t>
            </a:r>
            <a:endParaRPr lang="en-GB" sz="2000" dirty="0"/>
          </a:p>
          <a:p>
            <a:pPr rtl="1">
              <a:buFont typeface="Courier New" panose="02070309020205020404" pitchFamily="49" charset="0"/>
              <a:buChar char="o"/>
            </a:pPr>
            <a:r>
              <a:rPr lang="ar" sz="2000" dirty="0">
                <a:effectLst/>
              </a:rPr>
              <a:t>مبادرات الحد من الكربون والتلوث. </a:t>
            </a:r>
            <a:endParaRPr lang="en-GB" sz="2000" dirty="0"/>
          </a:p>
          <a:p>
            <a:pPr marL="0" indent="0" rtl="1">
              <a:buNone/>
            </a:pPr>
            <a:endParaRPr lang="en-GB" altLang="en-US" sz="2000" dirty="0"/>
          </a:p>
        </p:txBody>
      </p:sp>
      <p:grpSp>
        <p:nvGrpSpPr>
          <p:cNvPr id="3" name="Group 2">
            <a:extLst>
              <a:ext uri="{FF2B5EF4-FFF2-40B4-BE49-F238E27FC236}">
                <a16:creationId xmlns:a16="http://schemas.microsoft.com/office/drawing/2014/main" id="{FA955A44-4C5F-B8FD-9845-6BE21AEE1DB5}"/>
              </a:ext>
            </a:extLst>
          </p:cNvPr>
          <p:cNvGrpSpPr/>
          <p:nvPr/>
        </p:nvGrpSpPr>
        <p:grpSpPr>
          <a:xfrm>
            <a:off x="251520" y="5434114"/>
            <a:ext cx="8415436" cy="992829"/>
            <a:chOff x="-45057" y="215426"/>
            <a:chExt cx="2609861" cy="1398306"/>
          </a:xfrm>
        </p:grpSpPr>
        <p:sp>
          <p:nvSpPr>
            <p:cNvPr id="4" name="Rectangle 3">
              <a:extLst>
                <a:ext uri="{FF2B5EF4-FFF2-40B4-BE49-F238E27FC236}">
                  <a16:creationId xmlns:a16="http://schemas.microsoft.com/office/drawing/2014/main" id="{86EA19C7-FD76-3EF5-05CA-FAD3B8C3AFBB}"/>
                </a:ext>
              </a:extLst>
            </p:cNvPr>
            <p:cNvSpPr/>
            <p:nvPr/>
          </p:nvSpPr>
          <p:spPr>
            <a:xfrm>
              <a:off x="0" y="215426"/>
              <a:ext cx="2564804" cy="1368880"/>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sz="1200" dirty="0">
                <a:latin typeface="Sakkal Majalla" panose="02000000000000000000" pitchFamily="2" charset="-78"/>
              </a:endParaRPr>
            </a:p>
          </p:txBody>
        </p:sp>
        <p:sp>
          <p:nvSpPr>
            <p:cNvPr id="5" name="TextBox 4">
              <a:extLst>
                <a:ext uri="{FF2B5EF4-FFF2-40B4-BE49-F238E27FC236}">
                  <a16:creationId xmlns:a16="http://schemas.microsoft.com/office/drawing/2014/main" id="{B6C179D2-BCEB-DC91-1F11-87D1326C514D}"/>
                </a:ext>
              </a:extLst>
            </p:cNvPr>
            <p:cNvSpPr txBox="1"/>
            <p:nvPr/>
          </p:nvSpPr>
          <p:spPr>
            <a:xfrm>
              <a:off x="-45057" y="244850"/>
              <a:ext cx="2564804" cy="136888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b="1" dirty="0">
                  <a:solidFill>
                    <a:srgbClr val="7030A0"/>
                  </a:solidFill>
                  <a:latin typeface="Sakkal Majalla" panose="02000000000000000000" pitchFamily="2" charset="-78"/>
                  <a:cs typeface="Sakkal Majalla" panose="02000000000000000000" pitchFamily="2" charset="-78"/>
                </a:rPr>
                <a:t>مناقشة</a:t>
              </a:r>
              <a:r>
                <a:rPr lang="ar" dirty="0">
                  <a:solidFill>
                    <a:srgbClr val="7030A0"/>
                  </a:solidFill>
                  <a:latin typeface="Sakkal Majalla" panose="02000000000000000000" pitchFamily="2" charset="-78"/>
                  <a:cs typeface="Sakkal Majalla" panose="02000000000000000000" pitchFamily="2" charset="-78"/>
                </a:rPr>
                <a:t>: </a:t>
              </a:r>
            </a:p>
            <a:p>
              <a:pPr rtl="1"/>
              <a:r>
                <a:rPr lang="ar" dirty="0">
                  <a:solidFill>
                    <a:srgbClr val="7030A0"/>
                  </a:solidFill>
                  <a:latin typeface="Sakkal Majalla" panose="02000000000000000000" pitchFamily="2" charset="-78"/>
                  <a:cs typeface="Sakkal Majalla" panose="02000000000000000000" pitchFamily="2" charset="-78"/>
                </a:rPr>
                <a:t>ترغب مؤسسة صغيرة في تنفيذ مشروع الاستدامة.</a:t>
              </a:r>
            </a:p>
            <a:p>
              <a:pPr marL="285750" indent="-285750" rtl="1">
                <a:buFont typeface="Arial" panose="020B0604020202020204" pitchFamily="34" charset="0"/>
                <a:buChar char="•"/>
              </a:pPr>
              <a:r>
                <a:rPr lang="ar" dirty="0">
                  <a:solidFill>
                    <a:srgbClr val="7030A0"/>
                  </a:solidFill>
                  <a:latin typeface="Sakkal Majalla" panose="02000000000000000000" pitchFamily="2" charset="-78"/>
                  <a:cs typeface="Sakkal Majalla" panose="02000000000000000000" pitchFamily="2" charset="-78"/>
                </a:rPr>
                <a:t>اقترح </a:t>
              </a:r>
              <a:r>
                <a:rPr lang="ar" b="1" dirty="0">
                  <a:solidFill>
                    <a:srgbClr val="7030A0"/>
                  </a:solidFill>
                  <a:latin typeface="Sakkal Majalla" panose="02000000000000000000" pitchFamily="2" charset="-78"/>
                  <a:cs typeface="Sakkal Majalla" panose="02000000000000000000" pitchFamily="2" charset="-78"/>
                </a:rPr>
                <a:t>ثلاث طرق</a:t>
              </a:r>
              <a:r>
                <a:rPr lang="ar" dirty="0">
                  <a:solidFill>
                    <a:srgbClr val="7030A0"/>
                  </a:solidFill>
                  <a:latin typeface="Sakkal Majalla" panose="02000000000000000000" pitchFamily="2" charset="-78"/>
                  <a:cs typeface="Sakkal Majalla" panose="02000000000000000000" pitchFamily="2" charset="-78"/>
                </a:rPr>
                <a:t> يمكن من خلالها الحفاظ على الطاقة.</a:t>
              </a:r>
            </a:p>
          </p:txBody>
        </p:sp>
      </p:grpSp>
      <p:pic>
        <p:nvPicPr>
          <p:cNvPr id="7" name="Picture 6" descr="A hand pouring a small glass to a plant&#10;&#10;Description automatically generated">
            <a:extLst>
              <a:ext uri="{FF2B5EF4-FFF2-40B4-BE49-F238E27FC236}">
                <a16:creationId xmlns:a16="http://schemas.microsoft.com/office/drawing/2014/main" id="{2B4E4293-C351-A0D3-5D6D-BD0E6E26609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75556" y="2614043"/>
            <a:ext cx="3646418" cy="2479564"/>
          </a:xfrm>
          <a:prstGeom prst="rect">
            <a:avLst/>
          </a:prstGeom>
        </p:spPr>
      </p:pic>
      <p:sp>
        <p:nvSpPr>
          <p:cNvPr id="2" name="Footer Placeholder 2">
            <a:extLst>
              <a:ext uri="{FF2B5EF4-FFF2-40B4-BE49-F238E27FC236}">
                <a16:creationId xmlns:a16="http://schemas.microsoft.com/office/drawing/2014/main" id="{ACDBE066-F443-D172-91E3-5DF780C8E63F}"/>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A103000398484</a:t>
            </a:r>
            <a:endParaRPr lang="ar" sz="900" dirty="0"/>
          </a:p>
        </p:txBody>
      </p:sp>
    </p:spTree>
    <p:extLst>
      <p:ext uri="{BB962C8B-B14F-4D97-AF65-F5344CB8AC3E}">
        <p14:creationId xmlns:p14="http://schemas.microsoft.com/office/powerpoint/2010/main" val="2911178327"/>
      </p:ext>
    </p:extLst>
  </p:cSld>
  <p:clrMapOvr>
    <a:masterClrMapping/>
  </p:clrMapOvr>
  <p:transition>
    <p:sndAc>
      <p:stSnd>
        <p:snd r:embed="rId3" name="click.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1" y="1195200"/>
            <a:ext cx="9143999" cy="721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b" anchorCtr="0" compatLnSpc="1">
            <a:prstTxWarp prst="textNoShape">
              <a:avLst/>
            </a:prstTxWarp>
            <a:no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spcAft>
                <a:spcPts val="600"/>
              </a:spcAft>
            </a:pPr>
            <a:r>
              <a:rPr lang="ar" sz="2200" b="1" dirty="0">
                <a:effectLst/>
                <a:latin typeface="Sakkal Majalla" panose="02000000000000000000" pitchFamily="2" charset="-78"/>
                <a:cs typeface="Sakkal Majalla" panose="02000000000000000000" pitchFamily="2" charset="-78"/>
              </a:rPr>
              <a:t>ب2 الاستدامة والخط السفلي الثلاثي - </a:t>
            </a:r>
            <a:r>
              <a:rPr lang="ar" sz="2200" b="1" dirty="0">
                <a:latin typeface="Sakkal Majalla" panose="02000000000000000000" pitchFamily="2" charset="-78"/>
                <a:cs typeface="Sakkal Majalla" panose="02000000000000000000" pitchFamily="2" charset="-78"/>
              </a:rPr>
              <a:t>المتطلبات القانونية لحماية المستهلك (1)</a:t>
            </a:r>
            <a:endParaRPr lang="en-GB" sz="2200" dirty="0">
              <a:solidFill>
                <a:schemeClr val="tx2"/>
              </a:solidFill>
              <a:effectLst/>
              <a:latin typeface="Sakkal Majalla" panose="02000000000000000000" pitchFamily="2" charset="-78"/>
              <a:cs typeface="Sakkal Majalla" panose="02000000000000000000" pitchFamily="2" charset="-78"/>
            </a:endParaRPr>
          </a:p>
        </p:txBody>
      </p:sp>
      <p:sp>
        <p:nvSpPr>
          <p:cNvPr id="34826" name="Text Placeholder 2">
            <a:extLst>
              <a:ext uri="{FF2B5EF4-FFF2-40B4-BE49-F238E27FC236}">
                <a16:creationId xmlns:a16="http://schemas.microsoft.com/office/drawing/2014/main" id="{974DD207-70E5-7C8A-3141-FA8B797F1CCE}"/>
              </a:ext>
            </a:extLst>
          </p:cNvPr>
          <p:cNvSpPr>
            <a:spLocks noGrp="1"/>
          </p:cNvSpPr>
          <p:nvPr>
            <p:ph type="body" sz="half" idx="2"/>
          </p:nvPr>
        </p:nvSpPr>
        <p:spPr>
          <a:xfrm>
            <a:off x="5742323" y="2732675"/>
            <a:ext cx="2890663" cy="1445715"/>
          </a:xfrm>
          <a:solidFill>
            <a:schemeClr val="accent5"/>
          </a:solidFill>
        </p:spPr>
        <p:txBody>
          <a:bodyPr rtlCol="1"/>
          <a:lstStyle/>
          <a:p>
            <a:pPr rtl="1"/>
            <a:r>
              <a:rPr lang="ar" sz="2200" dirty="0"/>
              <a:t>تأخذ المؤسسات الملتزمة بالأخلاقيات في الاعتبار تأثيرات المنتجات في صحة المستهلكين.</a:t>
            </a:r>
            <a:endParaRPr lang="en-US" sz="2200" dirty="0"/>
          </a:p>
        </p:txBody>
      </p:sp>
      <p:graphicFrame>
        <p:nvGraphicFramePr>
          <p:cNvPr id="34823" name="Content Placeholder 3">
            <a:extLst>
              <a:ext uri="{FF2B5EF4-FFF2-40B4-BE49-F238E27FC236}">
                <a16:creationId xmlns:a16="http://schemas.microsoft.com/office/drawing/2014/main" id="{C43EA193-3D55-E732-E0F6-9D4C90E74E79}"/>
              </a:ext>
            </a:extLst>
          </p:cNvPr>
          <p:cNvGraphicFramePr>
            <a:graphicFrameLocks noGrp="1"/>
          </p:cNvGraphicFramePr>
          <p:nvPr>
            <p:ph idx="1"/>
            <p:extLst>
              <p:ext uri="{D42A27DB-BD31-4B8C-83A1-F6EECF244321}">
                <p14:modId xmlns:p14="http://schemas.microsoft.com/office/powerpoint/2010/main" val="3745652038"/>
              </p:ext>
            </p:extLst>
          </p:nvPr>
        </p:nvGraphicFramePr>
        <p:xfrm>
          <a:off x="395536" y="2404454"/>
          <a:ext cx="5111751" cy="368884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pSp>
        <p:nvGrpSpPr>
          <p:cNvPr id="4" name="Group 3">
            <a:extLst>
              <a:ext uri="{FF2B5EF4-FFF2-40B4-BE49-F238E27FC236}">
                <a16:creationId xmlns:a16="http://schemas.microsoft.com/office/drawing/2014/main" id="{37D10C49-F955-AA5C-1E54-1D8901D51B38}"/>
              </a:ext>
            </a:extLst>
          </p:cNvPr>
          <p:cNvGrpSpPr/>
          <p:nvPr/>
        </p:nvGrpSpPr>
        <p:grpSpPr>
          <a:xfrm>
            <a:off x="5873828" y="4473608"/>
            <a:ext cx="2611950" cy="1445715"/>
            <a:chOff x="0" y="353532"/>
            <a:chExt cx="2564804" cy="1538882"/>
          </a:xfrm>
        </p:grpSpPr>
        <p:sp>
          <p:nvSpPr>
            <p:cNvPr id="5" name="Rectangle 4">
              <a:extLst>
                <a:ext uri="{FF2B5EF4-FFF2-40B4-BE49-F238E27FC236}">
                  <a16:creationId xmlns:a16="http://schemas.microsoft.com/office/drawing/2014/main" id="{D2FC6F99-ED63-34E6-90F4-87EBC9117582}"/>
                </a:ext>
              </a:extLst>
            </p:cNvPr>
            <p:cNvSpPr/>
            <p:nvPr/>
          </p:nvSpPr>
          <p:spPr>
            <a:xfrm>
              <a:off x="0" y="353532"/>
              <a:ext cx="2564804" cy="1538882"/>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dirty="0">
                <a:latin typeface="Sakkal Majalla" panose="02000000000000000000" pitchFamily="2" charset="-78"/>
                <a:cs typeface="Sakkal Majalla" panose="02000000000000000000" pitchFamily="2" charset="-78"/>
              </a:endParaRPr>
            </a:p>
          </p:txBody>
        </p:sp>
        <p:sp>
          <p:nvSpPr>
            <p:cNvPr id="6" name="TextBox 5">
              <a:extLst>
                <a:ext uri="{FF2B5EF4-FFF2-40B4-BE49-F238E27FC236}">
                  <a16:creationId xmlns:a16="http://schemas.microsoft.com/office/drawing/2014/main" id="{DC8B22EA-BC35-D2A0-864C-1013FA13D0D2}"/>
                </a:ext>
              </a:extLst>
            </p:cNvPr>
            <p:cNvSpPr txBox="1"/>
            <p:nvPr/>
          </p:nvSpPr>
          <p:spPr>
            <a:xfrm>
              <a:off x="0" y="353532"/>
              <a:ext cx="2564804" cy="153888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sz="2000" b="1" dirty="0">
                  <a:solidFill>
                    <a:srgbClr val="7030A0"/>
                  </a:solidFill>
                  <a:latin typeface="Sakkal Majalla" panose="02000000000000000000" pitchFamily="2" charset="-78"/>
                  <a:cs typeface="Sakkal Majalla" panose="02000000000000000000" pitchFamily="2" charset="-78"/>
                </a:rPr>
                <a:t>مناقشة</a:t>
              </a:r>
              <a:r>
                <a:rPr lang="ar" sz="2000" dirty="0">
                  <a:solidFill>
                    <a:srgbClr val="7030A0"/>
                  </a:solidFill>
                  <a:latin typeface="Sakkal Majalla" panose="02000000000000000000" pitchFamily="2" charset="-78"/>
                  <a:cs typeface="Sakkal Majalla" panose="02000000000000000000" pitchFamily="2" charset="-78"/>
                </a:rPr>
                <a:t>: </a:t>
              </a:r>
            </a:p>
            <a:p>
              <a:pPr marL="285750" indent="-285750" rtl="1">
                <a:buFont typeface="Arial" panose="020B0604020202020204" pitchFamily="34" charset="0"/>
                <a:buChar char="•"/>
              </a:pPr>
              <a:r>
                <a:rPr lang="ar" sz="2000" dirty="0">
                  <a:solidFill>
                    <a:srgbClr val="7030A0"/>
                  </a:solidFill>
                  <a:latin typeface="Sakkal Majalla" panose="02000000000000000000" pitchFamily="2" charset="-78"/>
                  <a:cs typeface="Sakkal Majalla" panose="02000000000000000000" pitchFamily="2" charset="-78"/>
                </a:rPr>
                <a:t>هل تقرأ المعلومات الموجودة على عبوات الطعام؟ </a:t>
              </a:r>
            </a:p>
            <a:p>
              <a:pPr marL="285750" indent="-285750" rtl="1">
                <a:buFont typeface="Arial" panose="020B0604020202020204" pitchFamily="34" charset="0"/>
                <a:buChar char="•"/>
              </a:pPr>
              <a:r>
                <a:rPr lang="ar" sz="2000" dirty="0">
                  <a:solidFill>
                    <a:srgbClr val="7030A0"/>
                  </a:solidFill>
                  <a:latin typeface="Sakkal Majalla" panose="02000000000000000000" pitchFamily="2" charset="-78"/>
                  <a:cs typeface="Sakkal Majalla" panose="02000000000000000000" pitchFamily="2" charset="-78"/>
                </a:rPr>
                <a:t>لماذا/ لماذا لا؟</a:t>
              </a:r>
            </a:p>
          </p:txBody>
        </p:sp>
      </p:grpSp>
      <p:sp>
        <p:nvSpPr>
          <p:cNvPr id="2" name="Footer Placeholder 2">
            <a:extLst>
              <a:ext uri="{FF2B5EF4-FFF2-40B4-BE49-F238E27FC236}">
                <a16:creationId xmlns:a16="http://schemas.microsoft.com/office/drawing/2014/main" id="{75EF7167-47F6-D614-879F-BDB221D629F9}"/>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A103000398484</a:t>
            </a:r>
            <a:endParaRPr lang="ar" sz="900" dirty="0"/>
          </a:p>
        </p:txBody>
      </p:sp>
    </p:spTree>
    <p:extLst>
      <p:ext uri="{BB962C8B-B14F-4D97-AF65-F5344CB8AC3E}">
        <p14:creationId xmlns:p14="http://schemas.microsoft.com/office/powerpoint/2010/main" val="3921876533"/>
      </p:ext>
    </p:extLst>
  </p:cSld>
  <p:clrMapOvr>
    <a:masterClrMapping/>
  </p:clrMapOvr>
  <p:transition>
    <p:sndAc>
      <p:stSnd>
        <p:snd r:embed="rId3" name="click.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2200" b="1" dirty="0">
                <a:solidFill>
                  <a:schemeClr val="tx2"/>
                </a:solidFill>
                <a:effectLst/>
                <a:latin typeface="Sakkal Majalla" panose="02000000000000000000" pitchFamily="2" charset="-78"/>
                <a:cs typeface="Sakkal Majalla" panose="02000000000000000000" pitchFamily="2" charset="-78"/>
              </a:rPr>
              <a:t>ب2 الاستدامة والخط السفلي الثلاثي - </a:t>
            </a:r>
            <a:r>
              <a:rPr lang="ar" sz="2200" b="1" dirty="0">
                <a:solidFill>
                  <a:schemeClr val="tx2"/>
                </a:solidFill>
                <a:latin typeface="Sakkal Majalla" panose="02000000000000000000" pitchFamily="2" charset="-78"/>
                <a:cs typeface="Sakkal Majalla" panose="02000000000000000000" pitchFamily="2" charset="-78"/>
              </a:rPr>
              <a:t>المتطلبات القانونية لحماية المستهلك (2)</a:t>
            </a:r>
            <a:endParaRPr lang="en-US" sz="2200" dirty="0">
              <a:solidFill>
                <a:schemeClr val="tx2"/>
              </a:solidFill>
              <a:effectLst/>
              <a:latin typeface="Sakkal Majalla" panose="02000000000000000000" pitchFamily="2" charset="-78"/>
              <a:cs typeface="Sakkal Majalla" panose="02000000000000000000" pitchFamily="2" charset="-78"/>
            </a:endParaRPr>
          </a:p>
        </p:txBody>
      </p:sp>
      <p:sp>
        <p:nvSpPr>
          <p:cNvPr id="4" name="Content Placeholder 3">
            <a:extLst>
              <a:ext uri="{FF2B5EF4-FFF2-40B4-BE49-F238E27FC236}">
                <a16:creationId xmlns:a16="http://schemas.microsoft.com/office/drawing/2014/main" id="{C35C6C54-6DE7-E2AB-DE8A-F4F688FCEF20}"/>
              </a:ext>
            </a:extLst>
          </p:cNvPr>
          <p:cNvSpPr>
            <a:spLocks noGrp="1"/>
          </p:cNvSpPr>
          <p:nvPr>
            <p:ph idx="1"/>
          </p:nvPr>
        </p:nvSpPr>
        <p:spPr>
          <a:xfrm>
            <a:off x="457200" y="2059200"/>
            <a:ext cx="8207375" cy="2953976"/>
          </a:xfrm>
          <a:solidFill>
            <a:schemeClr val="accent5"/>
          </a:solidFill>
        </p:spPr>
        <p:txBody>
          <a:bodyPr rtlCol="1"/>
          <a:lstStyle/>
          <a:p>
            <a:pPr marL="0" marR="0" lvl="0" indent="0" defTabSz="914400" rtl="1" eaLnBrk="0" fontAlgn="base" latinLnBrk="0" hangingPunct="0">
              <a:lnSpc>
                <a:spcPct val="100000"/>
              </a:lnSpc>
              <a:spcBef>
                <a:spcPct val="30000"/>
              </a:spcBef>
              <a:spcAft>
                <a:spcPct val="0"/>
              </a:spcAft>
              <a:buClrTx/>
              <a:buSzTx/>
              <a:buFontTx/>
              <a:buNone/>
              <a:tabLst/>
              <a:defRPr/>
            </a:pPr>
            <a:r>
              <a:rPr lang="ar" sz="2200" dirty="0">
                <a:solidFill>
                  <a:schemeClr val="tx1"/>
                </a:solidFill>
                <a:effectLst/>
              </a:rPr>
              <a:t>تضمن المؤسسة الملتزمة بالأخلاقيات أن تكون اتصالاتها مع المستهلكين </a:t>
            </a:r>
            <a:r>
              <a:rPr lang="ar" sz="2200" dirty="0"/>
              <a:t>منفتحة </a:t>
            </a:r>
            <a:r>
              <a:rPr lang="ar" sz="2200" b="1" dirty="0"/>
              <a:t>وصادقة ودقيقة</a:t>
            </a:r>
            <a:r>
              <a:rPr lang="ar" sz="2200" dirty="0"/>
              <a:t>.</a:t>
            </a:r>
          </a:p>
          <a:p>
            <a:pPr marL="0" marR="0" lvl="0" indent="0" defTabSz="914400" rtl="1" eaLnBrk="0" fontAlgn="base" latinLnBrk="0" hangingPunct="0">
              <a:lnSpc>
                <a:spcPct val="100000"/>
              </a:lnSpc>
              <a:spcBef>
                <a:spcPct val="30000"/>
              </a:spcBef>
              <a:spcAft>
                <a:spcPct val="0"/>
              </a:spcAft>
              <a:buClrTx/>
              <a:buSzTx/>
              <a:buFontTx/>
              <a:buNone/>
              <a:tabLst/>
              <a:defRPr/>
            </a:pPr>
            <a:r>
              <a:rPr lang="ar" sz="2200" dirty="0">
                <a:solidFill>
                  <a:schemeClr val="tx1"/>
                </a:solidFill>
              </a:rPr>
              <a:t>تضمن </a:t>
            </a:r>
            <a:r>
              <a:rPr lang="ar" sz="2200" b="1" dirty="0">
                <a:solidFill>
                  <a:schemeClr val="tx1"/>
                </a:solidFill>
              </a:rPr>
              <a:t>تجنب</a:t>
            </a:r>
            <a:r>
              <a:rPr lang="ar" sz="2200" dirty="0">
                <a:solidFill>
                  <a:schemeClr val="tx1"/>
                </a:solidFill>
              </a:rPr>
              <a:t> الأنشطة التسويقية والترويجية لما يأتي:</a:t>
            </a:r>
            <a:endParaRPr lang="en-GB" sz="2200" b="1" dirty="0"/>
          </a:p>
          <a:p>
            <a:pPr lvl="0" rtl="1"/>
            <a:r>
              <a:rPr lang="ar" sz="2200" dirty="0"/>
              <a:t>تجنب الإعلانات المضللة و/أو غير الصادقة التي تحتوي على مبالغات في أداء المنتج، أو تتجاهل معلومات أساسية أو تضلل بشأن السعر</a:t>
            </a:r>
            <a:endParaRPr lang="en-US" sz="2200" dirty="0"/>
          </a:p>
          <a:p>
            <a:pPr lvl="0" rtl="1"/>
            <a:r>
              <a:rPr lang="ar" sz="2200" dirty="0"/>
              <a:t>الإعلانات غير المناسبة</a:t>
            </a:r>
            <a:endParaRPr lang="en-US" sz="2200" dirty="0"/>
          </a:p>
          <a:p>
            <a:pPr lvl="0" rtl="1"/>
            <a:r>
              <a:rPr lang="ar" sz="2200" dirty="0"/>
              <a:t>الأوصاف الكاذبة</a:t>
            </a:r>
            <a:endParaRPr lang="en-US" sz="2200" dirty="0"/>
          </a:p>
          <a:p>
            <a:pPr lvl="0" rtl="1"/>
            <a:r>
              <a:rPr lang="ar" sz="2200" dirty="0"/>
              <a:t>استهداف العملاء الضعفاء، على سبيل المثال كبار السن أو الأطفال.</a:t>
            </a:r>
            <a:endParaRPr lang="en-US" sz="2200" dirty="0"/>
          </a:p>
        </p:txBody>
      </p:sp>
      <p:grpSp>
        <p:nvGrpSpPr>
          <p:cNvPr id="5" name="Group 4">
            <a:extLst>
              <a:ext uri="{FF2B5EF4-FFF2-40B4-BE49-F238E27FC236}">
                <a16:creationId xmlns:a16="http://schemas.microsoft.com/office/drawing/2014/main" id="{798D87EC-FF95-426A-4EDD-6E2A090D782B}"/>
              </a:ext>
            </a:extLst>
          </p:cNvPr>
          <p:cNvGrpSpPr/>
          <p:nvPr/>
        </p:nvGrpSpPr>
        <p:grpSpPr>
          <a:xfrm>
            <a:off x="323528" y="5229200"/>
            <a:ext cx="8424936" cy="971937"/>
            <a:chOff x="-41189" y="215426"/>
            <a:chExt cx="2605993" cy="1368882"/>
          </a:xfrm>
        </p:grpSpPr>
        <p:sp>
          <p:nvSpPr>
            <p:cNvPr id="6" name="Rectangle 5">
              <a:extLst>
                <a:ext uri="{FF2B5EF4-FFF2-40B4-BE49-F238E27FC236}">
                  <a16:creationId xmlns:a16="http://schemas.microsoft.com/office/drawing/2014/main" id="{2446EF04-2619-1B88-FAE3-97A009DA2C7B}"/>
                </a:ext>
              </a:extLst>
            </p:cNvPr>
            <p:cNvSpPr/>
            <p:nvPr/>
          </p:nvSpPr>
          <p:spPr>
            <a:xfrm>
              <a:off x="0" y="215426"/>
              <a:ext cx="2564804" cy="1368880"/>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sz="1200" dirty="0">
                <a:latin typeface="Sakkal Majalla" panose="02000000000000000000" pitchFamily="2" charset="-78"/>
              </a:endParaRPr>
            </a:p>
          </p:txBody>
        </p:sp>
        <p:sp>
          <p:nvSpPr>
            <p:cNvPr id="7" name="TextBox 6">
              <a:extLst>
                <a:ext uri="{FF2B5EF4-FFF2-40B4-BE49-F238E27FC236}">
                  <a16:creationId xmlns:a16="http://schemas.microsoft.com/office/drawing/2014/main" id="{FFAA26DC-C27A-8356-3F11-B271E1220514}"/>
                </a:ext>
              </a:extLst>
            </p:cNvPr>
            <p:cNvSpPr txBox="1"/>
            <p:nvPr/>
          </p:nvSpPr>
          <p:spPr>
            <a:xfrm>
              <a:off x="-41189" y="215426"/>
              <a:ext cx="2583468" cy="136888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b="1" dirty="0">
                  <a:solidFill>
                    <a:srgbClr val="7030A0"/>
                  </a:solidFill>
                  <a:latin typeface="Sakkal Majalla" panose="02000000000000000000" pitchFamily="2" charset="-78"/>
                  <a:cs typeface="Sakkal Majalla" panose="02000000000000000000" pitchFamily="2" charset="-78"/>
                </a:rPr>
                <a:t>مناقشة</a:t>
              </a:r>
              <a:r>
                <a:rPr lang="ar" dirty="0">
                  <a:solidFill>
                    <a:srgbClr val="7030A0"/>
                  </a:solidFill>
                  <a:latin typeface="Sakkal Majalla" panose="02000000000000000000" pitchFamily="2" charset="-78"/>
                  <a:cs typeface="Sakkal Majalla" panose="02000000000000000000" pitchFamily="2" charset="-78"/>
                </a:rPr>
                <a:t>: </a:t>
              </a:r>
            </a:p>
            <a:p>
              <a:pPr rtl="1"/>
              <a:r>
                <a:rPr lang="ar" dirty="0">
                  <a:solidFill>
                    <a:srgbClr val="7030A0"/>
                  </a:solidFill>
                  <a:latin typeface="Sakkal Majalla" panose="02000000000000000000" pitchFamily="2" charset="-78"/>
                  <a:cs typeface="Sakkal Majalla" panose="02000000000000000000" pitchFamily="2" charset="-78"/>
                </a:rPr>
                <a:t>لماذا يجب توخي الحذر عند الشراء عبر الإنترنت من مؤسسة لا تعرفها؟ </a:t>
              </a:r>
            </a:p>
          </p:txBody>
        </p:sp>
      </p:grpSp>
      <p:sp>
        <p:nvSpPr>
          <p:cNvPr id="2" name="Footer Placeholder 2">
            <a:extLst>
              <a:ext uri="{FF2B5EF4-FFF2-40B4-BE49-F238E27FC236}">
                <a16:creationId xmlns:a16="http://schemas.microsoft.com/office/drawing/2014/main" id="{2DA5C961-716C-5C31-2947-102D23EF4BDE}"/>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A103000398484</a:t>
            </a:r>
            <a:endParaRPr lang="ar" sz="900" dirty="0"/>
          </a:p>
        </p:txBody>
      </p:sp>
    </p:spTree>
    <p:extLst>
      <p:ext uri="{BB962C8B-B14F-4D97-AF65-F5344CB8AC3E}">
        <p14:creationId xmlns:p14="http://schemas.microsoft.com/office/powerpoint/2010/main" val="1158632440"/>
      </p:ext>
    </p:extLst>
  </p:cSld>
  <p:clrMapOvr>
    <a:masterClrMapping/>
  </p:clrMapOvr>
  <p:transition>
    <p:sndAc>
      <p:stSnd>
        <p:snd r:embed="rId3" name="click.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A6B04-9E1A-2698-5067-A0F4617DCF50}"/>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71E27FBD-3F4E-AA80-462E-49EE200F27D4}"/>
              </a:ext>
            </a:extLst>
          </p:cNvPr>
          <p:cNvSpPr>
            <a:spLocks noGrp="1" noChangeArrowheads="1"/>
          </p:cNvSpPr>
          <p:nvPr>
            <p:ph type="title"/>
          </p:nvPr>
        </p:nvSpPr>
        <p:spPr bwMode="auto">
          <a:xfrm>
            <a:off x="323528" y="1195388"/>
            <a:ext cx="8640960" cy="72144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effectLst/>
              </a:rPr>
              <a:t>ب2 الاستدامة والخط السفلي الثلاثي - </a:t>
            </a:r>
            <a:r>
              <a:rPr lang="ar" sz="2200" b="1" dirty="0"/>
              <a:t>المتطلبات القانونية لسلسلة التوريد والمجتمع</a:t>
            </a:r>
            <a:br>
              <a:rPr lang="en-GB" sz="2200" b="1" dirty="0">
                <a:effectLst/>
              </a:rPr>
            </a:br>
            <a:br>
              <a:rPr lang="en-GB" sz="2200" b="1" dirty="0">
                <a:effectLst/>
              </a:rPr>
            </a:br>
            <a:br>
              <a:rPr lang="en-GB" sz="2200" b="1" dirty="0"/>
            </a:br>
            <a:br>
              <a:rPr lang="en-GB" sz="2200" b="1" dirty="0"/>
            </a:br>
            <a:br>
              <a:rPr lang="en-GB" sz="2200" dirty="0">
                <a:effectLst/>
              </a:rPr>
            </a:br>
            <a:br>
              <a:rPr lang="en-GB" sz="2200" b="1" dirty="0">
                <a:effectLst/>
              </a:rPr>
            </a:br>
            <a:br>
              <a:rPr lang="en-GB" sz="2200" dirty="0">
                <a:effectLst/>
              </a:rPr>
            </a:br>
            <a:br>
              <a:rPr lang="en-GB" altLang="en-US" sz="2200" dirty="0"/>
            </a:br>
            <a:endParaRPr lang="en-GB" altLang="en-US" sz="2200" dirty="0"/>
          </a:p>
        </p:txBody>
      </p:sp>
      <p:sp>
        <p:nvSpPr>
          <p:cNvPr id="30723" name="Content Placeholder 3">
            <a:extLst>
              <a:ext uri="{FF2B5EF4-FFF2-40B4-BE49-F238E27FC236}">
                <a16:creationId xmlns:a16="http://schemas.microsoft.com/office/drawing/2014/main" id="{78E5AE1E-4439-A385-EC9E-414CF526A056}"/>
              </a:ext>
            </a:extLst>
          </p:cNvPr>
          <p:cNvSpPr>
            <a:spLocks noGrp="1" noChangeArrowheads="1"/>
          </p:cNvSpPr>
          <p:nvPr>
            <p:ph sz="half" idx="2"/>
          </p:nvPr>
        </p:nvSpPr>
        <p:spPr bwMode="auto">
          <a:xfrm>
            <a:off x="3880521" y="2060848"/>
            <a:ext cx="4795935" cy="3456384"/>
          </a:xfrm>
          <a:solidFill>
            <a:schemeClr val="accent5"/>
          </a:solidFill>
        </p:spPr>
        <p:txBody>
          <a:bodyPr vert="horz" wrap="square" lIns="91440" tIns="45720" rIns="91440" bIns="45720" numCol="1" rtlCol="1" anchor="t" anchorCtr="0" compatLnSpc="1">
            <a:prstTxWarp prst="textNoShape">
              <a:avLst/>
            </a:prstTxWarp>
          </a:bodyPr>
          <a:lstStyle/>
          <a:p>
            <a:pPr marL="0" indent="0" rtl="1">
              <a:buNone/>
            </a:pPr>
            <a:r>
              <a:rPr lang="ar" sz="2000" dirty="0"/>
              <a:t>الشركة الملتزمة بالأخلاقيات:</a:t>
            </a:r>
          </a:p>
          <a:p>
            <a:pPr rtl="1"/>
            <a:r>
              <a:rPr lang="ar" sz="2000" dirty="0"/>
              <a:t>تعزز المعاملة العادلة وظروف العمل لموظفي مورديها الرئيسين </a:t>
            </a:r>
          </a:p>
          <a:p>
            <a:pPr rtl="1"/>
            <a:r>
              <a:rPr lang="ar" sz="2000" dirty="0"/>
              <a:t>تضمن دفع الحد الأدنى أو الأجر المعيشي لكل من القوى العاملة لديها ولدى مورديها </a:t>
            </a:r>
          </a:p>
          <a:p>
            <a:pPr rtl="1"/>
            <a:r>
              <a:rPr lang="ar" sz="2000" dirty="0"/>
              <a:t>تعزز شروط التجارة العادلة من خلال دفع أسعار أفضل، وضمان ظروف عمل أفضل للمزارعين</a:t>
            </a:r>
          </a:p>
          <a:p>
            <a:pPr rtl="1"/>
            <a:r>
              <a:rPr lang="ar" sz="2000" dirty="0"/>
              <a:t>تتجنب ممارسات التجارة التقييدية مثل إجبار أسعار الموردين على الانخفاض إلى ما دون تكاليفهم لتقديم أسعار أكثر تنافسية للعملاء من خلال دفع سعر أعلى من تكاليف الموردين</a:t>
            </a:r>
            <a:endParaRPr lang="en-GB" altLang="en-US" sz="2000" dirty="0"/>
          </a:p>
          <a:p>
            <a:pPr marL="0" indent="0" rtl="1">
              <a:buNone/>
            </a:pPr>
            <a:endParaRPr lang="en-GB" altLang="en-US" sz="2000" dirty="0">
              <a:solidFill>
                <a:srgbClr val="FF0000"/>
              </a:solidFill>
            </a:endParaRPr>
          </a:p>
        </p:txBody>
      </p:sp>
      <p:grpSp>
        <p:nvGrpSpPr>
          <p:cNvPr id="5" name="Group 4">
            <a:extLst>
              <a:ext uri="{FF2B5EF4-FFF2-40B4-BE49-F238E27FC236}">
                <a16:creationId xmlns:a16="http://schemas.microsoft.com/office/drawing/2014/main" id="{1945493A-D361-4D43-6174-CC43FA981D63}"/>
              </a:ext>
            </a:extLst>
          </p:cNvPr>
          <p:cNvGrpSpPr/>
          <p:nvPr/>
        </p:nvGrpSpPr>
        <p:grpSpPr>
          <a:xfrm>
            <a:off x="309216" y="4412084"/>
            <a:ext cx="3384376" cy="2115120"/>
            <a:chOff x="0" y="353532"/>
            <a:chExt cx="2564804" cy="1230775"/>
          </a:xfrm>
        </p:grpSpPr>
        <p:sp>
          <p:nvSpPr>
            <p:cNvPr id="6" name="Rectangle 5">
              <a:extLst>
                <a:ext uri="{FF2B5EF4-FFF2-40B4-BE49-F238E27FC236}">
                  <a16:creationId xmlns:a16="http://schemas.microsoft.com/office/drawing/2014/main" id="{9FDB122C-D421-FCC9-2818-737EEFF8CD11}"/>
                </a:ext>
              </a:extLst>
            </p:cNvPr>
            <p:cNvSpPr/>
            <p:nvPr/>
          </p:nvSpPr>
          <p:spPr>
            <a:xfrm>
              <a:off x="0" y="353532"/>
              <a:ext cx="2564804" cy="1230775"/>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sz="1200" dirty="0">
                <a:latin typeface="Sakkal Majalla" panose="02000000000000000000" pitchFamily="2" charset="-78"/>
              </a:endParaRPr>
            </a:p>
          </p:txBody>
        </p:sp>
        <p:sp>
          <p:nvSpPr>
            <p:cNvPr id="7" name="TextBox 6">
              <a:extLst>
                <a:ext uri="{FF2B5EF4-FFF2-40B4-BE49-F238E27FC236}">
                  <a16:creationId xmlns:a16="http://schemas.microsoft.com/office/drawing/2014/main" id="{28CCC110-9EBC-9EA9-7C50-278EA1F2601F}"/>
                </a:ext>
              </a:extLst>
            </p:cNvPr>
            <p:cNvSpPr txBox="1"/>
            <p:nvPr/>
          </p:nvSpPr>
          <p:spPr>
            <a:xfrm>
              <a:off x="0" y="353533"/>
              <a:ext cx="2564804" cy="123077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b="1" dirty="0">
                  <a:solidFill>
                    <a:srgbClr val="7030A0"/>
                  </a:solidFill>
                  <a:latin typeface="Sakkal Majalla" panose="02000000000000000000" pitchFamily="2" charset="-78"/>
                  <a:cs typeface="Sakkal Majalla" panose="02000000000000000000" pitchFamily="2" charset="-78"/>
                </a:rPr>
                <a:t>مناقشة</a:t>
              </a:r>
              <a:r>
                <a:rPr lang="ar" dirty="0">
                  <a:solidFill>
                    <a:srgbClr val="7030A0"/>
                  </a:solidFill>
                  <a:latin typeface="Sakkal Majalla" panose="02000000000000000000" pitchFamily="2" charset="-78"/>
                  <a:cs typeface="Sakkal Majalla" panose="02000000000000000000" pitchFamily="2" charset="-78"/>
                </a:rPr>
                <a:t>: </a:t>
              </a:r>
            </a:p>
            <a:p>
              <a:pPr rtl="1"/>
              <a:r>
                <a:rPr lang="ar" dirty="0">
                  <a:solidFill>
                    <a:srgbClr val="7030A0"/>
                  </a:solidFill>
                  <a:latin typeface="Sakkal Majalla" panose="02000000000000000000" pitchFamily="2" charset="-78"/>
                  <a:cs typeface="Sakkal Majalla" panose="02000000000000000000" pitchFamily="2" charset="-78"/>
                </a:rPr>
                <a:t>هل تعتقد أنه يجب على المؤسسات الالتزام بسلسلة توريد مستدامة، على سبيل المثال عن طريق الحد من النفايات و/أو إعادة تدوير الإلكترونيات والأجهزة؟</a:t>
              </a:r>
            </a:p>
            <a:p>
              <a:pPr rtl="1"/>
              <a:endParaRPr lang="en-GB" dirty="0">
                <a:solidFill>
                  <a:srgbClr val="7030A0"/>
                </a:solidFill>
                <a:latin typeface="Sakkal Majalla" panose="02000000000000000000" pitchFamily="2" charset="-78"/>
                <a:cs typeface="Sakkal Majalla" panose="02000000000000000000" pitchFamily="2" charset="-78"/>
              </a:endParaRPr>
            </a:p>
          </p:txBody>
        </p:sp>
      </p:grpSp>
      <p:pic>
        <p:nvPicPr>
          <p:cNvPr id="3" name="Picture 2" descr="A group of hands holding each other's fists&#10;&#10;Description automatically generated">
            <a:extLst>
              <a:ext uri="{FF2B5EF4-FFF2-40B4-BE49-F238E27FC236}">
                <a16:creationId xmlns:a16="http://schemas.microsoft.com/office/drawing/2014/main" id="{D4A82707-BA61-7DF8-85B8-9B996C9F20D0}"/>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98516" y="2060848"/>
            <a:ext cx="2821356" cy="2140736"/>
          </a:xfrm>
          <a:prstGeom prst="rect">
            <a:avLst/>
          </a:prstGeom>
        </p:spPr>
      </p:pic>
      <p:sp>
        <p:nvSpPr>
          <p:cNvPr id="2" name="Footer Placeholder 2">
            <a:extLst>
              <a:ext uri="{FF2B5EF4-FFF2-40B4-BE49-F238E27FC236}">
                <a16:creationId xmlns:a16="http://schemas.microsoft.com/office/drawing/2014/main" id="{3E0E1A92-7597-5076-99AD-7AE02EA6A2DC}"/>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A103000398484</a:t>
            </a:r>
            <a:endParaRPr lang="ar" sz="900" dirty="0"/>
          </a:p>
        </p:txBody>
      </p:sp>
    </p:spTree>
    <p:extLst>
      <p:ext uri="{BB962C8B-B14F-4D97-AF65-F5344CB8AC3E}">
        <p14:creationId xmlns:p14="http://schemas.microsoft.com/office/powerpoint/2010/main" val="247344073"/>
      </p:ext>
    </p:extLst>
  </p:cSld>
  <p:clrMapOvr>
    <a:masterClrMapping/>
  </p:clrMapOvr>
  <p:transition>
    <p:sndAc>
      <p:stSnd>
        <p:snd r:embed="rId3" name="click.wav"/>
      </p:stSnd>
    </p:sndAc>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3F1AE-6626-0C36-14AD-9566A6AEBC32}"/>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5A020BA2-77F1-1874-2E11-E8CA14E5797D}"/>
              </a:ext>
            </a:extLst>
          </p:cNvPr>
          <p:cNvSpPr>
            <a:spLocks noGrp="1" noChangeArrowheads="1"/>
          </p:cNvSpPr>
          <p:nvPr>
            <p:ph type="title"/>
          </p:nvPr>
        </p:nvSpPr>
        <p:spPr bwMode="auto">
          <a:xfrm>
            <a:off x="323528" y="1195388"/>
            <a:ext cx="8640960" cy="72144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effectLst/>
              </a:rPr>
              <a:t>B3 الفوائد المالية لتعزيز أخلاقيات العمل وسياسات المسؤولية الاجتماعية للشركات</a:t>
            </a:r>
            <a:br>
              <a:rPr lang="en-GB" sz="2200" b="1" dirty="0">
                <a:effectLst/>
              </a:rPr>
            </a:br>
            <a:br>
              <a:rPr lang="en-GB" sz="2200" b="1" dirty="0"/>
            </a:br>
            <a:br>
              <a:rPr lang="en-GB" sz="2200" b="1" dirty="0"/>
            </a:br>
            <a:br>
              <a:rPr lang="en-GB" sz="2200" dirty="0">
                <a:effectLst/>
              </a:rPr>
            </a:br>
            <a:br>
              <a:rPr lang="en-GB" sz="2200" b="1" dirty="0">
                <a:effectLst/>
              </a:rPr>
            </a:br>
            <a:br>
              <a:rPr lang="en-GB" sz="2200" dirty="0">
                <a:effectLst/>
              </a:rPr>
            </a:br>
            <a:br>
              <a:rPr lang="en-GB" altLang="en-US" sz="2200" dirty="0"/>
            </a:br>
            <a:endParaRPr lang="en-GB" altLang="en-US" sz="2200" dirty="0"/>
          </a:p>
        </p:txBody>
      </p:sp>
      <p:sp>
        <p:nvSpPr>
          <p:cNvPr id="30723" name="Content Placeholder 3">
            <a:extLst>
              <a:ext uri="{FF2B5EF4-FFF2-40B4-BE49-F238E27FC236}">
                <a16:creationId xmlns:a16="http://schemas.microsoft.com/office/drawing/2014/main" id="{CF4D1B08-0AAC-F2A9-17C5-0B3397D683C0}"/>
              </a:ext>
            </a:extLst>
          </p:cNvPr>
          <p:cNvSpPr>
            <a:spLocks noGrp="1" noChangeArrowheads="1"/>
          </p:cNvSpPr>
          <p:nvPr>
            <p:ph sz="half" idx="2"/>
          </p:nvPr>
        </p:nvSpPr>
        <p:spPr bwMode="auto">
          <a:xfrm>
            <a:off x="4646463" y="1988839"/>
            <a:ext cx="3957985" cy="3384377"/>
          </a:xfrm>
          <a:solidFill>
            <a:schemeClr val="accent5"/>
          </a:solidFill>
        </p:spPr>
        <p:txBody>
          <a:bodyPr vert="horz" wrap="square" lIns="91440" tIns="45720" rIns="91440" bIns="45720" numCol="1" rtlCol="1" anchor="t" anchorCtr="0" compatLnSpc="1">
            <a:prstTxWarp prst="textNoShape">
              <a:avLst/>
            </a:prstTxWarp>
          </a:bodyPr>
          <a:lstStyle/>
          <a:p>
            <a:pPr marL="0" indent="0" rtl="1">
              <a:buNone/>
            </a:pPr>
            <a:r>
              <a:rPr lang="ar" sz="2200" b="1" dirty="0"/>
              <a:t>قد تشمل الفوائد المالية:</a:t>
            </a:r>
            <a:endParaRPr lang="en-GB" altLang="en-US" sz="2200" b="1" dirty="0"/>
          </a:p>
          <a:p>
            <a:pPr rtl="1"/>
            <a:r>
              <a:rPr lang="ar" sz="2000" dirty="0"/>
              <a:t>دعم أفضل للعملاء، يؤدي إلى:</a:t>
            </a:r>
          </a:p>
          <a:p>
            <a:pPr lvl="1" rtl="1">
              <a:buFont typeface="Courier New" panose="02070309020205020404" pitchFamily="49" charset="0"/>
              <a:buChar char="o"/>
            </a:pPr>
            <a:r>
              <a:rPr lang="ar" sz="2000" dirty="0">
                <a:latin typeface="Sakkal Majalla" panose="02000000000000000000" pitchFamily="2" charset="-78"/>
              </a:rPr>
              <a:t>زيادة في حجم مبيعاتها وقيمة المبيعات</a:t>
            </a:r>
          </a:p>
          <a:p>
            <a:pPr lvl="1" rtl="1">
              <a:buFont typeface="Courier New" panose="02070309020205020404" pitchFamily="49" charset="0"/>
              <a:buChar char="o"/>
            </a:pPr>
            <a:r>
              <a:rPr lang="ar" sz="2000" dirty="0">
                <a:latin typeface="Sakkal Majalla" panose="02000000000000000000" pitchFamily="2" charset="-78"/>
              </a:rPr>
              <a:t>زيادة الربحية</a:t>
            </a:r>
          </a:p>
          <a:p>
            <a:pPr rtl="1"/>
            <a:r>
              <a:rPr lang="ar" sz="2000" dirty="0"/>
              <a:t>زيادة السيولة والكفاءة وسعر السهم وقيمة الشركة</a:t>
            </a:r>
          </a:p>
          <a:p>
            <a:pPr rtl="1"/>
            <a:r>
              <a:rPr lang="ar" sz="2000" dirty="0"/>
              <a:t>الحصول على القروض والمنح</a:t>
            </a:r>
          </a:p>
          <a:p>
            <a:pPr rtl="1"/>
            <a:r>
              <a:rPr lang="ar" sz="2000" dirty="0"/>
              <a:t>زيادة القدرة على فرض أسعار متميزة</a:t>
            </a:r>
          </a:p>
          <a:p>
            <a:pPr rtl="1"/>
            <a:r>
              <a:rPr lang="ar" sz="2000" dirty="0"/>
              <a:t>الحد من مخاطر الأعمال.</a:t>
            </a:r>
          </a:p>
        </p:txBody>
      </p:sp>
      <p:grpSp>
        <p:nvGrpSpPr>
          <p:cNvPr id="9" name="Group 8">
            <a:extLst>
              <a:ext uri="{FF2B5EF4-FFF2-40B4-BE49-F238E27FC236}">
                <a16:creationId xmlns:a16="http://schemas.microsoft.com/office/drawing/2014/main" id="{6617F9B9-A587-71F0-F596-0B3686E87DF3}"/>
              </a:ext>
            </a:extLst>
          </p:cNvPr>
          <p:cNvGrpSpPr/>
          <p:nvPr/>
        </p:nvGrpSpPr>
        <p:grpSpPr>
          <a:xfrm>
            <a:off x="397991" y="2708920"/>
            <a:ext cx="3692124" cy="2224236"/>
            <a:chOff x="0" y="353532"/>
            <a:chExt cx="2564804" cy="1230775"/>
          </a:xfrm>
        </p:grpSpPr>
        <p:sp>
          <p:nvSpPr>
            <p:cNvPr id="10" name="Rectangle 9">
              <a:extLst>
                <a:ext uri="{FF2B5EF4-FFF2-40B4-BE49-F238E27FC236}">
                  <a16:creationId xmlns:a16="http://schemas.microsoft.com/office/drawing/2014/main" id="{233D994A-1C31-0F63-D2B9-8709B76E4DE9}"/>
                </a:ext>
              </a:extLst>
            </p:cNvPr>
            <p:cNvSpPr/>
            <p:nvPr/>
          </p:nvSpPr>
          <p:spPr>
            <a:xfrm>
              <a:off x="0" y="353532"/>
              <a:ext cx="2564804" cy="1230775"/>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dirty="0">
                <a:latin typeface="Sakkal Majalla" panose="02000000000000000000" pitchFamily="2" charset="-78"/>
                <a:cs typeface="Sakkal Majalla" panose="02000000000000000000" pitchFamily="2" charset="-78"/>
              </a:endParaRPr>
            </a:p>
          </p:txBody>
        </p:sp>
        <p:sp>
          <p:nvSpPr>
            <p:cNvPr id="11" name="TextBox 10">
              <a:extLst>
                <a:ext uri="{FF2B5EF4-FFF2-40B4-BE49-F238E27FC236}">
                  <a16:creationId xmlns:a16="http://schemas.microsoft.com/office/drawing/2014/main" id="{BE8C9D92-D312-A309-D57B-41297A908BEB}"/>
                </a:ext>
              </a:extLst>
            </p:cNvPr>
            <p:cNvSpPr txBox="1"/>
            <p:nvPr/>
          </p:nvSpPr>
          <p:spPr>
            <a:xfrm>
              <a:off x="0" y="353533"/>
              <a:ext cx="2564804" cy="123077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sz="2000" b="1" dirty="0">
                  <a:solidFill>
                    <a:srgbClr val="7030A0"/>
                  </a:solidFill>
                  <a:latin typeface="Sakkal Majalla" panose="02000000000000000000" pitchFamily="2" charset="-78"/>
                  <a:cs typeface="Sakkal Majalla" panose="02000000000000000000" pitchFamily="2" charset="-78"/>
                </a:rPr>
                <a:t>مناقشة</a:t>
              </a:r>
              <a:r>
                <a:rPr lang="ar" sz="2000" dirty="0">
                  <a:solidFill>
                    <a:srgbClr val="7030A0"/>
                  </a:solidFill>
                  <a:latin typeface="Sakkal Majalla" panose="02000000000000000000" pitchFamily="2" charset="-78"/>
                  <a:cs typeface="Sakkal Majalla" panose="02000000000000000000" pitchFamily="2" charset="-78"/>
                </a:rPr>
                <a:t>: </a:t>
              </a:r>
            </a:p>
            <a:p>
              <a:pPr marL="285750" indent="-285750" rtl="1">
                <a:buFont typeface="Arial" panose="020B0604020202020204" pitchFamily="34" charset="0"/>
                <a:buChar char="•"/>
              </a:pPr>
              <a:r>
                <a:rPr lang="ar" sz="2000" dirty="0">
                  <a:solidFill>
                    <a:srgbClr val="7030A0"/>
                  </a:solidFill>
                  <a:latin typeface="Sakkal Majalla" panose="02000000000000000000" pitchFamily="2" charset="-78"/>
                  <a:cs typeface="Sakkal Majalla" panose="02000000000000000000" pitchFamily="2" charset="-78"/>
                </a:rPr>
                <a:t>ما سبب استخدام المؤسسة للمستلزمات العضوية ودفع أسعارًا متميزة لمنتجات مثل الفواكه والخضروات التي يتم إنتاجها بشكلٍ طبيعي ودون استخدام مواد كيميائية؟</a:t>
              </a:r>
            </a:p>
          </p:txBody>
        </p:sp>
      </p:grpSp>
      <p:sp>
        <p:nvSpPr>
          <p:cNvPr id="2" name="Footer Placeholder 2">
            <a:extLst>
              <a:ext uri="{FF2B5EF4-FFF2-40B4-BE49-F238E27FC236}">
                <a16:creationId xmlns:a16="http://schemas.microsoft.com/office/drawing/2014/main" id="{8D0CD752-6E01-BDFF-E82F-DFBD0613BD22}"/>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A103000398484</a:t>
            </a:r>
            <a:endParaRPr lang="ar" sz="900" dirty="0"/>
          </a:p>
        </p:txBody>
      </p:sp>
    </p:spTree>
    <p:extLst>
      <p:ext uri="{BB962C8B-B14F-4D97-AF65-F5344CB8AC3E}">
        <p14:creationId xmlns:p14="http://schemas.microsoft.com/office/powerpoint/2010/main" val="366634251"/>
      </p:ext>
    </p:extLst>
  </p:cSld>
  <p:clrMapOvr>
    <a:masterClrMapping/>
  </p:clrMapOvr>
  <p:transition>
    <p:sndAc>
      <p:stSnd>
        <p:snd r:embed="rId3" name="click.wav"/>
      </p:stSnd>
    </p:sndAc>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815FE-166A-05B7-95C0-3A26DB76A4D0}"/>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E52FB728-10EE-E928-DD62-A6BC5296DB86}"/>
              </a:ext>
            </a:extLst>
          </p:cNvPr>
          <p:cNvSpPr>
            <a:spLocks noGrp="1" noChangeArrowheads="1"/>
          </p:cNvSpPr>
          <p:nvPr>
            <p:ph type="title"/>
          </p:nvPr>
        </p:nvSpPr>
        <p:spPr bwMode="auto">
          <a:xfrm>
            <a:off x="323528" y="1195388"/>
            <a:ext cx="8640960" cy="72144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effectLst/>
              </a:rPr>
              <a:t>ب3 الفوائد غير المالية لتعزيز أخلاقيات العمل وسياسات المسؤولية الاجتماعية للشركات</a:t>
            </a:r>
            <a:br>
              <a:rPr lang="en-GB" sz="2200" b="1" dirty="0">
                <a:effectLst/>
              </a:rPr>
            </a:br>
            <a:br>
              <a:rPr lang="en-GB" sz="2200" b="1" dirty="0"/>
            </a:br>
            <a:br>
              <a:rPr lang="en-GB" sz="2200" b="1" dirty="0"/>
            </a:br>
            <a:br>
              <a:rPr lang="en-GB" sz="2200" dirty="0">
                <a:effectLst/>
              </a:rPr>
            </a:br>
            <a:br>
              <a:rPr lang="en-GB" sz="2200" b="1" dirty="0">
                <a:effectLst/>
              </a:rPr>
            </a:br>
            <a:br>
              <a:rPr lang="en-GB" sz="2200" dirty="0">
                <a:effectLst/>
              </a:rPr>
            </a:br>
            <a:br>
              <a:rPr lang="en-GB" altLang="en-US" sz="2200" dirty="0"/>
            </a:br>
            <a:endParaRPr lang="en-GB" altLang="en-US" sz="2200" dirty="0"/>
          </a:p>
        </p:txBody>
      </p:sp>
      <p:sp>
        <p:nvSpPr>
          <p:cNvPr id="2" name="Content Placeholder 3">
            <a:extLst>
              <a:ext uri="{FF2B5EF4-FFF2-40B4-BE49-F238E27FC236}">
                <a16:creationId xmlns:a16="http://schemas.microsoft.com/office/drawing/2014/main" id="{A5127F70-BBDD-EDE8-B451-38D07EEEC044}"/>
              </a:ext>
            </a:extLst>
          </p:cNvPr>
          <p:cNvSpPr txBox="1">
            <a:spLocks noChangeArrowheads="1"/>
          </p:cNvSpPr>
          <p:nvPr/>
        </p:nvSpPr>
        <p:spPr bwMode="auto">
          <a:xfrm>
            <a:off x="395536" y="1901096"/>
            <a:ext cx="4858531" cy="2544181"/>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algn="ctr" rtl="1">
              <a:buFont typeface="Wingdings" panose="05000000000000000000" pitchFamily="2" charset="2"/>
              <a:buNone/>
            </a:pPr>
            <a:r>
              <a:rPr lang="ar" sz="2200" b="1" kern="0" dirty="0">
                <a:latin typeface="Sakkal Majalla" panose="02000000000000000000" pitchFamily="2" charset="-78"/>
                <a:cs typeface="Sakkal Majalla" panose="02000000000000000000" pitchFamily="2" charset="-78"/>
              </a:rPr>
              <a:t>قد تشمل المزايا غير المالية:</a:t>
            </a:r>
            <a:endParaRPr lang="en-GB" altLang="en-US" sz="2200" b="1" kern="0" dirty="0">
              <a:latin typeface="Sakkal Majalla" panose="02000000000000000000" pitchFamily="2" charset="-78"/>
              <a:cs typeface="Sakkal Majalla" panose="02000000000000000000" pitchFamily="2" charset="-78"/>
            </a:endParaRPr>
          </a:p>
          <a:p>
            <a:pPr rtl="1">
              <a:buFont typeface="Arial" panose="020B0604020202020204" pitchFamily="34" charset="0"/>
              <a:buChar char="•"/>
            </a:pPr>
            <a:r>
              <a:rPr lang="ar" sz="2000" dirty="0">
                <a:effectLst/>
                <a:latin typeface="Sakkal Majalla" panose="02000000000000000000" pitchFamily="2" charset="-78"/>
                <a:cs typeface="Sakkal Majalla" panose="02000000000000000000" pitchFamily="2" charset="-78"/>
              </a:rPr>
              <a:t>تحسين ولاء العملاء </a:t>
            </a:r>
            <a:r>
              <a:rPr lang="ar" sz="2000" dirty="0">
                <a:latin typeface="Sakkal Majalla" panose="02000000000000000000" pitchFamily="2" charset="-78"/>
                <a:cs typeface="Sakkal Majalla" panose="02000000000000000000" pitchFamily="2" charset="-78"/>
              </a:rPr>
              <a:t>والاستبقاء عليهم</a:t>
            </a:r>
          </a:p>
          <a:p>
            <a:pPr rtl="1">
              <a:buFont typeface="Arial" panose="020B0604020202020204" pitchFamily="34" charset="0"/>
              <a:buChar char="•"/>
            </a:pPr>
            <a:r>
              <a:rPr lang="ar" sz="2000" dirty="0">
                <a:effectLst/>
                <a:latin typeface="Sakkal Majalla" panose="02000000000000000000" pitchFamily="2" charset="-78"/>
                <a:cs typeface="Sakkal Majalla" panose="02000000000000000000" pitchFamily="2" charset="-78"/>
              </a:rPr>
              <a:t>ممارسات الموارد البشرية المحسنة، </a:t>
            </a:r>
            <a:r>
              <a:rPr lang="ar" sz="2000" dirty="0">
                <a:latin typeface="Sakkal Majalla" panose="02000000000000000000" pitchFamily="2" charset="-78"/>
                <a:cs typeface="Sakkal Majalla" panose="02000000000000000000" pitchFamily="2" charset="-78"/>
              </a:rPr>
              <a:t>بما في ذلك التوظيف الأسهل،</a:t>
            </a:r>
            <a:r>
              <a:rPr lang="ar" sz="2000" dirty="0">
                <a:effectLst/>
                <a:latin typeface="Sakkal Majalla" panose="02000000000000000000" pitchFamily="2" charset="-78"/>
                <a:cs typeface="Sakkal Majalla" panose="02000000000000000000" pitchFamily="2" charset="-78"/>
              </a:rPr>
              <a:t>وتحفيز الموظفين بشكلٍ أفضل والاحتفاظ بهم على نحوٍ أمثل</a:t>
            </a:r>
          </a:p>
          <a:p>
            <a:pPr rtl="1">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الاعتراف بالجودة </a:t>
            </a:r>
            <a:r>
              <a:rPr lang="ar" sz="2000" dirty="0">
                <a:effectLst/>
                <a:latin typeface="Sakkal Majalla" panose="02000000000000000000" pitchFamily="2" charset="-78"/>
                <a:cs typeface="Sakkal Majalla" panose="02000000000000000000" pitchFamily="2" charset="-78"/>
              </a:rPr>
              <a:t>و</a:t>
            </a:r>
            <a:r>
              <a:rPr lang="ar" sz="2000" dirty="0">
                <a:latin typeface="Sakkal Majalla" panose="02000000000000000000" pitchFamily="2" charset="-78"/>
                <a:cs typeface="Sakkal Majalla" panose="02000000000000000000" pitchFamily="2" charset="-78"/>
              </a:rPr>
              <a:t>المعايير المضمونة مثل </a:t>
            </a:r>
            <a:r>
              <a:rPr lang="en-US" sz="2000" dirty="0">
                <a:latin typeface="Sakkal Majalla" panose="02000000000000000000" pitchFamily="2" charset="-78"/>
                <a:cs typeface="Sakkal Majalla" panose="02000000000000000000" pitchFamily="2" charset="-78"/>
              </a:rPr>
              <a:t>BSI Kitemark™</a:t>
            </a:r>
            <a:r>
              <a:rPr lang="ar" sz="2000" dirty="0">
                <a:latin typeface="Sakkal Majalla" panose="02000000000000000000" pitchFamily="2" charset="-78"/>
                <a:cs typeface="Sakkal Majalla" panose="02000000000000000000" pitchFamily="2" charset="-78"/>
              </a:rPr>
              <a:t> ونظام </a:t>
            </a:r>
            <a:r>
              <a:rPr lang="en-US" sz="2000" dirty="0">
                <a:latin typeface="Sakkal Majalla" panose="02000000000000000000" pitchFamily="2" charset="-78"/>
                <a:cs typeface="Sakkal Majalla" panose="02000000000000000000" pitchFamily="2" charset="-78"/>
              </a:rPr>
              <a:t>BIS Eco Mark</a:t>
            </a:r>
            <a:endParaRPr lang="en-US" sz="2000" dirty="0">
              <a:effectLst/>
              <a:latin typeface="Sakkal Majalla" panose="02000000000000000000" pitchFamily="2" charset="-78"/>
              <a:cs typeface="Sakkal Majalla" panose="02000000000000000000" pitchFamily="2" charset="-78"/>
            </a:endParaRPr>
          </a:p>
        </p:txBody>
      </p:sp>
      <p:grpSp>
        <p:nvGrpSpPr>
          <p:cNvPr id="6" name="Group 5">
            <a:extLst>
              <a:ext uri="{FF2B5EF4-FFF2-40B4-BE49-F238E27FC236}">
                <a16:creationId xmlns:a16="http://schemas.microsoft.com/office/drawing/2014/main" id="{9A939BA2-E0E7-EC30-E1FB-1CCC16E0F345}"/>
              </a:ext>
            </a:extLst>
          </p:cNvPr>
          <p:cNvGrpSpPr/>
          <p:nvPr/>
        </p:nvGrpSpPr>
        <p:grpSpPr>
          <a:xfrm>
            <a:off x="5638341" y="1916832"/>
            <a:ext cx="3182131" cy="2340260"/>
            <a:chOff x="40360" y="145511"/>
            <a:chExt cx="2564804" cy="1375996"/>
          </a:xfrm>
        </p:grpSpPr>
        <p:sp>
          <p:nvSpPr>
            <p:cNvPr id="7" name="Rectangle 6">
              <a:extLst>
                <a:ext uri="{FF2B5EF4-FFF2-40B4-BE49-F238E27FC236}">
                  <a16:creationId xmlns:a16="http://schemas.microsoft.com/office/drawing/2014/main" id="{2FD5393D-414A-1A67-26EA-6B1E6722119B}"/>
                </a:ext>
              </a:extLst>
            </p:cNvPr>
            <p:cNvSpPr/>
            <p:nvPr/>
          </p:nvSpPr>
          <p:spPr>
            <a:xfrm>
              <a:off x="40360" y="145511"/>
              <a:ext cx="2564804" cy="1368880"/>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sz="1200" dirty="0">
                <a:latin typeface="Sakkal Majalla" panose="02000000000000000000" pitchFamily="2" charset="-78"/>
              </a:endParaRPr>
            </a:p>
          </p:txBody>
        </p:sp>
        <p:sp>
          <p:nvSpPr>
            <p:cNvPr id="8" name="TextBox 7">
              <a:extLst>
                <a:ext uri="{FF2B5EF4-FFF2-40B4-BE49-F238E27FC236}">
                  <a16:creationId xmlns:a16="http://schemas.microsoft.com/office/drawing/2014/main" id="{A8508C27-3C3D-C87B-C03C-9F47D202C2BD}"/>
                </a:ext>
              </a:extLst>
            </p:cNvPr>
            <p:cNvSpPr txBox="1"/>
            <p:nvPr/>
          </p:nvSpPr>
          <p:spPr>
            <a:xfrm>
              <a:off x="40360" y="152626"/>
              <a:ext cx="2564804" cy="136888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b="1" dirty="0">
                  <a:solidFill>
                    <a:srgbClr val="7030A0"/>
                  </a:solidFill>
                  <a:latin typeface="Sakkal Majalla" panose="02000000000000000000" pitchFamily="2" charset="-78"/>
                  <a:cs typeface="Sakkal Majalla" panose="02000000000000000000" pitchFamily="2" charset="-78"/>
                </a:rPr>
                <a:t>مناقشة</a:t>
              </a:r>
              <a:r>
                <a:rPr lang="ar" dirty="0">
                  <a:solidFill>
                    <a:srgbClr val="7030A0"/>
                  </a:solidFill>
                  <a:latin typeface="Sakkal Majalla" panose="02000000000000000000" pitchFamily="2" charset="-78"/>
                  <a:cs typeface="Sakkal Majalla" panose="02000000000000000000" pitchFamily="2" charset="-78"/>
                </a:rPr>
                <a:t>: </a:t>
              </a:r>
            </a:p>
            <a:p>
              <a:pPr rtl="1"/>
              <a:r>
                <a:rPr lang="ar" dirty="0">
                  <a:solidFill>
                    <a:srgbClr val="7030A0"/>
                  </a:solidFill>
                  <a:latin typeface="Sakkal Majalla" panose="02000000000000000000" pitchFamily="2" charset="-78"/>
                  <a:cs typeface="Sakkal Majalla" panose="02000000000000000000" pitchFamily="2" charset="-78"/>
                </a:rPr>
                <a:t>كيف يمكن أن يساعد الترويج للنهج الأخلاقي الذي تتبعه المؤسسة على إنشاء صورة إيجابية للعلامة التجارية و/أو ملف تعريف المؤسسة على وسائل التواصل الاجتماعي؟</a:t>
              </a:r>
            </a:p>
            <a:p>
              <a:pPr rtl="1"/>
              <a:endParaRPr lang="en-US" dirty="0">
                <a:solidFill>
                  <a:srgbClr val="7030A0"/>
                </a:solidFill>
                <a:latin typeface="Sakkal Majalla" panose="02000000000000000000" pitchFamily="2" charset="-78"/>
                <a:cs typeface="Sakkal Majalla" panose="02000000000000000000" pitchFamily="2" charset="-78"/>
              </a:endParaRPr>
            </a:p>
          </p:txBody>
        </p:sp>
      </p:grpSp>
      <p:grpSp>
        <p:nvGrpSpPr>
          <p:cNvPr id="3" name="Group 2">
            <a:extLst>
              <a:ext uri="{FF2B5EF4-FFF2-40B4-BE49-F238E27FC236}">
                <a16:creationId xmlns:a16="http://schemas.microsoft.com/office/drawing/2014/main" id="{C6752D9D-672F-2E39-EB62-B59E7FA97BA8}"/>
              </a:ext>
            </a:extLst>
          </p:cNvPr>
          <p:cNvGrpSpPr/>
          <p:nvPr/>
        </p:nvGrpSpPr>
        <p:grpSpPr>
          <a:xfrm>
            <a:off x="257722" y="4574941"/>
            <a:ext cx="8562750" cy="1898601"/>
            <a:chOff x="-32129" y="353532"/>
            <a:chExt cx="2596933" cy="1230775"/>
          </a:xfrm>
        </p:grpSpPr>
        <p:sp>
          <p:nvSpPr>
            <p:cNvPr id="4" name="Rectangle 3">
              <a:extLst>
                <a:ext uri="{FF2B5EF4-FFF2-40B4-BE49-F238E27FC236}">
                  <a16:creationId xmlns:a16="http://schemas.microsoft.com/office/drawing/2014/main" id="{4233ADF0-CCE0-2E21-63E8-A8BFBBA788EE}"/>
                </a:ext>
              </a:extLst>
            </p:cNvPr>
            <p:cNvSpPr/>
            <p:nvPr/>
          </p:nvSpPr>
          <p:spPr>
            <a:xfrm>
              <a:off x="0" y="353532"/>
              <a:ext cx="2564804" cy="1230775"/>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sz="1200" dirty="0">
                <a:latin typeface="Sakkal Majalla" panose="02000000000000000000" pitchFamily="2" charset="-78"/>
              </a:endParaRPr>
            </a:p>
          </p:txBody>
        </p:sp>
        <p:sp>
          <p:nvSpPr>
            <p:cNvPr id="5" name="TextBox 4">
              <a:extLst>
                <a:ext uri="{FF2B5EF4-FFF2-40B4-BE49-F238E27FC236}">
                  <a16:creationId xmlns:a16="http://schemas.microsoft.com/office/drawing/2014/main" id="{6F3D2F65-AC57-6A23-5B48-D27E415F00CF}"/>
                </a:ext>
              </a:extLst>
            </p:cNvPr>
            <p:cNvSpPr txBox="1"/>
            <p:nvPr/>
          </p:nvSpPr>
          <p:spPr>
            <a:xfrm>
              <a:off x="-32129" y="485724"/>
              <a:ext cx="2564804" cy="10237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b="1" dirty="0">
                  <a:solidFill>
                    <a:srgbClr val="7030A0"/>
                  </a:solidFill>
                  <a:latin typeface="Sakkal Majalla" panose="02000000000000000000" pitchFamily="2" charset="-78"/>
                  <a:cs typeface="Sakkal Majalla" panose="02000000000000000000" pitchFamily="2" charset="-78"/>
                </a:rPr>
                <a:t>مناقشة</a:t>
              </a:r>
              <a:r>
                <a:rPr lang="ar" dirty="0">
                  <a:solidFill>
                    <a:srgbClr val="7030A0"/>
                  </a:solidFill>
                  <a:latin typeface="Sakkal Majalla" panose="02000000000000000000" pitchFamily="2" charset="-78"/>
                  <a:cs typeface="Sakkal Majalla" panose="02000000000000000000" pitchFamily="2" charset="-78"/>
                </a:rPr>
                <a:t>: </a:t>
              </a:r>
            </a:p>
            <a:p>
              <a:pPr rtl="1"/>
              <a:r>
                <a:rPr lang="ar" dirty="0">
                  <a:solidFill>
                    <a:srgbClr val="7030A0"/>
                  </a:solidFill>
                  <a:latin typeface="Sakkal Majalla" panose="02000000000000000000" pitchFamily="2" charset="-78"/>
                  <a:cs typeface="Sakkal Majalla" panose="02000000000000000000" pitchFamily="2" charset="-78"/>
                </a:rPr>
                <a:t>تُتهم بعض المؤسسات بإجراء "غسل أخضر" لأعمالها. </a:t>
              </a:r>
            </a:p>
            <a:p>
              <a:pPr marL="285750" indent="-285750" rtl="1">
                <a:buFont typeface="Arial" panose="020B0604020202020204" pitchFamily="34" charset="0"/>
                <a:buChar char="•"/>
              </a:pPr>
              <a:r>
                <a:rPr lang="ar" dirty="0">
                  <a:solidFill>
                    <a:srgbClr val="7030A0"/>
                  </a:solidFill>
                  <a:latin typeface="Sakkal Majalla" panose="02000000000000000000" pitchFamily="2" charset="-78"/>
                  <a:cs typeface="Sakkal Majalla" panose="02000000000000000000" pitchFamily="2" charset="-78"/>
                </a:rPr>
                <a:t>ما "الغسل الأخضر"؟</a:t>
              </a:r>
            </a:p>
            <a:p>
              <a:pPr marL="285750" indent="-285750" rtl="1">
                <a:buFont typeface="Arial" panose="020B0604020202020204" pitchFamily="34" charset="0"/>
                <a:buChar char="•"/>
              </a:pPr>
              <a:r>
                <a:rPr lang="ar" dirty="0">
                  <a:solidFill>
                    <a:srgbClr val="7030A0"/>
                  </a:solidFill>
                  <a:latin typeface="Sakkal Majalla" panose="02000000000000000000" pitchFamily="2" charset="-78"/>
                  <a:cs typeface="Sakkal Majalla" panose="02000000000000000000" pitchFamily="2" charset="-78"/>
                </a:rPr>
                <a:t>هل يمكنك ذِكر مثال لمؤسسة اتُهمت بممارسة "الغسل الأخضر"؟</a:t>
              </a:r>
            </a:p>
            <a:p>
              <a:pPr marL="285750" indent="-285750" rtl="1">
                <a:buFont typeface="Arial" panose="020B0604020202020204" pitchFamily="34" charset="0"/>
                <a:buChar char="•"/>
              </a:pPr>
              <a:r>
                <a:rPr lang="ar" dirty="0">
                  <a:solidFill>
                    <a:srgbClr val="7030A0"/>
                  </a:solidFill>
                  <a:latin typeface="Sakkal Majalla" panose="02000000000000000000" pitchFamily="2" charset="-78"/>
                  <a:cs typeface="Sakkal Majalla" panose="02000000000000000000" pitchFamily="2" charset="-78"/>
                </a:rPr>
                <a:t>ما الأثر الواقع على هذه المؤسسة جراء ذلك الفعل؟</a:t>
              </a:r>
            </a:p>
          </p:txBody>
        </p:sp>
      </p:grpSp>
      <p:sp>
        <p:nvSpPr>
          <p:cNvPr id="9" name="Footer Placeholder 2">
            <a:extLst>
              <a:ext uri="{FF2B5EF4-FFF2-40B4-BE49-F238E27FC236}">
                <a16:creationId xmlns:a16="http://schemas.microsoft.com/office/drawing/2014/main" id="{F991BBB6-B39E-7356-8388-32C3868DC11D}"/>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A103000398484</a:t>
            </a:r>
            <a:endParaRPr lang="ar" sz="900" dirty="0"/>
          </a:p>
        </p:txBody>
      </p:sp>
    </p:spTree>
    <p:extLst>
      <p:ext uri="{BB962C8B-B14F-4D97-AF65-F5344CB8AC3E}">
        <p14:creationId xmlns:p14="http://schemas.microsoft.com/office/powerpoint/2010/main" val="4213875763"/>
      </p:ext>
    </p:extLst>
  </p:cSld>
  <p:clrMapOvr>
    <a:masterClrMapping/>
  </p:clrMapOvr>
  <p:transition>
    <p:sndAc>
      <p:stSnd>
        <p:snd r:embed="rId3" name="click.wav"/>
      </p:stSnd>
    </p:sndAc>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3840B-D18F-87B2-5E9C-9456572054B1}"/>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E761A518-D127-E664-99C8-72D93A386C63}"/>
              </a:ext>
            </a:extLst>
          </p:cNvPr>
          <p:cNvSpPr>
            <a:spLocks noGrp="1" noChangeArrowheads="1"/>
          </p:cNvSpPr>
          <p:nvPr>
            <p:ph type="title"/>
          </p:nvPr>
        </p:nvSpPr>
        <p:spPr bwMode="auto">
          <a:xfrm>
            <a:off x="323528" y="1195388"/>
            <a:ext cx="8640960" cy="72144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effectLst/>
              </a:rPr>
              <a:t>ب3 سلبيات تعزيز أخلاقيات العمل وسياسات المسؤولية الاجتماعية للشركات</a:t>
            </a:r>
            <a:br>
              <a:rPr lang="en-GB" sz="2200" b="1" dirty="0">
                <a:effectLst/>
              </a:rPr>
            </a:br>
            <a:br>
              <a:rPr lang="en-GB" sz="2200" b="1" dirty="0"/>
            </a:br>
            <a:br>
              <a:rPr lang="en-GB" sz="2200" b="1" dirty="0"/>
            </a:br>
            <a:br>
              <a:rPr lang="en-GB" sz="2200" dirty="0">
                <a:effectLst/>
              </a:rPr>
            </a:br>
            <a:br>
              <a:rPr lang="en-GB" sz="2200" b="1" dirty="0">
                <a:effectLst/>
              </a:rPr>
            </a:br>
            <a:br>
              <a:rPr lang="en-GB" sz="2200" dirty="0">
                <a:effectLst/>
              </a:rPr>
            </a:br>
            <a:br>
              <a:rPr lang="en-GB" altLang="en-US" sz="2200" dirty="0"/>
            </a:br>
            <a:endParaRPr lang="en-GB" altLang="en-US" sz="2200" dirty="0"/>
          </a:p>
        </p:txBody>
      </p:sp>
      <p:sp>
        <p:nvSpPr>
          <p:cNvPr id="30723" name="Content Placeholder 3">
            <a:extLst>
              <a:ext uri="{FF2B5EF4-FFF2-40B4-BE49-F238E27FC236}">
                <a16:creationId xmlns:a16="http://schemas.microsoft.com/office/drawing/2014/main" id="{D05CE39D-F827-79F8-37D1-6636D3D2CCDB}"/>
              </a:ext>
            </a:extLst>
          </p:cNvPr>
          <p:cNvSpPr>
            <a:spLocks noGrp="1" noChangeArrowheads="1"/>
          </p:cNvSpPr>
          <p:nvPr>
            <p:ph sz="half" idx="2"/>
          </p:nvPr>
        </p:nvSpPr>
        <p:spPr bwMode="auto">
          <a:xfrm>
            <a:off x="683568" y="1916832"/>
            <a:ext cx="7560840" cy="3528392"/>
          </a:xfrm>
          <a:solidFill>
            <a:schemeClr val="accent5"/>
          </a:solidFill>
        </p:spPr>
        <p:txBody>
          <a:bodyPr vert="horz" wrap="square" lIns="91440" tIns="45720" rIns="91440" bIns="45720" numCol="1" rtlCol="1" anchor="t" anchorCtr="0" compatLnSpc="1">
            <a:prstTxWarp prst="textNoShape">
              <a:avLst/>
            </a:prstTxWarp>
          </a:bodyPr>
          <a:lstStyle/>
          <a:p>
            <a:pPr marL="0" indent="0" rtl="1">
              <a:lnSpc>
                <a:spcPct val="90000"/>
              </a:lnSpc>
              <a:buNone/>
            </a:pPr>
            <a:r>
              <a:rPr lang="ar" sz="2000" dirty="0"/>
              <a:t>هناك أيضًا </a:t>
            </a:r>
            <a:r>
              <a:rPr lang="ar" sz="2000" b="1" dirty="0"/>
              <a:t>سلبيات</a:t>
            </a:r>
            <a:r>
              <a:rPr lang="ar" sz="2000" dirty="0">
                <a:effectLst/>
              </a:rPr>
              <a:t> محتملة للمؤسسات التي تلتزم بالأخلاقيات في عملها</a:t>
            </a:r>
            <a:r>
              <a:rPr lang="ar" sz="2000" dirty="0"/>
              <a:t>. </a:t>
            </a:r>
          </a:p>
          <a:p>
            <a:pPr marL="0" indent="0" rtl="1">
              <a:lnSpc>
                <a:spcPct val="90000"/>
              </a:lnSpc>
              <a:buNone/>
            </a:pPr>
            <a:endParaRPr lang="en-GB" sz="2000" dirty="0"/>
          </a:p>
          <a:p>
            <a:pPr rtl="1">
              <a:lnSpc>
                <a:spcPct val="90000"/>
              </a:lnSpc>
              <a:buFont typeface="Arial" panose="020B0604020202020204" pitchFamily="34" charset="0"/>
              <a:buChar char="•"/>
            </a:pPr>
            <a:r>
              <a:rPr lang="ar" sz="2000" dirty="0"/>
              <a:t>تكاليف الفرصة البديلة لتنفيذ السياسات</a:t>
            </a:r>
          </a:p>
          <a:p>
            <a:pPr rtl="1">
              <a:lnSpc>
                <a:spcPct val="90000"/>
              </a:lnSpc>
              <a:buFont typeface="Arial" panose="020B0604020202020204" pitchFamily="34" charset="0"/>
              <a:buChar char="•"/>
            </a:pPr>
            <a:r>
              <a:rPr lang="ar" sz="2000" dirty="0">
                <a:effectLst/>
              </a:rPr>
              <a:t>تشتت</a:t>
            </a:r>
            <a:r>
              <a:rPr lang="ar" sz="2000" dirty="0"/>
              <a:t> </a:t>
            </a:r>
            <a:r>
              <a:rPr lang="ar" sz="2000" dirty="0">
                <a:effectLst/>
              </a:rPr>
              <a:t>الانتباه عن أهداف المؤسسة الأساسية</a:t>
            </a:r>
          </a:p>
          <a:p>
            <a:pPr rtl="1">
              <a:lnSpc>
                <a:spcPct val="90000"/>
              </a:lnSpc>
              <a:buFont typeface="Arial" panose="020B0604020202020204" pitchFamily="34" charset="0"/>
              <a:buChar char="•"/>
            </a:pPr>
            <a:r>
              <a:rPr lang="ar" sz="2000" dirty="0">
                <a:effectLst/>
              </a:rPr>
              <a:t>تكبد تكاليف أعلى للبحث و/أو الاستثمار في أساليب الإنتاج الجديدة </a:t>
            </a:r>
          </a:p>
          <a:p>
            <a:pPr rtl="1">
              <a:lnSpc>
                <a:spcPct val="90000"/>
              </a:lnSpc>
              <a:buFont typeface="Arial" panose="020B0604020202020204" pitchFamily="34" charset="0"/>
              <a:buChar char="•"/>
            </a:pPr>
            <a:r>
              <a:rPr lang="ar" sz="2000" dirty="0"/>
              <a:t>قد تزداد تكلفة المبيعات - غالبًا ما تكون الإمدادات التي يجري الحصول عليها من مصادر أخلاقية أكثر تكلفة للشراء</a:t>
            </a:r>
          </a:p>
          <a:p>
            <a:pPr rtl="1">
              <a:lnSpc>
                <a:spcPct val="90000"/>
              </a:lnSpc>
              <a:buFont typeface="Arial" panose="020B0604020202020204" pitchFamily="34" charset="0"/>
              <a:buChar char="•"/>
            </a:pPr>
            <a:r>
              <a:rPr lang="ar" sz="2000" dirty="0">
                <a:effectLst/>
              </a:rPr>
              <a:t>قد تزداد التكاليف، مثل العضوية والاعتراف بالهيئات المهنية والرصد والإدارة والتوظيف والتدريب</a:t>
            </a:r>
          </a:p>
          <a:p>
            <a:pPr marL="0" indent="0" rtl="1">
              <a:lnSpc>
                <a:spcPct val="90000"/>
              </a:lnSpc>
              <a:buNone/>
            </a:pPr>
            <a:endParaRPr lang="en-GB" sz="2000" dirty="0"/>
          </a:p>
          <a:p>
            <a:pPr marL="57150" indent="0" rtl="1">
              <a:lnSpc>
                <a:spcPct val="90000"/>
              </a:lnSpc>
              <a:buNone/>
            </a:pPr>
            <a:r>
              <a:rPr lang="ar" sz="2000" dirty="0"/>
              <a:t>كل هذه الأمور من شأنها التأثير </a:t>
            </a:r>
            <a:r>
              <a:rPr lang="ar" sz="2000" dirty="0">
                <a:effectLst/>
              </a:rPr>
              <a:t>سلبًا في الربحية.</a:t>
            </a:r>
          </a:p>
        </p:txBody>
      </p:sp>
      <p:sp>
        <p:nvSpPr>
          <p:cNvPr id="2" name="Footer Placeholder 2">
            <a:extLst>
              <a:ext uri="{FF2B5EF4-FFF2-40B4-BE49-F238E27FC236}">
                <a16:creationId xmlns:a16="http://schemas.microsoft.com/office/drawing/2014/main" id="{F11CC8B5-06A9-468E-391E-DCE6AEF696EF}"/>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A103000398484</a:t>
            </a:r>
            <a:endParaRPr lang="ar" sz="900" dirty="0"/>
          </a:p>
        </p:txBody>
      </p:sp>
    </p:spTree>
    <p:extLst>
      <p:ext uri="{BB962C8B-B14F-4D97-AF65-F5344CB8AC3E}">
        <p14:creationId xmlns:p14="http://schemas.microsoft.com/office/powerpoint/2010/main" val="411670616"/>
      </p:ext>
    </p:extLst>
  </p:cSld>
  <p:clrMapOvr>
    <a:masterClrMapping/>
  </p:clrMapOvr>
  <p:transition>
    <p:sndAc>
      <p:stSnd>
        <p:snd r:embed="rId3" name="click.wav"/>
      </p:stSnd>
    </p:sndAc>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B1989-DAA6-41E2-E2FA-DF329F56F506}"/>
            </a:ext>
          </a:extLst>
        </p:cNvPr>
        <p:cNvGrpSpPr/>
        <p:nvPr/>
      </p:nvGrpSpPr>
      <p:grpSpPr>
        <a:xfrm>
          <a:off x="0" y="0"/>
          <a:ext cx="0" cy="0"/>
          <a:chOff x="0" y="0"/>
          <a:chExt cx="0" cy="0"/>
        </a:xfrm>
      </p:grpSpPr>
      <p:sp>
        <p:nvSpPr>
          <p:cNvPr id="34818" name="Title 2">
            <a:extLst>
              <a:ext uri="{FF2B5EF4-FFF2-40B4-BE49-F238E27FC236}">
                <a16:creationId xmlns:a16="http://schemas.microsoft.com/office/drawing/2014/main" id="{D23C9E20-EC44-C279-BC82-58CDFBEB4C0B}"/>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t>نتاج التعلم ج</a:t>
            </a:r>
            <a:br>
              <a:rPr lang="en-US" altLang="en-US" sz="2600" dirty="0"/>
            </a:br>
            <a:br>
              <a:rPr lang="en-US" altLang="en-US" sz="2600" dirty="0"/>
            </a:br>
            <a:endParaRPr lang="en-GB" altLang="en-US" sz="2600" dirty="0"/>
          </a:p>
        </p:txBody>
      </p:sp>
      <p:sp>
        <p:nvSpPr>
          <p:cNvPr id="34820" name="Rectangle 1">
            <a:extLst>
              <a:ext uri="{FF2B5EF4-FFF2-40B4-BE49-F238E27FC236}">
                <a16:creationId xmlns:a16="http://schemas.microsoft.com/office/drawing/2014/main" id="{A7C24CC5-DAD8-3C50-5CEA-9AB17608E157}"/>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effectLst/>
                <a:latin typeface="Sakkal Majalla" panose="02000000000000000000" pitchFamily="2" charset="-78"/>
                <a:cs typeface="Sakkal Majalla" panose="02000000000000000000" pitchFamily="2" charset="-78"/>
              </a:rPr>
              <a:t>التحقيق في تأثير قضايا المسؤولية الاجتماعية والأخلاقية للشركات في ممارسات الأعمال </a:t>
            </a:r>
            <a:endParaRPr lang="en-GB" sz="38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C9D3897B-A62A-CB07-8FAE-98660626C5F6}"/>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A103000398484</a:t>
            </a:r>
            <a:endParaRPr lang="ar" sz="900" dirty="0"/>
          </a:p>
        </p:txBody>
      </p:sp>
    </p:spTree>
    <p:extLst>
      <p:ext uri="{BB962C8B-B14F-4D97-AF65-F5344CB8AC3E}">
        <p14:creationId xmlns:p14="http://schemas.microsoft.com/office/powerpoint/2010/main" val="4190152590"/>
      </p:ext>
    </p:extLst>
  </p:cSld>
  <p:clrMapOvr>
    <a:masterClrMapping/>
  </p:clrMapOvr>
  <p:transition>
    <p:sndAc>
      <p:stSnd>
        <p:snd r:embed="rId3" name="click.wav"/>
      </p:stSnd>
    </p:sndAc>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A5515-D891-8F21-7E21-ED3A11A5B127}"/>
            </a:ext>
          </a:extLst>
        </p:cNvPr>
        <p:cNvGrpSpPr/>
        <p:nvPr/>
      </p:nvGrpSpPr>
      <p:grpSpPr>
        <a:xfrm>
          <a:off x="0" y="0"/>
          <a:ext cx="0" cy="0"/>
          <a:chOff x="0" y="0"/>
          <a:chExt cx="0" cy="0"/>
        </a:xfrm>
      </p:grpSpPr>
      <p:graphicFrame>
        <p:nvGraphicFramePr>
          <p:cNvPr id="5" name="Content Placeholder 3">
            <a:extLst>
              <a:ext uri="{FF2B5EF4-FFF2-40B4-BE49-F238E27FC236}">
                <a16:creationId xmlns:a16="http://schemas.microsoft.com/office/drawing/2014/main" id="{5A63B14F-1087-4F6B-F491-87167F4E5B74}"/>
              </a:ext>
            </a:extLst>
          </p:cNvPr>
          <p:cNvGraphicFramePr>
            <a:graphicFrameLocks/>
          </p:cNvGraphicFramePr>
          <p:nvPr>
            <p:extLst>
              <p:ext uri="{D42A27DB-BD31-4B8C-83A1-F6EECF244321}">
                <p14:modId xmlns:p14="http://schemas.microsoft.com/office/powerpoint/2010/main" val="2378895474"/>
              </p:ext>
            </p:extLst>
          </p:nvPr>
        </p:nvGraphicFramePr>
        <p:xfrm>
          <a:off x="457199" y="1700808"/>
          <a:ext cx="4669358" cy="446604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Text Placeholder 2">
            <a:extLst>
              <a:ext uri="{FF2B5EF4-FFF2-40B4-BE49-F238E27FC236}">
                <a16:creationId xmlns:a16="http://schemas.microsoft.com/office/drawing/2014/main" id="{707B6771-F039-DBBD-284F-5862FF7320CB}"/>
              </a:ext>
            </a:extLst>
          </p:cNvPr>
          <p:cNvSpPr>
            <a:spLocks noGrp="1"/>
          </p:cNvSpPr>
          <p:nvPr>
            <p:ph type="body" sz="half" idx="2"/>
          </p:nvPr>
        </p:nvSpPr>
        <p:spPr>
          <a:xfrm>
            <a:off x="5678488" y="1612557"/>
            <a:ext cx="3008313" cy="3400619"/>
          </a:xfrm>
          <a:solidFill>
            <a:schemeClr val="accent5"/>
          </a:solidFill>
        </p:spPr>
        <p:txBody>
          <a:bodyPr rtlCol="1"/>
          <a:lstStyle/>
          <a:p>
            <a:pPr rtl="1"/>
            <a:r>
              <a:rPr lang="ar" sz="1800" dirty="0">
                <a:solidFill>
                  <a:schemeClr val="tx2"/>
                </a:solidFill>
              </a:rPr>
              <a:t>نتاج التعلم ج:</a:t>
            </a:r>
          </a:p>
          <a:p>
            <a:pPr marL="285750" indent="-285750" rtl="1">
              <a:buFont typeface="Arial" panose="020B0604020202020204" pitchFamily="34" charset="0"/>
              <a:buChar char="•"/>
            </a:pPr>
            <a:r>
              <a:rPr lang="ar" sz="2000" dirty="0"/>
              <a:t>يستكشف كيفية تنفيذ السلوك </a:t>
            </a:r>
            <a:r>
              <a:rPr lang="ar" sz="2000" dirty="0">
                <a:effectLst/>
              </a:rPr>
              <a:t>الأخلاقي ومبادرات المسؤولية الاجتماعية للشركات في سياقات الأعمال المختلفة</a:t>
            </a:r>
          </a:p>
          <a:p>
            <a:pPr marL="285750" indent="-285750" rtl="1">
              <a:buFont typeface="Arial" panose="020B0604020202020204" pitchFamily="34" charset="0"/>
              <a:buChar char="•"/>
            </a:pPr>
            <a:r>
              <a:rPr lang="ar" sz="2000" dirty="0"/>
              <a:t>يدرس كيفية استجابة المؤسسات للقضايا الأخلاقية والمسؤولية الاجتماعية للشركات</a:t>
            </a:r>
          </a:p>
          <a:p>
            <a:pPr marL="285750" indent="-285750" rtl="1">
              <a:buFont typeface="Arial" panose="020B0604020202020204" pitchFamily="34" charset="0"/>
              <a:buChar char="•"/>
            </a:pPr>
            <a:r>
              <a:rPr lang="ar" sz="2000" dirty="0"/>
              <a:t>يستكشف </a:t>
            </a:r>
            <a:r>
              <a:rPr lang="ar" sz="2000" dirty="0">
                <a:effectLst/>
              </a:rPr>
              <a:t>فعالية الاستجابة التنظيمية للأعطال في الأعمال.</a:t>
            </a:r>
            <a:endParaRPr lang="en-GB" sz="2000" dirty="0"/>
          </a:p>
          <a:p>
            <a:pPr marL="285750" indent="-285750" rtl="1">
              <a:buFont typeface="Arial" panose="020B0604020202020204" pitchFamily="34" charset="0"/>
              <a:buChar char="•"/>
            </a:pPr>
            <a:endParaRPr lang="en-GB" sz="1800" dirty="0">
              <a:effectLst/>
            </a:endParaRPr>
          </a:p>
          <a:p>
            <a:pPr marL="285750" indent="-285750" rtl="1">
              <a:buFont typeface="Arial" panose="020B0604020202020204" pitchFamily="34" charset="0"/>
              <a:buChar char="•"/>
            </a:pPr>
            <a:endParaRPr lang="en-GB" sz="1800" dirty="0"/>
          </a:p>
          <a:p>
            <a:pPr marL="285750" indent="-285750" rtl="1">
              <a:buFont typeface="Arial" panose="020B0604020202020204" pitchFamily="34" charset="0"/>
              <a:buChar char="•"/>
            </a:pPr>
            <a:endParaRPr lang="en-US" sz="1800" dirty="0">
              <a:solidFill>
                <a:schemeClr val="tx2"/>
              </a:solidFill>
            </a:endParaRPr>
          </a:p>
          <a:p>
            <a:pPr marL="285750" indent="-285750" rtl="1">
              <a:buFont typeface="Arial" panose="020B0604020202020204" pitchFamily="34" charset="0"/>
              <a:buChar char="•"/>
            </a:pPr>
            <a:endParaRPr lang="en-US" sz="1800" dirty="0"/>
          </a:p>
        </p:txBody>
      </p:sp>
      <p:sp>
        <p:nvSpPr>
          <p:cNvPr id="2" name="Footer Placeholder 2">
            <a:extLst>
              <a:ext uri="{FF2B5EF4-FFF2-40B4-BE49-F238E27FC236}">
                <a16:creationId xmlns:a16="http://schemas.microsoft.com/office/drawing/2014/main" id="{44206C2F-6151-5DEB-BA73-B966DDC452B3}"/>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A103000398484</a:t>
            </a:r>
            <a:endParaRPr lang="ar" sz="900" dirty="0"/>
          </a:p>
        </p:txBody>
      </p:sp>
    </p:spTree>
    <p:extLst>
      <p:ext uri="{BB962C8B-B14F-4D97-AF65-F5344CB8AC3E}">
        <p14:creationId xmlns:p14="http://schemas.microsoft.com/office/powerpoint/2010/main" val="989072788"/>
      </p:ext>
    </p:extLst>
  </p:cSld>
  <p:clrMapOvr>
    <a:masterClrMapping/>
  </p:clrMapOvr>
  <p:transition>
    <p:sndAc>
      <p:stSnd>
        <p:snd r:embed="rId3" name="click.wav"/>
      </p:stSnd>
    </p:sndAc>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F838-BB78-1282-0C75-7AB1F183BE41}"/>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97D46B4E-DC32-E598-D1A6-35868C8B3F84}"/>
              </a:ext>
            </a:extLst>
          </p:cNvPr>
          <p:cNvSpPr>
            <a:spLocks noGrp="1" noChangeArrowheads="1"/>
          </p:cNvSpPr>
          <p:nvPr>
            <p:ph type="title"/>
          </p:nvPr>
        </p:nvSpPr>
        <p:spPr bwMode="auto">
          <a:xfrm>
            <a:off x="323528" y="1195388"/>
            <a:ext cx="8640960" cy="6494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effectLst/>
              </a:rPr>
              <a:t>ج1 تعزيز صورة المسؤولية الاجتماعية للشركات لإحدى المؤسسات التجارية - البيئة الداخلية </a:t>
            </a:r>
            <a:br>
              <a:rPr lang="en-GB" sz="2200" b="1" dirty="0">
                <a:effectLst/>
              </a:rPr>
            </a:br>
            <a:br>
              <a:rPr lang="en-GB" sz="2200" b="1" dirty="0"/>
            </a:br>
            <a:br>
              <a:rPr lang="en-GB" sz="2200" b="1" dirty="0"/>
            </a:br>
            <a:br>
              <a:rPr lang="en-GB" sz="2200" dirty="0">
                <a:effectLst/>
              </a:rPr>
            </a:br>
            <a:br>
              <a:rPr lang="en-GB" sz="2200" b="1" dirty="0">
                <a:effectLst/>
              </a:rPr>
            </a:br>
            <a:br>
              <a:rPr lang="en-GB" sz="2200" dirty="0">
                <a:effectLst/>
              </a:rPr>
            </a:br>
            <a:br>
              <a:rPr lang="en-GB" altLang="en-US" sz="2200" dirty="0"/>
            </a:br>
            <a:endParaRPr lang="en-GB" altLang="en-US" sz="2200" dirty="0"/>
          </a:p>
        </p:txBody>
      </p:sp>
      <p:sp>
        <p:nvSpPr>
          <p:cNvPr id="30723" name="Content Placeholder 3">
            <a:extLst>
              <a:ext uri="{FF2B5EF4-FFF2-40B4-BE49-F238E27FC236}">
                <a16:creationId xmlns:a16="http://schemas.microsoft.com/office/drawing/2014/main" id="{0C8684B2-B285-6AAA-C03F-D6075D535AB3}"/>
              </a:ext>
            </a:extLst>
          </p:cNvPr>
          <p:cNvSpPr>
            <a:spLocks noGrp="1" noChangeArrowheads="1"/>
          </p:cNvSpPr>
          <p:nvPr>
            <p:ph sz="half" idx="2"/>
          </p:nvPr>
        </p:nvSpPr>
        <p:spPr bwMode="auto">
          <a:xfrm>
            <a:off x="323528" y="1772816"/>
            <a:ext cx="8396335" cy="4322340"/>
          </a:xfrm>
          <a:solidFill>
            <a:schemeClr val="accent6">
              <a:lumMod val="20000"/>
              <a:lumOff val="80000"/>
            </a:schemeClr>
          </a:solidFill>
        </p:spPr>
        <p:txBody>
          <a:bodyPr vert="horz" wrap="square" lIns="91440" tIns="45720" rIns="91440" bIns="45720" numCol="1" rtlCol="1" anchor="t" anchorCtr="0" compatLnSpc="1">
            <a:prstTxWarp prst="textNoShape">
              <a:avLst/>
            </a:prstTxWarp>
          </a:bodyPr>
          <a:lstStyle/>
          <a:p>
            <a:pPr marL="0" indent="0" rtl="1">
              <a:buNone/>
            </a:pPr>
            <a:r>
              <a:rPr lang="ar" sz="2000" b="1" dirty="0"/>
              <a:t>يمكن للممارسات والعمليات</a:t>
            </a:r>
            <a:r>
              <a:rPr lang="ar" sz="2000" dirty="0"/>
              <a:t> الداخلية الجيدة أن تساعد على بناء صورة جيدة للمؤسسة والحفاظ عليها، أي</a:t>
            </a:r>
            <a:r>
              <a:rPr lang="ar-SA" sz="2000" dirty="0"/>
              <a:t>ًّ</a:t>
            </a:r>
            <a:r>
              <a:rPr lang="ar" sz="2000" dirty="0"/>
              <a:t>ا كان حجمها. </a:t>
            </a:r>
          </a:p>
          <a:p>
            <a:pPr marL="0" indent="0" rtl="1">
              <a:buNone/>
            </a:pPr>
            <a:r>
              <a:rPr lang="ar" sz="2000" dirty="0"/>
              <a:t>على سبيل المثال، قد تستخدم:</a:t>
            </a:r>
            <a:endParaRPr lang="en-GB" sz="2000" dirty="0"/>
          </a:p>
          <a:p>
            <a:pPr rtl="1"/>
            <a:r>
              <a:rPr lang="ar" sz="2000" dirty="0">
                <a:effectLst/>
              </a:rPr>
              <a:t>ممارسات الموارد البشرية التي:</a:t>
            </a:r>
          </a:p>
          <a:p>
            <a:pPr lvl="1" rtl="1">
              <a:buFont typeface="Courier New" panose="02070309020205020404" pitchFamily="49" charset="0"/>
              <a:buChar char="o"/>
            </a:pPr>
            <a:r>
              <a:rPr lang="ar" sz="2000" dirty="0">
                <a:effectLst/>
                <a:latin typeface="Sakkal Majalla" panose="02000000000000000000" pitchFamily="2" charset="-78"/>
              </a:rPr>
              <a:t>تعزز التنوع والشمول في ممارسات التوظيف وتقدم فرص التدريب والمبادرات التي تهدف إلى تعزيز المسارات الوظيفية للفئات الأقل عددًا.</a:t>
            </a:r>
          </a:p>
          <a:p>
            <a:pPr lvl="1" rtl="1">
              <a:buFont typeface="Courier New" panose="02070309020205020404" pitchFamily="49" charset="0"/>
              <a:buChar char="o"/>
            </a:pPr>
            <a:r>
              <a:rPr lang="ar" sz="2000" dirty="0">
                <a:latin typeface="Sakkal Majalla" panose="02000000000000000000" pitchFamily="2" charset="-78"/>
              </a:rPr>
              <a:t>تتجنب استخدام عمالة الأطفال مباشرة أو عبر سلسلة التوريد، على سبيل المثال عن طريق التأكد من عدم وجود أطفال صغار يعملون في مصانع الموردين أو في المناجم.</a:t>
            </a:r>
          </a:p>
          <a:p>
            <a:pPr rtl="1"/>
            <a:r>
              <a:rPr lang="ar" sz="2000" dirty="0">
                <a:effectLst/>
              </a:rPr>
              <a:t>الإنتاج المستدام في: </a:t>
            </a:r>
          </a:p>
          <a:p>
            <a:pPr lvl="1" rtl="1">
              <a:buFont typeface="Courier New" panose="02070309020205020404" pitchFamily="49" charset="0"/>
              <a:buChar char="o"/>
            </a:pPr>
            <a:r>
              <a:rPr lang="ar" sz="2000" kern="1200" dirty="0">
                <a:latin typeface="Sakkal Majalla" panose="02000000000000000000" pitchFamily="2" charset="-78"/>
                <a:ea typeface="+mn-ea"/>
              </a:rPr>
              <a:t>ابتكار المنتجات - صنع منتجات جديدة أفضل للبيئة</a:t>
            </a:r>
            <a:endParaRPr lang="en-GB" sz="2000" dirty="0">
              <a:latin typeface="Sakkal Majalla" panose="02000000000000000000" pitchFamily="2" charset="-78"/>
            </a:endParaRPr>
          </a:p>
          <a:p>
            <a:pPr lvl="1" rtl="1">
              <a:buFont typeface="Courier New" panose="02070309020205020404" pitchFamily="49" charset="0"/>
              <a:buChar char="o"/>
            </a:pPr>
            <a:r>
              <a:rPr lang="ar" sz="2000" dirty="0">
                <a:effectLst/>
                <a:latin typeface="Sakkal Majalla" panose="02000000000000000000" pitchFamily="2" charset="-78"/>
              </a:rPr>
              <a:t>المشتريات - إجراء عمليات شراء "خضراء" وعادلة</a:t>
            </a:r>
          </a:p>
          <a:p>
            <a:pPr lvl="1" rtl="1">
              <a:buFont typeface="Courier New" panose="02070309020205020404" pitchFamily="49" charset="0"/>
              <a:buChar char="o"/>
            </a:pPr>
            <a:r>
              <a:rPr lang="ar" sz="2000" dirty="0">
                <a:effectLst/>
                <a:latin typeface="Sakkal Majalla" panose="02000000000000000000" pitchFamily="2" charset="-78"/>
              </a:rPr>
              <a:t>استخدام الطاقة - استخدام مصادر متجددة أو زيادة الكفاءة</a:t>
            </a:r>
            <a:r>
              <a:rPr lang="ar" sz="2000" dirty="0">
                <a:effectLst/>
              </a:rPr>
              <a:t>. </a:t>
            </a:r>
            <a:endParaRPr lang="en-GB" sz="2000" dirty="0"/>
          </a:p>
          <a:p>
            <a:pPr marL="0" indent="0" rtl="1">
              <a:buNone/>
            </a:pPr>
            <a:endParaRPr lang="en-GB" altLang="en-US" sz="2000" dirty="0"/>
          </a:p>
          <a:p>
            <a:pPr marL="0" indent="0" rtl="1">
              <a:buNone/>
            </a:pPr>
            <a:endParaRPr lang="en-GB" altLang="en-US" sz="2000" dirty="0">
              <a:solidFill>
                <a:srgbClr val="FF0000"/>
              </a:solidFill>
            </a:endParaRPr>
          </a:p>
        </p:txBody>
      </p:sp>
      <p:sp>
        <p:nvSpPr>
          <p:cNvPr id="2" name="Footer Placeholder 2">
            <a:extLst>
              <a:ext uri="{FF2B5EF4-FFF2-40B4-BE49-F238E27FC236}">
                <a16:creationId xmlns:a16="http://schemas.microsoft.com/office/drawing/2014/main" id="{688EC692-E91B-4035-E10A-A54DEC9E261E}"/>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A103000398484</a:t>
            </a:r>
            <a:endParaRPr lang="ar" sz="900" dirty="0"/>
          </a:p>
        </p:txBody>
      </p:sp>
    </p:spTree>
    <p:extLst>
      <p:ext uri="{BB962C8B-B14F-4D97-AF65-F5344CB8AC3E}">
        <p14:creationId xmlns:p14="http://schemas.microsoft.com/office/powerpoint/2010/main" val="494501319"/>
      </p:ext>
    </p:extLst>
  </p:cSld>
  <p:clrMapOvr>
    <a:masterClrMapping/>
  </p:clrMapOvr>
  <p:transition>
    <p:sndAc>
      <p:stSnd>
        <p:snd r:embed="rId3" name="click.wav"/>
      </p:stSnd>
    </p:sndAc>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C2C1E-EE7E-561A-1833-D9524FA9E2CB}"/>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41954DFA-359C-7149-F993-C0F0B901AD7B}"/>
              </a:ext>
            </a:extLst>
          </p:cNvPr>
          <p:cNvSpPr>
            <a:spLocks noGrp="1" noChangeArrowheads="1"/>
          </p:cNvSpPr>
          <p:nvPr>
            <p:ph type="title"/>
          </p:nvPr>
        </p:nvSpPr>
        <p:spPr bwMode="auto">
          <a:xfrm>
            <a:off x="323528" y="1195388"/>
            <a:ext cx="8640960" cy="6494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effectLst/>
              </a:rPr>
              <a:t>ج1 تعزيز صورة المسؤولية الاجتماعية للشركات لإحدى المؤسسات التجارية - البيئة الداخلية (1)</a:t>
            </a:r>
            <a:br>
              <a:rPr lang="en-GB" sz="2200" b="1" dirty="0">
                <a:effectLst/>
              </a:rPr>
            </a:br>
            <a:br>
              <a:rPr lang="en-GB" sz="2200" b="1" dirty="0"/>
            </a:br>
            <a:br>
              <a:rPr lang="en-GB" sz="2200" b="1" dirty="0"/>
            </a:br>
            <a:br>
              <a:rPr lang="en-GB" sz="2200" dirty="0">
                <a:effectLst/>
              </a:rPr>
            </a:br>
            <a:br>
              <a:rPr lang="en-GB" sz="2200" b="1" dirty="0">
                <a:effectLst/>
              </a:rPr>
            </a:br>
            <a:br>
              <a:rPr lang="en-GB" sz="2200" dirty="0">
                <a:effectLst/>
              </a:rPr>
            </a:br>
            <a:br>
              <a:rPr lang="en-GB" altLang="en-US" sz="2200" dirty="0"/>
            </a:br>
            <a:endParaRPr lang="en-GB" altLang="en-US" sz="2200" dirty="0"/>
          </a:p>
        </p:txBody>
      </p:sp>
      <p:sp>
        <p:nvSpPr>
          <p:cNvPr id="30723" name="Content Placeholder 3">
            <a:extLst>
              <a:ext uri="{FF2B5EF4-FFF2-40B4-BE49-F238E27FC236}">
                <a16:creationId xmlns:a16="http://schemas.microsoft.com/office/drawing/2014/main" id="{DF81E732-5A13-B235-DFEA-FC8393587340}"/>
              </a:ext>
            </a:extLst>
          </p:cNvPr>
          <p:cNvSpPr>
            <a:spLocks noGrp="1" noChangeArrowheads="1"/>
          </p:cNvSpPr>
          <p:nvPr>
            <p:ph sz="half" idx="2"/>
          </p:nvPr>
        </p:nvSpPr>
        <p:spPr bwMode="auto">
          <a:xfrm>
            <a:off x="288849" y="1772816"/>
            <a:ext cx="8424935" cy="3384376"/>
          </a:xfrm>
          <a:solidFill>
            <a:schemeClr val="accent5"/>
          </a:solidFill>
        </p:spPr>
        <p:txBody>
          <a:bodyPr vert="horz" wrap="square" lIns="91440" tIns="45720" rIns="91440" bIns="45720" numCol="1" rtlCol="1" anchor="t" anchorCtr="0" compatLnSpc="1">
            <a:prstTxWarp prst="textNoShape">
              <a:avLst/>
            </a:prstTxWarp>
          </a:bodyPr>
          <a:lstStyle/>
          <a:p>
            <a:pPr marL="0" indent="0" rtl="1">
              <a:buNone/>
            </a:pPr>
            <a:r>
              <a:rPr lang="ar" sz="2000" dirty="0"/>
              <a:t>يمكن أن تكون المؤسسة ملتزمة بالأخلاقيات</a:t>
            </a:r>
            <a:r>
              <a:rPr lang="ar" sz="2000" b="1" dirty="0">
                <a:effectLst/>
              </a:rPr>
              <a:t> خارجيًّا</a:t>
            </a:r>
            <a:r>
              <a:rPr lang="ar" sz="2000" dirty="0">
                <a:effectLst/>
              </a:rPr>
              <a:t> عن طريق:</a:t>
            </a:r>
          </a:p>
          <a:p>
            <a:pPr marL="0" indent="0" rtl="1">
              <a:buNone/>
            </a:pPr>
            <a:endParaRPr lang="en-GB" sz="2000" dirty="0"/>
          </a:p>
          <a:p>
            <a:pPr rtl="1"/>
            <a:r>
              <a:rPr lang="ar" sz="2000" dirty="0">
                <a:effectLst/>
              </a:rPr>
              <a:t>التحلي بالشفافية مع المستهلكين في عروض التسويق والمبيعات </a:t>
            </a:r>
            <a:endParaRPr lang="en-GB" sz="2000" dirty="0"/>
          </a:p>
          <a:p>
            <a:pPr rtl="1"/>
            <a:r>
              <a:rPr lang="ar" sz="2000" dirty="0"/>
              <a:t>التحلي </a:t>
            </a:r>
            <a:r>
              <a:rPr lang="ar" sz="2000" dirty="0">
                <a:effectLst/>
              </a:rPr>
              <a:t> بالشفافية في المسائل المالية، مثل جداول الدفع والتكاليف </a:t>
            </a:r>
          </a:p>
          <a:p>
            <a:pPr rtl="1"/>
            <a:r>
              <a:rPr lang="ar" sz="2000" dirty="0">
                <a:effectLst/>
              </a:rPr>
              <a:t>تقديم الدعم للمجتمع المحلي </a:t>
            </a:r>
            <a:r>
              <a:rPr lang="ar" sz="2000" dirty="0"/>
              <a:t>من خلال:</a:t>
            </a:r>
            <a:endParaRPr lang="en-GB" sz="2000" dirty="0">
              <a:effectLst/>
            </a:endParaRPr>
          </a:p>
          <a:p>
            <a:pPr lvl="1" rtl="1">
              <a:buFont typeface="Courier New" panose="02070309020205020404" pitchFamily="49" charset="0"/>
              <a:buChar char="o"/>
            </a:pPr>
            <a:r>
              <a:rPr lang="ar" sz="2000" dirty="0">
                <a:effectLst/>
                <a:latin typeface="Sakkal Majalla" panose="02000000000000000000" pitchFamily="2" charset="-78"/>
              </a:rPr>
              <a:t>رعاية الفعاليات والفرق الرياضية والمسابقات المحلية </a:t>
            </a:r>
            <a:endParaRPr lang="en-GB" sz="2000" dirty="0">
              <a:latin typeface="Sakkal Majalla" panose="02000000000000000000" pitchFamily="2" charset="-78"/>
            </a:endParaRPr>
          </a:p>
          <a:p>
            <a:pPr lvl="1" rtl="1">
              <a:buFont typeface="Courier New" panose="02070309020205020404" pitchFamily="49" charset="0"/>
              <a:buChar char="o"/>
            </a:pPr>
            <a:r>
              <a:rPr lang="ar" sz="2000" dirty="0">
                <a:effectLst/>
                <a:latin typeface="Sakkal Majalla" panose="02000000000000000000" pitchFamily="2" charset="-78"/>
              </a:rPr>
              <a:t>تقديم التبرعات الخيرية للمجتمع المحلي</a:t>
            </a:r>
          </a:p>
          <a:p>
            <a:pPr lvl="1" rtl="1">
              <a:buFont typeface="Courier New" panose="02070309020205020404" pitchFamily="49" charset="0"/>
              <a:buChar char="o"/>
            </a:pPr>
            <a:r>
              <a:rPr lang="ar" sz="2000" dirty="0">
                <a:effectLst/>
                <a:latin typeface="Sakkal Majalla" panose="02000000000000000000" pitchFamily="2" charset="-78"/>
              </a:rPr>
              <a:t>السماح للموظفين بتقديم الدعم، على سبيل المثال في المشاريع البيئية في المدارس ومجموعات</a:t>
            </a:r>
            <a:r>
              <a:rPr lang="ar" sz="2000" dirty="0">
                <a:latin typeface="Sakkal Majalla" panose="02000000000000000000" pitchFamily="2" charset="-78"/>
              </a:rPr>
              <a:t> </a:t>
            </a:r>
            <a:r>
              <a:rPr lang="ar" sz="2000" dirty="0">
                <a:effectLst/>
                <a:latin typeface="Sakkal Majalla" panose="02000000000000000000" pitchFamily="2" charset="-78"/>
              </a:rPr>
              <a:t>الشباب </a:t>
            </a:r>
            <a:br>
              <a:rPr lang="en-US" sz="2000" dirty="0">
                <a:effectLst/>
                <a:latin typeface="Sakkal Majalla" panose="02000000000000000000" pitchFamily="2" charset="-78"/>
              </a:rPr>
            </a:br>
            <a:r>
              <a:rPr lang="ar" sz="2000" dirty="0">
                <a:effectLst/>
                <a:latin typeface="Sakkal Majalla" panose="02000000000000000000" pitchFamily="2" charset="-78"/>
              </a:rPr>
              <a:t>أو في مشاريع البستنة المحلية أو أحداث التنظيف للجداول المحلية</a:t>
            </a:r>
            <a:endParaRPr lang="en-GB" sz="2000" dirty="0">
              <a:latin typeface="Sakkal Majalla" panose="02000000000000000000" pitchFamily="2" charset="-78"/>
            </a:endParaRPr>
          </a:p>
          <a:p>
            <a:pPr marL="0" indent="0" rtl="1">
              <a:buNone/>
            </a:pPr>
            <a:endParaRPr lang="en-GB" altLang="en-US" sz="2000" dirty="0"/>
          </a:p>
          <a:p>
            <a:pPr marL="0" indent="0" rtl="1">
              <a:buNone/>
            </a:pPr>
            <a:endParaRPr lang="en-GB" altLang="en-US" sz="2000" dirty="0"/>
          </a:p>
          <a:p>
            <a:pPr marL="0" indent="0" rtl="1">
              <a:buNone/>
            </a:pPr>
            <a:endParaRPr lang="en-GB" altLang="en-US" sz="2000" dirty="0">
              <a:solidFill>
                <a:srgbClr val="FF0000"/>
              </a:solidFill>
            </a:endParaRPr>
          </a:p>
        </p:txBody>
      </p:sp>
      <p:sp>
        <p:nvSpPr>
          <p:cNvPr id="2" name="Footer Placeholder 2">
            <a:extLst>
              <a:ext uri="{FF2B5EF4-FFF2-40B4-BE49-F238E27FC236}">
                <a16:creationId xmlns:a16="http://schemas.microsoft.com/office/drawing/2014/main" id="{BFAD5509-6E88-4A5B-3114-80619EAD0E26}"/>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A103000398484</a:t>
            </a:r>
            <a:endParaRPr lang="ar" sz="900" dirty="0"/>
          </a:p>
        </p:txBody>
      </p:sp>
    </p:spTree>
    <p:extLst>
      <p:ext uri="{BB962C8B-B14F-4D97-AF65-F5344CB8AC3E}">
        <p14:creationId xmlns:p14="http://schemas.microsoft.com/office/powerpoint/2010/main" val="1538896705"/>
      </p:ext>
    </p:extLst>
  </p:cSld>
  <p:clrMapOvr>
    <a:masterClrMapping/>
  </p:clrMapOvr>
  <p:transition>
    <p:sndAc>
      <p:stSnd>
        <p:snd r:embed="rId3" name="click.wav"/>
      </p:stSnd>
    </p:sndAc>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89003-2E86-C8F9-5D41-5CD31A3B8229}"/>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B658280B-2896-3851-93FD-6F21235B652D}"/>
              </a:ext>
            </a:extLst>
          </p:cNvPr>
          <p:cNvSpPr>
            <a:spLocks noGrp="1" noChangeArrowheads="1"/>
          </p:cNvSpPr>
          <p:nvPr>
            <p:ph type="title"/>
          </p:nvPr>
        </p:nvSpPr>
        <p:spPr bwMode="auto">
          <a:xfrm>
            <a:off x="323528" y="1195388"/>
            <a:ext cx="8640960" cy="6494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effectLst/>
              </a:rPr>
              <a:t>ج1 تعزيز صورة المسؤولية الاجتماعية للشركات لإحدى المؤسسات التجارية - البيئة الخارجية </a:t>
            </a:r>
            <a:br>
              <a:rPr lang="en-GB" sz="2200" b="1" dirty="0">
                <a:effectLst/>
              </a:rPr>
            </a:br>
            <a:br>
              <a:rPr lang="en-GB" sz="2200" b="1" dirty="0"/>
            </a:br>
            <a:br>
              <a:rPr lang="en-GB" sz="2200" b="1" dirty="0"/>
            </a:br>
            <a:br>
              <a:rPr lang="en-GB" sz="2200" dirty="0">
                <a:effectLst/>
              </a:rPr>
            </a:br>
            <a:br>
              <a:rPr lang="en-GB" sz="2200" b="1" dirty="0">
                <a:effectLst/>
              </a:rPr>
            </a:br>
            <a:br>
              <a:rPr lang="en-GB" sz="2200" dirty="0">
                <a:effectLst/>
              </a:rPr>
            </a:br>
            <a:br>
              <a:rPr lang="en-GB" altLang="en-US" sz="2200" dirty="0"/>
            </a:br>
            <a:endParaRPr lang="en-GB" altLang="en-US" sz="2200" dirty="0"/>
          </a:p>
        </p:txBody>
      </p:sp>
      <p:sp>
        <p:nvSpPr>
          <p:cNvPr id="30723" name="Content Placeholder 3">
            <a:extLst>
              <a:ext uri="{FF2B5EF4-FFF2-40B4-BE49-F238E27FC236}">
                <a16:creationId xmlns:a16="http://schemas.microsoft.com/office/drawing/2014/main" id="{124A3096-71EA-81E7-EF47-B10AB32156AF}"/>
              </a:ext>
            </a:extLst>
          </p:cNvPr>
          <p:cNvSpPr>
            <a:spLocks noGrp="1" noChangeArrowheads="1"/>
          </p:cNvSpPr>
          <p:nvPr>
            <p:ph sz="half" idx="2"/>
          </p:nvPr>
        </p:nvSpPr>
        <p:spPr bwMode="auto">
          <a:xfrm>
            <a:off x="3016425" y="2140496"/>
            <a:ext cx="5660031" cy="3304728"/>
          </a:xfrm>
          <a:solidFill>
            <a:schemeClr val="accent5"/>
          </a:solidFill>
        </p:spPr>
        <p:txBody>
          <a:bodyPr vert="horz" wrap="square" lIns="91440" tIns="45720" rIns="91440" bIns="45720" numCol="1" rtlCol="1" anchor="t" anchorCtr="0" compatLnSpc="1">
            <a:prstTxWarp prst="textNoShape">
              <a:avLst/>
            </a:prstTxWarp>
          </a:bodyPr>
          <a:lstStyle/>
          <a:p>
            <a:pPr marL="0" indent="0" rtl="1">
              <a:buNone/>
            </a:pPr>
            <a:r>
              <a:rPr lang="ar" sz="2000" dirty="0"/>
              <a:t>يمكن أن تكون المؤسسة ملتزمة بالأخلاقيات خارجي</a:t>
            </a:r>
            <a:r>
              <a:rPr lang="ar-SA" sz="2000" dirty="0"/>
              <a:t>ًّ</a:t>
            </a:r>
            <a:r>
              <a:rPr lang="ar" sz="2000" dirty="0"/>
              <a:t>ا أيضًا </a:t>
            </a:r>
            <a:r>
              <a:rPr lang="ar" sz="2000" dirty="0">
                <a:effectLst/>
              </a:rPr>
              <a:t>من خلال</a:t>
            </a:r>
            <a:r>
              <a:rPr lang="ar" sz="2000" dirty="0"/>
              <a:t>:</a:t>
            </a:r>
          </a:p>
          <a:p>
            <a:pPr marL="0" indent="0" rtl="1">
              <a:buNone/>
            </a:pPr>
            <a:endParaRPr lang="en-GB" sz="1800" dirty="0"/>
          </a:p>
          <a:p>
            <a:pPr rtl="1"/>
            <a:r>
              <a:rPr lang="ar" sz="2000" dirty="0"/>
              <a:t>تنفيذ المبادرات البيئية مثل:</a:t>
            </a:r>
          </a:p>
          <a:p>
            <a:pPr lvl="1" rtl="1">
              <a:buFont typeface="Courier New" panose="02070309020205020404" pitchFamily="49" charset="0"/>
              <a:buChar char="o"/>
            </a:pPr>
            <a:r>
              <a:rPr lang="ar" sz="2000" dirty="0">
                <a:latin typeface="Sakkal Majalla" panose="02000000000000000000" pitchFamily="2" charset="-78"/>
              </a:rPr>
              <a:t>تقليل ما يُرمى في مكبات النفايات وزيادة عمليات التدوير</a:t>
            </a:r>
          </a:p>
          <a:p>
            <a:pPr lvl="1" rtl="1">
              <a:buFont typeface="Courier New" panose="02070309020205020404" pitchFamily="49" charset="0"/>
              <a:buChar char="o"/>
            </a:pPr>
            <a:r>
              <a:rPr lang="ar" sz="2000" dirty="0">
                <a:latin typeface="Sakkal Majalla" panose="02000000000000000000" pitchFamily="2" charset="-78"/>
              </a:rPr>
              <a:t>الانتقال من الوقود الأحفوري واستخدام موارد مستدامة مثل طاقة الرياح</a:t>
            </a:r>
          </a:p>
          <a:p>
            <a:pPr lvl="1" rtl="1">
              <a:buFont typeface="Courier New" panose="02070309020205020404" pitchFamily="49" charset="0"/>
              <a:buChar char="o"/>
            </a:pPr>
            <a:r>
              <a:rPr lang="ar" sz="2000" dirty="0">
                <a:latin typeface="Sakkal Majalla" panose="02000000000000000000" pitchFamily="2" charset="-78"/>
              </a:rPr>
              <a:t>تقليل أثرها الكربوني وترشيد استهلاك الطاقة عن طريق إطفاء الأنوار</a:t>
            </a:r>
          </a:p>
          <a:p>
            <a:pPr lvl="1" rtl="1">
              <a:buFont typeface="Courier New" panose="02070309020205020404" pitchFamily="49" charset="0"/>
              <a:buChar char="o"/>
            </a:pPr>
            <a:r>
              <a:rPr lang="ar" sz="2000" dirty="0">
                <a:latin typeface="Sakkal Majalla" panose="02000000000000000000" pitchFamily="2" charset="-78"/>
              </a:rPr>
              <a:t>تقليل الانبعاثات التي تلوث الهواء والماء</a:t>
            </a:r>
          </a:p>
          <a:p>
            <a:pPr lvl="1" rtl="1">
              <a:buFont typeface="Courier New" panose="02070309020205020404" pitchFamily="49" charset="0"/>
              <a:buChar char="o"/>
            </a:pPr>
            <a:endParaRPr lang="en-GB" sz="1800" dirty="0">
              <a:latin typeface="Sakkal Majalla" panose="02000000000000000000" pitchFamily="2" charset="-78"/>
            </a:endParaRPr>
          </a:p>
          <a:p>
            <a:pPr marL="0" indent="0" rtl="1">
              <a:buNone/>
            </a:pPr>
            <a:endParaRPr lang="en-GB" altLang="en-US" dirty="0"/>
          </a:p>
          <a:p>
            <a:pPr marL="0" indent="0" rtl="1">
              <a:buNone/>
            </a:pPr>
            <a:endParaRPr lang="en-GB" altLang="en-US" dirty="0"/>
          </a:p>
          <a:p>
            <a:pPr marL="0" indent="0" rtl="1">
              <a:buNone/>
            </a:pPr>
            <a:endParaRPr lang="en-GB" altLang="en-US" dirty="0">
              <a:solidFill>
                <a:srgbClr val="FF0000"/>
              </a:solidFill>
            </a:endParaRPr>
          </a:p>
        </p:txBody>
      </p:sp>
      <p:pic>
        <p:nvPicPr>
          <p:cNvPr id="4" name="Picture 3" descr="A tree growing out of a light bulb&#10;&#10;Description automatically generated">
            <a:extLst>
              <a:ext uri="{FF2B5EF4-FFF2-40B4-BE49-F238E27FC236}">
                <a16:creationId xmlns:a16="http://schemas.microsoft.com/office/drawing/2014/main" id="{D0D614AC-129D-153F-FFD7-4AE2379CB29E}"/>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40957" y="1916832"/>
            <a:ext cx="2488072" cy="3717032"/>
          </a:xfrm>
          <a:prstGeom prst="rect">
            <a:avLst/>
          </a:prstGeom>
        </p:spPr>
      </p:pic>
      <p:sp>
        <p:nvSpPr>
          <p:cNvPr id="2" name="Footer Placeholder 2">
            <a:extLst>
              <a:ext uri="{FF2B5EF4-FFF2-40B4-BE49-F238E27FC236}">
                <a16:creationId xmlns:a16="http://schemas.microsoft.com/office/drawing/2014/main" id="{950351F3-D113-342D-0043-DEB4C8D17DE9}"/>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A103000398484</a:t>
            </a:r>
            <a:endParaRPr lang="ar" sz="900" dirty="0"/>
          </a:p>
        </p:txBody>
      </p:sp>
    </p:spTree>
    <p:extLst>
      <p:ext uri="{BB962C8B-B14F-4D97-AF65-F5344CB8AC3E}">
        <p14:creationId xmlns:p14="http://schemas.microsoft.com/office/powerpoint/2010/main" val="4249271697"/>
      </p:ext>
    </p:extLst>
  </p:cSld>
  <p:clrMapOvr>
    <a:masterClrMapping/>
  </p:clrMapOvr>
  <p:transition>
    <p:sndAc>
      <p:stSnd>
        <p:snd r:embed="rId3" name="click.wav"/>
      </p:stSnd>
    </p:sndAc>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975B5-2523-96C8-A706-8BED9A70EEA5}"/>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7F6F2DEB-90BB-C35F-56FA-A83198E6A463}"/>
              </a:ext>
            </a:extLst>
          </p:cNvPr>
          <p:cNvSpPr>
            <a:spLocks noGrp="1" noChangeArrowheads="1"/>
          </p:cNvSpPr>
          <p:nvPr>
            <p:ph type="title"/>
          </p:nvPr>
        </p:nvSpPr>
        <p:spPr bwMode="auto">
          <a:xfrm>
            <a:off x="323528" y="1195388"/>
            <a:ext cx="8640960" cy="72144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effectLst/>
              </a:rPr>
              <a:t>ج1 آثار وعواقب الأنشطة التي ينتج عنها تكاليف اجتماعية وبيئية: </a:t>
            </a:r>
            <a:br>
              <a:rPr lang="en-GB" sz="2200" b="1" dirty="0">
                <a:effectLst/>
              </a:rPr>
            </a:br>
            <a:br>
              <a:rPr lang="en-GB" sz="2200" b="1" dirty="0">
                <a:effectLst/>
              </a:rPr>
            </a:br>
            <a:br>
              <a:rPr lang="en-GB" sz="2200" b="1" dirty="0"/>
            </a:br>
            <a:br>
              <a:rPr lang="en-GB" sz="2200" b="1" dirty="0"/>
            </a:br>
            <a:br>
              <a:rPr lang="en-GB" sz="2200" dirty="0">
                <a:effectLst/>
              </a:rPr>
            </a:br>
            <a:br>
              <a:rPr lang="en-GB" sz="2200" b="1" dirty="0">
                <a:effectLst/>
              </a:rPr>
            </a:br>
            <a:br>
              <a:rPr lang="en-GB" sz="2200" dirty="0">
                <a:effectLst/>
              </a:rPr>
            </a:br>
            <a:br>
              <a:rPr lang="en-GB" altLang="en-US" sz="2200" dirty="0"/>
            </a:br>
            <a:endParaRPr lang="en-GB" altLang="en-US" sz="2200" dirty="0"/>
          </a:p>
        </p:txBody>
      </p:sp>
      <p:sp>
        <p:nvSpPr>
          <p:cNvPr id="30723" name="Content Placeholder 3">
            <a:extLst>
              <a:ext uri="{FF2B5EF4-FFF2-40B4-BE49-F238E27FC236}">
                <a16:creationId xmlns:a16="http://schemas.microsoft.com/office/drawing/2014/main" id="{FB5E89D0-F205-0FA9-CE45-F7B1000B9892}"/>
              </a:ext>
            </a:extLst>
          </p:cNvPr>
          <p:cNvSpPr>
            <a:spLocks noGrp="1" noChangeArrowheads="1"/>
          </p:cNvSpPr>
          <p:nvPr>
            <p:ph sz="half" idx="2"/>
          </p:nvPr>
        </p:nvSpPr>
        <p:spPr bwMode="auto">
          <a:xfrm>
            <a:off x="3635896" y="1916833"/>
            <a:ext cx="5083967" cy="3456383"/>
          </a:xfrm>
          <a:solidFill>
            <a:schemeClr val="accent5"/>
          </a:solidFill>
        </p:spPr>
        <p:txBody>
          <a:bodyPr vert="horz" wrap="square" lIns="91440" tIns="45720" rIns="91440" bIns="45720" numCol="1" rtlCol="1" anchor="t" anchorCtr="0" compatLnSpc="1">
            <a:prstTxWarp prst="textNoShape">
              <a:avLst/>
            </a:prstTxWarp>
          </a:bodyPr>
          <a:lstStyle/>
          <a:p>
            <a:pPr marL="0" indent="0" rtl="1">
              <a:buNone/>
            </a:pPr>
            <a:r>
              <a:rPr lang="ar" sz="2000" dirty="0"/>
              <a:t>قد تعاني المؤسسات ضعف الصورة العامة والتصورات بسبب التغطية التلفزيونية والصحفية السيئة</a:t>
            </a:r>
          </a:p>
          <a:p>
            <a:pPr marL="0" indent="0" rtl="1">
              <a:buNone/>
            </a:pPr>
            <a:r>
              <a:rPr lang="ar" sz="2000" dirty="0"/>
              <a:t>قد يؤثر ذلك في الشؤون المالية للمؤسسة، على سبيل المثال قد يؤدي إلى  انخفاض المبيعات ما يؤدي إلى تقلص حصة السوق وانخفاض الربحية. إذا كانت المؤسسة تبيع أسهمًا، فقد يكون لذلك أثر سلبي في سعر سهمها.</a:t>
            </a:r>
            <a:endParaRPr lang="en-GB" altLang="en-US" sz="2000" dirty="0"/>
          </a:p>
          <a:p>
            <a:pPr marL="0" indent="0" rtl="1">
              <a:buNone/>
            </a:pPr>
            <a:r>
              <a:rPr lang="ar" sz="2000" dirty="0"/>
              <a:t>قد تؤدي القضايا القانونية، مثل عدم التحكم في الملوثات، إلى فرض غرامات وتكبد تكاليف قانونية و/أو  الحاجة إلى دفع تعويض</a:t>
            </a:r>
            <a:endParaRPr lang="en-GB" altLang="en-US" sz="2000" dirty="0"/>
          </a:p>
          <a:p>
            <a:pPr marL="0" indent="0" rtl="1">
              <a:buNone/>
            </a:pPr>
            <a:r>
              <a:rPr lang="ar" sz="2000" dirty="0"/>
              <a:t>قد تتدخل الحكومات أيضًا في عمليات المؤسسة لمعالجة ممارسات الأعمال غير الأخلاقية مثل بيع المنتجات المالية بشكلٍ غير صحيح. </a:t>
            </a:r>
          </a:p>
          <a:p>
            <a:pPr marL="0" indent="0" rtl="1">
              <a:buNone/>
            </a:pPr>
            <a:endParaRPr lang="en-GB" altLang="en-US" sz="2000" dirty="0"/>
          </a:p>
          <a:p>
            <a:pPr marL="0" indent="0" rtl="1">
              <a:buNone/>
            </a:pPr>
            <a:endParaRPr lang="en-GB" altLang="en-US" sz="2000" dirty="0">
              <a:solidFill>
                <a:srgbClr val="FF0000"/>
              </a:solidFill>
            </a:endParaRPr>
          </a:p>
        </p:txBody>
      </p:sp>
      <p:grpSp>
        <p:nvGrpSpPr>
          <p:cNvPr id="4" name="Group 3">
            <a:extLst>
              <a:ext uri="{FF2B5EF4-FFF2-40B4-BE49-F238E27FC236}">
                <a16:creationId xmlns:a16="http://schemas.microsoft.com/office/drawing/2014/main" id="{16800B89-8BE3-86C2-5F35-9B3E14E3AA35}"/>
              </a:ext>
            </a:extLst>
          </p:cNvPr>
          <p:cNvGrpSpPr/>
          <p:nvPr/>
        </p:nvGrpSpPr>
        <p:grpSpPr>
          <a:xfrm>
            <a:off x="148242" y="1916832"/>
            <a:ext cx="3272718" cy="2448272"/>
            <a:chOff x="0" y="353532"/>
            <a:chExt cx="2564804" cy="1230775"/>
          </a:xfrm>
        </p:grpSpPr>
        <p:sp>
          <p:nvSpPr>
            <p:cNvPr id="5" name="Rectangle 4">
              <a:extLst>
                <a:ext uri="{FF2B5EF4-FFF2-40B4-BE49-F238E27FC236}">
                  <a16:creationId xmlns:a16="http://schemas.microsoft.com/office/drawing/2014/main" id="{36F5AEEF-2D68-00FB-F968-5267A1747DA8}"/>
                </a:ext>
              </a:extLst>
            </p:cNvPr>
            <p:cNvSpPr/>
            <p:nvPr/>
          </p:nvSpPr>
          <p:spPr>
            <a:xfrm>
              <a:off x="0" y="353532"/>
              <a:ext cx="2564804" cy="1230775"/>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sz="1200" dirty="0">
                <a:latin typeface="Sakkal Majalla" panose="02000000000000000000" pitchFamily="2" charset="-78"/>
              </a:endParaRPr>
            </a:p>
          </p:txBody>
        </p:sp>
        <p:sp>
          <p:nvSpPr>
            <p:cNvPr id="6" name="TextBox 5">
              <a:extLst>
                <a:ext uri="{FF2B5EF4-FFF2-40B4-BE49-F238E27FC236}">
                  <a16:creationId xmlns:a16="http://schemas.microsoft.com/office/drawing/2014/main" id="{C8F92098-4785-BEA4-79B6-FEADF27E4C9B}"/>
                </a:ext>
              </a:extLst>
            </p:cNvPr>
            <p:cNvSpPr txBox="1"/>
            <p:nvPr/>
          </p:nvSpPr>
          <p:spPr>
            <a:xfrm>
              <a:off x="0" y="434908"/>
              <a:ext cx="2564804" cy="108343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b="1" dirty="0">
                  <a:solidFill>
                    <a:srgbClr val="7030A0"/>
                  </a:solidFill>
                  <a:latin typeface="Sakkal Majalla" panose="02000000000000000000" pitchFamily="2" charset="-78"/>
                  <a:cs typeface="Sakkal Majalla" panose="02000000000000000000" pitchFamily="2" charset="-78"/>
                </a:rPr>
                <a:t>مناقشة</a:t>
              </a:r>
              <a:r>
                <a:rPr lang="ar" dirty="0">
                  <a:solidFill>
                    <a:srgbClr val="7030A0"/>
                  </a:solidFill>
                  <a:latin typeface="Sakkal Majalla" panose="02000000000000000000" pitchFamily="2" charset="-78"/>
                  <a:cs typeface="Sakkal Majalla" panose="02000000000000000000" pitchFamily="2" charset="-78"/>
                </a:rPr>
                <a:t>: </a:t>
              </a:r>
            </a:p>
            <a:p>
              <a:pPr rtl="1"/>
              <a:r>
                <a:rPr lang="ar" dirty="0">
                  <a:solidFill>
                    <a:srgbClr val="7030A0"/>
                  </a:solidFill>
                  <a:latin typeface="Sakkal Majalla" panose="02000000000000000000" pitchFamily="2" charset="-78"/>
                  <a:cs typeface="Sakkal Majalla" panose="02000000000000000000" pitchFamily="2" charset="-78"/>
                </a:rPr>
                <a:t>اُتهمت الشركات المصنعة للسيارات التي تعمل بالبنزين والديزل بتلويث جودة الهواء.</a:t>
              </a:r>
            </a:p>
            <a:p>
              <a:pPr rtl="1"/>
              <a:endParaRPr lang="en-US" dirty="0">
                <a:solidFill>
                  <a:srgbClr val="7030A0"/>
                </a:solidFill>
                <a:latin typeface="Sakkal Majalla" panose="02000000000000000000" pitchFamily="2" charset="-78"/>
                <a:cs typeface="Sakkal Majalla" panose="02000000000000000000" pitchFamily="2" charset="-78"/>
              </a:endParaRPr>
            </a:p>
            <a:p>
              <a:pPr marL="285750" indent="-285750" rtl="1">
                <a:buFont typeface="Arial" panose="020B0604020202020204" pitchFamily="34" charset="0"/>
                <a:buChar char="•"/>
              </a:pPr>
              <a:r>
                <a:rPr lang="ar" dirty="0">
                  <a:solidFill>
                    <a:srgbClr val="7030A0"/>
                  </a:solidFill>
                  <a:latin typeface="Sakkal Majalla" panose="02000000000000000000" pitchFamily="2" charset="-78"/>
                  <a:cs typeface="Sakkal Majalla" panose="02000000000000000000" pitchFamily="2" charset="-78"/>
                </a:rPr>
                <a:t>هل ستشتري سيارة كهربائية أو دراجة نارية بدلاً من ذلك؟</a:t>
              </a:r>
            </a:p>
            <a:p>
              <a:pPr marL="285750" indent="-285750" rtl="1">
                <a:buFont typeface="Arial" panose="020B0604020202020204" pitchFamily="34" charset="0"/>
                <a:buChar char="•"/>
              </a:pPr>
              <a:r>
                <a:rPr lang="ar" dirty="0">
                  <a:solidFill>
                    <a:srgbClr val="7030A0"/>
                  </a:solidFill>
                  <a:latin typeface="Sakkal Majalla" panose="02000000000000000000" pitchFamily="2" charset="-78"/>
                  <a:cs typeface="Sakkal Majalla" panose="02000000000000000000" pitchFamily="2" charset="-78"/>
                </a:rPr>
                <a:t>لماذا/ لماذا لا؟</a:t>
              </a:r>
            </a:p>
          </p:txBody>
        </p:sp>
      </p:grpSp>
      <p:pic>
        <p:nvPicPr>
          <p:cNvPr id="7" name="Picture 6" descr="Exhaust pipe of a car&#10;&#10;Description automatically generated">
            <a:extLst>
              <a:ext uri="{FF2B5EF4-FFF2-40B4-BE49-F238E27FC236}">
                <a16:creationId xmlns:a16="http://schemas.microsoft.com/office/drawing/2014/main" id="{0B6B430C-9733-A51F-CA39-F43E0C080DB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59431" y="4526978"/>
            <a:ext cx="3131840" cy="2105988"/>
          </a:xfrm>
          <a:prstGeom prst="rect">
            <a:avLst/>
          </a:prstGeom>
        </p:spPr>
      </p:pic>
      <p:sp>
        <p:nvSpPr>
          <p:cNvPr id="2" name="Footer Placeholder 2">
            <a:extLst>
              <a:ext uri="{FF2B5EF4-FFF2-40B4-BE49-F238E27FC236}">
                <a16:creationId xmlns:a16="http://schemas.microsoft.com/office/drawing/2014/main" id="{E1AD33EA-3F67-E1C8-F603-FE7191078A4D}"/>
              </a:ext>
            </a:extLst>
          </p:cNvPr>
          <p:cNvSpPr txBox="1">
            <a:spLocks/>
          </p:cNvSpPr>
          <p:nvPr/>
        </p:nvSpPr>
        <p:spPr bwMode="auto">
          <a:xfrm>
            <a:off x="8179803" y="6597352"/>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A103000398484</a:t>
            </a:r>
            <a:endParaRPr lang="ar" sz="900" dirty="0"/>
          </a:p>
        </p:txBody>
      </p:sp>
    </p:spTree>
    <p:extLst>
      <p:ext uri="{BB962C8B-B14F-4D97-AF65-F5344CB8AC3E}">
        <p14:creationId xmlns:p14="http://schemas.microsoft.com/office/powerpoint/2010/main" val="2046020258"/>
      </p:ext>
    </p:extLst>
  </p:cSld>
  <p:clrMapOvr>
    <a:masterClrMapping/>
  </p:clrMapOvr>
  <p:transition>
    <p:sndAc>
      <p:stSnd>
        <p:snd r:embed="rId3" name="click.wav"/>
      </p:stSnd>
    </p:sndAc>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F322C-897E-CF57-EBD8-A00231EC0DF1}"/>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1379B712-A148-341E-9838-06474328C10A}"/>
              </a:ext>
            </a:extLst>
          </p:cNvPr>
          <p:cNvSpPr>
            <a:spLocks noGrp="1" noChangeArrowheads="1"/>
          </p:cNvSpPr>
          <p:nvPr>
            <p:ph type="title"/>
          </p:nvPr>
        </p:nvSpPr>
        <p:spPr bwMode="auto">
          <a:xfrm>
            <a:off x="457200" y="1195200"/>
            <a:ext cx="8229600" cy="512573"/>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fontScale="90000"/>
          </a:bodyPr>
          <a:lstStyle/>
          <a:p>
            <a:pPr rtl="1">
              <a:lnSpc>
                <a:spcPct val="90000"/>
              </a:lnSpc>
            </a:pPr>
            <a:r>
              <a:rPr lang="ar" sz="2200" b="1" dirty="0">
                <a:effectLst/>
              </a:rPr>
              <a:t>ج2 الاستجابات التنظيمية لمعالجة المسائل الأخلاقية ومسائل المسؤولية الاجتماعية للشركات </a:t>
            </a:r>
            <a:br>
              <a:rPr lang="en-GB" altLang="en-US" sz="1100" dirty="0"/>
            </a:br>
            <a:endParaRPr lang="en-GB" altLang="en-US" sz="1100" dirty="0"/>
          </a:p>
        </p:txBody>
      </p:sp>
      <p:sp>
        <p:nvSpPr>
          <p:cNvPr id="30723" name="Content Placeholder 3">
            <a:extLst>
              <a:ext uri="{FF2B5EF4-FFF2-40B4-BE49-F238E27FC236}">
                <a16:creationId xmlns:a16="http://schemas.microsoft.com/office/drawing/2014/main" id="{CB2F37B1-C30E-15E9-CDEE-8D89EB39652B}"/>
              </a:ext>
            </a:extLst>
          </p:cNvPr>
          <p:cNvSpPr>
            <a:spLocks noGrp="1" noChangeArrowheads="1"/>
          </p:cNvSpPr>
          <p:nvPr>
            <p:ph sz="half" idx="1"/>
          </p:nvPr>
        </p:nvSpPr>
        <p:spPr bwMode="auto">
          <a:xfrm>
            <a:off x="4572000" y="1764154"/>
            <a:ext cx="4058757" cy="4689182"/>
          </a:xfrm>
        </p:spPr>
        <p:txBody>
          <a:bodyPr vert="horz" wrap="square" lIns="91440" tIns="45720" rIns="91440" bIns="45720" numCol="1" rtlCol="1" anchor="t" anchorCtr="0" compatLnSpc="1">
            <a:prstTxWarp prst="textNoShape">
              <a:avLst/>
            </a:prstTxWarp>
            <a:normAutofit/>
          </a:bodyPr>
          <a:lstStyle/>
          <a:p>
            <a:pPr marL="0" indent="0" rtl="1">
              <a:lnSpc>
                <a:spcPct val="90000"/>
              </a:lnSpc>
              <a:buNone/>
            </a:pPr>
            <a:r>
              <a:rPr lang="ar" sz="2000" dirty="0"/>
              <a:t>ستضع المؤسسات إستراتيجيات لمعالجة التكاليف الاجتماعية والبيئية. </a:t>
            </a:r>
          </a:p>
          <a:p>
            <a:pPr marL="0" indent="0" rtl="1">
              <a:lnSpc>
                <a:spcPct val="90000"/>
              </a:lnSpc>
              <a:buNone/>
            </a:pPr>
            <a:endParaRPr lang="en-GB" altLang="en-US" sz="2000" dirty="0"/>
          </a:p>
          <a:p>
            <a:pPr marL="0" indent="0" rtl="1">
              <a:lnSpc>
                <a:spcPct val="90000"/>
              </a:lnSpc>
              <a:buNone/>
            </a:pPr>
            <a:r>
              <a:rPr lang="ar" sz="2000" dirty="0"/>
              <a:t>قد تستخدم إستراتيجيات اتصالات </a:t>
            </a:r>
            <a:r>
              <a:rPr lang="ar" sz="2000" b="1" dirty="0"/>
              <a:t>الأعمال</a:t>
            </a:r>
            <a:r>
              <a:rPr lang="ar" sz="2000" dirty="0"/>
              <a:t> مثل:</a:t>
            </a:r>
          </a:p>
          <a:p>
            <a:pPr rtl="1">
              <a:lnSpc>
                <a:spcPct val="90000"/>
              </a:lnSpc>
            </a:pPr>
            <a:r>
              <a:rPr lang="ar" sz="2000" dirty="0"/>
              <a:t>البيانات الصحفية و/أو المؤتمرات الصحفية</a:t>
            </a:r>
          </a:p>
          <a:p>
            <a:pPr rtl="1">
              <a:lnSpc>
                <a:spcPct val="90000"/>
              </a:lnSpc>
            </a:pPr>
            <a:r>
              <a:rPr lang="ar" sz="2000" dirty="0"/>
              <a:t>حملات وسائل التواصل الاجتماعي</a:t>
            </a:r>
          </a:p>
          <a:p>
            <a:pPr rtl="1">
              <a:lnSpc>
                <a:spcPct val="90000"/>
              </a:lnSpc>
            </a:pPr>
            <a:r>
              <a:rPr lang="ar" sz="2000" dirty="0"/>
              <a:t>الإعلانات. </a:t>
            </a:r>
          </a:p>
          <a:p>
            <a:pPr marL="0" indent="0" rtl="1">
              <a:lnSpc>
                <a:spcPct val="90000"/>
              </a:lnSpc>
              <a:buNone/>
            </a:pPr>
            <a:endParaRPr lang="en-GB" altLang="en-US" sz="2000" dirty="0"/>
          </a:p>
          <a:p>
            <a:pPr marL="0" indent="0" rtl="1">
              <a:lnSpc>
                <a:spcPct val="90000"/>
              </a:lnSpc>
              <a:buNone/>
            </a:pPr>
            <a:r>
              <a:rPr lang="ar" sz="2000" dirty="0"/>
              <a:t>قد </a:t>
            </a:r>
            <a:r>
              <a:rPr lang="ar" sz="2000" b="1" dirty="0"/>
              <a:t>تتفاعل مع المجتمع </a:t>
            </a:r>
            <a:r>
              <a:rPr lang="ar" sz="2000" dirty="0"/>
              <a:t>من خلال الاجتماع مع مجموعات المجتمع المحلي وممثليها. </a:t>
            </a:r>
          </a:p>
          <a:p>
            <a:pPr marL="0" indent="0" rtl="1">
              <a:lnSpc>
                <a:spcPct val="90000"/>
              </a:lnSpc>
              <a:buNone/>
            </a:pPr>
            <a:endParaRPr lang="en-GB" altLang="en-US" sz="2000" dirty="0"/>
          </a:p>
        </p:txBody>
      </p:sp>
      <p:sp>
        <p:nvSpPr>
          <p:cNvPr id="5" name="TextBox 4">
            <a:extLst>
              <a:ext uri="{FF2B5EF4-FFF2-40B4-BE49-F238E27FC236}">
                <a16:creationId xmlns:a16="http://schemas.microsoft.com/office/drawing/2014/main" id="{107898F6-DB9F-74AD-1474-1E3FFA6AB14D}"/>
              </a:ext>
            </a:extLst>
          </p:cNvPr>
          <p:cNvSpPr txBox="1"/>
          <p:nvPr/>
        </p:nvSpPr>
        <p:spPr>
          <a:xfrm>
            <a:off x="513243" y="1707773"/>
            <a:ext cx="3776739" cy="2554545"/>
          </a:xfrm>
          <a:prstGeom prst="rect">
            <a:avLst/>
          </a:prstGeom>
          <a:noFill/>
        </p:spPr>
        <p:txBody>
          <a:bodyPr wrap="square" rtlCol="1">
            <a:spAutoFit/>
          </a:bodyPr>
          <a:lstStyle/>
          <a:p>
            <a:pPr marL="0" indent="0" rtl="1">
              <a:buNone/>
            </a:pPr>
            <a:r>
              <a:rPr lang="ar" sz="2000" dirty="0">
                <a:latin typeface="Sakkal Majalla" panose="02000000000000000000" pitchFamily="2" charset="-78"/>
                <a:cs typeface="Sakkal Majalla" panose="02000000000000000000" pitchFamily="2" charset="-78"/>
              </a:rPr>
              <a:t>قد تُجري </a:t>
            </a:r>
            <a:r>
              <a:rPr lang="ar" sz="2000" b="1" dirty="0">
                <a:latin typeface="Sakkal Majalla" panose="02000000000000000000" pitchFamily="2" charset="-78"/>
                <a:cs typeface="Sakkal Majalla" panose="02000000000000000000" pitchFamily="2" charset="-78"/>
              </a:rPr>
              <a:t>تغييرات على ممارسات الأعمال</a:t>
            </a:r>
            <a:r>
              <a:rPr lang="ar" sz="2000" dirty="0">
                <a:latin typeface="Sakkal Majalla" panose="02000000000000000000" pitchFamily="2" charset="-78"/>
                <a:cs typeface="Sakkal Majalla" panose="02000000000000000000" pitchFamily="2" charset="-78"/>
              </a:rPr>
              <a:t>، على سبيل المثال </a:t>
            </a:r>
          </a:p>
          <a:p>
            <a:pPr marL="285750" indent="-285750" rtl="1">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جدول الإنتاج</a:t>
            </a:r>
          </a:p>
          <a:p>
            <a:pPr marL="285750" indent="-285750" rtl="1">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ممارسات التوظيف</a:t>
            </a:r>
          </a:p>
          <a:p>
            <a:pPr marL="285750" indent="-285750" rtl="1">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أنظمة التوظيف والمشتريات. </a:t>
            </a:r>
          </a:p>
          <a:p>
            <a:pPr marL="0" indent="0" rtl="1">
              <a:buNone/>
            </a:pPr>
            <a:endParaRPr lang="en-GB" altLang="en-US" sz="2000" dirty="0">
              <a:latin typeface="Sakkal Majalla" panose="02000000000000000000" pitchFamily="2" charset="-78"/>
              <a:cs typeface="Sakkal Majalla" panose="02000000000000000000" pitchFamily="2" charset="-78"/>
            </a:endParaRPr>
          </a:p>
          <a:p>
            <a:pPr marL="0" indent="0" rtl="1">
              <a:buNone/>
            </a:pPr>
            <a:r>
              <a:rPr lang="ar" sz="2000" dirty="0">
                <a:latin typeface="Sakkal Majalla" panose="02000000000000000000" pitchFamily="2" charset="-78"/>
                <a:cs typeface="Sakkal Majalla" panose="02000000000000000000" pitchFamily="2" charset="-78"/>
              </a:rPr>
              <a:t>قد تقدم </a:t>
            </a:r>
            <a:r>
              <a:rPr lang="ar" sz="2000" b="1" dirty="0">
                <a:latin typeface="Sakkal Majalla" panose="02000000000000000000" pitchFamily="2" charset="-78"/>
                <a:cs typeface="Sakkal Majalla" panose="02000000000000000000" pitchFamily="2" charset="-78"/>
              </a:rPr>
              <a:t>تعويضًا مالي</a:t>
            </a:r>
            <a:r>
              <a:rPr lang="ar-SA" sz="2000" b="1" dirty="0">
                <a:latin typeface="Sakkal Majalla" panose="02000000000000000000" pitchFamily="2" charset="-78"/>
                <a:cs typeface="Sakkal Majalla" panose="02000000000000000000" pitchFamily="2" charset="-78"/>
              </a:rPr>
              <a:t>ًّ</a:t>
            </a:r>
            <a:r>
              <a:rPr lang="ar" sz="2000" b="1" dirty="0">
                <a:latin typeface="Sakkal Majalla" panose="02000000000000000000" pitchFamily="2" charset="-78"/>
                <a:cs typeface="Sakkal Majalla" panose="02000000000000000000" pitchFamily="2" charset="-78"/>
              </a:rPr>
              <a:t>ا</a:t>
            </a:r>
            <a:r>
              <a:rPr lang="ar" sz="2000" dirty="0">
                <a:latin typeface="Sakkal Majalla" panose="02000000000000000000" pitchFamily="2" charset="-78"/>
                <a:cs typeface="Sakkal Majalla" panose="02000000000000000000" pitchFamily="2" charset="-78"/>
              </a:rPr>
              <a:t> لأصحاب المصلحة المتضررين. </a:t>
            </a:r>
          </a:p>
        </p:txBody>
      </p:sp>
      <p:pic>
        <p:nvPicPr>
          <p:cNvPr id="4" name="Picture 3" descr="A group of people with speech bubbles&#10;&#10;Description automatically generated">
            <a:extLst>
              <a:ext uri="{FF2B5EF4-FFF2-40B4-BE49-F238E27FC236}">
                <a16:creationId xmlns:a16="http://schemas.microsoft.com/office/drawing/2014/main" id="{6280B00D-A0C7-1BF3-4F97-BF7A0AF771F3}"/>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475656" y="4293096"/>
            <a:ext cx="2167550" cy="2160240"/>
          </a:xfrm>
          <a:prstGeom prst="rect">
            <a:avLst/>
          </a:prstGeom>
        </p:spPr>
      </p:pic>
      <p:sp>
        <p:nvSpPr>
          <p:cNvPr id="2" name="Footer Placeholder 2">
            <a:extLst>
              <a:ext uri="{FF2B5EF4-FFF2-40B4-BE49-F238E27FC236}">
                <a16:creationId xmlns:a16="http://schemas.microsoft.com/office/drawing/2014/main" id="{BCE8D4BD-8139-81F8-C9DC-E0A22D70C94B}"/>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A103000398484</a:t>
            </a:r>
            <a:endParaRPr lang="ar" sz="900" dirty="0"/>
          </a:p>
        </p:txBody>
      </p:sp>
    </p:spTree>
    <p:extLst>
      <p:ext uri="{BB962C8B-B14F-4D97-AF65-F5344CB8AC3E}">
        <p14:creationId xmlns:p14="http://schemas.microsoft.com/office/powerpoint/2010/main" val="2708686936"/>
      </p:ext>
    </p:extLst>
  </p:cSld>
  <p:clrMapOvr>
    <a:masterClrMapping/>
  </p:clrMapOvr>
  <p:transition>
    <p:sndAc>
      <p:stSnd>
        <p:snd r:embed="rId3" name="click.wav"/>
      </p:stSnd>
    </p:sndAc>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0F812-FAF8-3420-E54D-3323564DA54D}"/>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D71E0FEA-270D-BC14-328C-E1FE48AC9BDB}"/>
              </a:ext>
            </a:extLst>
          </p:cNvPr>
          <p:cNvSpPr>
            <a:spLocks noGrp="1" noChangeArrowheads="1"/>
          </p:cNvSpPr>
          <p:nvPr>
            <p:ph type="title"/>
          </p:nvPr>
        </p:nvSpPr>
        <p:spPr bwMode="auto">
          <a:xfrm>
            <a:off x="323528" y="1195388"/>
            <a:ext cx="8640960" cy="50542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effectLst/>
              </a:rPr>
              <a:t>ج3 التصور العام لأثر الأعطال في الأعمال</a:t>
            </a:r>
            <a:br>
              <a:rPr lang="en-GB" sz="2200" b="1" dirty="0"/>
            </a:br>
            <a:br>
              <a:rPr lang="en-GB" sz="2200" b="1" dirty="0"/>
            </a:br>
            <a:br>
              <a:rPr lang="en-GB" sz="2200" dirty="0">
                <a:effectLst/>
              </a:rPr>
            </a:br>
            <a:br>
              <a:rPr lang="en-GB" sz="2200" b="1" dirty="0">
                <a:effectLst/>
              </a:rPr>
            </a:br>
            <a:br>
              <a:rPr lang="en-GB" sz="2200" dirty="0">
                <a:effectLst/>
              </a:rPr>
            </a:br>
            <a:br>
              <a:rPr lang="en-GB" altLang="en-US" sz="2200" dirty="0"/>
            </a:br>
            <a:endParaRPr lang="en-GB" altLang="en-US" sz="2200" dirty="0"/>
          </a:p>
        </p:txBody>
      </p:sp>
      <p:sp>
        <p:nvSpPr>
          <p:cNvPr id="30723" name="Content Placeholder 3">
            <a:extLst>
              <a:ext uri="{FF2B5EF4-FFF2-40B4-BE49-F238E27FC236}">
                <a16:creationId xmlns:a16="http://schemas.microsoft.com/office/drawing/2014/main" id="{48B65928-DEA0-F31D-5F0F-038E5C67C117}"/>
              </a:ext>
            </a:extLst>
          </p:cNvPr>
          <p:cNvSpPr>
            <a:spLocks noGrp="1" noChangeArrowheads="1"/>
          </p:cNvSpPr>
          <p:nvPr>
            <p:ph sz="half" idx="2"/>
          </p:nvPr>
        </p:nvSpPr>
        <p:spPr bwMode="auto">
          <a:xfrm>
            <a:off x="3779912" y="1726280"/>
            <a:ext cx="4616511" cy="3574928"/>
          </a:xfrm>
          <a:solidFill>
            <a:schemeClr val="accent5"/>
          </a:solidFill>
        </p:spPr>
        <p:txBody>
          <a:bodyPr vert="horz" wrap="square" lIns="91440" tIns="45720" rIns="91440" bIns="45720" numCol="1" rtlCol="1" anchor="t" anchorCtr="0" compatLnSpc="1">
            <a:prstTxWarp prst="textNoShape">
              <a:avLst/>
            </a:prstTxWarp>
          </a:bodyPr>
          <a:lstStyle/>
          <a:p>
            <a:pPr marL="0" indent="0" rtl="1">
              <a:buNone/>
            </a:pPr>
            <a:r>
              <a:rPr lang="ar" sz="2000" dirty="0"/>
              <a:t>يمكن أن تحدث الأعطال في الأعمال في ما يتعلق بالبيئة أو الممارسات التجارية للشركات أو عمليات الإنتاج الخاصة بها.  </a:t>
            </a:r>
          </a:p>
          <a:p>
            <a:pPr marL="0" indent="0" rtl="1">
              <a:buNone/>
            </a:pPr>
            <a:r>
              <a:rPr lang="ar" sz="2000" dirty="0"/>
              <a:t>قد تبدأ هذه الأعطال بسبب، أو تؤدي إلى، الآتي:</a:t>
            </a:r>
          </a:p>
          <a:p>
            <a:pPr rtl="1"/>
            <a:r>
              <a:rPr lang="ar" sz="2000" dirty="0"/>
              <a:t>مقالات وسائل الإعلام الإخبارية</a:t>
            </a:r>
          </a:p>
          <a:p>
            <a:pPr rtl="1"/>
            <a:r>
              <a:rPr lang="ar" sz="2000" dirty="0"/>
              <a:t>تغطية وسائل التواصل الاجتماعي السلبية </a:t>
            </a:r>
          </a:p>
          <a:p>
            <a:pPr rtl="1"/>
            <a:r>
              <a:rPr lang="ar" sz="2000" dirty="0"/>
              <a:t>نشاط في مجموعات الضغط، على سبيل المثال </a:t>
            </a:r>
          </a:p>
          <a:p>
            <a:pPr>
              <a:buFont typeface="Courier New" panose="02070309020205020404" pitchFamily="49" charset="0"/>
              <a:buChar char="o"/>
            </a:pPr>
            <a:r>
              <a:rPr lang="ar" sz="2000" dirty="0">
                <a:latin typeface="Sakkal Majalla" panose="02000000000000000000" pitchFamily="2" charset="-78"/>
              </a:rPr>
              <a:t>تحالف تلوث البلاستيك</a:t>
            </a:r>
          </a:p>
          <a:p>
            <a:pPr lvl="1" rtl="1">
              <a:buFont typeface="Courier New" panose="02070309020205020404" pitchFamily="49" charset="0"/>
              <a:buChar char="o"/>
            </a:pPr>
            <a:r>
              <a:rPr lang="ar" sz="2000" dirty="0">
                <a:latin typeface="Sakkal Majalla" panose="02000000000000000000" pitchFamily="2" charset="-78"/>
              </a:rPr>
              <a:t>منظمة السلام الأخضر</a:t>
            </a:r>
          </a:p>
          <a:p>
            <a:pPr lvl="1" rtl="1">
              <a:buFont typeface="Courier New" panose="02070309020205020404" pitchFamily="49" charset="0"/>
              <a:buChar char="o"/>
            </a:pPr>
            <a:r>
              <a:rPr lang="ar" sz="2000" dirty="0">
                <a:latin typeface="Sakkal Majalla" panose="02000000000000000000" pitchFamily="2" charset="-78"/>
              </a:rPr>
              <a:t>المجموعات البيئية المحلية</a:t>
            </a:r>
            <a:endParaRPr lang="en-GB" altLang="en-US" sz="2000" dirty="0"/>
          </a:p>
          <a:p>
            <a:pPr marL="0" indent="0" rtl="1">
              <a:buNone/>
            </a:pPr>
            <a:endParaRPr lang="en-GB" altLang="en-US" sz="2000" dirty="0">
              <a:solidFill>
                <a:srgbClr val="FF0000"/>
              </a:solidFill>
            </a:endParaRPr>
          </a:p>
        </p:txBody>
      </p:sp>
      <p:grpSp>
        <p:nvGrpSpPr>
          <p:cNvPr id="2" name="Group 1">
            <a:extLst>
              <a:ext uri="{FF2B5EF4-FFF2-40B4-BE49-F238E27FC236}">
                <a16:creationId xmlns:a16="http://schemas.microsoft.com/office/drawing/2014/main" id="{14BA988B-ECC9-5CAA-1380-D96CEF04FC53}"/>
              </a:ext>
            </a:extLst>
          </p:cNvPr>
          <p:cNvGrpSpPr/>
          <p:nvPr/>
        </p:nvGrpSpPr>
        <p:grpSpPr>
          <a:xfrm>
            <a:off x="315187" y="5392772"/>
            <a:ext cx="8430574" cy="1210434"/>
            <a:chOff x="0" y="215426"/>
            <a:chExt cx="2564804" cy="1398306"/>
          </a:xfrm>
        </p:grpSpPr>
        <p:sp>
          <p:nvSpPr>
            <p:cNvPr id="3" name="Rectangle 2">
              <a:extLst>
                <a:ext uri="{FF2B5EF4-FFF2-40B4-BE49-F238E27FC236}">
                  <a16:creationId xmlns:a16="http://schemas.microsoft.com/office/drawing/2014/main" id="{E6DC5764-6803-B1CC-ADED-90E3C158B8E0}"/>
                </a:ext>
              </a:extLst>
            </p:cNvPr>
            <p:cNvSpPr/>
            <p:nvPr/>
          </p:nvSpPr>
          <p:spPr>
            <a:xfrm>
              <a:off x="0" y="215426"/>
              <a:ext cx="2564804" cy="1368880"/>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dirty="0">
                <a:latin typeface="Sakkal Majalla" panose="02000000000000000000" pitchFamily="2" charset="-78"/>
                <a:cs typeface="Sakkal Majalla" panose="02000000000000000000" pitchFamily="2" charset="-78"/>
              </a:endParaRPr>
            </a:p>
          </p:txBody>
        </p:sp>
        <p:sp>
          <p:nvSpPr>
            <p:cNvPr id="4" name="TextBox 3">
              <a:extLst>
                <a:ext uri="{FF2B5EF4-FFF2-40B4-BE49-F238E27FC236}">
                  <a16:creationId xmlns:a16="http://schemas.microsoft.com/office/drawing/2014/main" id="{31737378-D4B6-4DBE-8C0B-801CAB2D505B}"/>
                </a:ext>
              </a:extLst>
            </p:cNvPr>
            <p:cNvSpPr txBox="1"/>
            <p:nvPr/>
          </p:nvSpPr>
          <p:spPr>
            <a:xfrm>
              <a:off x="64005" y="244852"/>
              <a:ext cx="2482043" cy="136888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sz="2000" b="1" dirty="0">
                  <a:solidFill>
                    <a:srgbClr val="7030A0"/>
                  </a:solidFill>
                  <a:latin typeface="Sakkal Majalla" panose="02000000000000000000" pitchFamily="2" charset="-78"/>
                  <a:cs typeface="Sakkal Majalla" panose="02000000000000000000" pitchFamily="2" charset="-78"/>
                </a:rPr>
                <a:t>مناقشة</a:t>
              </a:r>
              <a:r>
                <a:rPr lang="ar" sz="2000" dirty="0">
                  <a:solidFill>
                    <a:srgbClr val="7030A0"/>
                  </a:solidFill>
                  <a:latin typeface="Sakkal Majalla" panose="02000000000000000000" pitchFamily="2" charset="-78"/>
                  <a:cs typeface="Sakkal Majalla" panose="02000000000000000000" pitchFamily="2" charset="-78"/>
                </a:rPr>
                <a:t>: </a:t>
              </a:r>
            </a:p>
            <a:p>
              <a:pPr rtl="1"/>
              <a:r>
                <a:rPr lang="ar" sz="2000" dirty="0">
                  <a:solidFill>
                    <a:srgbClr val="7030A0"/>
                  </a:solidFill>
                  <a:latin typeface="Sakkal Majalla" panose="02000000000000000000" pitchFamily="2" charset="-78"/>
                  <a:cs typeface="Sakkal Majalla" panose="02000000000000000000" pitchFamily="2" charset="-78"/>
                </a:rPr>
                <a:t>كيف يمكن للممارسات الأخلاقية أن تقلل مخاطر شكاوى العملاء أو الضغط الجماعي؟</a:t>
              </a:r>
            </a:p>
          </p:txBody>
        </p:sp>
      </p:grpSp>
      <p:sp>
        <p:nvSpPr>
          <p:cNvPr id="6" name="TextBox 5">
            <a:extLst>
              <a:ext uri="{FF2B5EF4-FFF2-40B4-BE49-F238E27FC236}">
                <a16:creationId xmlns:a16="http://schemas.microsoft.com/office/drawing/2014/main" id="{215D170A-73B9-34F5-EDC2-2C443488ABD5}"/>
              </a:ext>
            </a:extLst>
          </p:cNvPr>
          <p:cNvSpPr txBox="1"/>
          <p:nvPr/>
        </p:nvSpPr>
        <p:spPr>
          <a:xfrm>
            <a:off x="327833" y="2113070"/>
            <a:ext cx="3251063" cy="2554545"/>
          </a:xfrm>
          <a:prstGeom prst="rect">
            <a:avLst/>
          </a:prstGeom>
          <a:solidFill>
            <a:schemeClr val="accent6">
              <a:lumMod val="20000"/>
              <a:lumOff val="80000"/>
            </a:schemeClr>
          </a:solidFill>
        </p:spPr>
        <p:txBody>
          <a:bodyPr wrap="square" rtlCol="1">
            <a:spAutoFit/>
          </a:bodyPr>
          <a:lstStyle/>
          <a:p>
            <a:pPr marL="57150" indent="0" rtl="1">
              <a:buNone/>
            </a:pPr>
            <a:r>
              <a:rPr lang="ar" sz="2000" dirty="0">
                <a:latin typeface="Sakkal Majalla" panose="02000000000000000000" pitchFamily="2" charset="-78"/>
                <a:cs typeface="Sakkal Majalla" panose="02000000000000000000" pitchFamily="2" charset="-78"/>
              </a:rPr>
              <a:t>قد تؤدي الأعطال في الأعمال إلى:</a:t>
            </a:r>
          </a:p>
          <a:p>
            <a:pPr marL="57150" indent="0" rtl="1">
              <a:buNone/>
            </a:pPr>
            <a:endParaRPr lang="en-GB" altLang="en-US" sz="2000" dirty="0">
              <a:latin typeface="Sakkal Majalla" panose="02000000000000000000" pitchFamily="2" charset="-78"/>
              <a:cs typeface="Sakkal Majalla" panose="02000000000000000000" pitchFamily="2" charset="-78"/>
            </a:endParaRPr>
          </a:p>
          <a:p>
            <a:pPr marL="342900" indent="-285750" rtl="1">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المقاطعة أو سحب المخصصات </a:t>
            </a:r>
          </a:p>
          <a:p>
            <a:pPr marL="342900" indent="-285750" rtl="1">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الاحتجاجات، على سبيل المثال </a:t>
            </a:r>
          </a:p>
          <a:p>
            <a:pPr marL="800100" lvl="1" indent="-285750" rtl="1">
              <a:buFont typeface="Courier New" panose="02070309020205020404" pitchFamily="49" charset="0"/>
              <a:buChar char="o"/>
            </a:pPr>
            <a:r>
              <a:rPr lang="ar" sz="2000" dirty="0">
                <a:latin typeface="Sakkal Majalla" panose="02000000000000000000" pitchFamily="2" charset="-78"/>
                <a:cs typeface="Sakkal Majalla" panose="02000000000000000000" pitchFamily="2" charset="-78"/>
              </a:rPr>
              <a:t>حملات على وسائل التواصل الاجتماعي</a:t>
            </a:r>
          </a:p>
          <a:p>
            <a:pPr marL="800100" lvl="1" indent="-285750" rtl="1">
              <a:buFont typeface="Courier New" panose="02070309020205020404" pitchFamily="49" charset="0"/>
              <a:buChar char="o"/>
            </a:pPr>
            <a:r>
              <a:rPr lang="ar" sz="2000" dirty="0">
                <a:latin typeface="Sakkal Majalla" panose="02000000000000000000" pitchFamily="2" charset="-78"/>
                <a:cs typeface="Sakkal Majalla" panose="02000000000000000000" pitchFamily="2" charset="-78"/>
              </a:rPr>
              <a:t>العرائض الإلكترونية </a:t>
            </a:r>
          </a:p>
          <a:p>
            <a:pPr marL="342900" indent="-285750" rtl="1">
              <a:buFont typeface="Arial" panose="020B0604020202020204" pitchFamily="34" charset="0"/>
              <a:buChar char="•"/>
            </a:pPr>
            <a:endParaRPr lang="en-GB" altLang="en-US" sz="2000" dirty="0">
              <a:latin typeface="Sakkal Majalla" panose="02000000000000000000" pitchFamily="2" charset="-78"/>
              <a:cs typeface="Sakkal Majalla" panose="02000000000000000000" pitchFamily="2" charset="-78"/>
            </a:endParaRPr>
          </a:p>
        </p:txBody>
      </p:sp>
      <p:sp>
        <p:nvSpPr>
          <p:cNvPr id="5" name="Footer Placeholder 2">
            <a:extLst>
              <a:ext uri="{FF2B5EF4-FFF2-40B4-BE49-F238E27FC236}">
                <a16:creationId xmlns:a16="http://schemas.microsoft.com/office/drawing/2014/main" id="{FC6CC118-CF92-DBEB-3497-795AEBC9449A}"/>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A103000398484</a:t>
            </a:r>
            <a:endParaRPr lang="ar" sz="900" dirty="0"/>
          </a:p>
        </p:txBody>
      </p:sp>
    </p:spTree>
    <p:extLst>
      <p:ext uri="{BB962C8B-B14F-4D97-AF65-F5344CB8AC3E}">
        <p14:creationId xmlns:p14="http://schemas.microsoft.com/office/powerpoint/2010/main" val="343612314"/>
      </p:ext>
    </p:extLst>
  </p:cSld>
  <p:clrMapOvr>
    <a:masterClrMapping/>
  </p:clrMapOvr>
  <p:transition>
    <p:sndAc>
      <p:stSnd>
        <p:snd r:embed="rId3" name="click.wav"/>
      </p:stSnd>
    </p:sndAc>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EFBC9-89F0-7584-1DDB-55899C0B12C4}"/>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3E42F449-1CCC-A0D7-6A0D-F076948C6308}"/>
              </a:ext>
            </a:extLst>
          </p:cNvPr>
          <p:cNvSpPr>
            <a:spLocks noGrp="1" noChangeArrowheads="1"/>
          </p:cNvSpPr>
          <p:nvPr>
            <p:ph type="title"/>
          </p:nvPr>
        </p:nvSpPr>
        <p:spPr bwMode="auto">
          <a:xfrm>
            <a:off x="323528" y="1195388"/>
            <a:ext cx="8640960" cy="50542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effectLst/>
              </a:rPr>
              <a:t>ج3 مراجعة ممارسات الأعمال في ما يتعلق بالقدرة على استعادة العمل بعد الأعطال </a:t>
            </a:r>
            <a:br>
              <a:rPr lang="en-GB" sz="2200" b="1" dirty="0"/>
            </a:br>
            <a:br>
              <a:rPr lang="en-GB" sz="2200" b="1" dirty="0"/>
            </a:br>
            <a:br>
              <a:rPr lang="en-GB" sz="2200" dirty="0">
                <a:effectLst/>
              </a:rPr>
            </a:br>
            <a:br>
              <a:rPr lang="en-GB" sz="2200" b="1" dirty="0">
                <a:effectLst/>
              </a:rPr>
            </a:br>
            <a:br>
              <a:rPr lang="en-GB" sz="2200" dirty="0">
                <a:effectLst/>
              </a:rPr>
            </a:br>
            <a:br>
              <a:rPr lang="en-GB" altLang="en-US" sz="2200" dirty="0"/>
            </a:br>
            <a:endParaRPr lang="en-GB" altLang="en-US" sz="2200" dirty="0"/>
          </a:p>
        </p:txBody>
      </p:sp>
      <p:sp>
        <p:nvSpPr>
          <p:cNvPr id="30723" name="Content Placeholder 3">
            <a:extLst>
              <a:ext uri="{FF2B5EF4-FFF2-40B4-BE49-F238E27FC236}">
                <a16:creationId xmlns:a16="http://schemas.microsoft.com/office/drawing/2014/main" id="{FA40E0B7-7207-620D-A328-B69E26E93D20}"/>
              </a:ext>
            </a:extLst>
          </p:cNvPr>
          <p:cNvSpPr>
            <a:spLocks noGrp="1" noChangeArrowheads="1"/>
          </p:cNvSpPr>
          <p:nvPr>
            <p:ph sz="half" idx="2"/>
          </p:nvPr>
        </p:nvSpPr>
        <p:spPr bwMode="auto">
          <a:xfrm>
            <a:off x="294928" y="2058988"/>
            <a:ext cx="8424935" cy="2090092"/>
          </a:xfrm>
          <a:solidFill>
            <a:schemeClr val="accent6">
              <a:lumMod val="20000"/>
              <a:lumOff val="80000"/>
            </a:schemeClr>
          </a:solidFill>
        </p:spPr>
        <p:txBody>
          <a:bodyPr vert="horz" wrap="square" lIns="91440" tIns="45720" rIns="91440" bIns="45720" numCol="1" rtlCol="1" anchor="t" anchorCtr="0" compatLnSpc="1">
            <a:prstTxWarp prst="textNoShape">
              <a:avLst/>
            </a:prstTxWarp>
          </a:bodyPr>
          <a:lstStyle/>
          <a:p>
            <a:pPr marL="0" indent="0" rtl="1">
              <a:buNone/>
            </a:pPr>
            <a:r>
              <a:rPr lang="ar" sz="2000" b="1" dirty="0"/>
              <a:t>للتعافي من التعمل في الأعمال، قد تقوم المؤسسة بالآتي:</a:t>
            </a:r>
          </a:p>
          <a:p>
            <a:pPr marL="0" indent="0" rtl="1">
              <a:buNone/>
            </a:pPr>
            <a:endParaRPr lang="en-GB" altLang="en-US" sz="1200" dirty="0"/>
          </a:p>
          <a:p>
            <a:pPr marL="0" indent="0" rtl="1">
              <a:buNone/>
            </a:pPr>
            <a:r>
              <a:rPr lang="ar" sz="2000" dirty="0"/>
              <a:t>راجع معلومات الاستجابة التنظيمية الخاصة بها في المجال العام، على سبيل المثال </a:t>
            </a:r>
          </a:p>
          <a:p>
            <a:pPr rtl="1"/>
            <a:r>
              <a:rPr lang="ar" sz="2000" dirty="0"/>
              <a:t>إدخال تغييرات على السياسة</a:t>
            </a:r>
          </a:p>
          <a:p>
            <a:pPr rtl="1"/>
            <a:r>
              <a:rPr lang="ar" sz="2000" dirty="0"/>
              <a:t>توزيع البيانات الصحفية و/أو إجراء المقابلات</a:t>
            </a:r>
          </a:p>
          <a:p>
            <a:pPr rtl="1"/>
            <a:r>
              <a:rPr lang="ar" sz="2000" dirty="0"/>
              <a:t>تغيير العلامة التجارية</a:t>
            </a:r>
          </a:p>
          <a:p>
            <a:pPr marL="0" indent="0" rtl="1">
              <a:buNone/>
            </a:pPr>
            <a:endParaRPr lang="en-GB" altLang="en-US" dirty="0">
              <a:solidFill>
                <a:srgbClr val="FF0000"/>
              </a:solidFill>
            </a:endParaRPr>
          </a:p>
        </p:txBody>
      </p:sp>
      <p:sp>
        <p:nvSpPr>
          <p:cNvPr id="5" name="TextBox 4">
            <a:extLst>
              <a:ext uri="{FF2B5EF4-FFF2-40B4-BE49-F238E27FC236}">
                <a16:creationId xmlns:a16="http://schemas.microsoft.com/office/drawing/2014/main" id="{40563E23-8228-8192-B427-BD79DC0CFFA5}"/>
              </a:ext>
            </a:extLst>
          </p:cNvPr>
          <p:cNvSpPr txBox="1"/>
          <p:nvPr/>
        </p:nvSpPr>
        <p:spPr>
          <a:xfrm>
            <a:off x="323529" y="4293096"/>
            <a:ext cx="8396335" cy="1938992"/>
          </a:xfrm>
          <a:prstGeom prst="rect">
            <a:avLst/>
          </a:prstGeom>
          <a:solidFill>
            <a:schemeClr val="accent5"/>
          </a:solidFill>
        </p:spPr>
        <p:txBody>
          <a:bodyPr wrap="square" rtlCol="1">
            <a:spAutoFit/>
          </a:bodyPr>
          <a:lstStyle/>
          <a:p>
            <a:pPr rtl="1"/>
            <a:r>
              <a:rPr lang="ar" sz="2000" dirty="0">
                <a:latin typeface="Sakkal Majalla" panose="02000000000000000000" pitchFamily="2" charset="-78"/>
                <a:cs typeface="Sakkal Majalla" panose="02000000000000000000" pitchFamily="2" charset="-78"/>
              </a:rPr>
              <a:t>مراجعة ممارسات الاستجابة التنظيمية، على سبيل المثال </a:t>
            </a:r>
          </a:p>
          <a:p>
            <a:pPr marL="285750" indent="-285750" rtl="1">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تغيير الموظفين </a:t>
            </a:r>
          </a:p>
          <a:p>
            <a:pPr marL="285750" indent="-285750" rtl="1">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تقديم مدفوعات تعويضية</a:t>
            </a:r>
          </a:p>
          <a:p>
            <a:pPr marL="285750" indent="-285750" rtl="1">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اتخاذ إجراءات علاجية</a:t>
            </a:r>
          </a:p>
          <a:p>
            <a:pPr marL="285750" indent="-285750" rtl="1">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إجراء تغييرات على أساليب العمل</a:t>
            </a:r>
          </a:p>
          <a:p>
            <a:pPr lvl="1" rtl="1"/>
            <a:r>
              <a:rPr lang="ar" sz="2000" dirty="0">
                <a:latin typeface="Sakkal Majalla" panose="02000000000000000000" pitchFamily="2" charset="-78"/>
                <a:cs typeface="Sakkal Majalla" panose="02000000000000000000" pitchFamily="2" charset="-78"/>
              </a:rPr>
              <a:t> </a:t>
            </a:r>
          </a:p>
        </p:txBody>
      </p:sp>
      <p:sp>
        <p:nvSpPr>
          <p:cNvPr id="2" name="Footer Placeholder 2">
            <a:extLst>
              <a:ext uri="{FF2B5EF4-FFF2-40B4-BE49-F238E27FC236}">
                <a16:creationId xmlns:a16="http://schemas.microsoft.com/office/drawing/2014/main" id="{A70EBC69-F1DF-D395-23B7-AA7293B70617}"/>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A103000398484</a:t>
            </a:r>
            <a:endParaRPr lang="ar" sz="900" dirty="0"/>
          </a:p>
        </p:txBody>
      </p:sp>
    </p:spTree>
    <p:extLst>
      <p:ext uri="{BB962C8B-B14F-4D97-AF65-F5344CB8AC3E}">
        <p14:creationId xmlns:p14="http://schemas.microsoft.com/office/powerpoint/2010/main" val="1792176604"/>
      </p:ext>
    </p:extLst>
  </p:cSld>
  <p:clrMapOvr>
    <a:masterClrMapping/>
  </p:clrMapOvr>
  <p:transition>
    <p:sndAc>
      <p:stSnd>
        <p:snd r:embed="rId3" name="click.wav"/>
      </p:stSnd>
    </p:sndAc>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5C4F3-9D93-1999-31C0-2DBE22378DAA}"/>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8FF38112-4D91-BCE5-793C-28BA1487DD24}"/>
              </a:ext>
            </a:extLst>
          </p:cNvPr>
          <p:cNvSpPr>
            <a:spLocks noGrp="1" noChangeArrowheads="1"/>
          </p:cNvSpPr>
          <p:nvPr>
            <p:ph type="title"/>
          </p:nvPr>
        </p:nvSpPr>
        <p:spPr bwMode="auto">
          <a:xfrm>
            <a:off x="323528" y="1195388"/>
            <a:ext cx="8640960" cy="72144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effectLst/>
              </a:rPr>
              <a:t>ج3 تقييم الاستجابات التنظيمية والفعالية في ما يتعلق باستعادة العمل بعد الأعطال</a:t>
            </a:r>
            <a:br>
              <a:rPr lang="en-GB" sz="2200" b="1" dirty="0"/>
            </a:br>
            <a:br>
              <a:rPr lang="en-GB" sz="2200" b="1" dirty="0"/>
            </a:br>
            <a:br>
              <a:rPr lang="en-GB" sz="2200" dirty="0">
                <a:effectLst/>
              </a:rPr>
            </a:br>
            <a:br>
              <a:rPr lang="en-GB" sz="2200" b="1" dirty="0">
                <a:effectLst/>
              </a:rPr>
            </a:br>
            <a:br>
              <a:rPr lang="en-GB" sz="2200" dirty="0">
                <a:effectLst/>
              </a:rPr>
            </a:br>
            <a:br>
              <a:rPr lang="en-GB" altLang="en-US" sz="2200" dirty="0"/>
            </a:br>
            <a:endParaRPr lang="en-GB" altLang="en-US" sz="2200" dirty="0"/>
          </a:p>
        </p:txBody>
      </p:sp>
      <p:sp>
        <p:nvSpPr>
          <p:cNvPr id="30723" name="Content Placeholder 3">
            <a:extLst>
              <a:ext uri="{FF2B5EF4-FFF2-40B4-BE49-F238E27FC236}">
                <a16:creationId xmlns:a16="http://schemas.microsoft.com/office/drawing/2014/main" id="{F37319B2-A900-8318-DE57-2C802988297E}"/>
              </a:ext>
            </a:extLst>
          </p:cNvPr>
          <p:cNvSpPr>
            <a:spLocks noGrp="1" noChangeArrowheads="1"/>
          </p:cNvSpPr>
          <p:nvPr>
            <p:ph sz="half" idx="2"/>
          </p:nvPr>
        </p:nvSpPr>
        <p:spPr bwMode="auto">
          <a:xfrm>
            <a:off x="294928" y="1844824"/>
            <a:ext cx="8424935" cy="3744416"/>
          </a:xfrm>
          <a:solidFill>
            <a:schemeClr val="accent5"/>
          </a:solidFill>
        </p:spPr>
        <p:txBody>
          <a:bodyPr vert="horz" wrap="square" lIns="91440" tIns="45720" rIns="91440" bIns="45720" numCol="1" rtlCol="1" anchor="t" anchorCtr="0" compatLnSpc="1">
            <a:prstTxWarp prst="textNoShape">
              <a:avLst/>
            </a:prstTxWarp>
          </a:bodyPr>
          <a:lstStyle/>
          <a:p>
            <a:pPr marL="0" indent="0" rtl="1">
              <a:buNone/>
            </a:pPr>
            <a:r>
              <a:rPr lang="ar" sz="2000" b="1" dirty="0"/>
              <a:t>كيف يمكننا </a:t>
            </a:r>
            <a:r>
              <a:rPr lang="ar" sz="2000" b="1" dirty="0">
                <a:effectLst/>
              </a:rPr>
              <a:t>تقييم الاستجابات التنظيمية والفعالية في ما يتعلق باستعادة العمل بعد الأعطال؟</a:t>
            </a:r>
          </a:p>
          <a:p>
            <a:pPr marL="0" indent="0" rtl="1">
              <a:buNone/>
            </a:pPr>
            <a:r>
              <a:rPr lang="ar" sz="2000" dirty="0">
                <a:effectLst/>
              </a:rPr>
              <a:t>أجب عن الأسئلة الآتية:</a:t>
            </a:r>
          </a:p>
          <a:p>
            <a:pPr rtl="1"/>
            <a:r>
              <a:rPr lang="ar" sz="2000" dirty="0"/>
              <a:t>هل يرجع السبب الرئيس وراء هذا الحادث إلى الممارسات البيئية السيئة أو الممارسات التجارية السيئة أو سوء عملية الإنتاج في المؤسسة؟</a:t>
            </a:r>
          </a:p>
          <a:p>
            <a:pPr rtl="1"/>
            <a:r>
              <a:rPr lang="ar" sz="2000" dirty="0"/>
              <a:t>ما مدى </a:t>
            </a:r>
            <a:r>
              <a:rPr lang="ar" sz="2000" dirty="0">
                <a:effectLst/>
              </a:rPr>
              <a:t>حجم استجابتها مقابل حجم الكارثة؟ </a:t>
            </a:r>
            <a:endParaRPr lang="en-GB" sz="2000" dirty="0"/>
          </a:p>
          <a:p>
            <a:pPr rtl="1"/>
            <a:r>
              <a:rPr lang="ar" sz="2000" dirty="0">
                <a:effectLst/>
              </a:rPr>
              <a:t>ما الطريقة التي استخدمتها في التحدث حول العطل في الأعمال - هل كانت اعتذارية أم مراوغة أم متحدية؟ </a:t>
            </a:r>
            <a:endParaRPr lang="en-GB" sz="2000" dirty="0"/>
          </a:p>
          <a:p>
            <a:pPr rtl="1"/>
            <a:r>
              <a:rPr lang="ar" sz="2000" dirty="0"/>
              <a:t>هل أدخلت تغييرات في السياسة، وما مدى</a:t>
            </a:r>
            <a:r>
              <a:rPr lang="ar" sz="2000" dirty="0">
                <a:effectLst/>
              </a:rPr>
              <a:t> فعاليتها على المدى القصير والطويل؟ </a:t>
            </a:r>
            <a:endParaRPr lang="en-GB" sz="2000" dirty="0"/>
          </a:p>
          <a:p>
            <a:pPr rtl="1"/>
            <a:r>
              <a:rPr lang="ar" sz="2000" dirty="0">
                <a:effectLst/>
              </a:rPr>
              <a:t>هل هناك دليل على تغيير، أو الرغبة في تغيير ممارسات الأعمال؟ </a:t>
            </a:r>
            <a:endParaRPr lang="en-GB" sz="2000" dirty="0"/>
          </a:p>
          <a:p>
            <a:pPr rtl="1"/>
            <a:r>
              <a:rPr lang="ar" sz="2000" dirty="0"/>
              <a:t>هل كان هناك </a:t>
            </a:r>
            <a:r>
              <a:rPr lang="ar" sz="2000" dirty="0">
                <a:effectLst/>
              </a:rPr>
              <a:t>انخفاض في الدعاية السلبية في وسائل الإعلام؟ </a:t>
            </a:r>
            <a:endParaRPr lang="en-GB" sz="2000" dirty="0"/>
          </a:p>
          <a:p>
            <a:pPr rtl="1"/>
            <a:r>
              <a:rPr lang="ar" sz="2000" dirty="0"/>
              <a:t>ماذا كانت ردة فعل </a:t>
            </a:r>
            <a:r>
              <a:rPr lang="ar" sz="2000" dirty="0">
                <a:effectLst/>
              </a:rPr>
              <a:t>الجمهور على استجابتها - هل عاد العملاء، أم انخفض </a:t>
            </a:r>
            <a:r>
              <a:rPr lang="ar" sz="2000" dirty="0"/>
              <a:t> عدد الاحتجاجات؟</a:t>
            </a:r>
            <a:r>
              <a:rPr lang="ar" sz="2000" dirty="0">
                <a:effectLst/>
              </a:rPr>
              <a:t> </a:t>
            </a:r>
            <a:endParaRPr lang="en-GB" sz="2000" dirty="0"/>
          </a:p>
          <a:p>
            <a:pPr marL="0" indent="0" rtl="1">
              <a:buNone/>
            </a:pPr>
            <a:endParaRPr lang="en-GB" altLang="en-US" sz="2000" dirty="0"/>
          </a:p>
          <a:p>
            <a:pPr marL="0" indent="0" rtl="1">
              <a:buNone/>
            </a:pPr>
            <a:endParaRPr lang="en-GB" altLang="en-US" sz="2000" dirty="0">
              <a:solidFill>
                <a:srgbClr val="FF0000"/>
              </a:solidFill>
            </a:endParaRPr>
          </a:p>
        </p:txBody>
      </p:sp>
      <p:sp>
        <p:nvSpPr>
          <p:cNvPr id="2" name="Footer Placeholder 2">
            <a:extLst>
              <a:ext uri="{FF2B5EF4-FFF2-40B4-BE49-F238E27FC236}">
                <a16:creationId xmlns:a16="http://schemas.microsoft.com/office/drawing/2014/main" id="{5562109A-DED3-250F-6D35-54863E42CD12}"/>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A103000398484</a:t>
            </a:r>
            <a:endParaRPr lang="ar" sz="900" dirty="0"/>
          </a:p>
        </p:txBody>
      </p:sp>
    </p:spTree>
    <p:extLst>
      <p:ext uri="{BB962C8B-B14F-4D97-AF65-F5344CB8AC3E}">
        <p14:creationId xmlns:p14="http://schemas.microsoft.com/office/powerpoint/2010/main" val="692169732"/>
      </p:ext>
    </p:extLst>
  </p:cSld>
  <p:clrMapOvr>
    <a:masterClrMapping/>
  </p:clrMapOvr>
  <p:transition>
    <p:sndAc>
      <p:stSnd>
        <p:snd r:embed="rId3" name="click.wav"/>
      </p:stSnd>
    </p:sndAc>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2">
            <a:extLst>
              <a:ext uri="{FF2B5EF4-FFF2-40B4-BE49-F238E27FC236}">
                <a16:creationId xmlns:a16="http://schemas.microsoft.com/office/drawing/2014/main" id="{FC4F7FC9-2CE9-41A9-0CEE-4C8BD93B5782}"/>
              </a:ext>
            </a:extLst>
          </p:cNvPr>
          <p:cNvSpPr>
            <a:spLocks noGrp="1" noChangeArrowheads="1"/>
          </p:cNvSpPr>
          <p:nvPr>
            <p:ph type="title"/>
          </p:nvPr>
        </p:nvSpPr>
        <p:spPr bwMode="auto">
          <a:xfrm>
            <a:off x="251520" y="1268760"/>
            <a:ext cx="864096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t>شكر وتقدير</a:t>
            </a:r>
          </a:p>
        </p:txBody>
      </p:sp>
      <p:sp>
        <p:nvSpPr>
          <p:cNvPr id="2" name="Content Placeholder 1">
            <a:extLst>
              <a:ext uri="{FF2B5EF4-FFF2-40B4-BE49-F238E27FC236}">
                <a16:creationId xmlns:a16="http://schemas.microsoft.com/office/drawing/2014/main" id="{571ED6DB-1193-D7D6-14BD-76307D6EBFD2}"/>
              </a:ext>
            </a:extLst>
          </p:cNvPr>
          <p:cNvSpPr>
            <a:spLocks noGrp="1"/>
          </p:cNvSpPr>
          <p:nvPr>
            <p:ph sz="half" idx="2"/>
          </p:nvPr>
        </p:nvSpPr>
        <p:spPr>
          <a:xfrm>
            <a:off x="468312" y="2195513"/>
            <a:ext cx="7991475" cy="3609975"/>
          </a:xfrm>
        </p:spPr>
        <p:txBody>
          <a:bodyPr rtlCol="1"/>
          <a:lstStyle/>
          <a:p>
            <a:pPr marL="0" indent="0" rtl="1">
              <a:buNone/>
            </a:pPr>
            <a:r>
              <a:rPr lang="ar" sz="2600" b="1" dirty="0"/>
              <a:t>الصور</a:t>
            </a:r>
          </a:p>
          <a:p>
            <a:pPr marL="0" indent="0" rtl="1">
              <a:buNone/>
            </a:pPr>
            <a:r>
              <a:rPr lang="ar" sz="2000" b="1" dirty="0">
                <a:effectLst/>
                <a:ea typeface="Calibri" panose="020F0502020204030204" pitchFamily="34" charset="0"/>
              </a:rPr>
              <a:t>123 آر إف: </a:t>
            </a:r>
            <a:r>
              <a:rPr lang="ar" sz="2000" dirty="0">
                <a:effectLst/>
                <a:ea typeface="Calibri" panose="020F0502020204030204" pitchFamily="34" charset="0"/>
              </a:rPr>
              <a:t> بيرسكي23 (الشريحة 8)، البكسل الخام (الشريحة 31)؛ </a:t>
            </a:r>
            <a:r>
              <a:rPr lang="ar" sz="2000" b="1" dirty="0">
                <a:effectLst/>
                <a:ea typeface="Calibri" panose="020F0502020204030204" pitchFamily="34" charset="0"/>
              </a:rPr>
              <a:t> شترستوك: </a:t>
            </a:r>
            <a:r>
              <a:rPr lang="ar" sz="2000" dirty="0">
                <a:effectLst/>
                <a:ea typeface="Calibri" panose="020F0502020204030204" pitchFamily="34" charset="0"/>
              </a:rPr>
              <a:t> إلينابل (الشريحة 1)، دي جي دارك فلاور (الشريحة 13)، إف إس ستوك (الشريحة 15)، فرانكا (الشريحة 19)، سييرا أنامونغ (الشريحة 27)، خاكيمولين ألكسندر (الشريحة 28)، إيتاليانيسترو (الشريحة 39)، لايتسبريتش (الشريحة 40)، جافي ميرينو (الشريحة 41).</a:t>
            </a:r>
          </a:p>
          <a:p>
            <a:pPr rtl="1"/>
            <a:endParaRPr lang="en-GB" dirty="0"/>
          </a:p>
        </p:txBody>
      </p:sp>
      <p:sp>
        <p:nvSpPr>
          <p:cNvPr id="3" name="Footer Placeholder 2">
            <a:extLst>
              <a:ext uri="{FF2B5EF4-FFF2-40B4-BE49-F238E27FC236}">
                <a16:creationId xmlns:a16="http://schemas.microsoft.com/office/drawing/2014/main" id="{E874E53F-543B-C199-ABF7-ECEDB88D3ADB}"/>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A103000398484</a:t>
            </a:r>
            <a:endParaRPr lang="ar" sz="900" dirty="0"/>
          </a:p>
        </p:txBody>
      </p:sp>
    </p:spTree>
  </p:cSld>
  <p:clrMapOvr>
    <a:masterClrMapping/>
  </p:clrMapOvr>
  <p:transition>
    <p:sndAc>
      <p:stSnd>
        <p:snd r:embed="rId3" name="click.wav"/>
      </p:stSnd>
    </p:sndAc>
  </p:transition>
</p:sld>
</file>

<file path=ppt/theme/theme1.xml><?xml version="1.0" encoding="utf-8"?>
<a:theme xmlns:a="http://schemas.openxmlformats.org/drawingml/2006/main" name="1_Art and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Business">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Constructio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Creative Media">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_Engineering">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7_Hospitalit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8_Information Technolog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9_Land-based">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0_Travel and Tourism">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1F2AC0EC27FF3458662E003F8FEC281" ma:contentTypeVersion="20" ma:contentTypeDescription="Create a new document." ma:contentTypeScope="" ma:versionID="7d267daa26e24eee3a5f4b0eb9224b47">
  <xsd:schema xmlns:xsd="http://www.w3.org/2001/XMLSchema" xmlns:xs="http://www.w3.org/2001/XMLSchema" xmlns:p="http://schemas.microsoft.com/office/2006/metadata/properties" xmlns:ns2="f63d1639-2e8e-4dfe-b2d4-ff2deac92409" xmlns:ns3="7012c9df-7563-46f6-96ee-cebd66fd5577" targetNamespace="http://schemas.microsoft.com/office/2006/metadata/properties" ma:root="true" ma:fieldsID="144a094b618d5dc1a3294a7bede64c09" ns2:_="" ns3:_="">
    <xsd:import namespace="f63d1639-2e8e-4dfe-b2d4-ff2deac92409"/>
    <xsd:import namespace="7012c9df-7563-46f6-96ee-cebd66fd557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bjectDetectorVersions" minOccurs="0"/>
                <xsd:element ref="ns2:_Flow_SignoffStatus" minOccurs="0"/>
                <xsd:element ref="ns2:MediaServiceSearchProperties" minOccurs="0"/>
                <xsd:element ref="ns2:AdditionalInfo"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3d1639-2e8e-4dfe-b2d4-ff2deac924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_Flow_SignoffStatus" ma:index="25" nillable="true" ma:displayName="Sign-off status" ma:internalName="Sign_x002d_off_x0020_status">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AdditionalInfo" ma:index="27" nillable="true" ma:displayName="Additional Info" ma:format="Dropdown" ma:internalName="AdditionalInfo">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012c9df-7563-46f6-96ee-cebd66fd557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68bf6128-19fb-458b-8dd6-b174ec593e06}" ma:internalName="TaxCatchAll" ma:showField="CatchAllData" ma:web="7012c9df-7563-46f6-96ee-cebd66fd557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7012c9df-7563-46f6-96ee-cebd66fd5577" xsi:nil="true"/>
    <lcf76f155ced4ddcb4097134ff3c332f xmlns="f63d1639-2e8e-4dfe-b2d4-ff2deac92409">
      <Terms xmlns="http://schemas.microsoft.com/office/infopath/2007/PartnerControls"/>
    </lcf76f155ced4ddcb4097134ff3c332f>
    <_Flow_SignoffStatus xmlns="f63d1639-2e8e-4dfe-b2d4-ff2deac92409" xsi:nil="true"/>
    <AdditionalInfo xmlns="f63d1639-2e8e-4dfe-b2d4-ff2deac92409"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EF7CBFD-6F73-452C-AEED-190CD3F0276C}"/>
</file>

<file path=customXml/itemProps2.xml><?xml version="1.0" encoding="utf-8"?>
<ds:datastoreItem xmlns:ds="http://schemas.openxmlformats.org/officeDocument/2006/customXml" ds:itemID="{BE128C10-8494-4532-BC53-E6B6CAF2921F}">
  <ds:schemaRefs>
    <ds:schemaRef ds:uri="http://purl.org/dc/terms/"/>
    <ds:schemaRef ds:uri="http://www.w3.org/XML/1998/namespace"/>
    <ds:schemaRef ds:uri="http://schemas.microsoft.com/office/infopath/2007/PartnerControls"/>
    <ds:schemaRef ds:uri="http://purl.org/dc/elements/1.1/"/>
    <ds:schemaRef ds:uri="http://purl.org/dc/dcmitype/"/>
    <ds:schemaRef ds:uri="http://schemas.microsoft.com/office/2006/documentManagement/types"/>
    <ds:schemaRef ds:uri="http://schemas.openxmlformats.org/package/2006/metadata/core-properties"/>
    <ds:schemaRef ds:uri="7c1bd8dc-4e40-424f-a15f-9ffcd522197f"/>
    <ds:schemaRef ds:uri="6125ffc9-2c56-435e-8267-1393444907b2"/>
    <ds:schemaRef ds:uri="http://schemas.microsoft.com/office/2006/metadata/properties"/>
  </ds:schemaRefs>
</ds:datastoreItem>
</file>

<file path=customXml/itemProps3.xml><?xml version="1.0" encoding="utf-8"?>
<ds:datastoreItem xmlns:ds="http://schemas.openxmlformats.org/officeDocument/2006/customXml" ds:itemID="{0AA2910D-4917-49C0-8FBC-BFF7ABD28CF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12145</TotalTime>
  <Words>4065</Words>
  <Application>Microsoft Office PowerPoint</Application>
  <PresentationFormat>On-screen Show (4:3)</PresentationFormat>
  <Paragraphs>556</Paragraphs>
  <Slides>47</Slides>
  <Notes>47</Notes>
  <HiddenSlides>0</HiddenSlides>
  <MMClips>0</MMClips>
  <ScaleCrop>false</ScaleCrop>
  <HeadingPairs>
    <vt:vector size="6" baseType="variant">
      <vt:variant>
        <vt:lpstr>Fonts Used</vt:lpstr>
      </vt:variant>
      <vt:variant>
        <vt:i4>8</vt:i4>
      </vt:variant>
      <vt:variant>
        <vt:lpstr>Theme</vt:lpstr>
      </vt:variant>
      <vt:variant>
        <vt:i4>10</vt:i4>
      </vt:variant>
      <vt:variant>
        <vt:lpstr>Slide Titles</vt:lpstr>
      </vt:variant>
      <vt:variant>
        <vt:i4>47</vt:i4>
      </vt:variant>
    </vt:vector>
  </HeadingPairs>
  <TitlesOfParts>
    <vt:vector size="65" baseType="lpstr">
      <vt:lpstr>Arial</vt:lpstr>
      <vt:lpstr>Calibri</vt:lpstr>
      <vt:lpstr>Courier New</vt:lpstr>
      <vt:lpstr>Sakkal Majalla</vt:lpstr>
      <vt:lpstr>SymbolMT</vt:lpstr>
      <vt:lpstr>Times New Roman</vt:lpstr>
      <vt:lpstr>Verdana</vt:lpstr>
      <vt:lpstr>Wingdings</vt:lpstr>
      <vt:lpstr>1_Art and Design</vt:lpstr>
      <vt:lpstr>2_Beauty Therapy</vt:lpstr>
      <vt:lpstr>3_Business</vt:lpstr>
      <vt:lpstr>4_Construction</vt:lpstr>
      <vt:lpstr>5_Creative Media</vt:lpstr>
      <vt:lpstr>6_Engineering</vt:lpstr>
      <vt:lpstr>7_Hospitality</vt:lpstr>
      <vt:lpstr>8_Information Technology</vt:lpstr>
      <vt:lpstr>9_Land-based</vt:lpstr>
      <vt:lpstr>10_Travel and Tourism</vt:lpstr>
      <vt:lpstr>الوحدة 20 أخلاقيات الأعمال  </vt:lpstr>
      <vt:lpstr>أخلاقيات الأعمال</vt:lpstr>
      <vt:lpstr>كيفية إجراء تقييم هذه الوحدة؟</vt:lpstr>
      <vt:lpstr>نتاجات التعلُّم أ - ج</vt:lpstr>
      <vt:lpstr>نتاج التعلُّم أ  </vt:lpstr>
      <vt:lpstr>PowerPoint Presentation</vt:lpstr>
      <vt:lpstr>أ1 سمات أخلاقيات العمل (1)</vt:lpstr>
      <vt:lpstr>أ1 القيام بالشيء الصحيح</vt:lpstr>
      <vt:lpstr>أ1 الحوكمة القانونية والالتزامات</vt:lpstr>
      <vt:lpstr>أ1 تأثير أخلاقيات العمل في صورة الشركة  </vt:lpstr>
      <vt:lpstr>أ2 قواعد الممارسة الخاصة بالقطاع </vt:lpstr>
      <vt:lpstr>أ2 أمثلة على قواعد الممارسة الخاصة بالقطاع</vt:lpstr>
      <vt:lpstr>أ2 قواعد الممارسة المهنية  </vt:lpstr>
      <vt:lpstr>أ3 تطبيق القيم الأخلاقية على ممارسات الأعمال (1) </vt:lpstr>
      <vt:lpstr>أ3 تطبيق القيم الأخلاقية على ممارسات الأعمال (2) </vt:lpstr>
      <vt:lpstr>أ3 تطبيق القيم الأخلاقية على ممارسات الأعمال (2) </vt:lpstr>
      <vt:lpstr>أ3 أمثلة على تعزيز المؤسسات لسلوك الأعمال الملتزمة بالأخلاقيات </vt:lpstr>
      <vt:lpstr>PowerPoint Presentation</vt:lpstr>
      <vt:lpstr>PowerPoint Presentation</vt:lpstr>
      <vt:lpstr>PowerPoint Presentation</vt:lpstr>
      <vt:lpstr>أ4 تأثير الأخلاق في سلوك الأفراد     </vt:lpstr>
      <vt:lpstr>أ4 إستراتيجيات تعزيز السلوك الأخلاقي لدى القوى العاملة في المؤسسة (1)   </vt:lpstr>
      <vt:lpstr>أ4 إستراتيجيات تعزيز السلوك الأخلاقي لدى القوى العاملة في المؤسسة (2)   </vt:lpstr>
      <vt:lpstr>أ4 القرارات التقديرية في الأدوار الوظيفية التي قد تنطوي على اعتبارات أخلاقية من قبل الموظف </vt:lpstr>
      <vt:lpstr>نتاج التعلُّم ب  </vt:lpstr>
      <vt:lpstr>PowerPoint Presentation</vt:lpstr>
      <vt:lpstr>ب1 المسائل المتعلقة بالمسؤولية الاجتماعية للشركات وأثرها في أصحاب المصلحة (1)    </vt:lpstr>
      <vt:lpstr>ب1 المسائل المتعلقة بالمسؤولية الاجتماعية للشركات وأثرها في أصحاب المصلحة    </vt:lpstr>
      <vt:lpstr>ب2 الاستدامة والخط السفلي الثلاثي </vt:lpstr>
      <vt:lpstr>ب2 الاستدامة والخط السفلي الثلاثي - المشكلات البيئية </vt:lpstr>
      <vt:lpstr>PowerPoint Presentation</vt:lpstr>
      <vt:lpstr>PowerPoint Presentation</vt:lpstr>
      <vt:lpstr>ب2 الاستدامة والخط السفلي الثلاثي - المتطلبات القانونية لسلسلة التوريد والمجتمع        </vt:lpstr>
      <vt:lpstr>B3 الفوائد المالية لتعزيز أخلاقيات العمل وسياسات المسؤولية الاجتماعية للشركات       </vt:lpstr>
      <vt:lpstr>ب3 الفوائد غير المالية لتعزيز أخلاقيات العمل وسياسات المسؤولية الاجتماعية للشركات       </vt:lpstr>
      <vt:lpstr>ب3 سلبيات تعزيز أخلاقيات العمل وسياسات المسؤولية الاجتماعية للشركات       </vt:lpstr>
      <vt:lpstr>نتاج التعلم ج  </vt:lpstr>
      <vt:lpstr>PowerPoint Presentation</vt:lpstr>
      <vt:lpstr>ج1 تعزيز صورة المسؤولية الاجتماعية للشركات لإحدى المؤسسات التجارية - البيئة الداخلية        </vt:lpstr>
      <vt:lpstr>ج1 تعزيز صورة المسؤولية الاجتماعية للشركات لإحدى المؤسسات التجارية - البيئة الداخلية (1)       </vt:lpstr>
      <vt:lpstr>ج1 تعزيز صورة المسؤولية الاجتماعية للشركات لإحدى المؤسسات التجارية - البيئة الخارجية        </vt:lpstr>
      <vt:lpstr>ج1 آثار وعواقب الأنشطة التي ينتج عنها تكاليف اجتماعية وبيئية:         </vt:lpstr>
      <vt:lpstr>ج2 الاستجابات التنظيمية لمعالجة المسائل الأخلاقية ومسائل المسؤولية الاجتماعية للشركات  </vt:lpstr>
      <vt:lpstr>ج3 التصور العام لأثر الأعطال في الأعمال      </vt:lpstr>
      <vt:lpstr>ج3 مراجعة ممارسات الأعمال في ما يتعلق بالقدرة على استعادة العمل بعد الأعطال       </vt:lpstr>
      <vt:lpstr>ج3 تقييم الاستجابات التنظيمية والفعالية في ما يتعلق باستعادة العمل بعد الأعطال      </vt:lpstr>
      <vt:lpstr>شكر وتقدير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Construction Science</dc:title>
  <dc:creator>Microsoft Office User</dc:creator>
  <cp:lastModifiedBy>Paul Winser</cp:lastModifiedBy>
  <cp:revision>271</cp:revision>
  <dcterms:created xsi:type="dcterms:W3CDTF">2020-07-15T07:14:47Z</dcterms:created>
  <dcterms:modified xsi:type="dcterms:W3CDTF">2024-09-12T13:10:41Z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ContentTypeId">
    <vt:lpwstr>0x01010011F2AC0EC27FF3458662E003F8FEC281</vt:lpwstr>
  </property>
  <property fmtid="{D5CDD505-2E9C-101B-9397-08002B2CF9AE}" pid="4" name="MediaServiceImageTags">
    <vt:lpwstr/>
  </property>
</Properties>
</file>